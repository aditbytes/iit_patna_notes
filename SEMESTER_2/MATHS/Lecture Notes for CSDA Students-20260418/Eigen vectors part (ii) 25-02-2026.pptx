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05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130 203 1220 0 0,'0'0'7824'0'0,"-13"-10"-7244"0"0,3 8-456 0 0,8 1-42 0 0,-1 0 51 0 0,-51-18 574 0 0,52 18-635 0 0,-1 0 40 0 0,-8-3-51 0 0,8 3 72 0 0,0 0-55 0 0,3 1-78 0 0,-19-5 135 0 0,19 5-134 0 0,0 0 1 0 0,0-1-1 0 0,-1 1 0 0 0,1 0 0 0 0,0 0 1 0 0,-1 0-1 0 0,1 0 0 0 0,0 0 0 0 0,-1 0 0 0 0,1 0 1 0 0,0-1-1 0 0,0 1 0 0 0,-1 0 0 0 0,1 0 1 0 0,0 0-1 0 0,0-1 0 0 0,-1 1 0 0 0,1 0 1 0 0,0 0-1 0 0,0 0 0 0 0,0-1 0 0 0,0 1 0 0 0,-1 0 1 0 0,1-1-1 0 0,0 1 0 0 0,0 0 0 0 0,0 0 1 0 0,0-1-1 0 0,0 1 0 0 0,0 0 0 0 0,0-1 0 0 0,0 1 1 0 0,0 0-1 0 0,0-1 0 0 0,0 1 0 0 0,0 0 1 0 0,0-1-1 0 0,0 1 0 0 0,0 0 0 0 0,0 0 1 0 0,0-1-1 0 0,0 1 0 0 0,0 0 0 0 0,0-1 0 0 0,0 1 1 0 0,0 0-1 0 0,1 0 0 0 0,-1-1 0 0 0,0 1 1 0 0,0 0-1 0 0,0 0 0 0 0,1-1 0 0 0,-1 1 0 0 0,0 0 1 0 0,0 0-1 0 0,1-1 0 0 0,-1 1 0 0 0,0 0 1 0 0,0 0-1 0 0,1 0 0 0 0,-1 0 0 0 0,0 0 1 0 0,1-1-1 0 0,16-9 6 0 0,1 0 1 0 0,1 2-1 0 0,35-13 1 0 0,65-13-7 0 0,-80 25-2 0 0,15-6 0 0 0,59-6 0 0 0,-79 13-27 0 0,-31 7 6 0 0,27-3-1006 0 0,-29 5 907 0 0,-1 0 0 0 0,1 0 0 0 0,-1 0 0 0 0,0 0 0 0 0,0 0 0 0 0,1 0 0 0 0,-1 0 0 0 0,0 0 0 0 0,0 0 0 0 0,0 0 0 0 0,0 0 0 0 0,0 0 0 0 0,-1 0 0 0 0,1 0 0 0 0,0 0 0 0 0,0 0 0 0 0,-1 0-1 0 0,1 0 1 0 0,0 0 0 0 0,-1 0 0 0 0,1 0 0 0 0,-1 0 0 0 0,1 0 0 0 0,-1 0 0 0 0,0 0 0 0 0,1-1 0 0 0,-1 1 0 0 0,-1 1 0 0 0,-7 9-2686 0 0,-2-3 1238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05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33 360 0 0,'-4'-13'7499'0'0,"4"11"-7370"0"0,1-16 5097 0 0,1 28-5431 0 0,8 71 1247 0 0,0 101-1 0 0,-14 89-570 0 0,0-136-309 0 0,3-112-28 0 0,0-7-5390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0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53 268 0 0,'0'0'3442'0'0,"-3"-12"1553"0"0,1 9-4963 0 0,-5-6 3840 0 0,7 9-3847 0 0,-1-1-1 0 0,1 1 1 0 0,0 0 0 0 0,0 0 0 0 0,0 0 0 0 0,-1 0-1 0 0,1 0 1 0 0,0 0 0 0 0,0 0 0 0 0,-1 0-1 0 0,1 0 1 0 0,0 0 0 0 0,0 0 0 0 0,-1 0-1 0 0,1 0 1 0 0,0 0 0 0 0,0 0 0 0 0,-1 0 0 0 0,1 0-1 0 0,0 0 1 0 0,0 1 0 0 0,0-1 0 0 0,-1 0-1 0 0,1 0 1 0 0,0 0 0 0 0,0 0 0 0 0,0 0-1 0 0,-1 1 1 0 0,1-1 0 0 0,0 0 0 0 0,0 0 0 0 0,0 0-1 0 0,0 0 1 0 0,-1 1 0 0 0,1-1 0 0 0,0 0-1 0 0,0 0 1 0 0,0 1 0 0 0,0-1 0 0 0,0 0-1 0 0,0 1 1 0 0,-1 0 3 0 0,1 2-9 0 0,1 0 0 0 0,-1 0 1 0 0,0 0-1 0 0,0 0 1 0 0,0 0-1 0 0,-1 5 1 0 0,1-1 0 0 0,0 1 1 0 0,1-1 0 0 0,2 16 0 0 0,-2-15-8 0 0,2 13-20 0 0,-1-3 22 0 0,1 0 0 0 0,0-1-1 0 0,2 1 1 0 0,0-1-1 0 0,1 0 1 0 0,15 32 0 0 0,-19-47-13 0 0,0 1 0 0 0,0 0 1 0 0,0 0-1 0 0,0-1 0 0 0,0 1 1 0 0,1-1-1 0 0,-1 0 0 0 0,1 0 1 0 0,0 0-1 0 0,0 0 1 0 0,0 0-1 0 0,0 0 0 0 0,0-1 1 0 0,0 1-1 0 0,0-1 0 0 0,5 1 1 0 0,20 1 3 0 0,-18-3-5 0 0,5-1 8 0 0,-1-1-6 0 0,1 0 1 0 0,-1-1-1 0 0,-1-1 1 0 0,1 0-1 0 0,0 0 1 0 0,-1-2-1 0 0,0 1 1 0 0,19-13-1 0 0,-24 13-3 0 0,1 0 0 0 0,-1-1 0 0 0,-1 0-1 0 0,1-1 1 0 0,-1 1 0 0 0,0-2 0 0 0,-1 1 0 0 0,0-1-1 0 0,0 1 1 0 0,0-2 0 0 0,-1 1 0 0 0,0-1 0 0 0,6-16-1 0 0,-9 18-10 0 0,0 1-1 0 0,0 0 1 0 0,-1-1-1 0 0,1 1 1 0 0,-2-1-1 0 0,1 1 1 0 0,-1-1-1 0 0,0 1 1 0 0,0-1-1 0 0,-1 1 1 0 0,0-1-1 0 0,0 1 1 0 0,-4-13-1 0 0,2 8 4 0 0,0 4 107 0 0,1 1 0 0 0,-1 0 0 0 0,0 1 0 0 0,-1-1 0 0 0,-7-9 0 0 0,9 13 86 0 0,-14 7-69 0 0,14-4-97 0 0,1 0-1 0 0,-1 0 1 0 0,0 1-1 0 0,0-1 1 0 0,1 0-1 0 0,-1 1 1 0 0,1 0-1 0 0,0-1 1 0 0,-1 1-1 0 0,1 0 0 0 0,0-1 1 0 0,0 1-1 0 0,0 0 1 0 0,-2 4-1 0 0,-8 25 157 0 0,1 18 72 0 0,1 0 0 0 0,3 1 0 0 0,0 82 0 0 0,3-55-143 0 0,-3 57 19 0 0,-30 335 326 0 0,31-433-187 0 0,-2 0 0 0 0,-1-1 0 0 0,-15 40 1 0 0,21-73-237 0 0,1 0 0 0 0,-1 1 0 0 0,0-1 0 0 0,0 0 0 0 0,0 0 0 0 0,0 0 0 0 0,0 0 0 0 0,0 0 0 0 0,0 0 0 0 0,-1-1 0 0 0,1 1 0 0 0,0-1 0 0 0,-1 1 0 0 0,0-1 0 0 0,1 0 0 0 0,-1 0 0 0 0,0 0 0 0 0,1-1 0 0 0,-6 2 0 0 0,2-2-23 0 0,1-1 0 0 0,0 1 0 0 0,0-1 0 0 0,-1 0-1 0 0,1-1 1 0 0,0 1 0 0 0,0-1 0 0 0,0 0 0 0 0,1 0 0 0 0,-1 0-1 0 0,0-1 1 0 0,1 0 0 0 0,-1 0 0 0 0,1 0 0 0 0,0 0 0 0 0,0-1-1 0 0,0 0 1 0 0,1 1 0 0 0,-1-1 0 0 0,1-1 0 0 0,0 1 0 0 0,0 0-1 0 0,1-1 1 0 0,-1 1 0 0 0,1-1 0 0 0,-3-8 0 0 0,1 2-9 0 0,1 1 0 0 0,0 0-1 0 0,1-1 1 0 0,0 0 0 0 0,0 0 0 0 0,2 1 0 0 0,-1-1 0 0 0,1 0 0 0 0,1 0 0 0 0,0 0 0 0 0,0 1 0 0 0,4-15 0 0 0,5-6 2 0 0,1 1 1 0 0,1 0-1 0 0,2 1 1 0 0,1 0-1 0 0,25-36 0 0 0,-14 29-8 0 0,1 2 0 0 0,1 1 0 0 0,47-42 0 0 0,1 11-433 0 0,-74 62 200 0 0,5-1-105 0 0,-6 3 259 0 0,-1 0 0 0 0,0-1 0 0 0,1 1 0 0 0,-1 0 0 0 0,1-1-1 0 0,-1 1 1 0 0,1 0 0 0 0,-1 0 0 0 0,1-1 0 0 0,-1 1 0 0 0,1 0 0 0 0,-1 0 0 0 0,1 0 0 0 0,-1 0-1 0 0,1 0 1 0 0,-1 0 0 0 0,1 0 0 0 0,-1 0 0 0 0,1 0 0 0 0,-1 0 0 0 0,1 0 0 0 0,-1 0 0 0 0,2 0-1 0 0,12 2-554 0 0,-11-2-98 0 0,3 1-1348 0 0,0 0 1825 0 0,20-3-8781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07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10 193 1160 0 0,'-7'-84'8350'0'0,"6"3"-3909"0"0,1 80-4399 0 0,0-1 210 0 0,0-1-62 0 0,-2-14 245 0 0,3 12-90 0 0,3 16 1 0 0,3 22 462 0 0,-2 1 1 0 0,3 52-1 0 0,-7 75-157 0 0,-2-87-467 0 0,10 737 347 0 0,-17-721-129 0 0,2-34-1361 0 0,5-15-2501 0 0,-2-32 373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0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37 303 1432 0 0,'-5'-7'635'0'0,"1"0"0"0"0,-1-1 0 0 0,2 1 0 0 0,-1-1 0 0 0,1 0 0 0 0,0 0 0 0 0,0 0 0 0 0,1 0 0 0 0,0 0 0 0 0,1 0 0 0 0,-1-9 1 0 0,2 10-473 0 0,1 1 0 0 0,-1 0 0 0 0,1-1 0 0 0,1 1 0 0 0,-1 0 0 0 0,1 0 0 0 0,0 0 0 0 0,0 0 0 0 0,1 0 0 0 0,0 0 0 0 0,0 0 0 0 0,0 1 0 0 0,1 0 0 0 0,-1 0 0 0 0,7-7 0 0 0,-1 3-68 0 0,0 0-1 0 0,1 0 1 0 0,0 1 0 0 0,1 0-1 0 0,-1 1 1 0 0,2 0 0 0 0,-1 1-1 0 0,1 0 1 0 0,0 1 0 0 0,0 0 0 0 0,24-6-1 0 0,-24 8-78 0 0,0 1 0 0 0,0 0 0 0 0,0 0 1 0 0,0 2-1 0 0,0-1 0 0 0,0 1 0 0 0,0 1 0 0 0,0 1 0 0 0,0-1 0 0 0,0 2 0 0 0,-1-1 0 0 0,1 2 0 0 0,13 5 1 0 0,-19-7-7 0 0,-1 1 1 0 0,0 0-1 0 0,-1 0 1 0 0,1 0-1 0 0,0 0 1 0 0,-1 1-1 0 0,0 0 1 0 0,0 0-1 0 0,0 0 1 0 0,0 0-1 0 0,-1 0 1 0 0,1 1-1 0 0,-1 0 1 0 0,0-1-1 0 0,-1 1 1 0 0,1 1-1 0 0,-1-1 1 0 0,0 0-1 0 0,0 0 1 0 0,0 1-1 0 0,-1-1 1 0 0,0 1-1 0 0,0 0 1 0 0,-1-1-1 0 0,1 1 1 0 0,-1-1-1 0 0,0 1 1 0 0,-1 0-1 0 0,1-1 1 0 0,-1 1-1 0 0,0 0 1 0 0,-1-1-1 0 0,1 0 1 0 0,-1 1-1 0 0,0-1 1 0 0,-1 0 0 0 0,1 0-1 0 0,-4 5 1 0 0,2-4 75 0 0,-1 0 0 0 0,0 0 0 0 0,0-1 0 0 0,0 0 0 0 0,-1 0 0 0 0,0 0 0 0 0,0 0 0 0 0,0-1 0 0 0,-1 0-1 0 0,1 0 1 0 0,-1-1 0 0 0,0 0 0 0 0,-14 4 0 0 0,11-4-112 0 0,-1 0 0 0 0,1-1 0 0 0,-1 0 0 0 0,0-1 0 0 0,1 0 0 0 0,-1-1 0 0 0,0 0 0 0 0,-18-3 0 0 0,28 2-139 0 0,0 1 0 0 0,0 0 0 0 0,0 0-1 0 0,0-1 1 0 0,0 1 0 0 0,-1-1 0 0 0,1 1 0 0 0,0-1 0 0 0,0 0-1 0 0,0 1 1 0 0,1-1 0 0 0,-1 0 0 0 0,0 0 0 0 0,0 1 0 0 0,0-1-1 0 0,0 0 1 0 0,-1-2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08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138 137 1404 0 0,'-49'40'8350'0'0,"48"-38"-7957"0"0,-1-1-317 0 0,0 1 0 0 0,1 0 0 0 0,-1 0 1 0 0,0 0-1 0 0,1 0 0 0 0,0 0 0 0 0,-3 4 0 0 0,5 2-52 0 0,-1-1 0 0 0,1 0-1 0 0,1 1 1 0 0,-1-1 0 0 0,1 0-1 0 0,1 0 1 0 0,-1 0-1 0 0,1 0 1 0 0,0 0 0 0 0,1 0-1 0 0,0-1 1 0 0,5 8 0 0 0,-8-13 22 0 0,0 0-39 0 0,-1-1 1 0 0,1 1-1 0 0,-1-1 1 0 0,1 1-1 0 0,-1-1 1 0 0,1 1-1 0 0,0-1 1 0 0,-1 1 0 0 0,1-1-1 0 0,0 0 1 0 0,-1 1-1 0 0,1-1 1 0 0,0 0-1 0 0,0 0 1 0 0,-1 0-1 0 0,1 1 1 0 0,0-1-1 0 0,0 0 1 0 0,-1 0 0 0 0,1 0-1 0 0,0 0 1 0 0,0 0-1 0 0,0-1 1 0 0,-1 1-1 0 0,1 0 1 0 0,0 0-1 0 0,0 0 1 0 0,-1-1-1 0 0,1 1 1 0 0,1-1 0 0 0,23-5 101 0 0,-19 2-82 0 0,-1 1 0 0 0,1-1 0 0 0,0 0 0 0 0,-1 0 0 0 0,0-1 0 0 0,0 1 0 0 0,0-1 0 0 0,5-7 0 0 0,32-46 148 0 0,-35 49-109 0 0,-1-1 1 0 0,0 0-1 0 0,-1-1 0 0 0,0 1 1 0 0,0-1-1 0 0,-1 0 0 0 0,-1 0 0 0 0,0-1 1 0 0,0 1-1 0 0,-1-1 0 0 0,1-20 0 0 0,-4 27-40 0 0,0 3-12 0 0,1 0 0 0 0,-1-1-1 0 0,0 1 1 0 0,-1 0-1 0 0,1 0 1 0 0,0 0-1 0 0,-1 0 1 0 0,1 0 0 0 0,-1 1-1 0 0,1-1 1 0 0,-1 0-1 0 0,0 1 1 0 0,0-1-1 0 0,1 1 1 0 0,-1-1 0 0 0,0 1-1 0 0,-1 0 1 0 0,1 0-1 0 0,0 0 1 0 0,0 0-1 0 0,0 0 1 0 0,-1 1 0 0 0,-2-2-1 0 0,1 3 2 0 0,0-1 0 0 0,0 1 0 0 0,0 0 1 0 0,0 0-1 0 0,0 0 0 0 0,0 0 0 0 0,0 1 0 0 0,0 0 0 0 0,-5 3 0 0 0,-4 2-8 0 0,4-3 8 0 0,0 1 1 0 0,1 1-1 0 0,0 0 1 0 0,0 0-1 0 0,0 1 0 0 0,-10 12 1 0 0,-37 49-45 0 0,42-50-10 0 0,1 2 1 0 0,1-1 0 0 0,-9 23 0 0 0,15-33 34 0 0,2 1 1 0 0,-1 0-1 0 0,1 1 0 0 0,1-1 1 0 0,0 0-1 0 0,0 1 0 0 0,1-1 1 0 0,0 19-1 0 0,2-25 13 0 0,-1 0 1 0 0,0-1-1 0 0,1 1 0 0 0,0-1 1 0 0,0 1-1 0 0,0-1 0 0 0,0 1 0 0 0,1-1 1 0 0,-1 0-1 0 0,1 0 0 0 0,0 0 0 0 0,0 0 1 0 0,0 0-1 0 0,0 0 0 0 0,0 0 0 0 0,5 4 1 0 0,-3-4 4 0 0,1 0 1 0 0,-1 0-1 0 0,0-1 1 0 0,1 0 0 0 0,0 0-1 0 0,-1 0 1 0 0,1 0-1 0 0,0-1 1 0 0,0 1-1 0 0,8 0 1 0 0,6-1 10 0 0,0 0 0 0 0,0-1 1 0 0,-1-1-1 0 0,1-1 0 0 0,23-5 1 0 0,255-65 467 0 0,-295 71-451 0 0,2 0-25 0 0,8-2 17 0 0,-9 3-37 0 0,11-8-2177 0 0,-10 2 1414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09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114 236 1368 0 0,'-4'-2'1560'0'0,"-9"-6"570"0"0,-1-1 1 0 0,-19-16-1 0 0,27 20-1658 0 0,1 0 0 0 0,-1-1 0 0 0,1 1 0 0 0,0-1 0 0 0,1 0 0 0 0,0 0 0 0 0,-8-14 0 0 0,12 18-443 0 0,-1 0 1 0 0,1 0-1 0 0,-1 0 0 0 0,1-1 0 0 0,0 1 0 0 0,0 0 1 0 0,0 0-1 0 0,0 0 0 0 0,0-1 0 0 0,0 1 1 0 0,1 0-1 0 0,-1 0 0 0 0,1 0 0 0 0,0 0 0 0 0,-1 0 1 0 0,1-1-1 0 0,0 1 0 0 0,0 1 0 0 0,0-1 0 0 0,1 0 1 0 0,-1 0-1 0 0,0 0 0 0 0,1 1 0 0 0,2-4 1 0 0,2-1-3 0 0,1 0 1 0 0,-1 0 0 0 0,1 1-1 0 0,13-8 1 0 0,-9 7-14 0 0,0 0 0 0 0,1 0 0 0 0,-1 1 0 0 0,2 1 0 0 0,-1 0 0 0 0,0 1 0 0 0,1 0 0 0 0,13-1 0 0 0,-19 3-17 0 0,0 1-1 0 0,1-1 0 0 0,-1 2 0 0 0,0-1 1 0 0,0 1-1 0 0,0 0 0 0 0,0 1 1 0 0,0-1-1 0 0,0 1 0 0 0,0 1 1 0 0,0-1-1 0 0,-1 1 0 0 0,1 1 1 0 0,-1-1-1 0 0,11 8 0 0 0,-13-7 9 0 0,0 0 1 0 0,-1 0-1 0 0,1 0 0 0 0,-1 1 0 0 0,0-1 0 0 0,0 1 0 0 0,0 0 0 0 0,-1 0 0 0 0,0 0 0 0 0,0 0 0 0 0,0 0 1 0 0,0 0-1 0 0,-1 1 0 0 0,0-1 0 0 0,0 1 0 0 0,0-1 0 0 0,-1 1 0 0 0,0-1 0 0 0,0 1 0 0 0,0-1 1 0 0,-3 10-1 0 0,0 4 37 0 0,-1 0 0 0 0,0-1 0 0 0,-2 0 0 0 0,-15 34 0 0 0,0 3 10 0 0,12-36-51 0 0,8-17 8 0 0,0 1-5 0 0,-1 6-4 0 0,1-6 17 0 0,-4 11-3 0 0,4-7-18 0 0,3-4 8 0 0,8 1 3 0 0,-3-2-10 0 0,12 0 3 0 0,-9-1 2 0 0,0 0-1 0 0,-1 1 1 0 0,0 0 0 0 0,1 1 0 0 0,-1 0 0 0 0,14 7 0 0 0,-3-1 3 0 0,-4-2-14 0 0,0 1 0 0 0,-1 0 0 0 0,0 1 0 0 0,-1 1 0 0 0,0 1 0 0 0,-1 0 0 0 0,18 18 0 0 0,-29-27 26 0 0,0 1 1 0 0,0-1 0 0 0,0 1-1 0 0,0 0 1 0 0,-1 0-1 0 0,1 0 1 0 0,-1 0 0 0 0,0 0-1 0 0,0 1 1 0 0,0-1-1 0 0,0 0 1 0 0,0 0 0 0 0,-1 1-1 0 0,0-1 1 0 0,1 0 0 0 0,-1 1-1 0 0,0-1 1 0 0,-1 0-1 0 0,1 1 1 0 0,-1-1 0 0 0,1 0-1 0 0,-1 0 1 0 0,-2 5 0 0 0,0 1 160 0 0,0-1 1 0 0,-1 0 0 0 0,0 0-1 0 0,0 0 1 0 0,-1 0 0 0 0,0-1-1 0 0,-10 12 1 0 0,6-10 80 0 0,1-1 1 0 0,-1 0-1 0 0,-1 0 0 0 0,1-1 1 0 0,-1-1-1 0 0,0 0 0 0 0,-1 0 1 0 0,0-1-1 0 0,0 0 0 0 0,0 0 1 0 0,-22 4-1 0 0,21-6-135 0 0,1-1 1 0 0,0-1-1 0 0,-1 1 1 0 0,1-2-1 0 0,-1 0 0 0 0,-19-2 1 0 0,-62-17 78 0 0,65 12-116 0 0,20 6-73 0 0,4 0-7 0 0,1 0 0 0 0,-1 0 0 0 0,1 0 0 0 0,0-1 0 0 0,-1 1 0 0 0,1-1 0 0 0,-5-3-1 0 0,-12-6 18 0 0,16 9-225 0 0,0 0 0 0 0,0 0 1 0 0,1-1-1 0 0,-1 1 0 0 0,1-1 0 0 0,0 0 0 0 0,0 0 0 0 0,0 0 0 0 0,0 0 1 0 0,-3-5-1 0 0,6 7 57 0 0,0 0 1 0 0,-1 1-1 0 0,1-1 1 0 0,0 0 0 0 0,0 0-1 0 0,0 0 1 0 0,0 1-1 0 0,0-1 1 0 0,0 0 0 0 0,1 0-1 0 0,-1 0 1 0 0,0 1-1 0 0,0-1 1 0 0,0 0 0 0 0,1 0-1 0 0,-1 1 1 0 0,0-1-1 0 0,1 0 1 0 0,-1 1-1 0 0,1-1 1 0 0,-1 0 0 0 0,1 1-1 0 0,-1-1 1 0 0,1 0-1 0 0,-1 1 1 0 0,1-1 0 0 0,0 0-1 0 0,20-14-4576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09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1720 0 0,'12'-10'8349'0'0,"6"-6"-516"0"0,-12 46-19014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09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1 640 0 0,'6'16'2577'0'0,"7"18"8380"0"0,-8-15-6878 0 0,-3-17-4791 0 0,1-24-7814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17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15 870 20 0 0,'7'0'10380'0'0,"-8"7"-8231"0"0,2 1-3882 0 0,8 55 2376 0 0,-8-61-580 0 0,-1-1-33 0 0,0 0 0 0 0,0 0 0 0 0,0-1-1 0 0,0 1 1 0 0,0 0 0 0 0,0 0-1 0 0,0 0 1 0 0,0 0 0 0 0,0-1 0 0 0,0 1-1 0 0,0 0 1 0 0,0 0 0 0 0,1 0-1 0 0,-1-1 1 0 0,0 1 0 0 0,1 0 0 0 0,-1 0-1 0 0,1-1 1 0 0,-1 1 0 0 0,1 0 0 0 0,-1-1-1 0 0,1 1 1 0 0,-1 0 0 0 0,1-1-1 0 0,1 2 1 0 0,-1-2 10 0 0,0 0 0 0 0,-1 0 0 0 0,1 0 0 0 0,0 0 0 0 0,0-1-1 0 0,0 1 1 0 0,0 0 0 0 0,0 0 0 0 0,0-1 0 0 0,0 1 0 0 0,0 0 0 0 0,-1-1 0 0 0,1 1 0 0 0,0-1-1 0 0,0 1 1 0 0,0-1 0 0 0,-1 1 0 0 0,2-2 0 0 0,5-5 106 0 0,0 1 0 0 0,0-1 1 0 0,7-11-1 0 0,53-82 93 0 0,76-149 0 0 0,-137 236-246 0 0,219-431-111 0 0,-179 347 589 0 0,-44 91-474 0 0,8-9-41 0 0,-10 15 43 0 0,1 0 0 0 0,-1-1 1 0 0,0 1-1 0 0,1 0 0 0 0,-1 0 0 0 0,1 0 0 0 0,-1 0 0 0 0,1 0 0 0 0,-1 0 0 0 0,1 0 1 0 0,-1 0-1 0 0,1 0 0 0 0,-1 0 0 0 0,1 0 0 0 0,-1 0 0 0 0,1 0 0 0 0,-1 0 0 0 0,1 0 0 0 0,-1 1 1 0 0,1-1-1 0 0,-1 0 0 0 0,1 0 0 0 0,-1 0 0 0 0,0 1 0 0 0,1-1 0 0 0,-1 0 0 0 0,1 1 1 0 0,-1-1-1 0 0,0 0 0 0 0,1 1 0 0 0,-1-1 0 0 0,0 1 0 0 0,1-1 0 0 0,-1 0 0 0 0,0 1 1 0 0,1 0-1 0 0,6 9 11 0 0,-1-1 0 0 0,0 2 0 0 0,0-1 1 0 0,-1 1-1 0 0,0-1 0 0 0,-1 1 0 0 0,3 13 1 0 0,18 87 107 0 0,-21-86-105 0 0,13 89 160 0 0,2 165-1 0 0,-9-86-47 0 0,-3 18 1134 0 0,-7-199 644 0 0,0-14-1197 0 0,-1-21-862 0 0,0 14 359 0 0,-2-44-167 0 0,-2 0 0 0 0,-3 0 0 0 0,-2 1 0 0 0,-2 0 1 0 0,-2 1-1 0 0,-22-50 0 0 0,26 79-61 0 0,-1-1 0 0 0,-1 2 0 0 0,-1 0 0 0 0,-1 0 0 0 0,-19-20 0 0 0,24 30 10 0 0,0 1 0 0 0,-1 1 1 0 0,-1 0-1 0 0,0 0 0 0 0,0 1 0 0 0,0 0 0 0 0,-1 1 0 0 0,-1 1 1 0 0,1 0-1 0 0,-20-7 0 0 0,21 10 1 0 0,1 1 1 0 0,-1 0-1 0 0,1 1 0 0 0,-1 0 1 0 0,0 1-1 0 0,0 0 0 0 0,1 1 1 0 0,-1 0-1 0 0,1 0 0 0 0,-1 1 1 0 0,-16 6-1 0 0,1 1 12 0 0,0 1-1 0 0,1 1 1 0 0,-30 19 0 0 0,42-23-8 0 0,2 1 1 0 0,-1 1 0 0 0,1 0-1 0 0,1 0 1 0 0,0 1-1 0 0,0 1 1 0 0,-10 13 0 0 0,16-19-1 0 0,-1 1 0 0 0,1 0 1 0 0,1 1-1 0 0,-1-1 1 0 0,1 1-1 0 0,0-1 1 0 0,1 1-1 0 0,0 0 1 0 0,0 0-1 0 0,0 0 0 0 0,1 1 1 0 0,0-1-1 0 0,0 0 1 0 0,1 0-1 0 0,0 14 1 0 0,1-17 5 0 0,0 0 1 0 0,0-1 0 0 0,1 1 0 0 0,-1-1-1 0 0,1 0 1 0 0,0 1 0 0 0,0-1 0 0 0,0 0-1 0 0,0 0 1 0 0,0 0 0 0 0,1 0 0 0 0,-1-1 0 0 0,1 1-1 0 0,0-1 1 0 0,0 1 0 0 0,0-1 0 0 0,0 0-1 0 0,0 0 1 0 0,0 0 0 0 0,1-1 0 0 0,-1 1-1 0 0,1-1 1 0 0,-1 1 0 0 0,1-1 0 0 0,4 0-1 0 0,8 3 3 0 0,1-1-1 0 0,0-1 0 0 0,0 0 1 0 0,20-1-1 0 0,22-3-7 0 0,0-3 1 0 0,88-18-1 0 0,111-40 2 0 0,-89 14 45 0 0,-136 38-1432 0 0,-30 10 836 0 0,-1 0 0 0 0,1 0 1 0 0,0 0-1 0 0,-1 0 0 0 0,1 0 1 0 0,0 0-1 0 0,0 1 0 0 0,0-1 0 0 0,-1 1 1 0 0,1 0-1 0 0,0 0 0 0 0,0 0 1 0 0,0 0-1 0 0,0 0 0 0 0,0 1 0 0 0,-1-1 1 0 0,1 1-1 0 0,5 2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18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101 106 1784 0 0,'-1'-3'1758'0'0,"-41"-68"9683"0"0,41 69-10743 0 0,-1-2-193 0 0,0 0 1 0 0,-1 0-1 0 0,1 1 1 0 0,-1-1-1 0 0,0 1 1 0 0,-4-4-1 0 0,4 13-484 0 0,1 1 0 0 0,0 0-1 0 0,1 0 1 0 0,0 0 0 0 0,0 0-1 0 0,0 0 1 0 0,1 0 0 0 0,0 11 0 0 0,0 6 72 0 0,-15 225 603 0 0,14-214-851 0 0,-6 194-1611 0 0,32-244-8273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18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84 1932 0 0,'8'-12'3751'0'0,"9"-22"3101"0"0,-10 16-3792 0 0,-7 18-3000 0 0,0-1 0 0 0,1 1 1 0 0,-1-1-1 0 0,0 1 0 0 0,0-1 1 0 0,0 1-1 0 0,0-1 1 0 0,1 0-1 0 0,-1 1 0 0 0,0-1 1 0 0,0 1-1 0 0,0-1 0 0 0,0 1 1 0 0,0-1-1 0 0,-1 0 1 0 0,1 1-1 0 0,0-1 0 0 0,0 1 1 0 0,0-1-1 0 0,0 1 0 0 0,-1-1 1 0 0,1 0-1 0 0,0 1 1 0 0,0-1-1 0 0,-1 1 0 0 0,1-1 1 0 0,0 1-1 0 0,-1 0 0 0 0,1-1 1 0 0,-1 1-1 0 0,1-1 1 0 0,0 1-1 0 0,-1 0 0 0 0,0-1 1 0 0,-10-1-5 0 0,8 2-8 0 0,0 1-11 0 0,-6 3-31 0 0,0 0-1 0 0,1 0 1 0 0,-1 0-1 0 0,1 2 1 0 0,0-1-1 0 0,1 1 1 0 0,-1 0 0 0 0,1 0-1 0 0,0 1 1 0 0,1 0-1 0 0,0 0 1 0 0,0 0-1 0 0,-7 12 1 0 0,7-8-14 0 0,3-7 5 0 0,1 0-1 0 0,0 0 1 0 0,0 0-1 0 0,1 0 1 0 0,-1 0-1 0 0,1 0 1 0 0,-1 5 0 0 0,1-5 1 0 0,0-1 0 0 0,0 1 1 0 0,0 0-1 0 0,1-1 0 0 0,-1 1 1 0 0,1 0-1 0 0,0-1 0 0 0,1 7 1 0 0,-1-2-6 0 0,1-4 11 0 0,-1 0-1 0 0,1 0 0 0 0,0 0 0 0 0,0 0 1 0 0,0-1-1 0 0,1 1 0 0 0,-1 0 0 0 0,1-1 1 0 0,0 1-1 0 0,0-1 0 0 0,0 0 0 0 0,1 1 1 0 0,-1-1-1 0 0,1 0 0 0 0,0 0 0 0 0,-1-1 1 0 0,1 1-1 0 0,0-1 0 0 0,1 1 1 0 0,-1-1-1 0 0,0 0 0 0 0,1 0 0 0 0,-1 0 1 0 0,1-1-1 0 0,0 1 0 0 0,-1-1 0 0 0,7 2 1 0 0,79 17 32 0 0,-12-6 189 0 0,-55-11 124 0 0,0 2 1 0 0,0 0-1 0 0,36 14 0 0 0,-56-17-273 0 0,0-1-1 0 0,1 0 0 0 0,-1 1 1 0 0,0-1-1 0 0,0 1 0 0 0,0 0 1 0 0,0 0-1 0 0,0-1 0 0 0,0 1 1 0 0,0 1-1 0 0,-1-1 0 0 0,1 0 1 0 0,-1 0-1 0 0,0 0 0 0 0,1 1 1 0 0,-1-1-1 0 0,0 1 0 0 0,1 3 1 0 0,-1-1 43 0 0,-1-1 0 0 0,1 1 0 0 0,-1-1 0 0 0,0 1 0 0 0,0-1 0 0 0,-1 1 0 0 0,1-1 0 0 0,-1 1 0 0 0,0-1 0 0 0,-2 6 0 0 0,0-1 76 0 0,-1 1 0 0 0,0-1 0 0 0,0 1 0 0 0,-1-2 0 0 0,0 1 0 0 0,-1 0 0 0 0,0-1-1 0 0,-1 0 1 0 0,-7 7 0 0 0,3-4-5 0 0,-2-1 1 0 0,1 0-1 0 0,-2-1 0 0 0,1-1 0 0 0,-1 0 1 0 0,0-1-1 0 0,-24 9 0 0 0,28-12-144 0 0,0-2 0 0 0,0 1 0 0 0,0-1 0 0 0,-1 0-1 0 0,1-1 1 0 0,-1-1 0 0 0,1 0 0 0 0,-1 0 0 0 0,1-1 0 0 0,-1 0 0 0 0,1 0 0 0 0,-16-6-1 0 0,18 5-167 0 0,0-1-1 0 0,0 0 1 0 0,1-1-1 0 0,0 0 0 0 0,0 0 1 0 0,0 0-1 0 0,0-1 1 0 0,0 0-1 0 0,1 0 1 0 0,0-1-1 0 0,0 0 0 0 0,1 0 1 0 0,-1 0-1 0 0,1-1 1 0 0,1 0-1 0 0,-8-12 0 0 0,7 7-1237 0 0,-1 0 0 0 0,2-1 0 0 0,-6-21 1 0 0,5 10-3725 0 0,-3-30 0 0 0,8 31-1249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19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45 552 0 0,'-80'-39'13800'0'0,"78"38"-13529"0"0,-5-3 125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0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107 420 180 0 0,'-3'1'1500'0'0,"-20"11"2521"0"0,-28 18 0 0 0,50-29-3685 0 0,-20 13 576 0 0,14-8-141 0 0,14-12 1443 0 0,90-74-1913 0 0,-4-3 0 0 0,103-119-1 0 0,-107 101-89 0 0,-89 101-211 0 0,0 0 0 0 0,0 0 0 0 0,1 0 0 0 0,-1 0 0 0 0,0 0 0 0 0,0 0 0 0 0,1 0 0 0 0,-1 0 0 0 0,0-1 0 0 0,0 1-1 0 0,0 0 1 0 0,1 0 0 0 0,-1 0 0 0 0,0 0 0 0 0,0-1 0 0 0,0 1 0 0 0,0 0 0 0 0,1 0 0 0 0,-1 0 0 0 0,0-1 0 0 0,0 1 0 0 0,0 0 0 0 0,0 0 0 0 0,0-1 0 0 0,0 1 0 0 0,0 0 0 0 0,0 0 0 0 0,0-1 0 0 0,1 1-1 0 0,-1 0 1 0 0,0 0 0 0 0,0-1 0 0 0,0 1 0 0 0,0 0 0 0 0,-1 0 0 0 0,1-1 0 0 0,0 1 0 0 0,0 0 0 0 0,0 0 0 0 0,0 0 0 0 0,0-1 0 0 0,0 1 0 0 0,0 0 0 0 0,0 0 0 0 0,0-1 0 0 0,-1 1 0 0 0,1 0 0 0 0,0 0-1 0 0,0 0 1 0 0,0-1 0 0 0,0 1 0 0 0,-1 0 0 0 0,1 0 0 0 0,0 0 0 0 0,0 0 0 0 0,0 0 0 0 0,-1-1 0 0 0,1 1 0 0 0,0 0 0 0 0,0 0 0 0 0,-1 0 0 0 0,1 0 0 0 0,0 0 0 0 0,0 0 0 0 0,-1 0 0 0 0,1 0 0 0 0,-2 0-1 0 0,1 0 1 0 0,-1 0-1 0 0,0 0 1 0 0,1 0-1 0 0,-1 1 1 0 0,0-1 0 0 0,1 0-1 0 0,-1 1 1 0 0,1 0-1 0 0,-1-1 1 0 0,-2 2-1 0 0,-26 19-29 0 0,-40 36-1 0 0,60-49-7 0 0,9-6 35 0 0,-1-1-1 0 0,0 1 1 0 0,0-1-1 0 0,1 1 1 0 0,-1 0-1 0 0,1-1 1 0 0,0 1-1 0 0,-1 0 1 0 0,1 0-1 0 0,0 0 1 0 0,0 0-1 0 0,0 0 1 0 0,0 0 0 0 0,1 1-1 0 0,-1-1 1 0 0,0 0-1 0 0,1 0 1 0 0,0 0-1 0 0,-1 1 1 0 0,1-1-1 0 0,0 0 1 0 0,0 1-1 0 0,0-1 1 0 0,1 0-1 0 0,-1 0 1 0 0,1 1-1 0 0,-1-1 1 0 0,1 0 0 0 0,-1 0-1 0 0,1 0 1 0 0,0 0-1 0 0,0 0 1 0 0,0 0-1 0 0,1 0 1 0 0,-1 0-1 0 0,0 0 1 0 0,1 0-1 0 0,-1 0 1 0 0,3 2-1 0 0,7 6 3 0 0,-1 0-1 0 0,2 0 0 0 0,-1-1 0 0 0,23 13 0 0 0,-26-17-6 0 0,26 16 0 0 0,61 44-78 0 0,-86-58 84 0 0,-1 0-1 0 0,0 1 1 0 0,0 0-1 0 0,0 0 1 0 0,-1 1-1 0 0,0 0 1 0 0,9 17-1 0 0,-14-22 23 0 0,0 1 1 0 0,0-1-1 0 0,-1 0 0 0 0,1 1 0 0 0,-1-1 1 0 0,0 1-1 0 0,-1 0 0 0 0,1-1 1 0 0,-1 1-1 0 0,0 0 0 0 0,0-1 1 0 0,0 1-1 0 0,-1 0 0 0 0,-1 8 0 0 0,-1-6 97 0 0,1-1 0 0 0,-1 1 0 0 0,0 0-1 0 0,0-1 1 0 0,-1 0 0 0 0,1 0 0 0 0,-1 0-1 0 0,-1-1 1 0 0,-5 7 0 0 0,2-4 92 0 0,0 0 1 0 0,-1-1-1 0 0,0 0 1 0 0,0 0-1 0 0,0-1 1 0 0,-1 0 0 0 0,0-1-1 0 0,0 0 1 0 0,0 0-1 0 0,-1-1 1 0 0,0-1-1 0 0,-13 3 1 0 0,14-5-121 0 0,-1 0-1 0 0,1-1 1 0 0,-1 0 0 0 0,1-1 0 0 0,-1 0 0 0 0,1-1 0 0 0,0 0 0 0 0,0-1-1 0 0,0 0 1 0 0,0 0 0 0 0,-18-10 0 0 0,12 5-80 0 0,-1-2 1 0 0,1 0-1 0 0,1-1 0 0 0,0-1 1 0 0,-21-20-1 0 0,35 32-151 0 0,0-1 0 0 0,1 1 0 0 0,-1-1 0 0 0,0 0 0 0 0,0 0 0 0 0,0 0 1 0 0,0 0-1 0 0,1 1 0 0 0,-1-1 0 0 0,0 0 0 0 0,1 0 0 0 0,-1 0 0 0 0,1 0 0 0 0,-1-1 0 0 0,1 1 0 0 0,-1 0 0 0 0,1 0 1 0 0,0 0-1 0 0,0 0 0 0 0,-1 0 0 0 0,1 0 0 0 0,0-1 0 0 0,0 1 0 0 0,0 0 0 0 0,0 0 0 0 0,0 0 0 0 0,1 0 1 0 0,-1-1-1 0 0,1 0 0 0 0,0 0-282 0 0,1 1 0 0 0,-1-1-1 0 0,1 1 1 0 0,-1 0 0 0 0,1 0 0 0 0,0 0 0 0 0,0 0 0 0 0,-1 0 0 0 0,1 0 0 0 0,0 0-1 0 0,0 1 1 0 0,0-1 0 0 0,0 1 0 0 0,0-1 0 0 0,0 1 0 0 0,3 0 0 0 0,16-4-2311 0 0,-3-2-667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0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68 2196 0 0,'0'0'13'0'0,"4"-7"1835"0"0,0 0 0 0 0,0-1 1 0 0,0 1-1 0 0,2-10 0 0 0,-5 15-1098 0 0,3-6 528 0 0,2-4 73 0 0,-3 13-1011 0 0,-1 9-396 0 0,6 125 474 0 0,-6-74-215 0 0,2-1 0 0 0,3 0 0 0 0,22 88 0 0 0,-28-143-183 0 0,1-1 1 0 0,0 1-1 0 0,-1 0 1 0 0,1-1-1 0 0,1 0 1 0 0,-1 0-1 0 0,0 1 1 0 0,1-1-1 0 0,0-1 1 0 0,0 1-1 0 0,0 0 1 0 0,1-1-1 0 0,-1 0 0 0 0,1 1 1 0 0,0-1-1 0 0,0-1 1 0 0,0 1-1 0 0,0 0 1 0 0,0-1-1 0 0,1 0 1 0 0,-1 0-1 0 0,1-1 1 0 0,7 3-1 0 0,-8-4-7 0 0,0 0 0 0 0,-1 0-1 0 0,1-1 1 0 0,0 0 0 0 0,0 1-1 0 0,-1-1 1 0 0,1 0 0 0 0,-1-1-1 0 0,1 1 1 0 0,-1-1 0 0 0,0 1-1 0 0,1-1 1 0 0,-1 0 0 0 0,3-3-1 0 0,0 1 16 0 0,2-1-15 0 0,-1-1 1 0 0,0 0-1 0 0,0 0 1 0 0,-1-1 0 0 0,1 1-1 0 0,-2-1 1 0 0,1-1-1 0 0,-1 1 1 0 0,0-1 0 0 0,0 0-1 0 0,-1 0 1 0 0,5-16-1 0 0,-1 1 1 0 0,-1 0 0 0 0,-1 0 0 0 0,5-41 0 0 0,-4-23-18 0 0,-7 84-28 0 0,0-7-74 0 0,-6 46 96 0 0,1-1-1 0 0,2 1 0 0 0,3 46 1 0 0,-1-26 77 0 0,-52 752 1670 0 0,18-572-1318 0 0,26-190-80 0 0,-2-1 0 0 0,-2 0 0 0 0,-21 46 0 0 0,30-81-205 0 0,0-2-1 0 0,0 1 1 0 0,-1 0-1 0 0,0-1 1 0 0,-1 0-1 0 0,0 0 1 0 0,0-1 0 0 0,-9 9-1 0 0,11-13-91 0 0,1-1-1 0 0,0 1 1 0 0,-1-1 0 0 0,0 0-1 0 0,0 0 1 0 0,1 0 0 0 0,-1-1-1 0 0,0 1 1 0 0,0-1 0 0 0,-1 0-1 0 0,1 0 1 0 0,0-1 0 0 0,0 1-1 0 0,0-1 1 0 0,0 0-1 0 0,-1 0 1 0 0,1 0 0 0 0,0 0-1 0 0,0-1 1 0 0,0 0 0 0 0,-7-2-1 0 0,3 0-7 0 0,0 0-1 0 0,1 0 0 0 0,0-1 1 0 0,-1 0-1 0 0,2-1 0 0 0,-1 1 0 0 0,0-1 1 0 0,1-1-1 0 0,0 1 0 0 0,0-1 0 0 0,0 0 1 0 0,1-1-1 0 0,0 1 0 0 0,0-1 0 0 0,1 0 1 0 0,0 0-1 0 0,-5-12 0 0 0,2 3-13 0 0,0 0 0 0 0,2-1 0 0 0,0 0 0 0 0,0 0 0 0 0,2 0 0 0 0,0 0 0 0 0,0-23-1 0 0,3 16 0 0 0,2-1-1 0 0,0 1 0 0 0,2-1 1 0 0,1 1-1 0 0,1 1 0 0 0,1-1 1 0 0,0 1-1 0 0,2 0 0 0 0,1 0 0 0 0,1 1 1 0 0,17-25-1 0 0,4-3-248 0 0,3 2 0 0 0,2 2-1 0 0,64-62 1 0 0,35-7-4065 0 0,0 1-6705 0 0,-111 90 5845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1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62 1792 0 0,'-6'-35'6539'0'0,"2"19"-3668"0"0,4 14-2161 0 0,0 2-618 0 0,0-1 0 0 0,0 1 0 0 0,0 0-1 0 0,0-1 1 0 0,0 1 0 0 0,0-1 0 0 0,0 1-1 0 0,-1 0 1 0 0,1-1 0 0 0,0 1 0 0 0,0 0-1 0 0,0-1 1 0 0,-1 1 0 0 0,1 0 0 0 0,0-1-1 0 0,0 1 1 0 0,-1 0 0 0 0,1-1 0 0 0,0 1-1 0 0,0 0 1 0 0,-1 0 0 0 0,1-1 0 0 0,0 1-1 0 0,-1 0 1 0 0,0-1 0 0 0,0 4-29 0 0,-1 0 0 0 0,1 0-1 0 0,-1 0 1 0 0,1 0 0 0 0,0 0 0 0 0,0 0 0 0 0,0 0 0 0 0,1 0 0 0 0,-1 0-1 0 0,1 4 1 0 0,-2 40 333 0 0,2-22-182 0 0,-11 341 897 0 0,7-186-274 0 0,4-177-789 0 0,9-64 13 0 0,26-94-1 0 0,-25 121-71 0 0,2 1-1 0 0,1 0 1 0 0,1 1-1 0 0,23-37 1 0 0,-32 62 0 0 0,1-4-14 0 0,1 1 0 0 0,11-13-1 0 0,-16 21 18 0 0,0-1 0 0 0,0 1 0 0 0,1 0 0 0 0,-1 0 0 0 0,1 0 0 0 0,0 0 0 0 0,-1 0 0 0 0,1 1 0 0 0,0-1 0 0 0,0 1 0 0 0,0 0 0 0 0,0 0 0 0 0,0 0 0 0 0,6-1 0 0 0,11 2-8 0 0,-15 1 13 0 0,1 1 0 0 0,-1-1-1 0 0,1 1 1 0 0,-1 0-1 0 0,0 1 1 0 0,0-1 0 0 0,0 1-1 0 0,0 0 1 0 0,-1 0 0 0 0,1 0-1 0 0,-1 1 1 0 0,1 0 0 0 0,-1 0-1 0 0,-1 0 1 0 0,1 0 0 0 0,0 1-1 0 0,4 8 1 0 0,5 7 9 0 0,-2 2 0 0 0,16 39 0 0 0,-22-49 1 0 0,1 6 42 0 0,-1 1 1 0 0,-1-1-1 0 0,3 36 0 0 0,-6-44 18 0 0,-1-8-54 0 0,0 0 1 0 0,-1 0-1 0 0,1 0 0 0 0,0-1 1 0 0,-1 1-1 0 0,1 0 0 0 0,-1 0 1 0 0,1-1-1 0 0,-1 1 1 0 0,0 0-1 0 0,0-1 0 0 0,-1 2 1 0 0,2-2-12 0 0,0-1 0 0 0,0 0 0 0 0,0 0-1 0 0,0 0 1 0 0,-1 1 0 0 0,1-1 0 0 0,0 0 0 0 0,0 0 0 0 0,0 0 0 0 0,-1 0 0 0 0,1 0 0 0 0,0 1 0 0 0,0-1 0 0 0,0 0 0 0 0,-1 0 0 0 0,1 0 0 0 0,0 0 0 0 0,0 0 0 0 0,-1 0 0 0 0,1 0 0 0 0,0 0 0 0 0,0 0 0 0 0,-1 0 0 0 0,1 0 0 0 0,0 0 0 0 0,0 0 0 0 0,-1 0 0 0 0,1 0 0 0 0,0 0 0 0 0,0 0 0 0 0,-1 0 0 0 0,1 0 0 0 0,0 0 0 0 0,0 0 0 0 0,-1 0 0 0 0,1-1 0 0 0,-1 0-2 0 0,0 0 1 0 0,0 0 0 0 0,0 0 0 0 0,0 0-1 0 0,1-1 1 0 0,-1 1 0 0 0,0 0 0 0 0,1-1 0 0 0,-1 1-1 0 0,1-1 1 0 0,-1-2 0 0 0,-3-11 5 0 0,1-1-1 0 0,0 0 1 0 0,2 0-1 0 0,0 0 1 0 0,0 0 0 0 0,1 0-1 0 0,1 0 1 0 0,4-17 0 0 0,1 0-13 0 0,2 1 0 0 0,23-59 1 0 0,-28 82-10 0 0,1 2 0 0 0,0-1 0 0 0,0 0 1 0 0,0 1-1 0 0,1 0 0 0 0,0 0 0 0 0,1 0 0 0 0,0 0 1 0 0,0 1-1 0 0,0 0 0 0 0,0 1 0 0 0,1-1 1 0 0,0 1-1 0 0,9-5 0 0 0,-14 10 13 0 0,0-1 1 0 0,0 1 0 0 0,0-1-1 0 0,0 1 1 0 0,0 0-1 0 0,0 0 1 0 0,0 0-1 0 0,0 0 1 0 0,0 0-1 0 0,0 0 1 0 0,0 1-1 0 0,0-1 1 0 0,0 0-1 0 0,0 1 1 0 0,0 0-1 0 0,0 0 1 0 0,3 1-1 0 0,0 0-2 0 0,-1 1-1 0 0,1 0 1 0 0,-1 0 0 0 0,0 0-1 0 0,5 6 1 0 0,1 1 29 0 0,-2 0 0 0 0,1 1 0 0 0,-2 0 0 0 0,1 1 0 0 0,-2-1 0 0 0,1 1 0 0 0,-2 1 0 0 0,0-1 1 0 0,0 1-1 0 0,-1 0 0 0 0,0 0 0 0 0,2 21 0 0 0,-1 12 127 0 0,-2 1 0 0 0,-4 59-1 0 0,0-40-94 0 0,0-45 25 0 0,1-17-114 0 0,-1 0 0 0 0,1 0 0 0 0,0 0 0 0 0,0 1 0 0 0,0-1 0 0 0,1 0-1 0 0,0 0 1 0 0,1 5 0 0 0,-2-7-324 0 0,5-3 36 0 0,-1 1 0 0 0,1-1 1 0 0,-1 0-1 0 0,0 0 0 0 0,1-1 0 0 0,-1 1 0 0 0,0-1 0 0 0,0 0 1 0 0,0 0-1 0 0,6-4 0 0 0,38-31-2997 0 0,-37 27 2441 0 0,37-31-3629 0 0,-25 18 1255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2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86 118 1280 0 0,'-3'-16'2227'0'0,"-1"0"0"0"0,0 1 0 0 0,0-1 0 0 0,-2 1-1 0 0,-11-24 731 0 0,12 40-2607 0 0,5-1-337 0 0,-1 0 0 0 0,1 0 1 0 0,-1 0-1 0 0,1 0 0 0 0,0 0 1 0 0,-1 0-1 0 0,1 0 0 0 0,0 0 1 0 0,-1 0-1 0 0,1 0 0 0 0,0 0 0 0 0,-1 0 1 0 0,1 1-1 0 0,0-1 0 0 0,-1 0 1 0 0,1 0-1 0 0,0 0 0 0 0,-1 0 0 0 0,1 0 1 0 0,0 1-1 0 0,0-1 0 0 0,-1 0 1 0 0,1 0-1 0 0,0 1 0 0 0,0-1 1 0 0,-1 0-1 0 0,1 0 0 0 0,0 1 0 0 0,0-1 1 0 0,0 0-1 0 0,-1 0 0 0 0,1 1 1 0 0,0-1-1 0 0,0 0 0 0 0,0 1 0 0 0,-11 263 2804 0 0,8-112-2401 0 0,2-103-306 0 0,2-28 4 0 0,-2 1 0 0 0,-5 32-1 0 0,6-40 21 0 0,-1 1-39 0 0,1-15-92 0 0,0 0-1 0 0,0 0 1 0 0,0 0-1 0 0,0-1 1 0 0,0 1 0 0 0,0 0-1 0 0,0 0 1 0 0,0 0 0 0 0,0 0-1 0 0,0 0 1 0 0,0-1-1 0 0,0 1 1 0 0,0 0 0 0 0,0 0-1 0 0,0 0 1 0 0,0 0-1 0 0,0 0 1 0 0,0 0 0 0 0,0-1-1 0 0,-1 1 1 0 0,1 0-1 0 0,0 0 1 0 0,0 0 0 0 0,0 0-1 0 0,0 0 1 0 0,0 0-1 0 0,0 0 1 0 0,0 0 0 0 0,-1 0-1 0 0,1 0 1 0 0,0 0-1 0 0,0-1 1 0 0,0 1 0 0 0,0 0-1 0 0,0 0 1 0 0,-1 0 0 0 0,1 0-1 0 0,0 0 1 0 0,0 0-1 0 0,0 0 1 0 0,0 0 0 0 0,0 0-1 0 0,-1 0 1 0 0,1 0-1 0 0,0 0 1 0 0,0 1 0 0 0,0-1-1 0 0,0 0 1 0 0,0 0-1 0 0,-1 0 1 0 0,1 0 0 0 0,0 0-1 0 0,0 0 1 0 0,0 0-1 0 0,0 0 1 0 0,0 0 0 0 0,0 0-1 0 0,0 0 1 0 0,-1 1-1 0 0,1-1 1 0 0,0 0 0 0 0,0 0-1 0 0,0 0 1 0 0,0 0 0 0 0,0 0-1 0 0,0 0 1 0 0,0 1-1 0 0,0-1 1 0 0,0 0 0 0 0,-1-2-1 0 0,0 0 0 0 0,0 0 0 0 0,1 0 0 0 0,-1 0 1 0 0,1 0-1 0 0,0 0 0 0 0,-1 0 0 0 0,1 0 1 0 0,0 0-1 0 0,0-1 0 0 0,0 1 0 0 0,1-3 1 0 0,0-5 2 0 0,0-24-27 0 0,1-1-1 0 0,2 0 0 0 0,1 1 1 0 0,2 0-1 0 0,1 0 1 0 0,2 1-1 0 0,1 0 0 0 0,2 1 1 0 0,23-42-1 0 0,-32 67 6 0 0,0 1-1 0 0,1 0 1 0 0,-1 0-1 0 0,1 0 1 0 0,1 0-1 0 0,-1 1 1 0 0,1 0 0 0 0,0 0-1 0 0,0 1 1 0 0,0 0-1 0 0,13-7 1 0 0,-16 10 12 0 0,0 0 0 0 0,-1 1 0 0 0,1-1 0 0 0,0 1 0 0 0,0 0 0 0 0,-1 0 0 0 0,1 0 0 0 0,0 0 0 0 0,0 0 0 0 0,0 1 0 0 0,-1-1 0 0 0,1 1-1 0 0,0 0 1 0 0,3 1 0 0 0,1 1 0 0 0,0 0 0 0 0,1 0 0 0 0,9 8 0 0 0,-5-3 7 0 0,-1 1-1 0 0,-1 1 1 0 0,1 0-1 0 0,-2 0 0 0 0,1 1 1 0 0,-2 0-1 0 0,16 25 0 0 0,-11-14 23 0 0,-2 2-1 0 0,0-1 0 0 0,11 37 0 0 0,-20-52 6 0 0,0-1 1 0 0,0 1-1 0 0,-1 0 1 0 0,0-1-1 0 0,0 1 1 0 0,-1 0-1 0 0,0 14 1 0 0,-1-20-3 0 0,1-1-21 0 0,-1-1-5 0 0,1 1 1 0 0,0-1 0 0 0,0 1-1 0 0,-1-1 1 0 0,1 0 0 0 0,0 1-1 0 0,0-1 1 0 0,-1 0 0 0 0,1 1-1 0 0,-1-1 1 0 0,1 0 0 0 0,0 1-1 0 0,-1-1 1 0 0,1 0 0 0 0,0 0-1 0 0,-1 0 1 0 0,1 1 0 0 0,-1-1-1 0 0,1 0 1 0 0,-1 0 0 0 0,1 0-1 0 0,-1 0 1 0 0,1 0 0 0 0,-1 0-1 0 0,1 0 1 0 0,0 0 0 0 0,-1 0-1 0 0,1 0 1 0 0,-1 0 0 0 0,1 0-1 0 0,-1 0 1 0 0,1 0 0 0 0,-1 0-1 0 0,1-1 1 0 0,-1 1 0 0 0,1 0-1 0 0,0 0 1 0 0,-1 0 0 0 0,1-1-1 0 0,-1 1 1 0 0,1 0 0 0 0,0 0-1 0 0,-1-1 1 0 0,1 1 0 0 0,0 0-1 0 0,-1-1 1 0 0,1 1 0 0 0,0-1-1 0 0,0 1 1 0 0,-1 0 0 0 0,1-2-1 0 0,-3-4-1 0 0,-1 0 0 0 0,2-1 0 0 0,-1 0 0 0 0,1 0 0 0 0,0 1 0 0 0,1-1 0 0 0,-1-1 0 0 0,1 1 1 0 0,1 0-1 0 0,-1 0 0 0 0,1 0 0 0 0,1 0 0 0 0,-1 0 0 0 0,1-1 0 0 0,0 1 0 0 0,1 0 0 0 0,0 0 0 0 0,3-8 0 0 0,2-6-10 0 0,2 0 1 0 0,0 1-1 0 0,1 0 1 0 0,22-32 0 0 0,-25 42-8 0 0,0 0 1 0 0,1 1-1 0 0,0 0 1 0 0,0 1 0 0 0,0 0-1 0 0,1 0 1 0 0,1 1-1 0 0,-1 0 1 0 0,1 0 0 0 0,1 1-1 0 0,10-5 1 0 0,-18 11 10 0 0,0-1 1 0 0,1 1-1 0 0,-1-1 0 0 0,1 1 1 0 0,-1 0-1 0 0,0 1 0 0 0,1-1 1 0 0,-1 0-1 0 0,0 1 0 0 0,1 0 1 0 0,-1 0-1 0 0,0 0 1 0 0,0 0-1 0 0,0 0 0 0 0,1 1 1 0 0,-1-1-1 0 0,-1 1 0 0 0,1 0 1 0 0,5 4-1 0 0,-2 0 8 0 0,0-1 0 0 0,0 1 1 0 0,-1 1-1 0 0,0-1 0 0 0,0 1 0 0 0,-1 0 0 0 0,1 0 0 0 0,3 10 0 0 0,1 4 79 0 0,10 39 1 0 0,-16-47-19 0 0,0 0 1 0 0,-2 0-1 0 0,1-1 1 0 0,-2 1-1 0 0,0 20 1 0 0,-13 65 316 0 0,4-36-214 0 0,3-32-163 0 0,5-28-143 0 0,1 1-307 0 0,0-2 348 0 0,-1-1 0 0 0,1 1 1 0 0,0-1-1 0 0,0 1 0 0 0,0 0 0 0 0,0-1 1 0 0,0 1-1 0 0,-1-1 0 0 0,1 1 0 0 0,0-1 0 0 0,0 1 1 0 0,1-1-1 0 0,-1 1 0 0 0,0 0 0 0 0,0-1 1 0 0,0 1-1 0 0,0-1 0 0 0,0 1 0 0 0,0-1 1 0 0,1 1-1 0 0,-1 0 0 0 0,3 0-175 0 0,0-1-1 0 0,-1 1 1 0 0,1-1-1 0 0,-1 0 1 0 0,1 0-1 0 0,0 0 1 0 0,-1 0-1 0 0,1 0 1 0 0,0-1 0 0 0,-1 1-1 0 0,1-1 1 0 0,-1 0-1 0 0,1 1 1 0 0,-1-1-1 0 0,1 0 1 0 0,2-2 0 0 0,48-25-3063 0 0,-37 19 1659 0 0,11-6-1067 0 0,0-1-679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3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193 957 2012 0 0,'1'-3'1725'0'0,"19"-40"7176"0"0,-15 34-7143 0 0,3 16-1159 0 0,-4-2-294 0 0,0 0 0 0 0,1-1 0 0 0,0 0 0 0 0,0 0 0 0 0,0-1 0 0 0,6 4 0 0 0,-9-6-49 0 0,2-1-155 0 0,-1 0-77 0 0,1-1 1 0 0,-1 1-1 0 0,0-1 0 0 0,0 1 1 0 0,0-1-1 0 0,1 0 1 0 0,-1-1-1 0 0,0 1 0 0 0,0 0 1 0 0,-1-1-1 0 0,1 0 0 0 0,0 1 1 0 0,0-1-1 0 0,-1 0 1 0 0,1-1-1 0 0,-1 1 0 0 0,3-3 1 0 0,0-4 6 0 0,0 1 0 0 0,-1-1 0 0 0,0 0 0 0 0,0 0 0 0 0,-1 0 0 0 0,4-19 0 0 0,-6 23-30 0 0,0 0 1 0 0,0 0-1 0 0,-1-1 1 0 0,0 1-1 0 0,0 0 0 0 0,0-1 1 0 0,-1 1-1 0 0,1 0 1 0 0,-1 0-1 0 0,0 0 1 0 0,-1-1-1 0 0,1 1 0 0 0,-1 0 1 0 0,-3-5-1 0 0,4 8-8 0 0,-1-1 0 0 0,1 1 0 0 0,-1 0 0 0 0,0 0 0 0 0,1 0 0 0 0,-1 0 0 0 0,0 0 0 0 0,0 0 0 0 0,-1 0 0 0 0,1 1 0 0 0,0-1 0 0 0,0 1 0 0 0,-1 0 0 0 0,1 0 0 0 0,-1-1 0 0 0,1 2 0 0 0,-1-1 0 0 0,-3-1 0 0 0,2 2-1 0 0,-1-1-1 0 0,1 1 1 0 0,0 0-1 0 0,0 1 1 0 0,-1-1-1 0 0,1 1 1 0 0,0 0-1 0 0,0 0 1 0 0,0 0-1 0 0,-7 3 1 0 0,-1 1-4 0 0,1 1 0 0 0,1 0 0 0 0,-1 1 0 0 0,1 0 1 0 0,0 1-1 0 0,0 0 0 0 0,-8 10 0 0 0,0 2 17 0 0,2 1 0 0 0,0 0-1 0 0,1 2 1 0 0,1 0 0 0 0,1 0 0 0 0,1 1-1 0 0,1 1 1 0 0,1 0 0 0 0,1 0 0 0 0,2 1-1 0 0,0 0 1 0 0,-4 35 0 0 0,10-50 22 0 0,1-1 0 0 0,-1 1 0 0 0,2-1 0 0 0,-1 1-1 0 0,1-1 1 0 0,1 0 0 0 0,3 14 0 0 0,-3-20-16 0 0,-1 0 0 0 0,1 0 0 0 0,0 0 0 0 0,0 0 0 0 0,1 0 0 0 0,-1 0 0 0 0,1 0 1 0 0,0-1-1 0 0,0 1 0 0 0,0-1 0 0 0,0 0 0 0 0,1 0 0 0 0,-1 0 0 0 0,1-1 0 0 0,-1 1 0 0 0,1-1 0 0 0,0 0 0 0 0,0 0 0 0 0,6 2 0 0 0,4 1-36 0 0,0-2-1 0 0,1 0 1 0 0,-1 0-1 0 0,1-1 1 0 0,-1-1-1 0 0,1-1 1 0 0,-1 0-1 0 0,1 0 1 0 0,0-2-1 0 0,-1 0 1 0 0,0 0-1 0 0,1-2 1 0 0,25-8-1 0 0,-12 1-561 0 0,0-1 0 0 0,0-2-1 0 0,-1 0 1 0 0,-1-2-1 0 0,39-31 1 0 0,-40 27 156 0 0,-2-2 0 0 0,0-1 0 0 0,-2 0 0 0 0,0-2-1 0 0,-2 0 1 0 0,0-2 0 0 0,-2 0 0 0 0,-1-1 0 0 0,-2 0 0 0 0,0-1 0 0 0,-2-1 0 0 0,-1 0 0 0 0,-2 0-1 0 0,-1-1 1 0 0,-1-1 0 0 0,-1 1 0 0 0,1-40 0 0 0,-4 7 1031 0 0,-3 0 0 0 0,-12-92 1 0 0,4 98 1472 0 0,-3 0 0 0 0,-34-102 0 0 0,18 76 535 0 0,26 81-2482 0 0,0 4-113 0 0,0-1 1 0 0,1 0-1 0 0,-1 1 0 0 0,0-1 0 0 0,0 0 0 0 0,0 1 0 0 0,0 0 0 0 0,1-1 0 0 0,-1 1 1 0 0,0-1-1 0 0,0 1 0 0 0,1 0 0 0 0,-1-1 0 0 0,0 1 0 0 0,1 0 0 0 0,-1 0 0 0 0,1 0 1 0 0,-1 0-1 0 0,1-1 0 0 0,0 1 0 0 0,-1 0 0 0 0,1 0 0 0 0,-1 2 0 0 0,-7 25 176 0 0,8-24-131 0 0,-10 56 902 0 0,3 0 1 0 0,0 106-1 0 0,5-59-66 0 0,-14 456 1913 0 0,15-536-2839 0 0,2 179-1447 0 0,-1-204 1304 0 0,0 0 1 0 0,0 0-1 0 0,0 0 1 0 0,0 0-1 0 0,1 0 0 0 0,-1 0 1 0 0,1 0-1 0 0,0 0 1 0 0,-1 0-1 0 0,1-1 1 0 0,0 1-1 0 0,0 0 0 0 0,0 0 1 0 0,1-1-1 0 0,-1 1 1 0 0,2 2-1 0 0,-1-3-33 0 0,-1 0-1 0 0,0 0 1 0 0,1-1-1 0 0,-1 1 1 0 0,1 0 0 0 0,-1-1-1 0 0,1 1 1 0 0,0-1-1 0 0,-1 1 1 0 0,1-1-1 0 0,-1 0 1 0 0,1 1-1 0 0,0-1 1 0 0,-1 0-1 0 0,1 0 1 0 0,2-1 0 0 0,3 0-749 0 0,1-1 0 0 0,-1 0 1 0 0,0 0-1 0 0,-1-1 1 0 0,1 0-1 0 0,0 0 1 0 0,-1-1-1 0 0,7-4 1 0 0,15-12-4607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3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81 2028 0 0,'-1'-12'2471'0'0,"0"1"0"0"0,0 0-1 0 0,2-14 1 0 0,-1 4 841 0 0,2 21-3197 0 0,0 0 0 0 0,0 1 1 0 0,-1-1-1 0 0,1 1 0 0 0,0 0 1 0 0,-1-1-1 0 0,1 1 0 0 0,0 0 0 0 0,-1 0 1 0 0,1 0-1 0 0,-1 0 0 0 0,1 0 1 0 0,-1 1-1 0 0,2 0 0 0 0,19 23 919 0 0,-15-17-654 0 0,31 40 1036 0 0,-2 2-1 0 0,55 101 1 0 0,-81-132-1279 0 0,0 0-1 0 0,-1 1 1 0 0,-1-1 0 0 0,-1 2-1 0 0,-1-1 1 0 0,-1 1-1 0 0,-1 0 1 0 0,0 0-1 0 0,0 24 1 0 0,-4-41-106 0 0,0 0 1 0 0,0 0-1 0 0,0 0 1 0 0,0 0-1 0 0,-1 0 0 0 0,0 0 1 0 0,1 0-1 0 0,-2 0 1 0 0,1 0-1 0 0,0 0 1 0 0,-1 0-1 0 0,0-1 1 0 0,0 1-1 0 0,0-1 0 0 0,0 1 1 0 0,0-1-1 0 0,-1 0 1 0 0,1 0-1 0 0,-1 0 1 0 0,0 0-1 0 0,0 0 0 0 0,0 0 1 0 0,-1-1-1 0 0,1 1 1 0 0,0-1-1 0 0,-7 3 1 0 0,8-5-21 0 0,0 0 1 0 0,-1 1 0 0 0,1-1-1 0 0,0 0 1 0 0,-1 0 0 0 0,1-1 0 0 0,0 1-1 0 0,0 0 1 0 0,-1-1 0 0 0,1 1-1 0 0,0-1 1 0 0,0 0 0 0 0,0 0 0 0 0,-3-1-1 0 0,-27-19 22 0 0,29 19-32 0 0,1 0 1 0 0,-1-1 0 0 0,1 1 0 0 0,0-1 0 0 0,0 1 0 0 0,0-1-1 0 0,0 0 1 0 0,0 1 0 0 0,1-1 0 0 0,-1 0 0 0 0,1 0 0 0 0,0-1-1 0 0,-1 1 1 0 0,2 0 0 0 0,-1 0 0 0 0,0 0 0 0 0,1-1 0 0 0,-1 1-1 0 0,1 0 1 0 0,0-1 0 0 0,0 1 0 0 0,0 0 0 0 0,1-1 0 0 0,-1 1-1 0 0,1 0 1 0 0,0-1 0 0 0,0 1 0 0 0,0 0 0 0 0,2-4 0 0 0,0 0-66 0 0,1 0 1 0 0,0 0 0 0 0,1 1 0 0 0,-1 0-1 0 0,1 0 1 0 0,1 0 0 0 0,-1 1 0 0 0,1-1-1 0 0,0 1 1 0 0,0 1 0 0 0,13-8 0 0 0,20-9-1079 0 0,2 3 0 0 0,46-15 0 0 0,-48 19-188 0 0,-1-1 1 0 0,63-34-1 0 0,-94 44 1256 0 0,0 0-1 0 0,0 0 1 0 0,-1 0 0 0 0,0-1-1 0 0,0 0 1 0 0,0 0 0 0 0,-1 0-1 0 0,0-1 1 0 0,0 0 0 0 0,-1 0-1 0 0,1 0 1 0 0,-1-1 0 0 0,-1 1-1 0 0,5-14 1 0 0,7-34 3991 0 0,-15 53-3143 0 0,0-8 306 0 0,-7 74-415 0 0,4-42-185 0 0,-2 30 0 0 0,-2 91 464 0 0,0 3-536 0 0,7-73-3872 0 0,0-72 3255 0 0,0 0 0 0 0,0 0 1 0 0,0 0-1 0 0,0 0 0 0 0,0 0 0 0 0,1 0 1 0 0,-1 0-1 0 0,0 0 0 0 0,1 0 0 0 0,-1 0 1 0 0,0-1-1 0 0,1 1 0 0 0,-1 0 0 0 0,1 0 1 0 0,0 0-1 0 0,-1 0 0 0 0,1-1 0 0 0,0 1 1 0 0,-1 0-1 0 0,1-1 0 0 0,0 1 0 0 0,0-1 1 0 0,-1 1-1 0 0,1 0 0 0 0,0-1 0 0 0,0 0 1 0 0,0 1-1 0 0,1 0 0 0 0,0-1-404 0 0,0 0 0 0 0,0 1 0 0 0,0-1 0 0 0,-1 0 0 0 0,1 0-1 0 0,0 0 1 0 0,0 0 0 0 0,0 0 0 0 0,-1 0 0 0 0,1-1 0 0 0,2 0 0 0 0,21-6-4658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4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222 133 2084 0 0,'38'-97'18630'0'0,"-37"93"-17373"0"0,0 3-880 0 0,0-1 0 0 0,-1 0 0 0 0,1 0 0 0 0,-1 1 0 0 0,1-1 0 0 0,-1 0 0 0 0,0 0 0 0 0,0 0 1 0 0,1 0-1 0 0,-1 0 0 0 0,-1-3 0 0 0,1 5-348 0 0,-1-1 0 0 0,1 1 0 0 0,-1-1 1 0 0,1 1-1 0 0,-1-1 0 0 0,1 1 0 0 0,-1-1 0 0 0,0 1 1 0 0,1 0-1 0 0,-1-1 0 0 0,0 1 0 0 0,1 0 0 0 0,-1-1 1 0 0,0 1-1 0 0,1 0 0 0 0,-1 0 0 0 0,0 0 0 0 0,1 0 0 0 0,-1 0 1 0 0,0 0-1 0 0,0 0 0 0 0,1 0 0 0 0,-1 0 0 0 0,0 0 1 0 0,0 0-1 0 0,-21 11 333 0 0,15-6-297 0 0,0 1 0 0 0,0 0 1 0 0,-9 12-1 0 0,-10 16-20 0 0,3 1 1 0 0,1 1 0 0 0,1 1-1 0 0,2 0 1 0 0,2 2-1 0 0,1 0 1 0 0,2 1-1 0 0,-9 47 1 0 0,21-79-27 0 0,0 1-1 0 0,1 0 1 0 0,0 1 0 0 0,0-1-1 0 0,1 0 1 0 0,0 0 0 0 0,1 0-1 0 0,0 0 1 0 0,3 13 0 0 0,-3-19-18 0 0,0 1 1 0 0,1-1 0 0 0,-1 0-1 0 0,1 1 1 0 0,-1-1 0 0 0,1 0-1 0 0,0 0 1 0 0,0 0-1 0 0,0-1 1 0 0,1 1 0 0 0,-1 0-1 0 0,1-1 1 0 0,-1 0 0 0 0,1 1-1 0 0,0-1 1 0 0,0 0-1 0 0,0-1 1 0 0,0 1 0 0 0,0 0-1 0 0,1-1 1 0 0,-1 0-1 0 0,0 1 1 0 0,1-1 0 0 0,-1-1-1 0 0,1 1 1 0 0,6 0 0 0 0,3 0-424 0 0,0 0 0 0 0,0-2 0 0 0,0 1 0 0 0,0-2 0 0 0,-1 0 0 0 0,1 0 0 0 0,0-1 0 0 0,-1-1 0 0 0,1 0 0 0 0,-1-1 0 0 0,0 0 0 0 0,0-1 0 0 0,11-7 0 0 0,-10 5-1503 0 0,-1-1 1 0 0,0 0 0 0 0,-1-1-1 0 0,1 0 1 0 0,-2-1 0 0 0,16-19-1 0 0,-7 5-4811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4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80 896 0 0,'-40'-18'9552'0'0,"-2"-2"-1532"0"0,40 18-7394 0 0,-28-16 837 0 0,25 14-3340 0 0,-10-3-2578 0 0,1 2-1563 0 0,-2 0 215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4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495 46 1232 0 0,'-164'16'6789'0'0,"-87"12"1571"0"0,174-20-6357 0 0,74-7-1831 0 0,23-2 106 0 0,351-28 181 0 0,-98 6-378 0 0,239-6-3091 0 0,-274 16-4841 0 0,-162 9 1742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5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33 1392 0 0,'6'-12'5517'0'0,"-6"11"-5528"0"0,17-18 6257 0 0,-20 30-6134 0 0,-26 50-235 0 0,-53 80-1 0 0,25-45-5785 0 0,40-66 1213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7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332 219 432 0 0,'-2'-1'1991'0'0,"-9"-1"-212"0"0,-12-4 4468 0 0,23 6-6212 0 0,0 0 0 0 0,0 0 0 0 0,0 0 0 0 0,0 0 0 0 0,-1 0 0 0 0,1 0 1 0 0,0 0-1 0 0,0 0 0 0 0,0 0 0 0 0,-1 0 0 0 0,1 0 0 0 0,0 0 0 0 0,0 0 0 0 0,0 0 0 0 0,-1 0 1 0 0,1 0-1 0 0,0 0 0 0 0,0 0 0 0 0,0 0 0 0 0,-1-1 0 0 0,1 1 0 0 0,0 0 0 0 0,0 0 0 0 0,0 0 1 0 0,0 0-1 0 0,0 0 0 0 0,-1 0 0 0 0,1-1 0 0 0,0 1 0 0 0,0 0 0 0 0,0 0 0 0 0,0 0 0 0 0,0 0 1 0 0,0-1-1 0 0,0 1 0 0 0,0 0 0 0 0,0 0 0 0 0,0 0 0 0 0,-1-1 0 0 0,1 1 0 0 0,0 0 0 0 0,0 0 1 0 0,0 0-1 0 0,0-1 0 0 0,0 1 0 0 0,0 0 0 0 0,0 0 0 0 0,1 0 0 0 0,-1-1 0 0 0,0 1 0 0 0,0 0 1 0 0,0 0-1 0 0,0 0 0 0 0,0 0 0 0 0,0-1 0 0 0,0 1 0 0 0,0 0 0 0 0,0 0 0 0 0,0 0 0 0 0,1 0 1 0 0,-1-1-1 0 0,0 1 0 0 0,0 0 0 0 0,0 0 0 0 0,0 0 0 0 0,1 0 0 0 0,1-1 19 0 0,1 0-6 0 0,7-3-2 0 0,1-1 1 0 0,-1 0-1 0 0,0 0 1 0 0,0-1-1 0 0,-1 0 1 0 0,0 0-1 0 0,0-1 1 0 0,0 0-1 0 0,-1-1 1 0 0,0 0-1 0 0,0 0 1 0 0,-1-1-1 0 0,9-14 1 0 0,-14 20-26 0 0,0-1 0 0 0,0 0 1 0 0,-1 0-1 0 0,1 0 0 0 0,-1 0 0 0 0,0 0 1 0 0,0 0-1 0 0,-1-1 0 0 0,1 1 0 0 0,-1 0 1 0 0,0 0-1 0 0,0 0 0 0 0,-1-6 0 0 0,0 8-18 0 0,0 0-1 0 0,-1 0 1 0 0,1 0-1 0 0,-1 0 1 0 0,1 0 0 0 0,-1 0-1 0 0,0 1 1 0 0,0-1-1 0 0,1 0 1 0 0,-1 1-1 0 0,0 0 1 0 0,0-1-1 0 0,-1 1 1 0 0,1 0-1 0 0,0 0 1 0 0,0 0 0 0 0,0 0-1 0 0,-1 1 1 0 0,1-1-1 0 0,-1 1 1 0 0,-4-1-1 0 0,-6 1-4 0 0,-1 0-1 0 0,1 1 0 0 0,-1 1 0 0 0,1 0 1 0 0,-1 1-1 0 0,1 1 0 0 0,0 0 1 0 0,0 0-1 0 0,0 2 0 0 0,1-1 0 0 0,0 2 1 0 0,0-1-1 0 0,-15 12 0 0 0,8-4-25 0 0,0 1 1 0 0,1 1-1 0 0,1 0 0 0 0,0 1 0 0 0,1 1 0 0 0,1 0 0 0 0,-13 22 1 0 0,21-28 21 0 0,0-1 0 0 0,1 2 0 0 0,0-1 1 0 0,1 1-1 0 0,0 0 0 0 0,1 0 0 0 0,1 0 1 0 0,0 0-1 0 0,-2 20 0 0 0,5-27 14 0 0,0 1 0 0 0,0-1 0 0 0,0 0 0 0 0,1 0 0 0 0,0 0 0 0 0,0 0-1 0 0,0 0 1 0 0,1-1 0 0 0,0 1 0 0 0,0 0 0 0 0,0-1 0 0 0,1 1 0 0 0,0-1 0 0 0,0 0 0 0 0,0 0-1 0 0,1 0 1 0 0,0 0 0 0 0,0 0 0 0 0,0-1 0 0 0,0 0 0 0 0,1 0 0 0 0,0 0 0 0 0,6 4 0 0 0,1-2-116 0 0,0 0 0 0 0,0 0 1 0 0,0-2-1 0 0,1 1 0 0 0,-1-2 0 0 0,1 0 1 0 0,0 0-1 0 0,1-1 0 0 0,-1 0 1 0 0,19-1-1 0 0,7-2-1716 0 0,0-2 0 0 0,48-8 0 0 0,-55 6-363 0 0,-1-3-344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8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40 1316 0 0,'0'0'2139'0'0,"-3"-14"2136"0"0,2 4-2190 0 0,-2-6 1806 0 0,-1 16-3033 0 0,-2 8-1231 0 0,-10 25 977 0 0,1 0-1 0 0,-16 52 1 0 0,16-42-210 0 0,-10 30 366 0 0,-26 128 0 0 0,49-190-712 0 0,0 0 0 0 0,1 1 1 0 0,0-1-1 0 0,1 0 0 0 0,0 1 0 0 0,1-1 0 0 0,4 21 0 0 0,-4-29-36 0 0,0 1 1 0 0,0-1-1 0 0,0 0 1 0 0,0 1-1 0 0,1-1 0 0 0,0 0 1 0 0,-1 0-1 0 0,1 0 1 0 0,1 0-1 0 0,-1 0 1 0 0,0-1-1 0 0,1 1 0 0 0,-1-1 1 0 0,1 1-1 0 0,-1-1 1 0 0,1 0-1 0 0,0 0 1 0 0,0 0-1 0 0,0 0 1 0 0,1-1-1 0 0,-1 1 0 0 0,0-1 1 0 0,1 0-1 0 0,-1 0 1 0 0,0 0-1 0 0,1 0 1 0 0,6 0-1 0 0,5 0-101 0 0,0-1 1 0 0,0-1-1 0 0,0 0 1 0 0,0-1-1 0 0,0-1 1 0 0,-1 0-1 0 0,1-1 0 0 0,-1 0 1 0 0,0-1-1 0 0,17-9 1 0 0,-13 5-960 0 0,-1-1 1 0 0,28-20-1 0 0,-31 19-607 0 0,-1 0 0 0 0,0-1 0 0 0,12-16 0 0 0,-1-1-3853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28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34 616 0 0,'-92'-31'9569'0'0,"89"30"-9134"0"0,1 1-258 0 0,-9-2-96 0 0,8 2-87 0 0,3 3-899 0 0,0-1 519 0 0,1 5 144 0 0,14 10-6693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30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633 164 1040 0 0,'-3'-12'2930'0'0,"-11"-26"1708"0"0,14 36-4113 0 0,-4-18 1241 0 0,3 16-1509 0 0,0 0-1 0 0,1 0 1 0 0,-2-1-1 0 0,1 1 1 0 0,0 0 0 0 0,-1 0-1 0 0,1 0 1 0 0,-1 1-1 0 0,0-1 1 0 0,-6-7-1 0 0,7 9-220 0 0,-1 0-1 0 0,0 0 0 0 0,-1 1 0 0 0,1-1 0 0 0,0 0 0 0 0,0 1 0 0 0,-1-1 0 0 0,1 1 0 0 0,-1 0 0 0 0,1 0 0 0 0,-1 0 0 0 0,1 0 0 0 0,-1 0 0 0 0,0 1 0 0 0,0-1 0 0 0,1 1 0 0 0,-1-1 0 0 0,0 1 0 0 0,0 0 0 0 0,-5 1 0 0 0,-4 1-28 0 0,0 0 1 0 0,-1 0-1 0 0,1 2 1 0 0,1-1-1 0 0,-1 2 1 0 0,0-1-1 0 0,1 2 1 0 0,0-1 0 0 0,0 2-1 0 0,1-1 1 0 0,-1 1-1 0 0,-8 9 1 0 0,-1 0-14 0 0,1 2 0 0 0,1-1 1 0 0,1 2-1 0 0,0 1 0 0 0,1 0 1 0 0,2 0-1 0 0,0 2 1 0 0,1 0-1 0 0,1 0 0 0 0,1 1 1 0 0,1 1-1 0 0,-8 28 0 0 0,17-48 12 0 0,0 0 0 0 0,0 1 0 0 0,0-1 0 0 0,1 0 0 0 0,0 0 0 0 0,0 1-1 0 0,0-1 1 0 0,0 0 0 0 0,0 1 0 0 0,1-1 0 0 0,0 0 0 0 0,0 0 0 0 0,0 0 0 0 0,0 0-1 0 0,1 0 1 0 0,0 0 0 0 0,0 0 0 0 0,0 0 0 0 0,0 0 0 0 0,0-1 0 0 0,1 1-1 0 0,-1-1 1 0 0,1 0 0 0 0,4 4 0 0 0,-3-3 3 0 0,1-1 1 0 0,-1-1-1 0 0,1 1 0 0 0,-1-1 1 0 0,1 1-1 0 0,0-1 0 0 0,0-1 1 0 0,0 1-1 0 0,0-1 0 0 0,0 0 1 0 0,1 0-1 0 0,-1 0 0 0 0,0 0 1 0 0,0-1-1 0 0,1 0 0 0 0,-1-1 1 0 0,0 1-1 0 0,0-1 0 0 0,7-1 1 0 0,1-2 3 0 0,1 0 0 0 0,-1 0 0 0 0,0-2 0 0 0,-1 0 0 0 0,1 0 0 0 0,-1-1 0 0 0,0 0 0 0 0,-1-1 0 0 0,0-1 0 0 0,0 1 0 0 0,-1-2 0 0 0,0 0 0 0 0,0 0 0 0 0,10-15 0 0 0,-8 8 248 0 0,-1-1 0 0 0,0 0 0 0 0,-1-1 0 0 0,-2 0-1 0 0,1 0 1 0 0,-2-1 0 0 0,-1 0 0 0 0,8-39 0 0 0,-13 52 29 0 0,7-39 681 0 0,-7 39-793 0 0,-3 30-121 0 0,-45 640 674 0 0,0-3 397 0 0,12-468-638 0 0,26-157 86 0 0,-1-1 0 0 0,-3 0 0 0 0,-21 44 0 0 0,30-71-403 0 0,1-1-1 0 0,-1 0 0 0 0,-1 0 0 0 0,1 0 1 0 0,-1-1-1 0 0,0 1 0 0 0,0-1 0 0 0,0 0 0 0 0,-1 0 1 0 0,1-1-1 0 0,-1 0 0 0 0,-9 5 0 0 0,11-7-111 0 0,0 0-1 0 0,0-1 0 0 0,-1 1 1 0 0,1-1-1 0 0,-1 0 1 0 0,1 0-1 0 0,-1-1 1 0 0,1 1-1 0 0,-1-1 0 0 0,1 0 1 0 0,-1 0-1 0 0,1-1 1 0 0,-1 1-1 0 0,1-1 1 0 0,-1 0-1 0 0,1 0 0 0 0,-1 0 1 0 0,1-1-1 0 0,0 0 1 0 0,-6-2-1 0 0,-5-5-27 0 0,1-1-1 0 0,0 0 1 0 0,0-1 0 0 0,1 0 0 0 0,0-1-1 0 0,1-1 1 0 0,1 0 0 0 0,0 0-1 0 0,1-1 1 0 0,0 0 0 0 0,1-1-1 0 0,-7-16 1 0 0,4 7-46 0 0,2 0 1 0 0,0-1-1 0 0,2 0 1 0 0,1-1-1 0 0,1 0 0 0 0,1 0 1 0 0,-2-31-1 0 0,7 37 15 0 0,0 0-1 0 0,1 0 1 0 0,1 0-1 0 0,0 0 0 0 0,2 0 1 0 0,0 1-1 0 0,2-1 1 0 0,9-22-1 0 0,-3 15 22 0 0,1 0 0 0 0,1 1 0 0 0,1 1-1 0 0,37-45 1 0 0,-3 15-238 0 0,3 4 0 0 0,2 1 0 0 0,98-70 0 0 0,79-27-1434 0 0,-160 107 643 0 0,-2-3 1 0 0,109-91 0 0 0,-162 118 809 0 0,0 0 0 0 0,-1-1 0 0 0,-1 0 0 0 0,-1-1 0 0 0,-1-1 0 0 0,0 0 0 0 0,-1 0 0 0 0,13-35 0 0 0,-18 40 151 0 0,-2 0 0 0 0,0 0 0 0 0,0 0 0 0 0,-2 0-1 0 0,1-1 1 0 0,-2 1 0 0 0,0-1 0 0 0,-1 1 0 0 0,0-1 0 0 0,-1 0 0 0 0,-1 1 0 0 0,0-1 0 0 0,-1 1 0 0 0,-6-18-1 0 0,7 27 31 0 0,0 1-1 0 0,0-1 0 0 0,0 0 0 0 0,0 1 0 0 0,-1 0 0 0 0,0 0 0 0 0,0 0 0 0 0,0 0 0 0 0,0 0 0 0 0,-7-6 0 0 0,8 9-13 0 0,0 1 22 0 0,0 0 1 0 0,0 0 0 0 0,0 0 0 0 0,0 0-1 0 0,-1 0 1 0 0,1 1 0 0 0,0-1-1 0 0,0 1 1 0 0,0-1 0 0 0,1 1 0 0 0,-1 0-1 0 0,0 0 1 0 0,0 0 0 0 0,0 0-1 0 0,0 0 1 0 0,1 0 0 0 0,-3 2 0 0 0,-26 27-24 0 0,13-7 32 0 0,0 1 1 0 0,2 0-1 0 0,1 2 0 0 0,2-1 0 0 0,0 2 1 0 0,1-1-1 0 0,2 2 0 0 0,1-1 0 0 0,1 1 1 0 0,1 0-1 0 0,2 1 0 0 0,-2 37 0 0 0,6-55 7 0 0,0-1 0 0 0,1 1-1 0 0,1-1 1 0 0,0 0 0 0 0,0 1-1 0 0,1-1 1 0 0,0 0-1 0 0,1 0 1 0 0,9 16 0 0 0,-10-20-20 0 0,0-1 0 0 0,1 0 1 0 0,0 0-1 0 0,0 0 0 0 0,0 0 1 0 0,0-1-1 0 0,1 1 1 0 0,0-1-1 0 0,0-1 0 0 0,0 1 1 0 0,0-1-1 0 0,1 1 0 0 0,-1-1 1 0 0,1-1-1 0 0,0 1 0 0 0,0-1 1 0 0,9 2-1 0 0,0-1-466 0 0,0-1-1 0 0,-1-1 1 0 0,1 0 0 0 0,0-1-1 0 0,0-1 1 0 0,0 0 0 0 0,-1-1-1 0 0,1 0 1 0 0,-1-1 0 0 0,19-7-1 0 0,-17 4-469 0 0,-1 0-1 0 0,1-1 1 0 0,-2-1-1 0 0,1 0 1 0 0,-1-1-1 0 0,0-1 1 0 0,-1 0-1 0 0,23-23 0 0 0,-12 8-1946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30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37 211 1776 0 0,'4'-16'1060'0'0,"0"0"0"0"0,-1 0 0 0 0,-1-1 0 0 0,-1 1-1 0 0,0 0 1 0 0,-1-1 0 0 0,-4-29 0 0 0,1-4 1967 0 0,-7 71-1783 0 0,3 41 841 0 0,1 105 0 0 0,-3 74-1045 0 0,4-176 260 0 0,2-73-1185 0 0,2 8-111 0 0,1-1-1 0 0,0 1 1 0 0,-1-1-1 0 0,1 1 1 0 0,0-1-1 0 0,-1 1 1 0 0,1-1-1 0 0,0 1 1 0 0,0-1-1 0 0,-1 0 1 0 0,1 1-1 0 0,0-1 1 0 0,0 0-1 0 0,0 1 1 0 0,0-1-1 0 0,0 0 1 0 0,0 1-1 0 0,0-1 1 0 0,0 1-1 0 0,0-2 1 0 0,1-20 11 0 0,1-1 0 0 0,1 1 0 0 0,1 0 0 0 0,1 0 0 0 0,1 0 0 0 0,1 0 0 0 0,17-37 0 0 0,-9 31-25 0 0,0-1 0 0 0,2 2-1 0 0,1 0 1 0 0,1 2 0 0 0,23-26-1 0 0,-34 43-13 0 0,1 0 0 0 0,-1 1-1 0 0,2 0 1 0 0,-1 0-1 0 0,1 1 1 0 0,12-6 0 0 0,-20 11 17 0 0,1 0 1 0 0,-1 0 0 0 0,1 1 0 0 0,-1-1 0 0 0,1 1 0 0 0,-1 0 0 0 0,1 0 0 0 0,-1-1-1 0 0,1 2 1 0 0,-1-1 0 0 0,1 0 0 0 0,-1 0 0 0 0,1 1 0 0 0,-1 0 0 0 0,0-1 0 0 0,1 1-1 0 0,3 2 1 0 0,0 0-2 0 0,-1 0 0 0 0,1 0 0 0 0,-1 0 0 0 0,0 1 0 0 0,0-1 0 0 0,5 7 0 0 0,-4-4 7 0 0,-1 0 0 0 0,0 1 1 0 0,-1-1-1 0 0,0 1 0 0 0,0 0 0 0 0,0 0 1 0 0,-1 1-1 0 0,0-1 0 0 0,2 10 0 0 0,3 12 32 0 0,3 33-1 0 0,-8-43-8 0 0,4 39 23 0 0,2 15 58 0 0,-7-61-69 0 0,1 5 55 0 0,-2-17-86 0 0,-1 1 0 0 0,0-1 1 0 0,1 1-1 0 0,-1-1 0 0 0,1 0 1 0 0,-1 1-1 0 0,1-1 1 0 0,-1 1-1 0 0,1-1 0 0 0,-1 0 1 0 0,1 0-1 0 0,-1 1 0 0 0,1-1 1 0 0,-1 0-1 0 0,1 0 1 0 0,0 0-1 0 0,-1 1 0 0 0,1-1 1 0 0,-1 0-1 0 0,1 0 0 0 0,0 0 1 0 0,-1 0-1 0 0,1 0 0 0 0,-1 0 1 0 0,1 0-1 0 0,0 0 1 0 0,-1-1-1 0 0,2 1 0 0 0,9-3-28 0 0,0 0 1 0 0,0 0-1 0 0,0-1 0 0 0,-1-1 0 0 0,0 0 0 0 0,13-8 0 0 0,59-44-1831 0 0,-54 35 636 0 0,70-64-5582 0 0,-74 63 3627 0 0,10-6-2583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31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92 1040 0 0,'-33'-71'10512'0'0,"33"69"-10004"0"0,-6-10 1135 0 0,41 105 208 0 0,137 333 1386 0 0,-110-310-1962 0 0,-62-115-1246 0 0,1 0-1 0 0,-1 0 1 0 0,1-1 0 0 0,-1 1-1 0 0,1 0 1 0 0,-1-1 0 0 0,1 1 0 0 0,-1 0-1 0 0,1-1 1 0 0,0 1 0 0 0,-1-1-1 0 0,1 1 1 0 0,0-1 0 0 0,0 1-1 0 0,-1-1 1 0 0,1 0 0 0 0,0 1 0 0 0,0-1-1 0 0,0 0 1 0 0,0 0 0 0 0,-1 1-1 0 0,1-1 1 0 0,0 0 0 0 0,0 0 0 0 0,0 0-1 0 0,0 0 1 0 0,0 0 0 0 0,-1 0-1 0 0,1 0 1 0 0,0-1 0 0 0,0 1 0 0 0,0 0-1 0 0,0 0 1 0 0,-1-1 0 0 0,1 1-1 0 0,1-1 1 0 0,2-1 20 0 0,-1 1 1 0 0,0-1-1 0 0,0 0 0 0 0,0-1 0 0 0,0 1 0 0 0,5-6 1 0 0,1-2 2 0 0,-1 0 1 0 0,-1 0-1 0 0,0-1 1 0 0,-1-1-1 0 0,8-16 1 0 0,20-65 23 0 0,-20 54-55 0 0,30-94-8 0 0,19-48-14 0 0,-30 87-731 0 0,-32 93 668 0 0,0 0 1 0 0,0 1-1 0 0,-1-1 1 0 0,1 0-1 0 0,0 0 1 0 0,0 1-1 0 0,0-1 1 0 0,0 0-1 0 0,1 1 1 0 0,-1-1-1 0 0,0 1 1 0 0,0-1-1 0 0,0 1 1 0 0,0 0-1 0 0,1 0 1 0 0,-1-1-1 0 0,0 1 1 0 0,0 0-1 0 0,0 0 1 0 0,1 0-1 0 0,-1 0 1 0 0,0 0-1 0 0,0 0 1 0 0,1 1-1 0 0,-1-1 1 0 0,1 1-1 0 0,-1-1 102 0 0,0 0-78 0 0,0 0 0 0 0,0 1-1 0 0,0-1 1 0 0,0 0-1 0 0,0 1 1 0 0,0-1-1 0 0,-1 0 1 0 0,1 1-1 0 0,0-1 1 0 0,0 1-1 0 0,0 0 1 0 0,-1-1 0 0 0,1 1-1 0 0,0 0 1 0 0,-1-1-1 0 0,1 1 1 0 0,-1 0-1 0 0,1 0 1 0 0,-1-1-1 0 0,1 1 1 0 0,0 1-1 0 0,0 1-115 0 0,58 65-3624 0 0,-50-55 2741 0 0,1 0-1 0 0,1-1 1 0 0,0 0-1 0 0,0 0 0 0 0,1-1 1 0 0,1-1-1 0 0,0 0 0 0 0,19 10 1 0 0,-13-9-1863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32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339 712 1432 0 0,'5'-3'523'0'0,"0"0"-1"0"0,0 0 1 0 0,0 0 0 0 0,0-1 0 0 0,-1 0-1 0 0,0 0 1 0 0,0 0 0 0 0,0 0-1 0 0,0-1 1 0 0,0 1 0 0 0,-1-1-1 0 0,0 0 1 0 0,0 0 0 0 0,0 0-1 0 0,-1-1 1 0 0,0 1 0 0 0,3-10-1 0 0,-4 10-287 0 0,0 0-1 0 0,0-1 0 0 0,0 1 1 0 0,-1 0-1 0 0,0-1 1 0 0,0 1-1 0 0,0-1 0 0 0,-1 1 1 0 0,0-1-1 0 0,0 1 0 0 0,0 0 1 0 0,-1-1-1 0 0,1 1 1 0 0,-1 0-1 0 0,-1 0 0 0 0,1 0 1 0 0,-1 0-1 0 0,-5-7 0 0 0,6 11-197 0 0,0-1-1 0 0,0 0 0 0 0,0 1 0 0 0,0 0 0 0 0,-1-1 0 0 0,1 1 1 0 0,-1 0-1 0 0,1 0 0 0 0,-1 1 0 0 0,1-1 0 0 0,-1 0 0 0 0,1 1 1 0 0,-1-1-1 0 0,-3 1 0 0 0,5 0-28 0 0,-5-1 14 0 0,1 1 0 0 0,0 0 0 0 0,-1 1 0 0 0,1-1 0 0 0,0 1 0 0 0,0 0 0 0 0,-1 0 0 0 0,1 0 0 0 0,0 1 0 0 0,-7 3 0 0 0,0 1 8 0 0,0 0 0 0 0,-19 13 1 0 0,11-4-26 0 0,1 1 1 0 0,0 1 0 0 0,1 0-1 0 0,1 2 1 0 0,0 0 0 0 0,2 0-1 0 0,0 2 1 0 0,1 0 0 0 0,2 0-1 0 0,0 2 1 0 0,1-1 0 0 0,1 1-1 0 0,-9 33 1 0 0,16-46 7 0 0,1 0 0 0 0,0-1 0 0 0,1 1 0 0 0,0 0 0 0 0,0 0 0 0 0,2 16 0 0 0,-1-23-3 0 0,0 0 0 0 0,0 0-1 0 0,1 0 1 0 0,-1 0 0 0 0,1-1-1 0 0,0 1 1 0 0,0 0 0 0 0,0-1-1 0 0,0 1 1 0 0,1 0 0 0 0,-1-1-1 0 0,0 1 1 0 0,1-1-1 0 0,0 0 1 0 0,0 0 0 0 0,0 1-1 0 0,0-1 1 0 0,0 0 0 0 0,0-1-1 0 0,0 1 1 0 0,0 0 0 0 0,1-1-1 0 0,-1 1 1 0 0,1-1 0 0 0,-1 0-1 0 0,1 1 1 0 0,3 0 0 0 0,2 0-8 0 0,1-1 0 0 0,0 1 0 0 0,0-1 0 0 0,0-1 0 0 0,0 1 0 0 0,0-2 0 0 0,0 1 0 0 0,0-1 0 0 0,-1-1 0 0 0,1 1 1 0 0,0-1-1 0 0,8-4 0 0 0,-5 1 3 0 0,0 0 0 0 0,0-1 0 0 0,-1 0 1 0 0,0-1-1 0 0,0-1 0 0 0,-1 1 0 0 0,16-16 1 0 0,-11 7-1 0 0,-1 0 1 0 0,0 0-1 0 0,-1-1 1 0 0,-1-1-1 0 0,-1 0 1 0 0,-1-1-1 0 0,0 0 1 0 0,-1 0-1 0 0,11-40 1 0 0,5-46 67 0 0,-25 103-86 0 0,0-6-28 0 0,-8 52 58 0 0,-13 102 20 0 0,19-122-8 0 0,1 1 1 0 0,1-1-1 0 0,2 1 1 0 0,4 24-1 0 0,-6-45-19 0 0,0-1 0 0 0,1 1-1 0 0,0-1 1 0 0,0 0 0 0 0,0 1-1 0 0,0-1 1 0 0,0 0 0 0 0,1 1-1 0 0,-1-1 1 0 0,1 0 0 0 0,0 0-1 0 0,0 0 1 0 0,0-1 0 0 0,1 1-1 0 0,-1 0 1 0 0,0-1 0 0 0,1 1-1 0 0,0-1 1 0 0,0 0 0 0 0,0 0-1 0 0,0 0 1 0 0,0 0 0 0 0,0-1-1 0 0,0 1 1 0 0,0-1 0 0 0,1 0-1 0 0,-1 0 1 0 0,0 0 0 0 0,1 0-1 0 0,-1 0 1 0 0,1-1 0 0 0,-1 0 0 0 0,1 1-1 0 0,-1-1 1 0 0,1-1 0 0 0,-1 1-1 0 0,1 0 1 0 0,3-2 0 0 0,7-1-10 0 0,-1 0 1 0 0,-1-1 0 0 0,1 0 0 0 0,0-1 0 0 0,-1 0 0 0 0,0-1 0 0 0,0-1 0 0 0,19-14 0 0 0,-10 3-107 0 0,-1 0-1 0 0,-2-1 0 0 0,0-1 1 0 0,-1-1-1 0 0,0 0 1 0 0,-2-1-1 0 0,-1-1 1 0 0,-1 0-1 0 0,0-1 0 0 0,12-37 1 0 0,2-15-231 0 0,-4-2 1 0 0,15-92-1 0 0,-29 120 415 0 0,-2-1 0 0 0,-2 0 0 0 0,-3 0 0 0 0,-4-52 0 0 0,2 58 253 0 0,0 42-251 0 0,-2 3-49 0 0,0 1-27 0 0,1-1 0 0 0,0 1 0 0 0,-1 0 0 0 0,1-1 0 0 0,0 1 0 0 0,-1 0 0 0 0,1 0 0 0 0,0 0 0 0 0,0 0 0 0 0,0 0 0 0 0,0 1 0 0 0,0-1 0 0 0,0 0 0 0 0,0 0 0 0 0,0 1 0 0 0,1-1 0 0 0,-1 0 0 0 0,1 1 0 0 0,-1-1 0 0 0,1 1 0 0 0,-1 1 0 0 0,-10 42 57 0 0,8-34-31 0 0,-16 93 528 0 0,3 1 0 0 0,-1 116 0 0 0,16-200-513 0 0,2 1 0 0 0,0 0 0 0 0,1 0 0 0 0,1 0 1 0 0,1-1-1 0 0,0 0 0 0 0,14 34 0 0 0,-14-45-31 0 0,0 0-1 0 0,1-1 1 0 0,1 0 0 0 0,0 0 0 0 0,0 0 0 0 0,0 0-1 0 0,1-1 1 0 0,1 0 0 0 0,-1-1 0 0 0,1 1 0 0 0,1-1 0 0 0,-1-1-1 0 0,1 0 1 0 0,0 0 0 0 0,0-1 0 0 0,1 0 0 0 0,14 5-1 0 0,-3-3-36 0 0,1-1 1 0 0,-1-1-1 0 0,1-1 0 0 0,0-1 0 0 0,1 0 0 0 0,-1-2 0 0 0,0-1 0 0 0,1-1 0 0 0,-1 0 0 0 0,31-7 0 0 0,-29 3-143 0 0,-1-1 1 0 0,0-1-1 0 0,0-1 0 0 0,0-1 0 0 0,-1-1 0 0 0,0-1 1 0 0,-1-1-1 0 0,0-1 0 0 0,27-21 0 0 0,-37 24 105 0 0,0 0-1 0 0,-1 0 0 0 0,0-1 1 0 0,-1 0-1 0 0,0-1 1 0 0,-1 0-1 0 0,0 0 1 0 0,-1-1-1 0 0,10-23 0 0 0,-10 17 116 0 0,-1-1 0 0 0,-2 1-1 0 0,0-1 1 0 0,0 0 0 0 0,-2 0-1 0 0,0-33 1 0 0,-2 53-51 0 0,0-1 0 0 0,0 1 0 0 0,0 0-1 0 0,0-1 1 0 0,0 1 0 0 0,0-1 0 0 0,0 1-1 0 0,0 0 1 0 0,0-1 0 0 0,0 1 0 0 0,0 0 0 0 0,0-1-1 0 0,0 1 1 0 0,0 0 0 0 0,0-1 0 0 0,-1 1 0 0 0,1 0-1 0 0,0-1 1 0 0,0 1 0 0 0,0 0 0 0 0,-1-1 0 0 0,1 1-1 0 0,0 0 1 0 0,0 0 0 0 0,-1-1 0 0 0,1 1-1 0 0,-1 0 1 0 0,-6 5 29 0 0,-7 19 2 0 0,5 5-7 0 0,2 1 0 0 0,2 0 0 0 0,0 0 0 0 0,2 1 0 0 0,1 0 0 0 0,2-1 0 0 0,4 44 0 0 0,-3-61 2 0 0,1 1-1 0 0,0-1 1 0 0,1 1 0 0 0,0-1-1 0 0,1 0 1 0 0,1 0-1 0 0,0-1 1 0 0,11 20 0 0 0,-13-27-13 0 0,0 0 0 0 0,1 0 1 0 0,-1 0-1 0 0,1-1 0 0 0,1 0 0 0 0,-1 0 1 0 0,0 0-1 0 0,1 0 0 0 0,0-1 1 0 0,0 1-1 0 0,0-1 0 0 0,0-1 1 0 0,0 1-1 0 0,1-1 0 0 0,-1 0 1 0 0,1 0-1 0 0,0 0 0 0 0,-1-1 1 0 0,1 0-1 0 0,0 0 0 0 0,0 0 1 0 0,8-1-1 0 0,-2-1-17 0 0,0 0 0 0 0,0-1 0 0 0,0 0 0 0 0,0-1-1 0 0,-1 0 1 0 0,1-1 0 0 0,-1-1 0 0 0,0 0 0 0 0,0 0 0 0 0,-1-1 0 0 0,1 0 0 0 0,-1-1 0 0 0,-1 0 0 0 0,1 0-1 0 0,13-15 1 0 0,-7 5-51 0 0,0 0 0 0 0,-2-2 0 0 0,0 1-1 0 0,-1-2 1 0 0,-1 0 0 0 0,0 0 0 0 0,10-27 0 0 0,-12 23 45 0 0,-2 0 0 0 0,0 0 0 0 0,-1-1 0 0 0,-2 0 0 0 0,4-36 0 0 0,-8 57 14 0 0,4-24 121 0 0,-7 20-67 0 0,-7 15-49 0 0,5 0 29 0 0,1-1-1 0 0,0 1 1 0 0,0 0 0 0 0,1 0 0 0 0,0 0 0 0 0,0 0 0 0 0,1 0 0 0 0,0 0 0 0 0,0 10 0 0 0,-2 1 190 0 0,-5 30 182 0 0,2 1 0 0 0,2 0 1 0 0,3 0-1 0 0,4 56 0 0 0,-2-100-437 0 0,-1-1 0 0 0,1 1-1 0 0,0 0 1 0 0,1-1 0 0 0,-1 1-1 0 0,1-1 1 0 0,0 0 0 0 0,0 1-1 0 0,0-1 1 0 0,1 0 0 0 0,0 0-1 0 0,-1 0 1 0 0,1-1-1 0 0,1 1 1 0 0,-1-1 0 0 0,0 1-1 0 0,1-1 1 0 0,0 0 0 0 0,0-1-1 0 0,0 1 1 0 0,0 0 0 0 0,0-1-1 0 0,0 0 1 0 0,7 2 0 0 0,0-1-458 0 0,0 0 0 0 0,0 0 0 0 0,0-1 0 0 0,1-1 0 0 0,-1 0 0 0 0,0-1 0 0 0,1 0 0 0 0,-1 0 1 0 0,15-4-1 0 0,54-11-5730 0 0,-34 1 515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33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94 1772 0 0,'-2'-1'1667'0'0,"-37"-14"4246"0"0,36 15-5315 0 0,-12 3 453 0 0,12-1-877 0 0,1-1 0 0 0,-1 1-1 0 0,1-1 1 0 0,0 1 0 0 0,0 0 0 0 0,-1 0 0 0 0,1 0-1 0 0,1 0 1 0 0,-1 0 0 0 0,0 1 0 0 0,0-1 0 0 0,1 1 0 0 0,0-1-1 0 0,-1 1 1 0 0,-1 4 0 0 0,0 1 29 0 0,0 1 1 0 0,1 0 0 0 0,-1 0-1 0 0,2 0 1 0 0,-1 0-1 0 0,1 0 1 0 0,1 0-1 0 0,-1 1 1 0 0,2-1-1 0 0,-1 0 1 0 0,1 0-1 0 0,1 0 1 0 0,-1 0 0 0 0,1 0-1 0 0,1 0 1 0 0,0 0-1 0 0,0-1 1 0 0,1 1-1 0 0,0-1 1 0 0,0 0-1 0 0,1 0 1 0 0,0 0-1 0 0,7 6 1 0 0,-11-12-168 0 0,0 0 1 0 0,1 0-1 0 0,-1-1 0 0 0,1 1 0 0 0,-1-1 1 0 0,1 1-1 0 0,0-1 0 0 0,-1 0 0 0 0,1 0 1 0 0,0 1-1 0 0,0-1 0 0 0,0 0 1 0 0,0-1-1 0 0,0 1 0 0 0,0 0 0 0 0,0-1 1 0 0,0 1-1 0 0,0-1 0 0 0,0 1 0 0 0,1-1 1 0 0,-1 0-1 0 0,0 0 0 0 0,0 0 0 0 0,0 0 1 0 0,0-1-1 0 0,1 1 0 0 0,-1 0 1 0 0,0-1-1 0 0,0 1 0 0 0,0-1 0 0 0,0 0 1 0 0,0 0-1 0 0,3-2 0 0 0,0 0-10 0 0,0-1 0 0 0,0 0 1 0 0,-1 0-1 0 0,1-1 0 0 0,-1 1 0 0 0,0-1 0 0 0,-1 0 0 0 0,1 0 1 0 0,-1 0-1 0 0,4-7 0 0 0,-1-1-13 0 0,-1-1 0 0 0,0 0 0 0 0,0 0 0 0 0,-2 0 1 0 0,1 0-1 0 0,-2 0 0 0 0,1-18 0 0 0,-2 24-15 0 0,-1 0 1 0 0,0 0-1 0 0,0 0 0 0 0,-1 0 0 0 0,0 0 0 0 0,-1 0 1 0 0,0 0-1 0 0,0 1 0 0 0,0-1 0 0 0,-1 0 1 0 0,0 1-1 0 0,-1 0 0 0 0,1 0 0 0 0,-8-9 1 0 0,8 12-8 0 0,0 1 1 0 0,0-1 0 0 0,0 1 0 0 0,0 0 0 0 0,-1 1-1 0 0,1-1 1 0 0,-1 1 0 0 0,0-1 0 0 0,0 1 0 0 0,0 0 0 0 0,0 0-1 0 0,0 1 1 0 0,0-1 0 0 0,-1 1 0 0 0,-6-1 0 0 0,3 1-4 0 0,1 1 1 0 0,-1 0-1 0 0,1 0 1 0 0,-1 0-1 0 0,1 1 1 0 0,-1 1 0 0 0,1-1-1 0 0,-12 5 1 0 0,0 1-3 0 0,1 1-1 0 0,1 1 1 0 0,-1 0 0 0 0,1 1 0 0 0,1 1 0 0 0,-19 16 0 0 0,20-13 13 0 0,1 0 0 0 0,0 0-1 0 0,1 1 1 0 0,1 1 0 0 0,0 0 0 0 0,1 1 0 0 0,-15 32 0 0 0,19-35 7 0 0,1 1 0 0 0,1-1 1 0 0,0 1-1 0 0,1 1 0 0 0,1-1 0 0 0,0 0 1 0 0,1 1-1 0 0,1 0 0 0 0,0-1 1 0 0,2 23-1 0 0,0-31 5 0 0,0 0 0 0 0,1 0 0 0 0,-1 0 1 0 0,1 0-1 0 0,1-1 0 0 0,-1 1 0 0 0,1-1 0 0 0,0 0 1 0 0,1 0-1 0 0,0 0 0 0 0,-1 0 0 0 0,2 0 0 0 0,-1-1 1 0 0,10 9-1 0 0,-6-7 4 0 0,0-1 0 0 0,0 0 0 0 0,1-1 0 0 0,0 0 0 0 0,0 0 0 0 0,0-1 0 0 0,0 0 0 0 0,1 0 0 0 0,16 3 1 0 0,-23-6-16 0 0,1 0 0 0 0,-1 0 0 0 0,0 0 0 0 0,0 0 0 0 0,1-1 0 0 0,-1 1 0 0 0,0-1 0 0 0,1 0 0 0 0,-1 0 1 0 0,5-1-1 0 0,1 0-8 0 0,2 1-355 0 0,0-1 0 0 0,0 0 0 0 0,-1-1 0 0 0,1 0 0 0 0,0-1 0 0 0,-1 0 1 0 0,0-1-1 0 0,14-6 0 0 0,-8 2-1651 0 0,-1-1 0 0 0,-1-1 0 0 0,1 0-1 0 0,15-15 1 0 0,-12 10-2551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33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445 119 1012 0 0,'5'-10'1670'0'0,"0"1"-1"0"0,-1 0 1 0 0,-1-1-1 0 0,1 0 1 0 0,-2 0-1 0 0,1 0 0 0 0,1-12 1 0 0,-4 19-1133 0 0,0 1-93 0 0,0 1-405 0 0,0 0-1 0 0,0 0 1 0 0,0 0 0 0 0,-1 0 0 0 0,1 0 0 0 0,0 0 0 0 0,0 0-1 0 0,0 1 1 0 0,-1-1 0 0 0,1 0 0 0 0,0 0 0 0 0,-1 0 0 0 0,1 0-1 0 0,-1 1 1 0 0,1-1 0 0 0,-1 0 0 0 0,1 0 0 0 0,-1 1 0 0 0,0-1-1 0 0,1 0 1 0 0,-1 1 0 0 0,0-1 0 0 0,0 1 0 0 0,1-1 0 0 0,-1 1-1 0 0,0-1 1 0 0,0 1 0 0 0,0-1 0 0 0,1 1 0 0 0,-2 0 0 0 0,-1-1-7 0 0,0 1 0 0 0,0-1 0 0 0,1 1 1 0 0,-1 0-1 0 0,0 0 0 0 0,0 0 1 0 0,1 1-1 0 0,-1-1 0 0 0,0 1 1 0 0,0-1-1 0 0,-3 3 0 0 0,-9 2 11 0 0,0 2-1 0 0,0 0 1 0 0,0 1-1 0 0,1 1 0 0 0,0 0 1 0 0,-21 19-1 0 0,17-12-30 0 0,0 1-1 0 0,2 1 0 0 0,0 1 1 0 0,-15 23-1 0 0,27-36-1 0 0,0 1 0 0 0,0-1 1 0 0,1 1-1 0 0,0 0 0 0 0,0 0 0 0 0,-3 14 0 0 0,5-18-1 0 0,1 0-1 0 0,-1 0 1 0 0,1 0 0 0 0,0 1-1 0 0,0-1 1 0 0,0 0 0 0 0,0 0 0 0 0,1 0-1 0 0,-1 0 1 0 0,1 0 0 0 0,0 1-1 0 0,0-1 1 0 0,0 0 0 0 0,0-1-1 0 0,0 1 1 0 0,1 0 0 0 0,2 4 0 0 0,2-1-3 0 0,0 0 1 0 0,0-1-1 0 0,0 0 1 0 0,1 0 0 0 0,0 0-1 0 0,0-1 1 0 0,0 0-1 0 0,0 0 1 0 0,1-1 0 0 0,7 3-1 0 0,26 13 14 0 0,-33-15-9 0 0,8 5 258 0 0,-1 0 0 0 0,1 1-1 0 0,-1 0 1 0 0,-1 1-1 0 0,16 16 1 0 0,-27-24-217 0 0,0 0 1 0 0,-1 0-1 0 0,0 1 1 0 0,1-1-1 0 0,-1 0 0 0 0,0 1 1 0 0,0-1-1 0 0,-1 1 1 0 0,1 0-1 0 0,-1-1 0 0 0,0 1 1 0 0,0 0-1 0 0,0 0 1 0 0,0 0-1 0 0,-1 0 0 0 0,0 0 1 0 0,1 0-1 0 0,-1 0 1 0 0,-1 0-1 0 0,1 0 0 0 0,-1 0 1 0 0,1-1-1 0 0,-1 1 0 0 0,0 0 1 0 0,-1 0-1 0 0,1 0 1 0 0,-1-1-1 0 0,1 1 0 0 0,-1-1 1 0 0,-3 5-1 0 0,-3 4 160 0 0,-1 0 0 0 0,-1 0 1 0 0,0-1-1 0 0,0 0 0 0 0,-1-1 0 0 0,-1 0 0 0 0,0-1 0 0 0,0 0 0 0 0,-26 14 0 0 0,19-14-61 0 0,0 0-1 0 0,0-1 0 0 0,-1 0 1 0 0,0-2-1 0 0,-1 0 0 0 0,-28 3 1 0 0,42-9-133 0 0,0 0 0 0 0,0-1 1 0 0,0 0-1 0 0,0 0 0 0 0,-1 0 1 0 0,2-1-1 0 0,-1 0 0 0 0,0-1 1 0 0,0 1-1 0 0,1-1 0 0 0,-1-1 1 0 0,-5-3-1 0 0,9 5-186 0 0,0 0 0 0 0,1 0 1 0 0,-1 0-1 0 0,1 0 0 0 0,-1 0 0 0 0,1-1 0 0 0,0 1 1 0 0,0-1-1 0 0,0 0 0 0 0,0 0 0 0 0,0 1 0 0 0,1-1 1 0 0,-1 0-1 0 0,1 0 0 0 0,0-1 0 0 0,0 1 0 0 0,0 0 1 0 0,0 0-1 0 0,1 0 0 0 0,-1-6 0 0 0,1 2-940 0 0,0 1 0 0 0,1 0 0 0 0,0 0 0 0 0,0 0 0 0 0,1 0 0 0 0,0 0-1 0 0,0 0 1 0 0,0 1 0 0 0,1-1 0 0 0,4-7 0 0 0,3-5-5048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35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324 160 1704 0 0,'2'-3'1509'0'0,"-1"0"-1050"0"0,3-3 561 0 0,0-1-1 0 0,-1 1 1 0 0,0-1 0 0 0,0 0 0 0 0,2-9-1 0 0,-4 10-557 0 0,0-1-9 0 0,0 0 1 0 0,0 0-1 0 0,-1 0 0 0 0,1 0 1 0 0,-2 0-1 0 0,0-10 1 0 0,1 16-437 0 0,-1 0 0 0 0,1 0 0 0 0,-1 0 1 0 0,1 0-1 0 0,0 0 0 0 0,-1 1 0 0 0,1-1 0 0 0,-1 0 1 0 0,0 0-1 0 0,1 1 0 0 0,-1-1 0 0 0,0 0 0 0 0,1 0 0 0 0,-1 1 1 0 0,0-1-1 0 0,0 1 0 0 0,0-1 0 0 0,1 1 0 0 0,-1-1 1 0 0,0 1-1 0 0,0 0 0 0 0,0-1 0 0 0,0 1 0 0 0,0 0 1 0 0,0 0-1 0 0,0-1 0 0 0,0 1 0 0 0,-1 0 0 0 0,-16 0 28 0 0,13 0-39 0 0,0 1 0 0 0,1 0 0 0 0,-1-1 0 0 0,1 2-1 0 0,0-1 1 0 0,-1 0 0 0 0,1 1 0 0 0,0 0 0 0 0,0 0-1 0 0,0 0 1 0 0,0 0 0 0 0,-5 5 0 0 0,-2 2-12 0 0,0 0 1 0 0,-12 14-1 0 0,22-22 5 0 0,-25 28-28 0 0,1 1 0 0 0,1 0 0 0 0,-35 63-1 0 0,47-71 32 0 0,1 1 0 0 0,2 0-1 0 0,0 0 1 0 0,1 1 0 0 0,1 0-1 0 0,-7 49 1 0 0,14-66 10 0 0,-1-1-1 0 0,1 0 1 0 0,1 0 0 0 0,-1 1-1 0 0,1-1 1 0 0,0 0 0 0 0,1 0-1 0 0,-1 0 1 0 0,1 0 0 0 0,1 0-1 0 0,-1 0 1 0 0,6 9 0 0 0,-6-11-1 0 0,1-1 1 0 0,-1 0-1 0 0,1 1 0 0 0,0-1 1 0 0,-1-1-1 0 0,1 1 0 0 0,1 0 1 0 0,-1-1-1 0 0,0 1 0 0 0,1-1 1 0 0,-1 0-1 0 0,1 0 1 0 0,-1 0-1 0 0,1-1 0 0 0,0 1 1 0 0,0-1-1 0 0,0 0 0 0 0,0 0 1 0 0,0 0-1 0 0,0-1 1 0 0,0 1-1 0 0,4-1 0 0 0,3 0 4 0 0,1-1 0 0 0,-1 0-1 0 0,0 0 1 0 0,1-1 0 0 0,-1-1-1 0 0,0 0 1 0 0,0 0 0 0 0,-1-1-1 0 0,1 0 1 0 0,-1-1 0 0 0,0 0-1 0 0,0-1 1 0 0,11-9 0 0 0,-9 5-6 0 0,0 0 0 0 0,-1-2 0 0 0,0 1 0 0 0,-1-1 1 0 0,0-1-1 0 0,-1 0 0 0 0,-1 0 0 0 0,0-1 0 0 0,-1 0 0 0 0,11-29 1 0 0,-3-5 195 0 0,-2-1 0 0 0,7-54 0 0 0,-15 74 56 0 0,-3 16-123 0 0,9-35 87 0 0,-10 46-241 0 0,-1 4-33 0 0,4 23 37 0 0,-2 0 0 0 0,-1 0-1 0 0,-4 41 1 0 0,1-5 4 0 0,2-29 6 0 0,6 43-1 0 0,-5-65 14 0 0,1 0 0 0 0,0-1 0 0 0,1 1-1 0 0,0-1 1 0 0,0 1 0 0 0,1-1 0 0 0,0 0 0 0 0,10 15-1 0 0,-12-21 0 0 0,1 0 0 0 0,0 0 0 0 0,-1 0 0 0 0,1 0 0 0 0,0 0 0 0 0,0-1 0 0 0,1 1 0 0 0,-1-1 0 0 0,1 0 0 0 0,-1 0 0 0 0,1 0 0 0 0,-1 0-1 0 0,1-1 1 0 0,0 0 0 0 0,0 1 0 0 0,0-1 0 0 0,0-1 0 0 0,0 1 0 0 0,0-1 0 0 0,0 1 0 0 0,0-1 0 0 0,0 0 0 0 0,0-1 0 0 0,0 1 0 0 0,0-1-1 0 0,0 1 1 0 0,0-1 0 0 0,0 0 0 0 0,0-1 0 0 0,5-2 0 0 0,0 0 1 0 0,0 0 0 0 0,-1-1 0 0 0,0 0 0 0 0,0 0 0 0 0,0-1 0 0 0,0 0 0 0 0,-1 0 0 0 0,0-1 0 0 0,0 0 0 0 0,-1 0 0 0 0,11-16 0 0 0,-6 4 3 0 0,-1-1 0 0 0,-1 0 0 0 0,0-1 0 0 0,-2 0 0 0 0,0 0 0 0 0,4-27 0 0 0,-7 29-11 0 0,-2 1 0 0 0,0 0 0 0 0,-1 0 0 0 0,-1-1 0 0 0,-1 1 0 0 0,0 0 0 0 0,-1 0 0 0 0,-6-19-1 0 0,6 28-7 0 0,-2 1 0 0 0,1 0-1 0 0,-1 0 1 0 0,0 1-1 0 0,-1-1 1 0 0,0 1-1 0 0,0 0 1 0 0,0 0-1 0 0,-1 1 1 0 0,0-1-1 0 0,-1 1 1 0 0,1 1-1 0 0,-15-11 1 0 0,19 15-13 0 0,-2 1-12 0 0,-13 2 24 0 0,16-2 4 0 0,0 1 0 0 0,0-1-1 0 0,0 1 1 0 0,1-1-1 0 0,-1 1 1 0 0,0 0 0 0 0,0-1-1 0 0,0 1 1 0 0,1 0-1 0 0,-1-1 1 0 0,0 1-1 0 0,1 0 1 0 0,-1 0 0 0 0,1 0-1 0 0,-1 0 1 0 0,1 0-1 0 0,-1 0 1 0 0,1 0-1 0 0,0 0 1 0 0,-1 0 0 0 0,1 0-1 0 0,0 0 1 0 0,0 0-1 0 0,0 0 1 0 0,-1 0-1 0 0,1 0 1 0 0,0 0 0 0 0,1 0-1 0 0,-1 1 1 0 0,1 5 3 0 0,1 1 0 0 0,0-1-1 0 0,1 0 1 0 0,0 0 0 0 0,0 0 0 0 0,0-1 0 0 0,1 1 0 0 0,0-1 0 0 0,0 0 0 0 0,1 0 0 0 0,0 0-1 0 0,0 0 1 0 0,0-1 0 0 0,0 0 0 0 0,1 0 0 0 0,0 0 0 0 0,0-1 0 0 0,0 0 0 0 0,12 6 0 0 0,-1-2 3 0 0,1 0 1 0 0,0 0 0 0 0,0-2-1 0 0,1 0 1 0 0,-1-1 0 0 0,33 3-1 0 0,-32-5 22 0 0,8 1 11 0 0,23 2 58 0 0,-15 0-30 0 0,-31-6-38 0 0,10 2-12 0 0,-14-2-14 0 0,1 0-1 0 0,-1 1 0 0 0,1-1 0 0 0,0 0 1 0 0,-1 0-1 0 0,1 0 0 0 0,-1 0 1 0 0,1 0-1 0 0,-1 1 0 0 0,1-1 0 0 0,-1 0 1 0 0,1 0-1 0 0,-1 1 0 0 0,1-1 0 0 0,-1 0 1 0 0,1 1-1 0 0,-1-1 0 0 0,1 0 1 0 0,-1 1-1 0 0,1-1 0 0 0,-1 1 0 0 0,0-1 1 0 0,1 1-1 0 0,-10 17 22 0 0,0-1 0 0 0,-1-1 0 0 0,-1 1 0 0 0,-23 25 0 0 0,-9 14 31 0 0,31-41-23 0 0,1 1-1 0 0,1 0 1 0 0,1 1-1 0 0,0 0 1 0 0,1 0-1 0 0,1 1 1 0 0,-9 33-1 0 0,16-49-21 0 0,0 0 0 0 0,-1 0 0 0 0,1 0 0 0 0,0 0 0 0 0,1 0 0 0 0,-1 0 0 0 0,0 0 0 0 0,1 0 0 0 0,-1-1 0 0 0,1 1 1 0 0,-1 0-1 0 0,1 0 0 0 0,0 0 0 0 0,0-1 0 0 0,-1 1 0 0 0,1 0 0 0 0,1-1 0 0 0,-1 1 0 0 0,0-1 0 0 0,0 1 0 0 0,0-1 0 0 0,1 0 0 0 0,-1 1 0 0 0,1-1 0 0 0,-1 0 0 0 0,1 0 0 0 0,0 0 0 0 0,-1 0 0 0 0,1 0 0 0 0,3 1 0 0 0,1 0 9 0 0,0 0 0 0 0,1 0 0 0 0,-1 0 0 0 0,1-1 0 0 0,0 0 0 0 0,-1 0 1 0 0,9-1-1 0 0,6-1 5 0 0,-1 0 1 0 0,1-2-1 0 0,0-1 1 0 0,-1 0-1 0 0,0-2 1 0 0,0 0-1 0 0,0-1 1 0 0,-1-1-1 0 0,0-1 1 0 0,-1 0-1 0 0,25-18 1 0 0,-18 10 3 0 0,-1-2 0 0 0,-1 0 0 0 0,-1-2 0 0 0,-1 0 1 0 0,0-1-1 0 0,-2-2 0 0 0,21-31 0 0 0,-29 38-12 0 0,-1-1-1 0 0,0-1 1 0 0,-2 1-1 0 0,0-1 1 0 0,9-37-1 0 0,-16 42-11 0 0,-1-12 2 0 0,-3 21-5 0 0,1 3-1 0 0,2 1 1 0 0,-1 0 1 0 0,1 0-1 0 0,-1 1 1 0 0,1-1-1 0 0,-1 0 1 0 0,1 1-1 0 0,-1-1 1 0 0,1 0-1 0 0,-1 1 1 0 0,0-1-1 0 0,0 1 1 0 0,1-1-1 0 0,-1 1 1 0 0,0-1-1 0 0,0 1 1 0 0,1 0-1 0 0,-1-1 1 0 0,0 1-1 0 0,0 0 1 0 0,0 0-1 0 0,0-1 0 0 0,1 1 1 0 0,-1 0-1 0 0,0 0 1 0 0,0 0-1 0 0,0 0 1 0 0,0 0-1 0 0,0 0 1 0 0,1 0-1 0 0,-2 1 1 0 0,-24 7 11 0 0,11 1-6 0 0,1 1 1 0 0,0 1 0 0 0,0 0 0 0 0,1 0 0 0 0,0 2 0 0 0,1-1-1 0 0,0 2 1 0 0,2-1 0 0 0,-1 2 0 0 0,2-1 0 0 0,-16 31 0 0 0,23-41 3 0 0,0 0 1 0 0,0 0 0 0 0,0 1 0 0 0,1-1-1 0 0,-1 1 1 0 0,1-1 0 0 0,0 1 0 0 0,1-1-1 0 0,-1 1 1 0 0,1 0 0 0 0,0-1 0 0 0,0 1 0 0 0,0 0-1 0 0,1 0 1 0 0,-1-1 0 0 0,1 1 0 0 0,0-1-1 0 0,1 1 1 0 0,-1-1 0 0 0,1 1 0 0 0,0-1-1 0 0,0 0 1 0 0,0 0 0 0 0,0 0 0 0 0,1 0-1 0 0,0 0 1 0 0,0 0 0 0 0,0-1 0 0 0,0 1-1 0 0,0-1 1 0 0,1 0 0 0 0,-1 0 0 0 0,1 0 0 0 0,0-1-1 0 0,0 1 1 0 0,0-1 0 0 0,0 0 0 0 0,7 2-1 0 0,3 2 16 0 0,2-1-1 0 0,-1-1 1 0 0,0-1-1 0 0,1 0 1 0 0,-1-1-1 0 0,1 0 0 0 0,0-1 1 0 0,31-3-1 0 0,-4-2-275 0 0,0-3 1 0 0,44-12-1 0 0,-63 13-1341 0 0,44-18 0 0 0,-58 20 29 0 0,-1 0 1 0 0,0-1-1 0 0,-1-1 1 0 0,12-8-1 0 0,-6 4-2832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39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 1308 0 0,'-15'-9'10855'0'0,"15"9"-10804"0"0,2 13 967 0 0,11 25-1606 0 0,-7-20 861 0 0,5 22-219 0 0,-2 2 0 0 0,-2-1 1 0 0,-2 1-1 0 0,-2 0 1 0 0,-1 0-1 0 0,-2 1 1 0 0,-2-1-1 0 0,-10 53 1 0 0,8-56 553 0 0,4-36 16 0 0,-1-6-567 0 0,-2-30-20 0 0,2 0 0 0 0,1 0 0 0 0,2 0 0 0 0,6-36 0 0 0,-5 45-37 0 0,2 0 0 0 0,0 0-1 0 0,1 0 1 0 0,19-44-1 0 0,-21 59-5 0 0,0 0 0 0 0,1 0 0 0 0,0 0 0 0 0,1 1 0 0 0,-1 0 0 0 0,2 0 0 0 0,-1 1 0 0 0,1 0 0 0 0,0 0-1 0 0,1 0 1 0 0,-1 1 0 0 0,1 0 0 0 0,0 0 0 0 0,17-8 0 0 0,-21 14-5 0 0,-1-1-1 0 0,1 0 1 0 0,-1 1 0 0 0,1-1 0 0 0,-1 1-1 0 0,1 0 1 0 0,0 0 0 0 0,-1 1 0 0 0,1-1-1 0 0,-1 1 1 0 0,1 0 0 0 0,0-1 0 0 0,-1 2-1 0 0,0-1 1 0 0,1 0 0 0 0,-1 1 0 0 0,0-1-1 0 0,4 3 1 0 0,0 2 5 0 0,0-1 1 0 0,-1 1-1 0 0,1 0 1 0 0,-1 0-1 0 0,0 1 0 0 0,0 0 1 0 0,-1 0-1 0 0,0 1 1 0 0,-1-1-1 0 0,1 1 0 0 0,-1 0 1 0 0,-1 0-1 0 0,1 0 1 0 0,-2 1-1 0 0,4 13 0 0 0,1 10 24 0 0,-2 1-1 0 0,2 56 0 0 0,-6 29-64 0 0,-2-69-2804 0 0,5-30-1930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4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98 230 1172 0 0,'7'-11'2034'0'0,"0"0"0"0"0,10-22 0 0 0,-16 31-1584 0 0,-2-1-133 0 0,1-1-1 0 0,0 1 1 0 0,-1 0 0 0 0,1 0-1 0 0,1-1 1 0 0,0-4 0 0 0,-1 7-364 0 0,0-2 387 0 0,-8-21 1235 0 0,8 23-1558 0 0,-1 0 0 0 0,0 1-1 0 0,1-1 1 0 0,-1 0 0 0 0,0 1 0 0 0,1-1 0 0 0,-1 1-1 0 0,0-1 1 0 0,0 1 0 0 0,1 0 0 0 0,-1-1 0 0 0,0 1-1 0 0,0 0 1 0 0,0-1 0 0 0,0 1 0 0 0,1 0 0 0 0,-1 0-1 0 0,0 0 1 0 0,0 0 0 0 0,0 0 0 0 0,0 0 0 0 0,0 0-1 0 0,0 0 1 0 0,1 0 0 0 0,-1 0 0 0 0,0 0 0 0 0,0 1-1 0 0,0-1 1 0 0,0 0 0 0 0,1 1 0 0 0,-1-1 0 0 0,0 0-1 0 0,0 1 1 0 0,0-1 0 0 0,1 1 0 0 0,-2 0-1 0 0,-9 13 52 0 0,1 1-1 0 0,0 0 1 0 0,1 1-1 0 0,0 0 0 0 0,2 0 1 0 0,0 0-1 0 0,0 1 1 0 0,-7 34-1 0 0,12-39-34 0 0,0-1-1 0 0,0 1 1 0 0,1-1 0 0 0,0 1 0 0 0,1-1 0 0 0,1 1-1 0 0,0 0 1 0 0,1-1 0 0 0,0 0 0 0 0,0 1-1 0 0,1-1 1 0 0,1 0 0 0 0,0 0 0 0 0,0 0-1 0 0,7 10 1 0 0,-8-16-17 0 0,0 0-1 0 0,0 0 1 0 0,1-1-1 0 0,0 1 1 0 0,0-1-1 0 0,0 0 1 0 0,1 0-1 0 0,-1-1 1 0 0,1 1-1 0 0,0-1 1 0 0,0 0-1 0 0,7 3 1 0 0,-3-3-3 0 0,-1 0 0 0 0,1 0 0 0 0,-1-1 1 0 0,1-1-1 0 0,0 1 0 0 0,-1-1 0 0 0,14 0 1 0 0,0-3 7 0 0,0 0-1 0 0,-1-1 1 0 0,1-1 0 0 0,-1-1 0 0 0,36-13 0 0 0,-47 14-12 0 0,0 0 0 0 0,0-1 0 0 0,-1 0 1 0 0,1 0-1 0 0,-1-1 0 0 0,0 0 0 0 0,0-1 0 0 0,-1 0 0 0 0,0 0 0 0 0,-1-1 0 0 0,1 0 1 0 0,-1-1-1 0 0,-1 1 0 0 0,1-1 0 0 0,-2 0 0 0 0,1-1 0 0 0,-1 1 0 0 0,-1-1 1 0 0,0 0-1 0 0,0-1 0 0 0,-1 1 0 0 0,0-1 0 0 0,-1 1 0 0 0,0-1 0 0 0,0 0 1 0 0,-1 0-1 0 0,-1 0 0 0 0,0 1 0 0 0,-1-1 0 0 0,0 0 0 0 0,0 0 0 0 0,-1 0 1 0 0,-4-12-1 0 0,2 12-1 0 0,0 0 1 0 0,-1 1 0 0 0,0 0 0 0 0,-1 0-1 0 0,0 0 1 0 0,0 1 0 0 0,-1-1 0 0 0,0 2-1 0 0,-1-1 1 0 0,0 1 0 0 0,0 0 0 0 0,-1 0-1 0 0,0 1 1 0 0,0 1 0 0 0,-1-1 0 0 0,-16-7-1 0 0,19 11-3 0 0,0 0 0 0 0,0 0 0 0 0,0 0 0 0 0,-1 1 0 0 0,0 0 0 0 0,1 0 0 0 0,-1 1 0 0 0,0 0 0 0 0,0 1 0 0 0,1-1 0 0 0,-1 1-1 0 0,0 1 1 0 0,0 0 0 0 0,0 0 0 0 0,1 0 0 0 0,-1 1 0 0 0,0 0 0 0 0,1 1 0 0 0,0-1 0 0 0,-1 2 0 0 0,1-1 0 0 0,0 1 0 0 0,1 0-1 0 0,-1 0 1 0 0,-6 6 0 0 0,3-1-8 0 0,0 1 0 0 0,0 0 0 0 0,1 1 0 0 0,1 0 0 0 0,0 1 0 0 0,0-1 0 0 0,1 2 0 0 0,0-1 0 0 0,1 1 0 0 0,-8 24 0 0 0,12-29 2 0 0,0 0-1 0 0,0-1 1 0 0,0 1 0 0 0,1 0 0 0 0,0 0 0 0 0,0 0 0 0 0,1 0 0 0 0,0 0 0 0 0,1 0-1 0 0,0 0 1 0 0,0 0 0 0 0,1 0 0 0 0,-1 0 0 0 0,2-1 0 0 0,-1 1 0 0 0,1-1 0 0 0,0 1-1 0 0,1-1 1 0 0,0 0 0 0 0,7 10 0 0 0,-5-11 5 0 0,1 0-1 0 0,-1 0 1 0 0,2 0 0 0 0,-1-1 0 0 0,0 0-1 0 0,1 0 1 0 0,0-1 0 0 0,0 0 0 0 0,1 0-1 0 0,-1-1 1 0 0,1 0 0 0 0,0 0 0 0 0,-1-1-1 0 0,1-1 1 0 0,0 1 0 0 0,0-1 0 0 0,10-1-1 0 0,2 1-7 0 0,1-2 0 0 0,-1 0-1 0 0,0-1 1 0 0,0-1-1 0 0,-1-1 1 0 0,28-9 0 0 0,-26 5 2 0 0,-1 0 1 0 0,-1-1 0 0 0,1-1 0 0 0,-2-1 0 0 0,1-1-1 0 0,-2-1 1 0 0,22-17 0 0 0,-27 18 5 0 0,-1-1 1 0 0,0 0-1 0 0,0 0 1 0 0,-2-1-1 0 0,1-1 1 0 0,-2 0-1 0 0,0 0 0 0 0,-1-1 1 0 0,12-30-1 0 0,-10 13 8 0 0,9-53-1 0 0,-8 42-90 0 0,-10 42 51 0 0,1 4-63 0 0,-1-1 90 0 0,0 1-1 0 0,0 0 1 0 0,0 0-1 0 0,0 0 0 0 0,0 1 1 0 0,0-1-1 0 0,-1 0 0 0 0,1 0 1 0 0,-1 0-1 0 0,1 1 1 0 0,-1-1-1 0 0,0 4 0 0 0,2 5-6 0 0,25 144-9 0 0,-4-14 117 0 0,-6-57 257 0 0,-17-82-21 0 0,1-5-330 0 0,0 1 1 0 0,0-1-1 0 0,0 0 0 0 0,-1 1 1 0 0,1-1-1 0 0,-1 0 1 0 0,1 1-1 0 0,-1-1 1 0 0,0-5-1 0 0,0 8-2 0 0,2-31 18 0 0,1 1 0 0 0,2-1 0 0 0,1 1-1 0 0,12-35 1 0 0,-12 48-27 0 0,0 1-1 0 0,2 0 0 0 0,0 0 0 0 0,0 0 0 0 0,2 1 0 0 0,0 0 0 0 0,0 1 0 0 0,20-20 0 0 0,-27 32 7 0 0,-1-1-1 0 0,1 1 0 0 0,0-1 0 0 0,-1 1 0 0 0,1 0 0 0 0,0 1 0 0 0,1-1 0 0 0,-1 0 0 0 0,0 1 1 0 0,0 0-1 0 0,1-1 0 0 0,-1 1 0 0 0,0 0 0 0 0,1 1 0 0 0,-1-1 0 0 0,6 0 0 0 0,-4 3 4 0 0,0-1-1 0 0,0 0 1 0 0,-1 1-1 0 0,1 0 1 0 0,0 0-1 0 0,-1 0 0 0 0,0 1 1 0 0,1-1-1 0 0,-1 1 1 0 0,0 0-1 0 0,-1 0 1 0 0,1 0-1 0 0,0 1 1 0 0,4 5-1 0 0,-3-2 48 0 0,0 1 0 0 0,-1-1 0 0 0,0 1 0 0 0,0 0 0 0 0,-1 0 0 0 0,0 0-1 0 0,4 14 1 0 0,-1 9 252 0 0,-2 0 0 0 0,-1 0-1 0 0,-1 49 1 0 0,-2-76-272 0 0,-7 248 831 0 0,7-251-860 0 0,0 0 1 0 0,1 1-1 0 0,-1-1 1 0 0,0 0-1 0 0,0 0 1 0 0,1 0 0 0 0,-1 0-1 0 0,0 0 1 0 0,1 0-1 0 0,-1 0 1 0 0,1 0-1 0 0,0 0 1 0 0,-1 0 0 0 0,1 0-1 0 0,0 0 1 0 0,-1 0-1 0 0,1-1 1 0 0,0 1-1 0 0,0 0 1 0 0,0 0 0 0 0,0-1-1 0 0,0 1 1 0 0,0 0-1 0 0,0-1 1 0 0,0 1-1 0 0,0-1 1 0 0,0 0 0 0 0,0 1-1 0 0,0-1 1 0 0,0 0-1 0 0,0 1 1 0 0,0-1-1 0 0,1 0 1 0 0,-1 0 0 0 0,0 0-1 0 0,0 0 1 0 0,0 0-1 0 0,2-1 1 0 0,4 1-104 0 0,0-1 1 0 0,1 0 0 0 0,-1 0 0 0 0,7-3-1 0 0,-11 4-5 0 0,10-4-668 0 0,0-1 1 0 0,0 0 0 0 0,-1 0 0 0 0,0-1 0 0 0,15-10 0 0 0,25-20-5255 0 0,-33 20 1751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42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95 8 0 0,'-4'-1'2104'0'0,"-45"-4"5213"0"0,45 4-5972 0 0,1 1-803 0 0,2 0-514 0 0,1 0 1 0 0,-1 0-1 0 0,1 0 1 0 0,-1 0-1 0 0,1 0 1 0 0,-1 0-1 0 0,1 0 1 0 0,-1 0 0 0 0,1 0-1 0 0,-1-1 1 0 0,1 1-1 0 0,-1 0 1 0 0,1 0-1 0 0,-1-1 1 0 0,1 1-1 0 0,-1 0 1 0 0,1 0-1 0 0,-1-1 1 0 0,1 1-1 0 0,-1-1 1 0 0,1 1-1 0 0,5-7 968 0 0,23-6-446 0 0,19-2-612 0 0,79-15 1 0 0,-72 20-2107 0 0,-15 2-2881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56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23 679 476 0 0,'0'0'4457'0'0,"-12"-22"1714"0"0,3 4-2820 0 0,7 4-3143 0 0,24-12-101 0 0,43-39-1 0 0,3-4-102 0 0,-44 41-7 0 0,-1-2 1 0 0,26-43-1 0 0,-39 56-11 0 0,-1-1 0 0 0,0 0 0 0 0,-2 0 0 0 0,0 0 0 0 0,-1-1-1 0 0,5-26 1 0 0,-10 35 8 0 0,0-1 0 0 0,0 1 0 0 0,-1-1-1 0 0,0 1 1 0 0,-1-1 0 0 0,0 1 0 0 0,-4-17-1 0 0,3 22 1 0 0,1 0-1 0 0,-1 1 1 0 0,1-1-1 0 0,-1 0 0 0 0,-1 1 1 0 0,1-1-1 0 0,0 1 0 0 0,-1 0 1 0 0,0 0-1 0 0,0 0 0 0 0,-1 0 1 0 0,1 0-1 0 0,-1 1 1 0 0,1 0-1 0 0,-1-1 0 0 0,0 1 1 0 0,-7-3-1 0 0,6 4-24 0 0,-13 0 33 0 0,-5 6 4 0 0,16-1-4 0 0,0 0 0 0 0,0 1 0 0 0,0 0 0 0 0,0 0 0 0 0,1 1-1 0 0,0-1 1 0 0,0 1 0 0 0,0 1 0 0 0,0-1 0 0 0,1 1 0 0 0,0 0 0 0 0,0 0-1 0 0,1 1 1 0 0,-1 0 0 0 0,2-1 0 0 0,-1 1 0 0 0,-3 9 0 0 0,4-4-7 0 0,2-10 5 0 0,0 0 0 0 0,1 1 1 0 0,-1-1-1 0 0,1 1 0 0 0,0-1 0 0 0,-1 1 0 0 0,1-1 1 0 0,0 1-1 0 0,1-1 0 0 0,-1 1 0 0 0,0-1 0 0 0,1 0 0 0 0,-1 1 1 0 0,2 2-1 0 0,0 0 0 0 0,0-3 1 0 0,0 0-1 0 0,-1 0 0 0 0,1 0 0 0 0,0 0 0 0 0,0 0 0 0 0,0-1 1 0 0,0 1-1 0 0,0-1 0 0 0,1 1 0 0 0,-1-1 0 0 0,0 0 1 0 0,1 0-1 0 0,-1 0 0 0 0,0 0 0 0 0,1 0 0 0 0,0-1 1 0 0,-1 1-1 0 0,1-1 0 0 0,-1 1 0 0 0,5-1 0 0 0,20 4 4 0 0,-25-4-4 0 0,40-3 2 0 0,17 1-10 0 0,-54 2 8 0 0,40 1-6 0 0,73 9 1 0 0,-113-9 13 0 0,-3-1-8 0 0,1 1 1 0 0,0 0-1 0 0,-1 0 1 0 0,1 0-1 0 0,-1 1 1 0 0,1-1-1 0 0,-1 0 0 0 0,4 4 1 0 0,-1-1-1 0 0,-4-3 3 0 0,0-1-1 0 0,-1 1 1 0 0,1 0 0 0 0,-1 0 0 0 0,1 0-1 0 0,-1 0 1 0 0,0 0 0 0 0,1 0-1 0 0,-1 0 1 0 0,0 0 0 0 0,0 0-1 0 0,0-1 1 0 0,0 1 0 0 0,1 0 0 0 0,-1 0-1 0 0,-1 0 1 0 0,1 0 0 0 0,0 0-1 0 0,0 0 1 0 0,0 0 0 0 0,0 0-1 0 0,-1 0 1 0 0,1 0 0 0 0,-1 1 0 0 0,-8 22 30 0 0,-2-3 47 0 0,-2 0 0 0 0,0-2 0 0 0,-27 33-1 0 0,-11 14 56 0 0,44-58-128 0 0,1 1 0 0 0,0 0 1 0 0,1 1-1 0 0,0-1 0 0 0,1 1 0 0 0,0 0 1 0 0,0 0-1 0 0,1 1 0 0 0,0-1 1 0 0,1 0-1 0 0,-2 16 0 0 0,4-24-3 0 0,0 0-1 0 0,1-1 1 0 0,-1 1 0 0 0,0 0 0 0 0,1 0-1 0 0,-1-1 1 0 0,1 1 0 0 0,-1 0-1 0 0,1-1 1 0 0,0 1 0 0 0,0 0 0 0 0,-1-1-1 0 0,1 1 1 0 0,0-1 0 0 0,1 1-1 0 0,-1-1 1 0 0,0 0 0 0 0,0 1 0 0 0,1-1-1 0 0,-1 0 1 0 0,0 0 0 0 0,1 0-1 0 0,-1 0 1 0 0,1 0 0 0 0,0 0 0 0 0,-1 0-1 0 0,1-1 1 0 0,0 1 0 0 0,-1-1-1 0 0,1 1 1 0 0,2 0 0 0 0,3 0 5 0 0,0 0 0 0 0,-1-1-1 0 0,1 1 1 0 0,0-1 0 0 0,0 0 0 0 0,12-3 0 0 0,14-3 0 0 0,-1-3 0 0 0,1 0 0 0 0,-1-2 0 0 0,-1-2 0 0 0,0 0 0 0 0,36-23 0 0 0,-33 16-5 0 0,-2-2-1 0 0,0-2 1 0 0,-1-1 0 0 0,-1-1-1 0 0,27-33 1 0 0,-48 50-1 0 0,0-2 0 0 0,-1 1 0 0 0,-1-1 0 0 0,0-1 0 0 0,0 1 0 0 0,-1-1 0 0 0,-1 0 0 0 0,0-1 0 0 0,0 1 0 0 0,-2-1 0 0 0,1 0 0 0 0,1-17 0 0 0,-4 25-13 0 0,-1 3 4 0 0,0 1-1 0 0,0-1 0 0 0,1 0 1 0 0,-1 0-1 0 0,-1 0 1 0 0,1 0-1 0 0,0 0 0 0 0,0 0 1 0 0,-1 0-1 0 0,1 1 1 0 0,-1-1-1 0 0,1 0 0 0 0,-3-3 1 0 0,-9-11-41 0 0,7 14 33 0 0,3 2 5 0 0,0 0 9 0 0,1 0 0 0 0,-1-1 0 0 0,0 1 0 0 0,0 0 0 0 0,1 0 0 0 0,-1 0 0 0 0,0 0 0 0 0,0 0 0 0 0,1 1 0 0 0,-1-1 0 0 0,0 1 0 0 0,0-1 0 0 0,1 1 0 0 0,-1-1 0 0 0,0 1 0 0 0,-2 1-1 0 0,-23 16 13 0 0,11-4 18 0 0,0 1 0 0 0,2 1 0 0 0,-1 0-1 0 0,2 1 1 0 0,0 1 0 0 0,1 0 0 0 0,1 1 0 0 0,0 0-1 0 0,2 0 1 0 0,0 1 0 0 0,1 0 0 0 0,2 1 0 0 0,0 0 0 0 0,-4 23-1 0 0,8-32-19 0 0,1 0-1 0 0,0-1 0 0 0,1 1 1 0 0,1 0-1 0 0,-1 0 0 0 0,2 0 0 0 0,0 0 1 0 0,0 0-1 0 0,6 17 0 0 0,-5-23-1 0 0,-1 0 0 0 0,1 0 0 0 0,0 0-1 0 0,1 0 1 0 0,-1-1 0 0 0,1 1 0 0 0,0-1-1 0 0,0 0 1 0 0,1-1 0 0 0,0 1 0 0 0,-1-1-1 0 0,2 0 1 0 0,-1 0 0 0 0,0 0-1 0 0,1-1 1 0 0,-1 1 0 0 0,1-1 0 0 0,12 4-1 0 0,0-2-7 0 0,-1-1 0 0 0,1-1-1 0 0,0 0 1 0 0,0-2 0 0 0,0 0-1 0 0,0 0 1 0 0,0-2-1 0 0,0 0 1 0 0,0-1 0 0 0,20-6-1 0 0,-3 0-250 0 0,-1-3-1 0 0,0 0 1 0 0,0-3-1 0 0,33-18 1 0 0,-49 23 141 0 0,-1-1 1 0 0,0-1-1 0 0,-1-1 0 0 0,-1 0 1 0 0,1-1-1 0 0,-2 0 0 0 0,0-1 1 0 0,-1-1-1 0 0,0 0 0 0 0,-1-1 1 0 0,-1-1-1 0 0,-1 0 0 0 0,0 0 1 0 0,-1-1-1 0 0,-1 0 0 0 0,0 0 1 0 0,-2-1-1 0 0,0 0 0 0 0,-1 0 1 0 0,4-31-1 0 0,-6 17 1020 0 0,-2 0 0 0 0,-5-66 0 0 0,1 93 938 0 0,0 25-891 0 0,0 30 161 0 0,-19 411 2856 0 0,-27-2-2982 0 0,44-410-840 0 0,-91 480 684 0 0,59-387-610 0 0,36-139-424 0 0,-6-1-766 0 0,6-1 854 0 0,0 0 1 0 0,1 0-1 0 0,-1 0 0 0 0,1 0 0 0 0,-1 1 0 0 0,1-1 1 0 0,-1-1-1 0 0,0 1 0 0 0,1 0 0 0 0,-1 0 0 0 0,1 0 0 0 0,-1 0 1 0 0,1 0-1 0 0,-1 0 0 0 0,1-1 0 0 0,-1 1 0 0 0,1 0 0 0 0,-1 0 1 0 0,1-1-1 0 0,-1 1 0 0 0,1 0 0 0 0,-1-1 0 0 0,1 1 0 0 0,-1-1 1 0 0,1 1-1 0 0,0 0 0 0 0,-1-1 0 0 0,1 1 0 0 0,0-1 0 0 0,-1 1 1 0 0,1-1-1 0 0,0 1 0 0 0,0-1 0 0 0,-1 0 0 0 0,1 1 0 0 0,0-1 1 0 0,0 1-1 0 0,0-1 0 0 0,0 0 0 0 0,-3-9-1669 0 0,0 1 0 0 0,1-1 0 0 0,0 0 0 0 0,1 0 0 0 0,0-13 0 0 0,-1-5-4946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56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2 282 312 0 0,'-1'-13'986'0'0,"0"0"1"0"0,1 0-1 0 0,1 0 0 0 0,0 0 0 0 0,0 0 1 0 0,5-16-1 0 0,-4 21-720 0 0,1 0-1 0 0,1 1 1 0 0,-1-1 0 0 0,1 0 0 0 0,0 1-1 0 0,1 0 1 0 0,0 0 0 0 0,0 0-1 0 0,0 1 1 0 0,11-10 0 0 0,-4 6-78 0 0,-1 1 1 0 0,1 1 0 0 0,0 0-1 0 0,1 1 1 0 0,0 0-1 0 0,0 1 1 0 0,1 0-1 0 0,-1 1 1 0 0,1 1-1 0 0,0 0 1 0 0,28-4 0 0 0,-27 6-18 0 0,1 1 1 0 0,-1 0 0 0 0,0 1-1 0 0,0 1 1 0 0,0 0 0 0 0,0 1-1 0 0,0 1 1 0 0,0 0 0 0 0,0 1 0 0 0,-1 1-1 0 0,20 8 1 0 0,-29-10-66 0 0,0-1 0 0 0,-1 1 0 0 0,1 0 0 0 0,-1 0-1 0 0,1 1 1 0 0,-1-1 0 0 0,0 1 0 0 0,-1 0 0 0 0,1 0 0 0 0,0 0 0 0 0,-1 0 0 0 0,0 1 0 0 0,0 0 0 0 0,-1-1-1 0 0,1 1 1 0 0,-1 0 0 0 0,0 0 0 0 0,2 6 0 0 0,-3-4-5 0 0,0 0 1 0 0,0 0-1 0 0,-1 0 1 0 0,1 0-1 0 0,-2 1 0 0 0,1-1 1 0 0,-1 0-1 0 0,0 0 1 0 0,0 0-1 0 0,-1 0 0 0 0,0 0 1 0 0,0 0-1 0 0,-4 8 1 0 0,-4 7 36 0 0,-2 1 0 0 0,0-1 0 0 0,-1-1 0 0 0,-27 33 0 0 0,28-41-60 0 0,1 0 0 0 0,-1-1 0 0 0,-1-1 0 0 0,0 0 0 0 0,-1-1 0 0 0,0 0 0 0 0,-28 14 0 0 0,34-20-49 0 0,0-1 0 0 0,0-1 0 0 0,-1 0-1 0 0,1 0 1 0 0,0 0 0 0 0,-1-1-1 0 0,1-1 1 0 0,-1 1 0 0 0,1-1 0 0 0,-1-1-1 0 0,1 1 1 0 0,-1-2 0 0 0,1 1-1 0 0,-11-4 1 0 0,18 5-99 0 0,-1 0-1 0 0,0-1 1 0 0,1 1 0 0 0,-1-1-1 0 0,0 0 1 0 0,1 1-1 0 0,-1-1 1 0 0,1 0 0 0 0,-1 0-1 0 0,1 0 1 0 0,-1 0-1 0 0,1 0 1 0 0,0 0 0 0 0,-1 0-1 0 0,1-1 1 0 0,0 1-1 0 0,0 0 1 0 0,0-1 0 0 0,0 1-1 0 0,0-1 1 0 0,0 1-1 0 0,0-1 1 0 0,1 1 0 0 0,-1-1-1 0 0,1 1 1 0 0,-1-1 0 0 0,1 0-1 0 0,-1 0 1 0 0,1 1-1 0 0,0-1 1 0 0,0 0 0 0 0,0-2-1 0 0,1 0-259 0 0,-1 1-1 0 0,1-1 0 0 0,0 1 0 0 0,1 0 1 0 0,-1-1-1 0 0,0 1 0 0 0,1 0 1 0 0,0 0-1 0 0,0 0 0 0 0,0 0 1 0 0,0 0-1 0 0,0 1 0 0 0,1-1 0 0 0,2-2 1 0 0,22-15-4850 0 0,-12 8 408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57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205 144 1188 0 0,'-2'1'2001'0'0,"-37"29"5297"0"0,4 2-4304 0 0,34-30-2912 0 0,-1-1 0 0 0,1 1 0 0 0,0 0 0 0 0,0-1 1 0 0,0 1-1 0 0,0 0 0 0 0,0 0 0 0 0,0-1 0 0 0,1 1 1 0 0,-1 0-1 0 0,1 0 0 0 0,-1 0 0 0 0,1 0 0 0 0,0 0 1 0 0,-1 0-1 0 0,1 0 0 0 0,0 0 0 0 0,0 0 0 0 0,1 0 1 0 0,-1 0-1 0 0,0 0 0 0 0,1 0 0 0 0,-1 0 0 0 0,1 0 1 0 0,-1 0-1 0 0,1-1 0 0 0,0 1 0 0 0,0 0 0 0 0,0 0 1 0 0,0-1-1 0 0,0 1 0 0 0,0 0 0 0 0,1-1 0 0 0,-1 1 1 0 0,0-1-1 0 0,1 0 0 0 0,2 3 0 0 0,0-2-16 0 0,-1 0 0 0 0,1 1 0 0 0,1-1 0 0 0,-1 0 0 0 0,0-1 0 0 0,0 1 0 0 0,1-1 0 0 0,-1 0 0 0 0,1 0 0 0 0,-1 0 0 0 0,1-1 0 0 0,-1 0 0 0 0,1 1 0 0 0,-1-2 0 0 0,1 1 0 0 0,0 0 0 0 0,-1-1 1 0 0,1 0-1 0 0,5-2 0 0 0,-6 2-41 0 0,1 0-11 0 0,1 0 0 0 0,-1-1 0 0 0,0 0 1 0 0,1 0-1 0 0,-1-1 0 0 0,0 0 0 0 0,0 0 0 0 0,-1 0 0 0 0,1 0 0 0 0,-1-1 0 0 0,1 1 0 0 0,-1-1 0 0 0,0 0 0 0 0,6-8 0 0 0,-5 4-9 0 0,1 1 0 0 0,-1-2-1 0 0,-1 1 1 0 0,0-1 0 0 0,0 1 0 0 0,0-1-1 0 0,3-13 1 0 0,-6 15-6 0 0,1-1-1 0 0,-1 1 1 0 0,0 0 0 0 0,-1 0 0 0 0,0-1-1 0 0,0 1 1 0 0,-1 0 0 0 0,0-1-1 0 0,0 1 1 0 0,0 0 0 0 0,-1 0 0 0 0,-3-8-1 0 0,4 12 2 0 0,-1-1-1 0 0,0 0 0 0 0,0 1 0 0 0,0 0 1 0 0,-1-1-1 0 0,1 1 0 0 0,-1 0 0 0 0,0 0 0 0 0,1 1 1 0 0,-1-1-1 0 0,-1 0 0 0 0,1 1 0 0 0,0 0 1 0 0,-1 0-1 0 0,1 0 0 0 0,-1 0 0 0 0,1 0 1 0 0,-1 1-1 0 0,0 0 0 0 0,0 0 0 0 0,1 0 0 0 0,-1 0 1 0 0,0 0-1 0 0,0 1 0 0 0,0-1 0 0 0,-7 2 1 0 0,4-1 1 0 0,1 1 1 0 0,0 0 0 0 0,-1 0 0 0 0,1 1 0 0 0,0-1 0 0 0,0 2-1 0 0,0-1 1 0 0,0 1 0 0 0,0-1 0 0 0,1 1 0 0 0,-1 1-1 0 0,1-1 1 0 0,-7 7 0 0 0,-3 3 8 0 0,2 0 1 0 0,0 1-1 0 0,-14 17 0 0 0,13-12 40 0 0,0 0-1 0 0,1 2 0 0 0,1-1 1 0 0,-10 24-1 0 0,18-36-34 0 0,1-1-1 0 0,0 1 0 0 0,1 0 1 0 0,0 0-1 0 0,0 0 0 0 0,0 0 1 0 0,1 1-1 0 0,0-1 1 0 0,1 0-1 0 0,0 0 0 0 0,0 1 1 0 0,1-1-1 0 0,0 0 0 0 0,1 0 1 0 0,3 12-1 0 0,-3-15 10 0 0,1-1-1 0 0,-1 1 1 0 0,1-1-1 0 0,0 0 1 0 0,0 0 0 0 0,1-1-1 0 0,-1 1 1 0 0,1-1-1 0 0,0 1 1 0 0,0-1 0 0 0,0 0-1 0 0,0 0 1 0 0,0-1-1 0 0,1 1 1 0 0,-1-1-1 0 0,1 0 1 0 0,-1-1 0 0 0,1 1-1 0 0,0-1 1 0 0,0 1-1 0 0,8 0 1 0 0,6 0 17 0 0,0 0 0 0 0,0-1-1 0 0,0 0 1 0 0,24-4 0 0 0,-6-1 12 0 0,0-2 0 0 0,-1-2-1 0 0,54-19 1 0 0,-11-4-3257 0 0,-35 12-6861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58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526 729 1124 0 0,'1'-3'2053'0'0,"0"0"-1597"0"0,0-1 0 0 0,0 1 0 0 0,0-1 0 0 0,-1 1 0 0 0,1-1 0 0 0,-1 1 0 0 0,0-1 0 0 0,0 1 0 0 0,0-1 0 0 0,0 1 0 0 0,-1-1 0 0 0,1 1 0 0 0,-1-1 0 0 0,0 1 0 0 0,0 0 0 0 0,-2-4 0 0 0,1 2-86 0 0,-1 0-1 0 0,0 0 1 0 0,0 0-1 0 0,0 0 1 0 0,-1 1-1 0 0,0-1 1 0 0,0 1-1 0 0,0 0 1 0 0,-7-4-1 0 0,3 1-166 0 0,-1 2 0 0 0,0-1 0 0 0,0 1 0 0 0,-1 1-1 0 0,1-1 1 0 0,-1 2 0 0 0,0-1 0 0 0,0 2 0 0 0,0-1 0 0 0,-21-2 0 0 0,16 6-154 0 0,0-1 1 0 0,-1 2-1 0 0,1 0 1 0 0,0 0-1 0 0,0 2 1 0 0,0 0-1 0 0,1 0 1 0 0,-1 2-1 0 0,1-1 1 0 0,0 2 0 0 0,1 0-1 0 0,-1 1 1 0 0,-16 12-1 0 0,18-11-30 0 0,1 0-1 0 0,-1 1 0 0 0,2 0 1 0 0,-1 1-1 0 0,1 0 1 0 0,1 1-1 0 0,0 0 1 0 0,1 0-1 0 0,0 1 0 0 0,1 0 1 0 0,1 0-1 0 0,0 1 1 0 0,-9 28-1 0 0,14-36-3 0 0,0 0 0 0 0,0 0 0 0 0,0 0 0 0 0,0 1 0 0 0,1-1-1 0 0,1 0 1 0 0,-1 1 0 0 0,1-1 0 0 0,0 0 0 0 0,3 11 0 0 0,-3-14-6 0 0,0 1 0 0 0,1-1 1 0 0,0 1-1 0 0,0-1 0 0 0,0 0 0 0 0,0 1 0 0 0,0-1 0 0 0,1 0 0 0 0,-1 0 1 0 0,1-1-1 0 0,0 1 0 0 0,0-1 0 0 0,0 1 0 0 0,0-1 0 0 0,0 0 1 0 0,1 0-1 0 0,-1 0 0 0 0,6 2 0 0 0,3 0-1 0 0,1-1 0 0 0,0 0 0 0 0,-1 0 0 0 0,1-1 0 0 0,0-1 0 0 0,0 0 0 0 0,0-1 0 0 0,0 0 1 0 0,0-1-1 0 0,0-1 0 0 0,0 0 0 0 0,-1 0 0 0 0,1-1 0 0 0,-1-1 0 0 0,1 0 0 0 0,14-8 0 0 0,-15 6-14 0 0,0 0 0 0 0,0 0 1 0 0,-1-1-1 0 0,0-1 0 0 0,0 0 0 0 0,-1 0 1 0 0,0-1-1 0 0,-1-1 0 0 0,0 1 0 0 0,0-2 1 0 0,-1 1-1 0 0,0-1 0 0 0,-1 0 0 0 0,0 0 0 0 0,10-24 1 0 0,-14 27 1 0 0,4-37 2 0 0,-3 17-7 0 0,-5 18 12 0 0,-4 14 37 0 0,-4 15 27 0 0,4-6 25 0 0,0 1 1 0 0,2 0-1 0 0,-1 0 0 0 0,2 0 1 0 0,-1 19-1 0 0,1 1 71 0 0,4 34-1 0 0,-1-56-138 0 0,0-1 1 0 0,1 0-1 0 0,0 1 0 0 0,1-1 0 0 0,8 19 0 0 0,-10-26-13 0 0,1-1 0 0 0,-1 1 1 0 0,1 0-1 0 0,0-1 0 0 0,0 0 0 0 0,0 1 0 0 0,1-1 1 0 0,-1 0-1 0 0,1 0 0 0 0,0-1 0 0 0,0 1 1 0 0,0 0-1 0 0,0-1 0 0 0,0 0 0 0 0,1 0 0 0 0,-1 0 1 0 0,1 0-1 0 0,-1 0 0 0 0,1-1 0 0 0,4 2 0 0 0,2-1 0 0 0,1-1 0 0 0,-1 0-1 0 0,1-1 1 0 0,0 0-1 0 0,-1 0 1 0 0,1-1-1 0 0,-1-1 1 0 0,1 1 0 0 0,11-5-1 0 0,-7 1-3 0 0,0-1-1 0 0,0 0 1 0 0,-1-1 0 0 0,0-1-1 0 0,22-16 1 0 0,-17 9-63 0 0,0-1 1 0 0,-1 0-1 0 0,-1-2 1 0 0,-1 0 0 0 0,0-1-1 0 0,-2 0 1 0 0,0-1-1 0 0,12-23 1 0 0,-4-4-21 0 0,-1 0 0 0 0,-3-1 0 0 0,-2 0-1 0 0,-1-2 1 0 0,7-52 0 0 0,-9 14-53 0 0,-4 1 0 0 0,-2-97 0 0 0,-7 181 130 0 0,-7 12 0 0 0,4-3 8 0 0,0 0 0 0 0,1 0 0 0 0,-1 0 0 0 0,1 1-1 0 0,-2 9 1 0 0,-1 6 33 0 0,-25 101 483 0 0,17-63-256 0 0,-5 18 84 0 0,-32 153 374 0 0,43-183-616 0 0,1 0-1 0 0,2 88 1 0 0,4-124-88 0 0,1 1 0 0 0,0-1 0 0 0,1 1-1 0 0,1-1 1 0 0,0 0 0 0 0,8 21 0 0 0,-8-28-11 0 0,-1 0 0 0 0,1 1-1 0 0,1-1 1 0 0,-1-1 0 0 0,0 1 0 0 0,1 0 0 0 0,0-1-1 0 0,0 0 1 0 0,1 0 0 0 0,-1 0 0 0 0,1 0 0 0 0,0-1-1 0 0,0 0 1 0 0,0 0 0 0 0,0 0 0 0 0,8 3 0 0 0,-1-3-5 0 0,-1 0 1 0 0,1 0-1 0 0,0-1 0 0 0,0-1 1 0 0,0 0-1 0 0,1 0 1 0 0,-1-1-1 0 0,0-1 1 0 0,0 0-1 0 0,0-1 1 0 0,0 0-1 0 0,22-7 1 0 0,-10 1-4 0 0,-2 0 1 0 0,1-2 0 0 0,-1-1-1 0 0,-1 0 1 0 0,31-23 0 0 0,-35 22-11 0 0,-1-1-1 0 0,-1-1 1 0 0,0-1 0 0 0,-1 0 0 0 0,0-1-1 0 0,-1 0 1 0 0,16-29 0 0 0,-23 36 1 0 0,-1-1 1 0 0,-1 0-1 0 0,0-1 1 0 0,0 1-1 0 0,-1-1 0 0 0,3-21 1 0 0,-5 25 2 0 0,-1-1 0 0 0,1 1 0 0 0,-2 0 0 0 0,1 0 1 0 0,-1-1-1 0 0,0 1 0 0 0,-1 0 0 0 0,1 0 0 0 0,-2 0 1 0 0,1 0-1 0 0,-5-10 0 0 0,5 14 0 0 0,-1-1 1 0 0,1 0-1 0 0,-1 1 1 0 0,1-1-1 0 0,-1 1 1 0 0,-4-4 0 0 0,6 6 0 0 0,0 0 1 0 0,-1 0 0 0 0,1-1-1 0 0,-1 1 1 0 0,0 0 0 0 0,1 0-1 0 0,-1 1 1 0 0,0-1 0 0 0,1 0 0 0 0,-1 0-1 0 0,0 1 1 0 0,0-1 0 0 0,0 1-1 0 0,1 0 1 0 0,-1-1 0 0 0,0 1 0 0 0,0 0-1 0 0,-3 0 1 0 0,-1 1-1 0 0,0 1 1 0 0,0 0-1 0 0,0 0 0 0 0,0 0 1 0 0,0 1-1 0 0,1-1 0 0 0,-1 2 0 0 0,1-1 1 0 0,0 0-1 0 0,-1 1 0 0 0,-4 5 1 0 0,3-2 6 0 0,-1 1 0 0 0,1 0 0 0 0,1 1 0 0 0,-1-1 0 0 0,1 1 0 0 0,-5 12 0 0 0,4-6 5 0 0,0 0-1 0 0,1 1 0 0 0,1 0 0 0 0,0 0 1 0 0,1 0-1 0 0,1 1 0 0 0,0-1 0 0 0,0 26 1 0 0,3-35-18 0 0,1 0 1 0 0,-1 0 0 0 0,1 0-1 0 0,0 0 1 0 0,1 0 0 0 0,-1-1 0 0 0,1 1-1 0 0,1 0 1 0 0,-1-1 0 0 0,1 1-1 0 0,1-1 1 0 0,-1 0 0 0 0,1 0-1 0 0,8 11 1 0 0,-5-11-134 0 0,-1 0 0 0 0,1 0-1 0 0,0-1 1 0 0,0 0 0 0 0,0 0-1 0 0,1-1 1 0 0,-1 1 0 0 0,1-2-1 0 0,0 1 1 0 0,0-1 0 0 0,15 3-1 0 0,14 2-613 0 0,0-1-1 0 0,0-2 0 0 0,0-2 0 0 0,1-1 0 0 0,-1-3 0 0 0,1 0 0 0 0,60-12 1 0 0,-56 5 281 0 0,0-2 1 0 0,-1-2 0 0 0,0-1-1 0 0,-1-3 1 0 0,-1-1 0 0 0,54-31 0 0 0,-74 35 450 0 0,0 0 1 0 0,0-1-1 0 0,-1-1 1 0 0,16-18-1 0 0,-27 26 208 0 0,0-1 1 0 0,0 0-1 0 0,0-1 1 0 0,-1 0-1 0 0,-1 0 0 0 0,0 0 1 0 0,0 0-1 0 0,0-1 0 0 0,-1 0 1 0 0,-1 0-1 0 0,3-10 0 0 0,-5 15-30 0 0,0 1-1 0 0,-1 0 0 0 0,0-1 0 0 0,1 1 0 0 0,-1 0 1 0 0,-1-1-1 0 0,1 1 0 0 0,-1-1 0 0 0,1 1 0 0 0,-1 0 0 0 0,0 0 1 0 0,-1-1-1 0 0,1 1 0 0 0,-1 0 0 0 0,0 0 0 0 0,0 0 1 0 0,0 1-1 0 0,-1-1 0 0 0,1 0 0 0 0,-1 1 0 0 0,-4-5 0 0 0,2 3 10 0 0,-1 1 0 0 0,1 1 0 0 0,-1-1 0 0 0,0 1 0 0 0,0 0 0 0 0,0 0-1 0 0,0 0 1 0 0,0 1 0 0 0,-1 0 0 0 0,1 0 0 0 0,-1 1 0 0 0,0 0-1 0 0,-8-1 1 0 0,2 2-55 0 0,-1 0-1 0 0,0 1 0 0 0,1 0 0 0 0,-1 1 1 0 0,1 1-1 0 0,0 0 0 0 0,0 0 1 0 0,0 2-1 0 0,0 0 0 0 0,0 0 1 0 0,1 1-1 0 0,0 0 0 0 0,0 1 0 0 0,1 1 1 0 0,0 0-1 0 0,-11 10 0 0 0,9-6-64 0 0,0 0 1 0 0,1 0-1 0 0,1 1 0 0 0,0 0 0 0 0,1 1 0 0 0,0 1 1 0 0,1-1-1 0 0,1 1 0 0 0,0 1 0 0 0,1 0 0 0 0,1 0 1 0 0,-6 22-1 0 0,10-30-24 0 0,1 0 0 0 0,-1 1 0 0 0,2-1-1 0 0,-1 1 1 0 0,1-1 0 0 0,1 1 0 0 0,-1-1 0 0 0,2 0 0 0 0,-1 1 0 0 0,4 10 0 0 0,-4-15-12 0 0,1 0 0 0 0,-1 0 0 0 0,1 0 0 0 0,0 0 0 0 0,1 0 0 0 0,-1 0 0 0 0,1-1 0 0 0,-1 1 1 0 0,1-1-1 0 0,0 0 0 0 0,0 0 0 0 0,1 0 0 0 0,-1 0 0 0 0,1-1 0 0 0,-1 1 0 0 0,1-1 0 0 0,0 0 0 0 0,0 0 1 0 0,0 0-1 0 0,0 0 0 0 0,5 1 0 0 0,4 0-2 0 0,1-1 0 0 0,0 0 1 0 0,-1-1-1 0 0,1-1 0 0 0,0 0 1 0 0,-1-1-1 0 0,1 0 0 0 0,0-1 1 0 0,-1-1-1 0 0,0 0 0 0 0,1-1 0 0 0,-1 0 1 0 0,0-1-1 0 0,-1 0 0 0 0,1-1 1 0 0,-1-1-1 0 0,13-9 0 0 0,-5 3-7 0 0,-1-1 0 0 0,0-1-1 0 0,-1-1 1 0 0,-1 0 0 0 0,-1-2 0 0 0,0 0-1 0 0,-1 0 1 0 0,-1-2 0 0 0,14-23 0 0 0,-12 11-13 0 0,-2-1 1 0 0,0-1-1 0 0,-3 1 1 0 0,0-2 0 0 0,-3 0-1 0 0,0 0 1 0 0,2-41-1 0 0,-5 11-10 0 0,-3 1 0 0 0,-3-1 0 0 0,-10-68 0 0 0,8 108 19 0 0,0-5-4 0 0,-1-1 1 0 0,-1 1-1 0 0,-17-51 1 0 0,22 80 6 0 0,0 1 1 0 0,0-1 0 0 0,0 1 0 0 0,0 0-1 0 0,0-1 1 0 0,-1 1 0 0 0,1-1 0 0 0,0 1 0 0 0,0 0-1 0 0,-1-1 1 0 0,1 1 0 0 0,0 0 0 0 0,0-1 0 0 0,-1 1-1 0 0,1 0 1 0 0,0-1 0 0 0,-1 1 0 0 0,1 0-1 0 0,-1 0 1 0 0,1-1 0 0 0,0 1 0 0 0,-1 0 0 0 0,1 0-1 0 0,-1 0 1 0 0,1 0 0 0 0,0-1 0 0 0,-1 1 0 0 0,1 0-1 0 0,-1 0 1 0 0,1 0 0 0 0,-1 0 0 0 0,1 0-1 0 0,0 0 1 0 0,-1 0 0 0 0,1 0 0 0 0,-1 0 0 0 0,1 1-1 0 0,-1-1 1 0 0,1 0 0 0 0,-1 0 0 0 0,1 0 0 0 0,0 0-1 0 0,-1 0 1 0 0,1 1 0 0 0,0-1 0 0 0,-1 0-1 0 0,1 0 1 0 0,-1 1 0 0 0,-14 16 11 0 0,9-4 3 0 0,1 0 0 0 0,0 1 1 0 0,1 0-1 0 0,0 0 0 0 0,1 0 0 0 0,-2 18 0 0 0,-2 88 421 0 0,7-114-399 0 0,0 120 936 0 0,29 206 1 0 0,4-153-533 0 0,-24-144-310 0 0,2 0 0 0 0,30 65 0 0 0,-40-98-224 0 0,0 1 0 0 0,0-1 0 0 0,1 0 0 0 0,-1 0 0 0 0,1 1 0 0 0,-1-1 0 0 0,1 0 0 0 0,0 0 0 0 0,0 0 0 0 0,0-1 0 0 0,0 1 0 0 0,0 0 0 0 0,0-1 0 0 0,0 1 0 0 0,1-1 0 0 0,-1 0 0 0 0,0 0 0 0 0,1 0 0 0 0,-1 0 0 0 0,1 0 0 0 0,0 0 0 0 0,-1-1 0 0 0,1 1 0 0 0,-1-1 0 0 0,1 0 1 0 0,0 0-1 0 0,2 0 0 0 0,-1 0-507 0 0,-1-1 1 0 0,1 0-1 0 0,-1 0 1 0 0,0 0-1 0 0,1-1 1 0 0,-1 1-1 0 0,0-1 1 0 0,0 1-1 0 0,0-1 1 0 0,0 0 0 0 0,0 0-1 0 0,-1-1 1 0 0,1 1-1 0 0,0 0 1 0 0,-1-1-1 0 0,0 0 1 0 0,0 1-1 0 0,0-1 1 0 0,3-6 0 0 0,4-7-6350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59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0 1656 0 0,'-371'54'13277'0'0,"361"-52"-11886"0"0,28-3-1058 0 0,34-3-224 0 0,326-24-999 0 0,-126 23-8139 0 0,-202 6 4586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3:59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3096 0 0,'13'9'5481'0'0,"12"11"3212"0"0,-15-15-9227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05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170 168 1660 0 0,'0'0'5125'0'0,"-11"8"-1828"0"0,11-7-3194 0 0,0 1 1 0 0,0-1 0 0 0,0 1 0 0 0,0-1-1 0 0,0 1 1 0 0,0-1 0 0 0,0 1 0 0 0,1-1-1 0 0,-1 1 1 0 0,0-1 0 0 0,1 0 0 0 0,-1 1-1 0 0,1-1 1 0 0,0 0 0 0 0,-1 1 0 0 0,1-1-1 0 0,0 0 1 0 0,0 0 0 0 0,0 0 0 0 0,0 1-1 0 0,0-1 1 0 0,0 0 0 0 0,0 0-1 0 0,0 0 1 0 0,0-1 0 0 0,0 1 0 0 0,1 0-1 0 0,-1 0 1 0 0,0-1 0 0 0,1 1 0 0 0,-1 0-1 0 0,0-1 1 0 0,1 0 0 0 0,-1 1 0 0 0,1-1-1 0 0,-1 0 1 0 0,3 1 0 0 0,2-1 19 0 0,-1 1 0 0 0,1-1 0 0 0,0 1 0 0 0,0-2 0 0 0,0 1 0 0 0,0-1 0 0 0,-1 0 0 0 0,12-3 0 0 0,6-4-7 0 0,0-2 0 0 0,0-1 1 0 0,-1-1-1 0 0,0 0 0 0 0,35-29 1 0 0,-51 37-96 0 0,-1-1 1 0 0,-1 0 0 0 0,1 0-1 0 0,8-11 1 0 0,-12 15-20 0 0,0-1 0 0 0,0 0 0 0 0,0 1 0 0 0,0-1 0 0 0,0 0-1 0 0,-1 0 1 0 0,1 1 0 0 0,-1-1 0 0 0,1 0 0 0 0,-1 0 0 0 0,1 0 0 0 0,-1 0 0 0 0,0 0 0 0 0,0 0 0 0 0,0 0 0 0 0,0 0-1 0 0,0 1 1 0 0,0-1 0 0 0,-1 0 0 0 0,1 0 0 0 0,-1 0 0 0 0,1 0 0 0 0,-2-3 0 0 0,1 4-2 0 0,1-1 1 0 0,-1 0-1 0 0,0 1 0 0 0,1 0 1 0 0,-1-1-1 0 0,0 1 0 0 0,0-1 1 0 0,0 1-1 0 0,0 0 1 0 0,0 0-1 0 0,0-1 0 0 0,0 1 1 0 0,0 0-1 0 0,-1 0 1 0 0,-2-2-1 0 0,1 2 0 0 0,0-1-3 0 0,1 1 1 0 0,-1-1 0 0 0,1 1-1 0 0,-1 0 1 0 0,0 0 0 0 0,1 0-1 0 0,-1 1 1 0 0,0-1 0 0 0,0 1-1 0 0,1-1 1 0 0,-1 1-1 0 0,0 0 1 0 0,0 0 0 0 0,-5 1-1 0 0,1-1-2 0 0,1 1-1 0 0,-1 1 1 0 0,0-1-1 0 0,-12 5 0 0 0,2 3 3 0 0,0 0-1 0 0,0 1 1 0 0,1 1-1 0 0,1 0 0 0 0,0 1 1 0 0,0 1-1 0 0,1 0 0 0 0,1 1 1 0 0,0 1-1 0 0,1 0 0 0 0,-14 22 1 0 0,3 0 18 0 0,2 1 0 0 0,1 1 0 0 0,-27 80 0 0 0,36-88-17 0 0,1 0 0 0 0,2 1 0 0 0,1 0 0 0 0,2 0 0 0 0,1 1 0 0 0,1 0 0 0 0,2-1 0 0 0,4 39 0 0 0,-2-62 31 0 0,0-1 0 0 0,0 1 0 0 0,1-1 0 0 0,1 0 0 0 0,-1 0 0 0 0,1 0 0 0 0,1 0-1 0 0,-1-1 1 0 0,1 1 0 0 0,1-1 0 0 0,-1 0 0 0 0,1 0 0 0 0,1-1 0 0 0,-1 1 0 0 0,1-1 0 0 0,0 0 0 0 0,0-1 0 0 0,1 1 0 0 0,0-1 0 0 0,0 0-1 0 0,0-1 1 0 0,0 0 0 0 0,1 0 0 0 0,-1-1 0 0 0,1 0 0 0 0,0 0 0 0 0,0 0 0 0 0,1-1 0 0 0,-1-1 0 0 0,0 1 0 0 0,10-1 0 0 0,8-1 24 0 0,0-1 0 0 0,0-1 0 0 0,0-2 0 0 0,-1 0 0 0 0,49-17 0 0 0,-12-1-2709 0 0,67-35 0 0 0,-100 40-1161 0 0,-3-1-1818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06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46 2524 0 0,'-5'-4'1678'0'0,"0"1"-1"0"0,0 0 0 0 0,1-1 0 0 0,-1 0 1 0 0,-5-6-1 0 0,8 8-1148 0 0,5 1-427 0 0,-1-1 1 0 0,0 1-1 0 0,1 0 0 0 0,-1 0 0 0 0,1 0 1 0 0,-1 1-1 0 0,1-1 0 0 0,0 1 0 0 0,-1-1 0 0 0,1 1 1 0 0,0 0-1 0 0,-1 0 0 0 0,1 0 0 0 0,0 0 1 0 0,-1 0-1 0 0,1 1 0 0 0,0-1 0 0 0,-1 1 1 0 0,1 0-1 0 0,4 1 0 0 0,8 4 158 0 0,0-1 1 0 0,15 9-1 0 0,-21-9-200 0 0,0 0-1 0 0,-1 0 0 0 0,0 1 0 0 0,0 0 1 0 0,0 1-1 0 0,-1 0 0 0 0,0 0 1 0 0,0 0-1 0 0,-1 1 0 0 0,0 0 0 0 0,0 0 1 0 0,-1 0-1 0 0,0 1 0 0 0,-1 0 0 0 0,0 0 1 0 0,6 18-1 0 0,-6-12-31 0 0,-1-1 0 0 0,0 1 0 0 0,-1 0 0 0 0,-1 0 0 0 0,0 0 0 0 0,-1-1 0 0 0,-1 1 0 0 0,0 0 0 0 0,-1 0 1 0 0,-6 23-1 0 0,3-21 6 0 0,0 0 0 0 0,-1-1 0 0 0,0 1 0 0 0,-1-1 1 0 0,-13 19-1 0 0,7-20 52 0 0,13-15-84 0 0,-1 0 0 0 0,1 0 0 0 0,-1 0 1 0 0,1 1-1 0 0,-1-1 0 0 0,1 0 0 0 0,-1 0 1 0 0,1 0-1 0 0,-1 0 0 0 0,1 0 0 0 0,-1 0 1 0 0,1-1-1 0 0,-1 1 0 0 0,1 0 0 0 0,-1 0 1 0 0,1 0-1 0 0,0 0 0 0 0,-1 0 0 0 0,1-1 0 0 0,-1 1 1 0 0,1 0-1 0 0,-1-1 0 0 0,1 1 0 0 0,0 0 1 0 0,-1-1-1 0 0,0 0-1 0 0,1 0 0 0 0,0 0 0 0 0,-1 0 0 0 0,1 0 0 0 0,0 0 0 0 0,0 0 0 0 0,0 0-1 0 0,0 0 1 0 0,0 1 0 0 0,0-1 0 0 0,0 0 0 0 0,0 0 0 0 0,0 0 0 0 0,0 0 0 0 0,0 0 0 0 0,1 0 0 0 0,0-2 0 0 0,-1 3 1 0 0,3-13-1 0 0,0 1 1 0 0,1 0-1 0 0,1 0 1 0 0,0 0-1 0 0,0 1 1 0 0,2 0-1 0 0,11-18 1 0 0,-3 5 0 0 0,101-138-44 0 0,-34 53-12 0 0,-44 53 70 0 0,-37 54-17 0 0,-1 2-10 0 0,0-1 11 0 0,0 1 0 0 0,0 0 0 0 0,0-1 0 0 0,0 1 0 0 0,0 0 0 0 0,0-1 1 0 0,0 1-1 0 0,0 0 0 0 0,0-1 0 0 0,0 1 0 0 0,0 0 0 0 0,0 0 0 0 0,0-1 0 0 0,0 1 0 0 0,-1 0 1 0 0,1-1-1 0 0,0 1 0 0 0,0 0 0 0 0,0 0 0 0 0,-1-1 0 0 0,1 1 0 0 0,0 0 0 0 0,0 0 0 0 0,0-1 1 0 0,-1 1-1 0 0,1 0 0 0 0,0 0 0 0 0,-1 0 0 0 0,1 0 0 0 0,0 0 0 0 0,0-1 0 0 0,-1 1 0 0 0,1 0 1 0 0,0 0-1 0 0,-1 0 0 0 0,1 0 0 0 0,-1 0 0 0 0,-15 5 4 0 0,-12 16 12 0 0,12-6-5 0 0,1 2 0 0 0,1-1 0 0 0,0 2 0 0 0,1 0 0 0 0,1 0 0 0 0,-17 37-1 0 0,21-39-8 0 0,2 0 0 0 0,0 1 0 0 0,0-1-1 0 0,2 1 1 0 0,0 1 0 0 0,1-1-1 0 0,1 0 1 0 0,0 1 0 0 0,2 19 0 0 0,0-29 7 0 0,1 0 0 0 0,1 0 1 0 0,-1 0-1 0 0,1 0 1 0 0,1 0-1 0 0,0 0 1 0 0,0-1-1 0 0,0 1 1 0 0,1-1-1 0 0,0 0 0 0 0,0 0 1 0 0,1 0-1 0 0,0-1 1 0 0,0 1-1 0 0,0-1 1 0 0,1 0-1 0 0,0-1 0 0 0,0 1 1 0 0,9 5-1 0 0,-6-5 6 0 0,1-1 0 0 0,0 1-1 0 0,0-2 1 0 0,0 1 0 0 0,1-1 0 0 0,-1-1-1 0 0,1 0 1 0 0,0-1 0 0 0,0 0-1 0 0,0 0 1 0 0,0-1 0 0 0,0 0 0 0 0,19-2-1 0 0,-8-1-957 0 0,-1-1-1 0 0,35-10 1 0 0,-45 9-883 0 0,0 0 1 0 0,0 0-1 0 0,17-10 0 0 0,-7 1-3801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06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1 828 0 0,'15'22'16824'0'0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08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186 421 1872 0 0,'1'-4'1546'0'0,"18"-51"5507"0"0,-18 53-6508 0 0,7-21 1362 0 0,-6 46-1656 0 0,-1 0 0 0 0,-2 0 0 0 0,0 0 0 0 0,-6 29 0 0 0,-24 95 514 0 0,28-133-718 0 0,-109 386 833 0 0,73-271-703 0 0,17-57 776 0 0,21-70-567 0 0,1-16-252 0 0,-1 9-117 0 0,1 0-1 0 0,0-1 1 0 0,1 1-1 0 0,-1 0 1 0 0,2-6 0 0 0,105-411 121 0 0,32 8-270 0 0,1 116 13 0 0,-118 254 70 0 0,-21 42 47 0 0,-1 1 0 0 0,1 0 0 0 0,0 0 0 0 0,0 0 1 0 0,0 0-1 0 0,-1 0 0 0 0,1 0 0 0 0,0 0 0 0 0,0 0 1 0 0,0 0-1 0 0,1 0 0 0 0,1-1 0 0 0,-1 2 3 0 0,0 0-1 0 0,0 1 1 0 0,0-1-1 0 0,0 1 0 0 0,0-1 1 0 0,-1 1-1 0 0,1 0 1 0 0,0-1-1 0 0,0 1 1 0 0,0 0-1 0 0,-1 0 0 0 0,1 0 1 0 0,0 1-1 0 0,-1-1 1 0 0,1 0-1 0 0,-1 1 1 0 0,0-1-1 0 0,1 1 1 0 0,-1-1-1 0 0,0 1 0 0 0,0-1 1 0 0,0 1-1 0 0,2 3 1 0 0,1 5 11 0 0,0-1-1 0 0,-1 1 1 0 0,4 14 0 0 0,-4-12 28 0 0,9 36 397 0 0,-3 1-1 0 0,6 69 1 0 0,-6 103 800 0 0,-9-181-1034 0 0,0 226 950 0 0,3 85-560 0 0,-2-320-504 0 0,1-1 0 0 0,9 38 0 0 0,-11-67-136 0 0,1 0-1 0 0,-1 0 1 0 0,1 0 0 0 0,-1-1-1 0 0,1 1 1 0 0,0 0-1 0 0,-1 0 1 0 0,1 0-1 0 0,0-1 1 0 0,0 1 0 0 0,0 0-1 0 0,-1-1 1 0 0,1 1-1 0 0,0-1 1 0 0,0 1-1 0 0,0-1 1 0 0,0 1-1 0 0,0-1 1 0 0,0 0 0 0 0,0 1-1 0 0,0-1 1 0 0,0 0-1 0 0,0 0 1 0 0,0 0-1 0 0,0 1 1 0 0,0-1-1 0 0,0 0 1 0 0,0-1 0 0 0,0 1-1 0 0,0 0 1 0 0,0 0-1 0 0,0 0 1 0 0,0-1-1 0 0,0 1 1 0 0,0 0 0 0 0,0-1-1 0 0,0 1 1 0 0,1-1-1 0 0,10-9-1293 0 0,-1 0 0 0 0,0 0 0 0 0,16-19 0 0 0,-22 21-99 0 0,1 1 0 0 0,-2-1 0 0 0,1 0 0 0 0,5-14 0 0 0,-1-2-4037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08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108 109 2132 0 0,'-67'16'8974'0'0,"65"-15"-8280"0"0,-33 5 1566 0 0,32-6-1536 0 0,5-1-664 0 0,18-10-137 0 0,1 2 0 0 0,-1 0 1 0 0,2 2-1 0 0,39-10 0 0 0,-36 10-382 0 0,169-49-6595 0 0,-144 41 2511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09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 1140 0 0,'-36'29'8640'0'0,"23"-17"-5830"0"0,5-4-1646 0 0,8-8-1155 0 0,0 0-1 0 0,0 0 1 0 0,0 0-1 0 0,0 0 1 0 0,0 0-1 0 0,0 0 1 0 0,0 0-1 0 0,0 0 1 0 0,-1 0-1 0 0,1 0 1 0 0,0 0-1 0 0,0 0 1 0 0,0 0 0 0 0,0 0-1 0 0,0 0 1 0 0,0 0-1 0 0,0 0 1 0 0,0 0-1 0 0,0 0 1 0 0,0 1-1 0 0,0-1 1 0 0,0 0-1 0 0,0 0 1 0 0,0 0-1 0 0,0 0 1 0 0,0 0-1 0 0,0 0 1 0 0,0 0-1 0 0,0 0 1 0 0,0 0-1 0 0,0 0 1 0 0,0 0-1 0 0,0 1 1 0 0,0-1-1 0 0,0 0 1 0 0,0 0-1 0 0,0 0 1 0 0,0 0-1 0 0,0 0 1 0 0,0 0-1 0 0,0 0 1 0 0,0 0-1 0 0,0 0 1 0 0,0 0-1 0 0,0 0 1 0 0,0 1-1 0 0,0-1 1 0 0,0 0-1 0 0,0 0 1 0 0,0 0 0 0 0,0 0-1 0 0,0 0 1 0 0,1 0-1 0 0,-1 0 1 0 0,0 0-1 0 0,0 0 1 0 0,0 0-1 0 0,0 0 1 0 0,0 0-1 0 0,0 0 1 0 0,0 0-1 0 0,0 0 1 0 0,33-2 147 0 0,0-2 1 0 0,51-14-1 0 0,-3 2-1009 0 0,-71 14 498 0 0,24-3-2381 0 0,-8 4-2215 0 0,-10 1 1490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09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44 2128 0 0,'-91'78'11090'0'0,"68"-61"-9803"0"0,21-15-1082 0 0,2-2-182 0 0,0 0-1 0 0,0 1 1 0 0,0-1-1 0 0,0 0 1 0 0,0 1-1 0 0,0-1 1 0 0,0 0-1 0 0,-1 1 1 0 0,1-1-1 0 0,0 0 1 0 0,0 1-1 0 0,0-1 1 0 0,0 0-1 0 0,0 1 1 0 0,1-1-1 0 0,-1 0 1 0 0,0 1-1 0 0,0-1 1 0 0,0 0-1 0 0,0 1 1 0 0,0-1-1 0 0,0 0 1 0 0,1 1-1 0 0,-1-1 1 0 0,0 0-1 0 0,0 0 1 0 0,0 1-1 0 0,1-1 1 0 0,-1 0-1 0 0,0 0 1 0 0,0 1-1 0 0,1-1 1 0 0,-1 0-1 0 0,0 0 1 0 0,1 1-1 0 0,12-1 120 0 0,0 0 0 0 0,-1-1 0 0 0,1 0 0 0 0,21-5 0 0 0,57-18 63 0 0,-58 15-132 0 0,61-15-10 0 0,57-16-2153 0 0,-53 6-5104 0 0,-64 21 2311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13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26 1316 0 0,'-14'8'15403'0'0,"13"-8"-15358"0"0,1 0 0 0 0,0 0 1 0 0,0 0-1 0 0,0 0 0 0 0,-1 0 1 0 0,1 0-1 0 0,0 0 0 0 0,0 0 0 0 0,0 0 1 0 0,0 0-1 0 0,-1 0 0 0 0,1 0 1 0 0,0 0-1 0 0,0 0 0 0 0,0 0 0 0 0,-1 1 1 0 0,1-1-1 0 0,0 0 0 0 0,0 0 1 0 0,0 0-1 0 0,0 0 0 0 0,0 0 0 0 0,-1 1 1 0 0,1-1-1 0 0,0 0 0 0 0,0 0 1 0 0,0 0-1 0 0,0 0 0 0 0,0 1 0 0 0,0-1 1 0 0,0 0-1 0 0,0 0 0 0 0,0 0 1 0 0,0 1-1 0 0,0-1 0 0 0,0 0 0 0 0,0 0 1 0 0,0 0-1 0 0,0 1 0 0 0,0-1 1 0 0,0 0-1 0 0,0 0 0 0 0,0 0 0 0 0,0 1 1 0 0,0-1-1 0 0,0 0 0 0 0,0 0 0 0 0,0 0 1 0 0,0 0-1 0 0,0 1 0 0 0,0-1 1 0 0,1 0-1 0 0,14 3 534 0 0,26-4-483 0 0,51-12 124 0 0,21-3-113 0 0,-111 16-94 0 0,42-7 1259 0 0,-16 1-4502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14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51 2320 0 0,'8'-4'2364'0'0,"-1"0"0"0"0,1 0 0 0 0,17-5 0 0 0,-18 7-421 0 0,-4 1-1103 0 0,1-1 1 0 0,-1 0 0 0 0,0 0 0 0 0,1-1 0 0 0,-1 1 0 0 0,0-1 0 0 0,0 1-1 0 0,2-4 1 0 0,-3 4-492 0 0,-4 1-167 0 0,-4 1-147 0 0,0-1 0 0 0,0 1 0 0 0,1 0 1 0 0,-1 0-1 0 0,0 0 0 0 0,0 1 1 0 0,1 0-1 0 0,-1 0 0 0 0,0 1 0 0 0,1-1 1 0 0,0 1-1 0 0,-1 0 0 0 0,1 1 0 0 0,0-1 1 0 0,0 1-1 0 0,-8 6 0 0 0,-9 6-30 0 0,1 1 0 0 0,-24 23 0 0 0,13-8 4 0 0,0 2-1 0 0,3 2 1 0 0,0 0-1 0 0,-29 51 1 0 0,39-54-2 0 0,2 0 0 0 0,1 0 0 0 0,1 2 0 0 0,3 0 0 0 0,-17 64 0 0 0,26-83-5 0 0,1 0 1 0 0,0 0-1 0 0,1 0 0 0 0,0 0 1 0 0,2 1-1 0 0,0-1 0 0 0,0 0 1 0 0,1 0-1 0 0,6 20 0 0 0,-6-28 6 0 0,0 0 0 0 0,1 0 0 0 0,0-1 0 0 0,0 1 0 0 0,1-1 0 0 0,0 1 0 0 0,0-1 0 0 0,0 0 0 0 0,1-1 0 0 0,0 1 0 0 0,0-1 0 0 0,0 0 0 0 0,1 0 0 0 0,0 0-1 0 0,0-1 1 0 0,0 0 0 0 0,0 0 0 0 0,1-1 0 0 0,-1 1 0 0 0,1-2 0 0 0,7 4 0 0 0,-3-4 9 0 0,-1 0 1 0 0,0 0-1 0 0,0 0 1 0 0,1-2-1 0 0,-1 1 0 0 0,1-1 1 0 0,-1-1-1 0 0,1 0 0 0 0,-1 0 1 0 0,0-1-1 0 0,1 0 1 0 0,14-6-1 0 0,-21 7-4 0 0,1-1 0 0 0,0 0 0 0 0,0 0-1 0 0,-1-1 1 0 0,1 1 0 0 0,-1-1 0 0 0,0 0 0 0 0,0 0 0 0 0,0-1 0 0 0,0 1-1 0 0,0-1 1 0 0,-1 0 0 0 0,1 0 0 0 0,-1 0 0 0 0,0 0 0 0 0,-1 0 0 0 0,1-1 0 0 0,-1 0-1 0 0,1 1 1 0 0,-1-1 0 0 0,-1 0 0 0 0,1 0 0 0 0,-1 0 0 0 0,0 0 0 0 0,0 0-1 0 0,0 0 1 0 0,-1-7 0 0 0,0 9-10 0 0,0-1-1 0 0,0 1 1 0 0,0 0 0 0 0,-1-1-1 0 0,0 1 1 0 0,0-1 0 0 0,0 1-1 0 0,0 0 1 0 0,0 0-1 0 0,-1 0 1 0 0,1-1 0 0 0,-1 1-1 0 0,0 1 1 0 0,0-1 0 0 0,-3-4-1 0 0,1 3-1 0 0,-1 0 0 0 0,1 1 1 0 0,0-1-1 0 0,-1 1 0 0 0,0 0 0 0 0,1 1 0 0 0,-1-1 0 0 0,-10-3 0 0 0,-3 1-3 0 0,0 1-1 0 0,0 0 1 0 0,-1 2-1 0 0,-30-2 0 0 0,21 4-125 0 0,0 0-1 0 0,-48 8 1 0 0,64-6-501 0 0,0 0-1 0 0,1 1 1 0 0,-1 0-1 0 0,1 1 1 0 0,0 0 0 0 0,0 1-1 0 0,1 1 1 0 0,-20 12 0 0 0,21-7-1656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15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79 174 1264 0 0,'3'-13'8921'0'0,"-2"12"-8624"0"0,-1-1 0 0 0,1 1 1 0 0,-1-1-1 0 0,0 0 0 0 0,1 1 1 0 0,-1-1-1 0 0,0 0 0 0 0,0 1 0 0 0,0-1 1 0 0,0 0-1 0 0,0 1 0 0 0,-1-1 1 0 0,1 0-1 0 0,0 1 0 0 0,-1-1 0 0 0,0-2 1 0 0,0 3-26 0 0,0-2-169 0 0,0 1-1 0 0,0 0 1 0 0,0 0 0 0 0,1-1 0 0 0,-1 1-1 0 0,0-1 1 0 0,1 1 0 0 0,0-1 0 0 0,0 1-1 0 0,-1 0 1 0 0,1-1 0 0 0,1 1 0 0 0,0-5 0 0 0,1 1-84 0 0,1 0 0 0 0,0 0 0 0 0,0 0 0 0 0,0 1 1 0 0,1 0-1 0 0,0-1 0 0 0,0 1 0 0 0,0 1 0 0 0,7-6 1 0 0,-8 6-25 0 0,1 1 0 0 0,0 0 1 0 0,0 1-1 0 0,0-1 0 0 0,0 1 1 0 0,0-1-1 0 0,0 1 1 0 0,1 0-1 0 0,-1 1 0 0 0,1-1 1 0 0,0 1-1 0 0,-1 0 0 0 0,1 0 1 0 0,7 0-1 0 0,-7-1-2 0 0,37 6-18 0 0,-34-2 27 0 0,-1-1-1 0 0,1 1 1 0 0,0 0 0 0 0,-1 1 0 0 0,0 0 0 0 0,0 0 0 0 0,0 1 0 0 0,0 0 0 0 0,0 0 0 0 0,-1 0 0 0 0,1 1 0 0 0,-1 0 0 0 0,0 0 0 0 0,-1 1 0 0 0,1-1 0 0 0,-1 1 0 0 0,0 0 0 0 0,-1 1 0 0 0,1-1 0 0 0,-1 1 0 0 0,-1 0 0 0 0,1 0 0 0 0,-1 0 0 0 0,0 1 0 0 0,-1-1 0 0 0,0 1 0 0 0,0-1 0 0 0,-1 1 0 0 0,1 0-1 0 0,-2 0 1 0 0,1-1 0 0 0,-1 1 0 0 0,0 0 0 0 0,-1 0 0 0 0,0 0 0 0 0,-2 8 0 0 0,-3 7 35 0 0,-1-1 0 0 0,-1 0 0 0 0,0-1 0 0 0,-2 0 0 0 0,-1-1 0 0 0,-23 36-1 0 0,-96 104 544 0 0,87-109-364 0 0,-79 82 296 0 0,121-133-509 0 0,1 0 0 0 0,-1 1 0 0 0,1-1 0 0 0,0 0 0 0 0,-1 1 0 0 0,1-1 0 0 0,0 0 0 0 0,-1 1 0 0 0,1-1 0 0 0,0 1 0 0 0,-1-1 0 0 0,1 1-1 0 0,0-1 1 0 0,0 0 0 0 0,0 1 0 0 0,0-1 0 0 0,-1 1 0 0 0,1-1 0 0 0,0 1 0 0 0,0-1 0 0 0,0 1 0 0 0,0-1 0 0 0,0 1 0 0 0,0-1 0 0 0,0 1 0 0 0,0-1-1 0 0,0 1 1 0 0,0-1 0 0 0,1 1 0 0 0,-1-1 0 0 0,0 1 0 0 0,0-1 0 0 0,0 1 0 0 0,1-1 0 0 0,-1 1 0 0 0,0-1 0 0 0,0 0 0 0 0,1 1 0 0 0,-1-1 0 0 0,0 1-1 0 0,1-1 1 0 0,-1 0 0 0 0,1 1 0 0 0,-1-1 0 0 0,0 0 0 0 0,1 1 0 0 0,-1-1 0 0 0,1 0 0 0 0,-1 0 0 0 0,1 0 0 0 0,-1 1 0 0 0,1-1 0 0 0,-1 0 0 0 0,1 0 0 0 0,-1 0-1 0 0,1 0 1 0 0,-1 0 0 0 0,1 0 0 0 0,-1 0 0 0 0,1 0 0 0 0,-1 0 0 0 0,1 0 0 0 0,-1 0 0 0 0,1 0 0 0 0,0-1 0 0 0,339-47 154 0 0,-197 23-139 0 0,550-69 91 0 0,-630 86-99 0 0,-33 6-244 0 0,11-2-22 0 0,-28 1-3589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18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117 250 968 0 0,'-24'-33'20458'0'0,"20"29"-20827"0"0,2 3 598 0 0,-7-8-28 0 0,3 5-159 0 0,-35-37 127 0 0,24 23-182 0 0,15 17 9 0 0,-6-7-113 0 0,8 8 116 0 0,0 0-1 0 0,-1 0 1 0 0,1 0 0 0 0,0 0-1 0 0,0 0 1 0 0,0-1 0 0 0,-1 1-1 0 0,1 0 1 0 0,0 0 0 0 0,0 0 0 0 0,0-1-1 0 0,0 1 1 0 0,0 0 0 0 0,-1 0-1 0 0,1-1 1 0 0,0 1 0 0 0,0 0-1 0 0,0 0 1 0 0,0-1 0 0 0,0 1-1 0 0,0 0 1 0 0,0 0 0 0 0,0-1-1 0 0,0 1 1 0 0,0 0 0 0 0,0 0-1 0 0,0-1 1 0 0,0 1 0 0 0,0 0-1 0 0,0 0 1 0 0,0-1 0 0 0,0 1-1 0 0,1 0 1 0 0,-1 0 0 0 0,0-1 0 0 0,0 1-1 0 0,0 0 1 0 0,0 0 0 0 0,0 0-1 0 0,1-1 1 0 0,-1 1 0 0 0,0 0-1 0 0,0 0 1 0 0,0 0 0 0 0,1-1-1 0 0,147-33-36 0 0,-93 22 31 0 0,188-52 238 0 0,-241 64-36 0 0,42-10 3043 0 0,-41 9-2882 0 0,-5 15-333 0 0,0 0 0 0 0,0-1-1 0 0,-2 1 1 0 0,1-1 0 0 0,-8 17 0 0 0,-1 5-24 0 0,-89 357 269 0 0,79-297-272 0 0,12-38 55 0 0,8-42-20 0 0,0 0 0 0 0,-1 0 0 0 0,-7 21 1 0 0,8-30-14 0 0,0-1 0 0 0,0 1 0 0 0,1-1 1 0 0,0 1-1 0 0,0 0 0 0 0,1 8 0 0 0,-2 7 77 0 0,1-19-26 0 0,-3 11 158 0 0,3-6-957 0 0,-5-11-1779 0 0,5 3 1987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26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15 178 636 0 0,'-15'-21'14863'0'0,"15"18"-14853"0"0,1-1-1 0 0,-1 1 1 0 0,1 0-1 0 0,-1 0 1 0 0,1-1-1 0 0,0 1 1 0 0,0 0-1 0 0,0 0 1 0 0,0 0 0 0 0,1 0-1 0 0,0 0 1 0 0,-1 1-1 0 0,1-1 1 0 0,0 0-1 0 0,0 1 1 0 0,0-1-1 0 0,0 1 1 0 0,1 0-1 0 0,3-3 1 0 0,4-4 26 0 0,1 0 0 0 0,0 1 0 0 0,17-9 1 0 0,-13 8-40 0 0,0 2 0 0 0,0 0 1 0 0,1 1-1 0 0,0 0 0 0 0,1 1 1 0 0,-1 1-1 0 0,1 1 0 0 0,24-3 1 0 0,-30 6 0 0 0,-1 0 1 0 0,0 0-1 0 0,0 1 1 0 0,1 0-1 0 0,-1 1 1 0 0,0 0-1 0 0,0 1 1 0 0,0 0-1 0 0,-1 0 1 0 0,1 1-1 0 0,-1 1 1 0 0,0-1-1 0 0,0 1 1 0 0,0 1-1 0 0,9 8 1 0 0,-14-11 0 0 0,0 0 0 0 0,0 0 1 0 0,-1 1-1 0 0,1 0 0 0 0,-1 0 0 0 0,0 0 0 0 0,0 0 1 0 0,0 0-1 0 0,-1 0 0 0 0,1 1 0 0 0,-1-1 1 0 0,3 10-1 0 0,-4-8 0 0 0,0 1 1 0 0,-1-1-1 0 0,1 0 0 0 0,-1 0 1 0 0,0 0-1 0 0,-1 1 1 0 0,0-1-1 0 0,0 0 0 0 0,0 0 1 0 0,-2 6-1 0 0,-2 3 16 0 0,-1-1 0 0 0,0 0 1 0 0,-13 21-1 0 0,3-5 76 0 0,15-29-57 0 0,-4 9 123 0 0,-1 3 410 0 0,6-12-563 0 0,0-1 1 0 0,0 0-1 0 0,0 1 0 0 0,0-1 0 0 0,0 1 1 0 0,0-1-1 0 0,1 0 0 0 0,-1 1 1 0 0,0-1-1 0 0,0 1 0 0 0,0-1 0 0 0,0 0 1 0 0,1 1-1 0 0,-1-1 0 0 0,0 0 0 0 0,0 1 1 0 0,1-1-1 0 0,-1 0 0 0 0,0 0 1 0 0,1 1-1 0 0,-1-1 0 0 0,0 0 0 0 0,1 0 1 0 0,-1 0-1 0 0,0 1 0 0 0,1-1 0 0 0,-1 0 1 0 0,0 0-1 0 0,1 0 0 0 0,-1 0 0 0 0,1 0 1 0 0,-1 0-1 0 0,0 0 0 0 0,1 1 1 0 0,3-1-3 0 0,19 9 17 0 0,-17-6-20 0 0,0 0 0 0 0,0 0 0 0 0,0 1 0 0 0,-1-1 1 0 0,1 1-1 0 0,-1 1 0 0 0,0-1 0 0 0,0 1 0 0 0,-1-1 0 0 0,7 9 1 0 0,-3-3 104 0 0,0 1 0 0 0,-1-1 1 0 0,0 1-1 0 0,-1 0 0 0 0,0 1 0 0 0,6 18 1 0 0,-10-25-64 0 0,-1-1 1 0 0,0 1-1 0 0,0-1 1 0 0,-1 1-1 0 0,1-1 1 0 0,-1 1-1 0 0,0-1 1 0 0,0 1-1 0 0,0-1 1 0 0,-1 1-1 0 0,0 0 1 0 0,0-1-1 0 0,0 0 1 0 0,0 1-1 0 0,-1-1 1 0 0,1 0-1 0 0,-1 1 1 0 0,0-1-1 0 0,0 0 1 0 0,-1 0-1 0 0,-4 6 1 0 0,-1-2 168 0 0,0-1 0 0 0,0 0 0 0 0,0 0 0 0 0,-1 0 0 0 0,0-1 0 0 0,0 0-1 0 0,-1-1 1 0 0,1 0 0 0 0,-14 5 0 0 0,9-5-71 0 0,0-1 0 0 0,0 0 0 0 0,-1-1 0 0 0,1 0 0 0 0,-1-1 0 0 0,-18 0 0 0 0,16-2-157 0 0,-1-1 0 0 0,0-1 1 0 0,1-1-1 0 0,-1 0 0 0 0,1-1 0 0 0,0-1 0 0 0,-25-11 0 0 0,32 11-1491 0 0,0 0 0 0 0,0-1 0 0 0,-18-13-1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19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0 124 0 0,'0'0'16939'0'0,"-8"4"-16623"0"0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20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88 1516 0 0,'-9'-7'6360'0'0,"-21"-10"-2570"0"0,29 16-3320 0 0,-12-6 1987 0 0,9 6-2504 0 0,-14-5 3929 0 0,18 6-3857 0 0,0 0 1 0 0,0 0 0 0 0,0 0-1 0 0,0 0 1 0 0,0 0 0 0 0,0-1 0 0 0,0 1-1 0 0,0 0 1 0 0,0 0 0 0 0,0 0-1 0 0,0 0 1 0 0,0 0 0 0 0,0 0-1 0 0,0 0 1 0 0,0 0 0 0 0,0 0-1 0 0,1-1 489 0 0,-1 1-488 0 0,0 0-1 0 0,0-1 1 0 0,0 1 0 0 0,0 0-1 0 0,0 0 1 0 0,0 0 0 0 0,0 0-1 0 0,0 0 1 0 0,1 0 0 0 0,-1 0 0 0 0,0 0-1 0 0,0 0 1 0 0,0 0 0 0 0,0 0-1 0 0,0 0 1 0 0,0 0 0 0 0,16-2-257 0 0,41-2 295 0 0,130-15 16 0 0,-124 10-82 0 0,-16 4 28 0 0,-44 4-20 0 0,0 1-24 0 0,21-5-2154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2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72 1652 0 0,'-1'-2'3451'0'0,"-7"-61"10668"0"0,9 63-14082 0 0,-1 0 1 0 0,0 0-1 0 0,0 0 0 0 0,0 0 0 0 0,0 0 0 0 0,0-1 0 0 0,0 1 0 0 0,0 0 0 0 0,0 0 0 0 0,0 0 0 0 0,0 0 0 0 0,0 0 0 0 0,0-1 0 0 0,0 1 0 0 0,1 0 0 0 0,-1 0 0 0 0,0 0 0 0 0,0 0 0 0 0,0-1 0 0 0,0 1 0 0 0,-1 0 0 0 0,1 0 0 0 0,0 0 1 0 0,0 0-1 0 0,0-1 0 0 0,0 1 0 0 0,0 0 0 0 0,0 0 0 0 0,0 0 0 0 0,0 0 0 0 0,0 0 0 0 0,0-1 0 0 0,0 1 0 0 0,0 0 0 0 0,-1 0 0 0 0,1 0 0 0 0,0 0 0 0 0,0 0 0 0 0,0 0 0 0 0,0 0 0 0 0,0-1 0 0 0,0 1 0 0 0,-1 0 0 0 0,1 0 0 0 0,0 0 1 0 0,0 0-1 0 0,0 0 0 0 0,0 0 0 0 0,-1 0 0 0 0,1 0 0 0 0,0 0 0 0 0,-1 16 415 0 0,4 43-62 0 0,-3 1-1 0 0,-2-1 0 0 0,-2 0 0 0 0,-18 84 0 0 0,-14 22 177 0 0,29-139-462 0 0,4-17 328 0 0,1 1 0 0 0,0 0 0 0 0,-1 20 0 0 0,3-29-427 0 0,1-1 0 0 0,-1 0 0 0 0,1 1 0 0 0,0-1-1 0 0,-1 0 1 0 0,1 0 0 0 0,0 0 0 0 0,0 0 0 0 0,-1 0 0 0 0,1 1 0 0 0,0-1 0 0 0,-1 0 0 0 0,1 0 0 0 0,0-1-1 0 0,-1 1 1 0 0,1 0 0 0 0,0 0 0 0 0,-1 0 0 0 0,1 0 0 0 0,0-1 0 0 0,1 1 0 0 0,13-5 57 0 0,354-106-171 0 0,-352 105 103 0 0,-1 0 1 0 0,0-1-1 0 0,0 0 1 0 0,18-12-1 0 0,-29 16 8 0 0,-1 0-1 0 0,0-1 0 0 0,1 1 0 0 0,-1-1 1 0 0,-1 0-1 0 0,1 0 0 0 0,0 0 0 0 0,-1 0 1 0 0,0 0-1 0 0,0-1 0 0 0,0 0 1 0 0,-1 1-1 0 0,0-1 0 0 0,1 0 0 0 0,-2 0 1 0 0,1 0-1 0 0,-1-1 0 0 0,2-8 0 0 0,-2 6 14 0 0,-1 0 0 0 0,0-1-1 0 0,0 1 1 0 0,-1-1-1 0 0,0 1 1 0 0,0 0 0 0 0,-1 0-1 0 0,0 0 1 0 0,-1 0 0 0 0,0 0-1 0 0,0 0 1 0 0,0 1-1 0 0,-9-14 1 0 0,8 15 14 0 0,-8-13 35 0 0,12 19-62 0 0,0-1 1 0 0,0 1-1 0 0,0-1 1 0 0,-1 1 0 0 0,1 0-1 0 0,0-1 1 0 0,0 1-1 0 0,-1-1 1 0 0,1 1-1 0 0,0 0 1 0 0,-1-1-1 0 0,1 1 1 0 0,0 0-1 0 0,-1-1 1 0 0,1 1 0 0 0,-1 0-1 0 0,1 0 1 0 0,0-1-1 0 0,-1 1 1 0 0,1 0-1 0 0,-1 0 1 0 0,1 0-1 0 0,-1 0 1 0 0,1 0-1 0 0,-1 0 1 0 0,1-1-1 0 0,-2 1 1 0 0,0 3-10 0 0,0 0 0 0 0,0-1 0 0 0,0 1 0 0 0,1 0 0 0 0,-1 0 0 0 0,1 0 0 0 0,-1 0 0 0 0,1 0 0 0 0,0 0-1 0 0,0 0 1 0 0,0 0 0 0 0,1 1 0 0 0,-1-1 0 0 0,0 6 0 0 0,0 57 16 0 0,1-47 74 0 0,19 263 359 0 0,-2-84-2814 0 0,-14-127-696 0 0,1 17-6775 0 0,-1-54 731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31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84 1500 0 0,'0'0'13879'0'0,"-22"-28"-13475"0"0,22 27-378 0 0,-5-4-22 0 0,33-1 0 0 0,0 2 0 0 0,45-2 0 0 0,2 1 0 0 0,223-20-24 0 0,-295 25 30 0 0,-1-1 3 0 0,8 0-4 0 0,-7 1-1 0 0,14 0-4 0 0,-6-1-3 0 0,-8 0 0 0 0,-2 1-1 0 0,0 0 0 0 0,-1 0 0 0 0,1 0 0 0 0,0 0 0 0 0,0 1 0 0 0,-1-1-1 0 0,1 0 1 0 0,0 0 0 0 0,-1 0 0 0 0,1 1 0 0 0,0-1 0 0 0,0 0 0 0 0,-1 1-1 0 0,1-1 1 0 0,0 0 0 0 0,-1 1 0 0 0,1-1 0 0 0,-1 1 0 0 0,1-1-1 0 0,-1 1 1 0 0,1 0 0 0 0,-1-1 0 0 0,1 1 0 0 0,-1-1 0 0 0,1 1 0 0 0,-1 0-1 0 0,0 0 1 0 0,1-1 0 0 0,-1 1 0 0 0,0 0 0 0 0,0-1 0 0 0,0 1 0 0 0,1 0-1 0 0,-1 0 1 0 0,0-1 0 0 0,0 3 0 0 0,0 35 24 0 0,0-25-52 0 0,-7 314 261 0 0,17 107 1300 0 0,-4-263-869 0 0,6 301 261 0 0,0 169-786 0 0,13-51-61 0 0,-21-432-61 0 0,1 587 137 0 0,-13-444-103 0 0,4-195-21 0 0,3-75-10 0 0,0-13-23 0 0,0 1 1 0 0,-4 20-1 0 0,-5 48 32 0 0,8-76-26 0 0,0-2 12 0 0,0 1 1 0 0,1 0 0 0 0,0-1-1 0 0,1 13 1 0 0,-7 88 1699 0 0,7-77-870 0 0,-7 59 0 0 0,-3 13 286 0 0,9-69-929 0 0,-1-14 450 0 0,2-20-126 0 0,-3 8 2322 0 0,3-9-2724 0 0,-1 0-1 0 0,1 0 1 0 0,-1 0 0 0 0,0 0 0 0 0,0 0-1 0 0,1-1 1 0 0,-1 1 0 0 0,0 0-1 0 0,0 0 1 0 0,0-1 0 0 0,0 1 0 0 0,0-1-1 0 0,0 1 1 0 0,0-1 0 0 0,0 1-1 0 0,0-1 1 0 0,0 1 0 0 0,0-1 0 0 0,0 0-1 0 0,-2 1 1 0 0,-28 1-127 0 0,19-2 177 0 0,-374 35-2621 0 0,259-17-2950 0 0,-1 4-4760 0 0,68-11-763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37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10 794 408 0 0,'0'0'1591'0'0,"-8"-37"7396"0"0,7 36-8611 0 0,1 4-359 0 0,0-1 0 0 0,-1 1 0 0 0,1-1 0 0 0,0 1 1 0 0,1 0-1 0 0,-1-1 0 0 0,0 1 0 0 0,1-1 0 0 0,0 4 0 0 0,0-5-6 0 0,1 10 21 0 0,0 0-1 0 0,1 0 1 0 0,0-1-1 0 0,1 0 1 0 0,0 1-1 0 0,1-1 1 0 0,0-1-1 0 0,1 1 1 0 0,13 17-1 0 0,-17-26-8 0 0,-1 0 1 0 0,2 0-1 0 0,-1-1 0 0 0,0 1 0 0 0,0 0 1 0 0,0-1-1 0 0,0 1 0 0 0,0-1 0 0 0,1 0 1 0 0,-1 0-1 0 0,0 1 0 0 0,0-2 0 0 0,0 1 1 0 0,1 0-1 0 0,-1 0 0 0 0,0-1 0 0 0,0 1 0 0 0,0-1 1 0 0,0 0-1 0 0,0 1 0 0 0,3-2 0 0 0,6-5 10 0 0,0 1-1 0 0,0-1 0 0 0,-1-1 0 0 0,0 0 1 0 0,-1 0-1 0 0,1-1 0 0 0,-2 0 0 0 0,1-1 0 0 0,7-10 1 0 0,6-13-14 0 0,29-53 0 0 0,82-196-12 0 0,-16 32 87 0 0,-95 205-64 0 0,32-57 49 0 0,-51 97-70 0 0,-3 4-9 0 0,1 1 0 0 0,-1-1 1 0 0,1 0-1 0 0,-1 1 0 0 0,1-1 0 0 0,0 0 0 0 0,-1 1 0 0 0,1-1 1 0 0,0 1-1 0 0,0-1 0 0 0,-1 1 0 0 0,1-1 0 0 0,0 1 1 0 0,0 0-1 0 0,0-1 0 0 0,-1 1 0 0 0,3 0 0 0 0,0-2 2 0 0,-2 2-1 0 0,0-1-1 0 0,0 1 0 0 0,0 0 1 0 0,0 0-1 0 0,0 0 0 0 0,0 0 1 0 0,0 0-1 0 0,1 0 1 0 0,-1 1-1 0 0,0-1 0 0 0,0 0 1 0 0,0 0-1 0 0,0 1 1 0 0,0-1-1 0 0,0 1 0 0 0,-1-1 1 0 0,1 1-1 0 0,0-1 0 0 0,0 1 1 0 0,0-1-1 0 0,0 1 1 0 0,0 0-1 0 0,-1-1 0 0 0,1 1 1 0 0,0 0-1 0 0,-1 0 1 0 0,1 0-1 0 0,0 0 0 0 0,-1-1 1 0 0,1 1-1 0 0,-1 0 0 0 0,1 2 1 0 0,15 30 74 0 0,-10-11 158 0 0,0 0 0 0 0,-1 0 0 0 0,-2 0 0 0 0,2 37-1 0 0,-6 95 684 0 0,-1-107-770 0 0,-5 120 210 0 0,-1 79 113 0 0,7-251 391 0 0,0-13-809 0 0,-1 0 0 0 0,-8-30-1 0 0,-2 18-50 0 0,0 1 0 0 0,-2 0 0 0 0,-34-51 1 0 0,36 65-8 0 0,0 0 1 0 0,0 0 0 0 0,-1 1 0 0 0,-1 1 0 0 0,-1 0-1 0 0,1 1 1 0 0,-32-19 0 0 0,38 27-9 0 0,-1 0 0 0 0,-1 0 0 0 0,1 1 1 0 0,0 0-1 0 0,-1 1 0 0 0,1-1 0 0 0,-1 2 0 0 0,0 0 0 0 0,0 0 1 0 0,1 0-1 0 0,-1 2 0 0 0,0-1 0 0 0,-10 2 0 0 0,11 0 1 0 0,1-1-1 0 0,0 1 1 0 0,0 0 0 0 0,1 1-1 0 0,-1 0 1 0 0,0 0-1 0 0,1 0 1 0 0,0 1 0 0 0,0 0-1 0 0,0 1 1 0 0,0 0-1 0 0,1 0 1 0 0,-1 0 0 0 0,1 1-1 0 0,-10 12 1 0 0,14-17 14 0 0,1 1-1 0 0,-1 0 1 0 0,1-1 0 0 0,0 1 0 0 0,0 0-1 0 0,0 0 1 0 0,0 0 0 0 0,0 0 0 0 0,0 0-1 0 0,0 0 1 0 0,1 0 0 0 0,-1 0 0 0 0,1 0-1 0 0,-1 0 1 0 0,1 0 0 0 0,0 1 0 0 0,0-1-1 0 0,0 0 1 0 0,0 0 0 0 0,0 0 0 0 0,0 0-1 0 0,1 1 1 0 0,-1-1 0 0 0,1 0 0 0 0,0 0 0 0 0,-1 0-1 0 0,1 0 1 0 0,0 0 0 0 0,0 0 0 0 0,0 0-1 0 0,0-1 1 0 0,1 1 0 0 0,-1 0 0 0 0,0 0-1 0 0,1-1 1 0 0,-1 1 0 0 0,1-1 0 0 0,3 3-1 0 0,1 0 5 0 0,0-1-1 0 0,0 0 1 0 0,0 0-1 0 0,1 0 1 0 0,-1-1 0 0 0,1 1-1 0 0,0-2 1 0 0,-1 1-1 0 0,1-1 1 0 0,13 1-1 0 0,27-2-231 0 0,0-2 1 0 0,-1-2-1 0 0,50-11 0 0 0,21-11-2482 0 0,-3-4-3337 0 0,-73 20 1471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37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78 143 1976 0 0,'-18'-25'8272'0'0,"-4"0"-2371"0"0,21 24-5586 0 0,0 1-309 0 0,1 0-1 0 0,0 0 1 0 0,-1 0-1 0 0,1 0 1 0 0,0 1 0 0 0,-1-1-1 0 0,1 0 1 0 0,0 0-1 0 0,-1 0 1 0 0,1 1-1 0 0,0-1 1 0 0,0 0 0 0 0,-1 1-1 0 0,1-1 1 0 0,0 0-1 0 0,0 0 1 0 0,-1 1-1 0 0,1-1 1 0 0,0 0-1 0 0,0 1 1 0 0,0-1 0 0 0,0 0-1 0 0,0 1 1 0 0,-1-1-1 0 0,1 1 1 0 0,0-1-1 0 0,0 0 1 0 0,0 1 0 0 0,0-1-1 0 0,0 1 1 0 0,0 14 119 0 0,0-11-92 0 0,-12 144 636 0 0,2-32-455 0 0,6-67-170 0 0,0 26-644 0 0,8-27-2571 0 0,1-37 857 0 0</inkml:trace>
  <inkml:trace contextRef="#ctx0" brushRef="#br0" timeOffset="1">480 167 188 0 0,'13'-18'3443'0'0,"0"-1"1"0"0,-1-1-1 0 0,10-23 1 0 0,-22 42-3336 0 0,1 0-1 0 0,0-1 1 0 0,-1 1 0 0 0,1-1 0 0 0,-1 1-1 0 0,0 0 1 0 0,1-1 0 0 0,-1 1 0 0 0,0-1-1 0 0,0 0 1 0 0,0 1 0 0 0,0-1 0 0 0,0 1-1 0 0,0-1 1 0 0,-1 1 0 0 0,1-1 0 0 0,0 1-1 0 0,-1-1 1 0 0,1 1 0 0 0,-1 0 0 0 0,1-1-1 0 0,-1 1 1 0 0,0-1 0 0 0,0 1 0 0 0,0 0-1 0 0,1 0 1 0 0,-3-2 0 0 0,0 1-57 0 0,-1 0 0 0 0,0 0 0 0 0,1 0-1 0 0,-1 1 1 0 0,0-1 0 0 0,0 1 0 0 0,0 0 0 0 0,-1 0 0 0 0,-6-1 0 0 0,8 2-46 0 0,0-1 24 0 0,-15-2 52 0 0,7 1-201 0 0,-12-2 344 0 0,7 4-3246 0 0,13 1 2310 0 0,5 18-6704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38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52 1516 0 0,'9'-8'6400'0'0,"-8"7"-5785"0"0,14-10 4384 0 0,-14 10-4973 0 0,-1 0-1 0 0,0 1 0 0 0,1-1 1 0 0,-1 0-1 0 0,0 1 1 0 0,0-1-1 0 0,0 0 0 0 0,1 1 1 0 0,-1-1-1 0 0,0 0 0 0 0,0 1 1 0 0,0-1-1 0 0,0 0 1 0 0,0 0-1 0 0,0 1 0 0 0,-1-1 1 0 0,1 0-1 0 0,0 1 0 0 0,0-1 1 0 0,0 0-1 0 0,-1 1 0 0 0,1-1 1 0 0,0 0-1 0 0,-1 0 1 0 0,0 0-27 0 0,1 0 2 0 0,-2-2 12 0 0,-11-5-42 0 0,11 8 27 0 0,-3 0-9 0 0,0 1 0 0 0,0 0 0 0 0,1 0 0 0 0,-1 0-1 0 0,0 1 1 0 0,1 0 0 0 0,-1 0 0 0 0,1 0 0 0 0,-1 0 0 0 0,1 1-1 0 0,0 0 1 0 0,0 0 0 0 0,0 0 0 0 0,0 0 0 0 0,1 0 0 0 0,-1 1-1 0 0,-3 4 1 0 0,-3 5 3 0 0,0 0 0 0 0,1 1 0 0 0,-14 27 0 0 0,18-32 8 0 0,0 1 0 0 0,1-1 1 0 0,1 1-1 0 0,0 0 0 0 0,0 0 0 0 0,1 1 0 0 0,0-1 1 0 0,0 0-1 0 0,1 18 0 0 0,1-26 3 0 0,5 5 30 0 0,-5-6-32 0 0,1 0-1 0 0,-1 0 1 0 0,1 0 0 0 0,-1 0 0 0 0,1 0-1 0 0,-1 0 1 0 0,1-1 0 0 0,-1 1 0 0 0,1 0-1 0 0,0 0 1 0 0,0 0 0 0 0,-1-1 0 0 0,1 1-1 0 0,0 0 1 0 0,1 0 0 0 0,26 4 26 0 0,16 1-39 0 0,-37-5 11 0 0,0 0 1 0 0,0 0 0 0 0,0 1-1 0 0,0 0 1 0 0,0 0 0 0 0,-1 0 0 0 0,1 1-1 0 0,-1 0 1 0 0,1 1 0 0 0,-1-1-1 0 0,0 1 1 0 0,0 0 0 0 0,0 1 0 0 0,-1-1-1 0 0,6 7 1 0 0,-7-7 28 0 0,-1 0 0 0 0,0 0 0 0 0,0 0 1 0 0,0 1-1 0 0,-1-1 0 0 0,1 0 0 0 0,-1 1 0 0 0,0 0 1 0 0,-1 0-1 0 0,1-1 0 0 0,-1 1 0 0 0,0 0 0 0 0,0 0 0 0 0,0 0 1 0 0,-1 1-1 0 0,0-1 0 0 0,0 0 0 0 0,0 0 0 0 0,0 0 0 0 0,-1 0 1 0 0,0 0-1 0 0,0 0 0 0 0,0 0 0 0 0,-1 0 0 0 0,0-1 1 0 0,0 1-1 0 0,-3 5 0 0 0,1 0 296 0 0,-2-1 0 0 0,1 1 0 0 0,-1-1 1 0 0,0-1-1 0 0,-1 1 0 0 0,0-1 0 0 0,0-1 0 0 0,-1 1 0 0 0,0-1 1 0 0,0 0-1 0 0,-15 9 0 0 0,19-15-233 0 0,-1 1 0 0 0,1-1 0 0 0,0 0-1 0 0,0 0 1 0 0,-1 0 0 0 0,1 0 0 0 0,0-1 0 0 0,-1 0 0 0 0,1 0 0 0 0,0 0 0 0 0,-1-1-1 0 0,1 1 1 0 0,-1-1 0 0 0,-7-2 0 0 0,7 2-32 0 0,-2 0 6 0 0,1-2-46 0 0,-7-6 48 0 0,-4-3-49 0 0,15 11-151 0 0,1 0-1 0 0,-1 0 1 0 0,1 0 0 0 0,0 0 0 0 0,-1-1 0 0 0,1 1 0 0 0,0 0-1 0 0,0-1 1 0 0,0 1 0 0 0,0-1 0 0 0,0 0 0 0 0,0 1 0 0 0,0-1-1 0 0,1 1 1 0 0,-1-1 0 0 0,1 0 0 0 0,-1-3 0 0 0,-1-21-9905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38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68 2428 0 0,'-32'-50'11237'0'0,"31"49"-10855"0"0,-6-15 616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39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205 187 1144 0 0,'0'0'1386'0'0,"2"-12"2811"0"0,2-34 289 0 0,-4 39-4290 0 0,0 1 0 0 0,-1-1 0 0 0,0 1 0 0 0,0 0 0 0 0,0-1 0 0 0,-1 1 0 0 0,0 0 0 0 0,0 0 0 0 0,-5-10 0 0 0,4 11-80 0 0,0-1 0 0 0,-1 1 0 0 0,1 0 0 0 0,-1 0-1 0 0,0 0 1 0 0,0 0 0 0 0,-10-8 0 0 0,13 13-111 0 0,0-1 1 0 0,-1 0-1 0 0,1 0 1 0 0,-1 1-1 0 0,1-1 1 0 0,-1 1-1 0 0,1-1 1 0 0,-1 1-1 0 0,0-1 1 0 0,1 1-1 0 0,-1 0 1 0 0,0 0-1 0 0,1 0 1 0 0,-1 0-1 0 0,0 0 1 0 0,1 0-1 0 0,-1 1 0 0 0,1-1 1 0 0,-1 0-1 0 0,0 1 1 0 0,1-1-1 0 0,-1 1 1 0 0,1 0-1 0 0,-1-1 1 0 0,1 1-1 0 0,0 0 1 0 0,-1 0-1 0 0,1 0 1 0 0,0 0-1 0 0,-1 0 1 0 0,1 0-1 0 0,0 0 1 0 0,-2 3-1 0 0,-5 6-5 0 0,0 0 1 0 0,0 1-1 0 0,1-1 1 0 0,0 2-1 0 0,1-1 0 0 0,0 1 1 0 0,1 0-1 0 0,-4 12 1 0 0,-1 9 8 0 0,-11 62 0 0 0,18-74-3 0 0,0 0-1 0 0,2 24 1 0 0,1-35 5 0 0,1 0 0 0 0,0 0 0 0 0,0-1 0 0 0,1 1 0 0 0,0 0-1 0 0,7 16 1 0 0,-9-24 0 0 0,1-1-1 0 0,0 1 1 0 0,-1-1-1 0 0,1 1 0 0 0,0-1 1 0 0,0 1-1 0 0,0-1 1 0 0,0 0-1 0 0,0 1 0 0 0,0-1 1 0 0,0 0-1 0 0,0 0 1 0 0,1 0-1 0 0,-1 0 1 0 0,0 0-1 0 0,1 0 0 0 0,-1 0 1 0 0,1 0-1 0 0,-1-1 1 0 0,1 1-1 0 0,-1 0 0 0 0,1-1 1 0 0,-1 1-1 0 0,1-1 1 0 0,0 0-1 0 0,-1 1 0 0 0,1-1 1 0 0,0 0-1 0 0,-1 0 1 0 0,1 0-1 0 0,0 0 1 0 0,-1-1-1 0 0,1 1 0 0 0,0 0 1 0 0,-1-1-1 0 0,1 1 1 0 0,-1-1-1 0 0,1 1 0 0 0,-1-1 1 0 0,1 0-1 0 0,-1 0 1 0 0,1 0-1 0 0,-1 0 0 0 0,2-1 1 0 0,5-3 9 0 0,0-2-1 0 0,0 1 1 0 0,0-1 0 0 0,-1 0-1 0 0,12-15 1 0 0,7-14 204 0 0,25-44 1 0 0,-50 79-226 0 0,-1 1 0 0 0,0 0 0 0 0,0-1 0 0 0,0 1 1 0 0,0-1-1 0 0,1 1 0 0 0,-1 0 0 0 0,0-1 0 0 0,0 1 1 0 0,1 0-1 0 0,-1-1 0 0 0,0 1 0 0 0,0 0 0 0 0,1-1 0 0 0,-1 1 1 0 0,0 0-1 0 0,1 0 0 0 0,-1-1 0 0 0,1 1 0 0 0,-1 0 0 0 0,0 0 1 0 0,1 0-1 0 0,-1-1 0 0 0,1 1 0 0 0,-1 0 0 0 0,1 0 1 0 0,-1 0-1 0 0,0 0 0 0 0,1 0 0 0 0,1 1 0 0 0,0 0 1 0 0,-1 0-1 0 0,0 0 1 0 0,1 0-1 0 0,-1 1 0 0 0,0-1 1 0 0,1 0-1 0 0,-1 1 0 0 0,0-1 1 0 0,0 0-1 0 0,0 1 1 0 0,0 0-1 0 0,0-1 0 0 0,0 1 1 0 0,-1 0-1 0 0,1-1 0 0 0,-1 1 1 0 0,1 0-1 0 0,-1 0 1 0 0,1-1-1 0 0,-1 1 0 0 0,0 0 1 0 0,0 0-1 0 0,0 2 0 0 0,1 6 2 0 0,3 7 10 0 0,-1-4-1 0 0,0 0 0 0 0,1-1 1 0 0,0 0-1 0 0,1 0 1 0 0,1 0-1 0 0,0-1 0 0 0,9 14 1 0 0,-14-23 1 0 0,1 0-1 0 0,0 0 1 0 0,0-1 0 0 0,0 1 0 0 0,0 0 0 0 0,0-1-1 0 0,0 0 1 0 0,0 1 0 0 0,0-1 0 0 0,0 0-1 0 0,1 0 1 0 0,-1 0 0 0 0,1-1 0 0 0,3 2 0 0 0,0-1 13 0 0,0-1 0 0 0,0 1 0 0 0,0-1 1 0 0,0 0-1 0 0,11-3 0 0 0,1 0-118 0 0,-1-2 1 0 0,0 0-1 0 0,19-8 1 0 0,34-19-2241 0 0,-2-1-3719 0 0,-40 19 1392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40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54 461 328 0 0,'-13'3'5697'0'0,"-26"12"2281"0"0,37-14-7347 0 0,4-5-542 0 0,1 1 0 0 0,-1-1-1 0 0,1 1 1 0 0,-1-1 0 0 0,7-4 0 0 0,68-68 94 0 0,-16 18-139 0 0,-3-2 0 0 0,69-91 0 0 0,-95 111-25 0 0,-19 25-43 0 0,-1-1 0 0 0,13-20 0 0 0,-25 35-15 0 0,-2 1-82 0 0,-1 1 116 0 0,0-1 0 0 0,1 1 0 0 0,-1 0 0 0 0,1 0 0 0 0,-1 1 0 0 0,1-1 0 0 0,-1 0 0 0 0,1 1 0 0 0,0 0 0 0 0,0-1 0 0 0,-1 1 0 0 0,1 0 0 0 0,1 0 0 0 0,-4 4 0 0 0,-2 2-7 0 0,2 0 0 0 0,-1 1 0 0 0,-5 12 0 0 0,9-19 11 0 0,1 0 0 0 0,0 1 0 0 0,0-1 0 0 0,0 1 0 0 0,0 0 0 0 0,0-1 0 0 0,1 1 0 0 0,-1 0 0 0 0,1-1 0 0 0,-1 1 0 0 0,1 0-1 0 0,0 0 1 0 0,0-1 0 0 0,1 1 0 0 0,-1 0 0 0 0,0-1 0 0 0,1 1 0 0 0,0 0 0 0 0,-1-1 0 0 0,1 1 0 0 0,0 0 0 0 0,2 2 0 0 0,-2-3 2 0 0,2 4-1 0 0,1 0 0 0 0,0 0 1 0 0,0 0-1 0 0,0 0 0 0 0,1 0 1 0 0,0-1-1 0 0,0 0 0 0 0,10 8 0 0 0,7 2-17 0 0,25 14-1 0 0,10 8 13 0 0,-40-24-10 0 0,-12-11 20 0 0,-1 1 0 0 0,1 0-1 0 0,-1 1 1 0 0,1-1 0 0 0,-1 1-1 0 0,0 0 1 0 0,-1 0 0 0 0,1 0-1 0 0,-1 0 1 0 0,1 1-1 0 0,-1-1 1 0 0,-1 1 0 0 0,5 8-1 0 0,-7-10 27 0 0,1-1-1 0 0,-1 1 0 0 0,1 0 0 0 0,-1 0 1 0 0,0 0-1 0 0,0 0 0 0 0,0 0 1 0 0,-1-1-1 0 0,1 1 0 0 0,-1 0 0 0 0,1 0 1 0 0,-1 0-1 0 0,0-1 0 0 0,0 1 1 0 0,0 0-1 0 0,-2 3 0 0 0,0-2 79 0 0,0 0 1 0 0,-1 0-1 0 0,1 0 0 0 0,0 0 0 0 0,-1-1 0 0 0,0 1 1 0 0,0-1-1 0 0,-7 5 0 0 0,1-3 107 0 0,0 1 0 0 0,0-2 0 0 0,-1 1 0 0 0,1-1 0 0 0,-1-1 0 0 0,0 0-1 0 0,-18 3 1 0 0,20-5-115 0 0,0-1-1 0 0,0 1 0 0 0,1-1 0 0 0,-1-1 0 0 0,0 1 0 0 0,-12-4 0 0 0,-80-31 454 0 0,96 33-533 0 0,4 2-88 0 0,0 0-1 0 0,0 0 0 0 0,0-1 0 0 0,0 1 0 0 0,0-1 0 0 0,0 1 0 0 0,0 0 0 0 0,0-1 0 0 0,0 0 0 0 0,0 1 0 0 0,1-1 0 0 0,-1 0 0 0 0,0 1 0 0 0,0-1 0 0 0,0 0 0 0 0,1 0 0 0 0,-1 0 0 0 0,1 0 0 0 0,-2-1 0 0 0,2 1-24 0 0,0 1 1 0 0,0-1-1 0 0,1 1 0 0 0,-1-1 0 0 0,0 0 0 0 0,0 1 0 0 0,1-1 1 0 0,-1 1-1 0 0,0-1 0 0 0,1 1 0 0 0,-1-1 0 0 0,0 1 1 0 0,1-1-1 0 0,-1 1 0 0 0,1 0 0 0 0,-1-1 0 0 0,0 1 0 0 0,1-1 1 0 0,0 1-1 0 0,-1 0 0 0 0,1-1 0 0 0,-1 1 0 0 0,1 0 0 0 0,0 0 1 0 0,8-4-1285 0 0,0 1 1 0 0,0 0 0 0 0,10-2 0 0 0,-17 5 1096 0 0,13-4-2976 0 0,0-1-1288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41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60 1276 0 0,'-1'-2'1926'0'0,"-23"-50"7304"0"0,23 51-8786 0 0,1 1-427 0 0,0 0 0 0 0,0 1 0 0 0,0-1 0 0 0,0 0 0 0 0,-1 0 1 0 0,1 0-1 0 0,0 1 0 0 0,0-1 0 0 0,0 0 0 0 0,0 0 0 0 0,-1 0 0 0 0,1 0 0 0 0,0 0 1 0 0,0 0-1 0 0,-1 0 0 0 0,1 1 0 0 0,0-1 0 0 0,0 0 0 0 0,0 0 0 0 0,-1 0 0 0 0,1 0 1 0 0,0 0-1 0 0,0 0 0 0 0,-1 0 0 0 0,1 0 0 0 0,0 0 0 0 0,0 0 0 0 0,0 0 1 0 0,-1 0-1 0 0,1 0 0 0 0,0 0 0 0 0,0-1 0 0 0,-1 1 0 0 0,1 0 0 0 0,0 0 0 0 0,0 0 1 0 0,0 0-1 0 0,-1 0 0 0 0,1 0 0 0 0,0 0 0 0 0,0-1 0 0 0,0 1 0 0 0,0 0 0 0 0,-1 0 1 0 0,1 0-1 0 0,0 0 0 0 0,0-1 0 0 0,0 1 0 0 0,0 0 0 0 0,0 0 0 0 0,0-1 0 0 0,0 1 1 0 0,0 0-1 0 0,-1 0 0 0 0,1 0 0 0 0,0-1 0 0 0,0 1 0 0 0,0 0 0 0 0,0 0 0 0 0,0-1 1 0 0,0 1-1 0 0,0 0 0 0 0,0 0 0 0 0,0 0 0 0 0,0-1 0 0 0,1 1 0 0 0,-12 14 279 0 0,7-3-249 0 0,1 0 1 0 0,0 1 0 0 0,1-1-1 0 0,1 1 1 0 0,-1 0 0 0 0,2 19-1 0 0,1-8-13 0 0,1 0 0 0 0,7 30 0 0 0,-7-44-18 0 0,0-1 1 0 0,1 0-1 0 0,0 0 1 0 0,0 0-1 0 0,1 0 1 0 0,0-1-1 0 0,0 1 1 0 0,1-1-1 0 0,0 0 1 0 0,9 10-1 0 0,-9-13 5 0 0,-1 1 0 0 0,1-1 0 0 0,0 0 0 0 0,0-1 0 0 0,0 1 0 0 0,0-1 1 0 0,0 0-1 0 0,1-1 0 0 0,0 1 0 0 0,-1-1 0 0 0,1 0 0 0 0,0 0 0 0 0,0-1 0 0 0,0 0 0 0 0,8 1 0 0 0,-4-1 9 0 0,0-1-1 0 0,0 0 1 0 0,0-1-1 0 0,0 0 1 0 0,0 0 0 0 0,0-1-1 0 0,0-1 1 0 0,-1 0-1 0 0,1 0 1 0 0,14-7 0 0 0,-17 6-25 0 0,-1 0 1 0 0,0-1-1 0 0,0 1 1 0 0,0-1 0 0 0,-1 0-1 0 0,1-1 1 0 0,-1 1-1 0 0,0-1 1 0 0,-1 0-1 0 0,0 0 1 0 0,0 0 0 0 0,0-1-1 0 0,0 0 1 0 0,4-13-1 0 0,-2 1 245 0 0,0-1 0 0 0,-2 1 0 0 0,0-1-1 0 0,-1 0 1 0 0,0-33 0 0 0,-3 51-183 0 0,-6 29 8 0 0,-76 371 2208 0 0,28-124-1599 0 0,31-167-329 0 0,-44 194-288 0 0,12-104 3442 0 0,45-173-2044 0 0,10-23-1419 0 0,0-1 1 0 0,-1 1-1 0 0,1 0 0 0 0,0 0 0 0 0,-1-1 0 0 0,1 1 1 0 0,-1 0-1 0 0,1 0 0 0 0,-1-1 0 0 0,1 1 0 0 0,-1-1 0 0 0,0 1 1 0 0,1-1-1 0 0,-1 1 0 0 0,0-1 0 0 0,0 1 0 0 0,1-1 0 0 0,-1 1 1 0 0,0-1-1 0 0,0 0 0 0 0,0 1 0 0 0,1-1 0 0 0,-1 0 0 0 0,0 0 1 0 0,0 0-1 0 0,0 0 0 0 0,0 0 0 0 0,1 0 0 0 0,-2 0 0 0 0,-2-1-2 0 0,1-1 0 0 0,-1 0 0 0 0,1-1 0 0 0,0 1-1 0 0,0 0 1 0 0,0-1 0 0 0,0 0 0 0 0,0 1-1 0 0,0-1 1 0 0,1 0 0 0 0,0-1 0 0 0,-1 1-1 0 0,1 0 1 0 0,0-1 0 0 0,1 1 0 0 0,-1-1-1 0 0,0 0 1 0 0,1 1 0 0 0,-1-5 0 0 0,-4-11 45 0 0,2 0 0 0 0,-5-32 0 0 0,6 20-43 0 0,1 0 0 0 0,1 0 0 0 0,1 0 0 0 0,2-1 0 0 0,1 1 0 0 0,2 0 0 0 0,1 0 0 0 0,15-44 0 0 0,-15 57-253 0 0,0 1 0 0 0,2 1 1 0 0,0-1-1 0 0,1 1 0 0 0,1 1 0 0 0,0 0 1 0 0,1 0-1 0 0,1 1 0 0 0,0 0 0 0 0,1 1 1 0 0,0 1-1 0 0,1 0 0 0 0,0 1 0 0 0,1 0 1 0 0,30-16-1 0 0,-14 13-1890 0 0,0 2-1 0 0,64-17 1 0 0,13 5-8017 0 0,-79 18 3605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42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28 112 2080 0 0,'-19'-76'11545'0'0,"19"77"-11522"0"0,-1-1 1 0 0,1 1 0 0 0,-1-1 0 0 0,0 1 0 0 0,1-1 0 0 0,-1 1 0 0 0,1 0-1 0 0,0-1 1 0 0,-1 1 0 0 0,1-1 0 0 0,-1 1 0 0 0,1 0 0 0 0,0-1 0 0 0,-1 1-1 0 0,1 0 1 0 0,0 0 0 0 0,0-1 0 0 0,0 1 0 0 0,0 0 0 0 0,0-1-1 0 0,0 1 1 0 0,0 0 0 0 0,0 0 0 0 0,0 0 0 0 0,-1 24 557 0 0,1-23-501 0 0,13 318 2696 0 0,-13-314-2664 0 0,13-19 30 0 0,5-29-96 0 0,29-49 0 0 0,-36 73-58 0 0,1-1 0 0 0,1 2-1 0 0,1 0 1 0 0,27-27-1 0 0,-39 42 10 0 0,1-1 1 0 0,-1 1-1 0 0,1 0 0 0 0,-1 0 0 0 0,1 0 0 0 0,0 0 0 0 0,0 1 0 0 0,0-1 1 0 0,0 1-1 0 0,0 0 0 0 0,0 0 0 0 0,0 0 0 0 0,1 0 0 0 0,-1 0 0 0 0,0 1 1 0 0,1-1-1 0 0,-1 1 0 0 0,0 0 0 0 0,1 0 0 0 0,-1 0 0 0 0,0 1 0 0 0,1-1 1 0 0,-1 1-1 0 0,0 0 0 0 0,0-1 0 0 0,1 2 0 0 0,-1-1 0 0 0,0 0 0 0 0,0 1 1 0 0,0-1-1 0 0,-1 1 0 0 0,1 0 0 0 0,0 0 0 0 0,0 0 0 0 0,2 3 0 0 0,4 4 13 0 0,-1-1-1 0 0,0 2 0 0 0,0-1 0 0 0,-1 1 0 0 0,0 0 0 0 0,-1 1 0 0 0,0 0 1 0 0,6 16-1 0 0,23 64 331 0 0,-34-89-144 0 0,-1-15-153 0 0,3-12-44 0 0,0 0-1 0 0,2 1 1 0 0,1 0 0 0 0,1 0-1 0 0,1 0 1 0 0,0 1 0 0 0,2 0-1 0 0,1 1 1 0 0,1 0 0 0 0,21-30-1 0 0,-30 49-3 0 0,-1 0 0 0 0,1 0 0 0 0,0 0-1 0 0,0 0 1 0 0,0 0 0 0 0,0 1 0 0 0,0-1-1 0 0,0 1 1 0 0,1 0 0 0 0,-1 0 0 0 0,1 0-1 0 0,0 1 1 0 0,-1-1 0 0 0,1 1 0 0 0,0 0-1 0 0,0 0 1 0 0,0 0 0 0 0,0 0 0 0 0,0 1 0 0 0,0-1-1 0 0,0 1 1 0 0,0 0 0 0 0,0 1 0 0 0,7 0-1 0 0,-4 1 6 0 0,0 0 1 0 0,0 1-1 0 0,0 0 0 0 0,0 0 0 0 0,-1 0 0 0 0,1 1 0 0 0,-1 0 0 0 0,0 0 0 0 0,0 1 1 0 0,0-1-1 0 0,-1 1 0 0 0,9 10 0 0 0,20 29-300 0 0,-23-28-756 0 0,1-1 0 0 0,18 18 0 0 0,-25-28-159 0 0,0-1 0 0 0,0 1 0 0 0,1-1 0 0 0,0-1 0 0 0,12 7 0 0 0,5-1-3980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23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195 171 1648 0 0,'0'0'5893'0'0,"-14"-7"-811"0"0,11 6-4871 0 0,0 0-1 0 0,1-1 1 0 0,-1 1-1 0 0,1 0 1 0 0,-1-1-1 0 0,1 1 1 0 0,-1-1 0 0 0,1 0-1 0 0,0 0 1 0 0,0 1-1 0 0,0-2 1 0 0,0 1-1 0 0,0 0 1 0 0,0 0-1 0 0,1-1 1 0 0,-1 1-1 0 0,1-1 1 0 0,-2-2 0 0 0,3 3-98 0 0,-1 1-95 0 0,1-1 1 0 0,-1 1-1 0 0,1-1 0 0 0,-1 1 1 0 0,1-1-1 0 0,0 1 1 0 0,0-1-1 0 0,-1 1 0 0 0,1-1 1 0 0,0 1-1 0 0,1-1 1 0 0,-1 1-1 0 0,0-1 0 0 0,0 0 1 0 0,1 1-1 0 0,0-2 1 0 0,2-3-9 0 0,0 0 0 0 0,1 1 0 0 0,0 0 0 0 0,0-1 0 0 0,0 1 0 0 0,0 1 0 0 0,1-1 0 0 0,0 1 0 0 0,0 0 0 0 0,0 0 0 0 0,1 0 0 0 0,0 0 1 0 0,-1 1-1 0 0,1 0 0 0 0,0 1 0 0 0,6-3 0 0 0,2 0-11 0 0,-1 1-1 0 0,1 0 1 0 0,0 1 0 0 0,0 1 0 0 0,0 0-1 0 0,17 1 1 0 0,-26 0 1 0 0,0 1 0 0 0,0 0-1 0 0,-1 1 1 0 0,1-1 0 0 0,0 1-1 0 0,0 0 1 0 0,-1 0 0 0 0,1 1-1 0 0,-1-1 1 0 0,1 1 0 0 0,-1 0-1 0 0,0 0 1 0 0,0 0 0 0 0,0 1-1 0 0,0 0 1 0 0,0-1 0 0 0,0 1-1 0 0,-1 1 1 0 0,1-1 0 0 0,-1 0-1 0 0,4 6 1 0 0,-4-4-3 0 0,0 1 0 0 0,0-1-1 0 0,-1 1 1 0 0,0 0 0 0 0,0 0 0 0 0,-1 0 0 0 0,1 0-1 0 0,-1 0 1 0 0,0 0 0 0 0,-1 0 0 0 0,0 0 0 0 0,0 1-1 0 0,0-1 1 0 0,-3 12 0 0 0,-1 4-3 0 0,-2 0 0 0 0,0-1 0 0 0,-2 0 0 0 0,0 0 1 0 0,-1 0-1 0 0,-24 36 0 0 0,2-9 14 0 0,-58 66 1 0 0,25-44 337 0 0,-86 72 0 0 0,107-105 939 0 0,41-36-1032 0 0,5-1-219 0 0,173-36 79 0 0,155-7-77 0 0,-163 30-32 0 0,-135 9 4 0 0,-30 4-24 0 0,-2-1 6 0 0,0 1 0 0 0,0 0-1 0 0,1-1 1 0 0,-1 1-1 0 0,0 0 1 0 0,1 0 0 0 0,-1 0-1 0 0,0 0 1 0 0,0 0-1 0 0,1 0 1 0 0,1 0 0 0 0,-3 0 1 0 0,4 0-210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25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1 138 400 0 0,'0'0'16794'0'0,"17"-7"-16641"0"0,256-64-6 0 0,-113 33-45 0 0,-157 37-80 0 0,0 1-11 0 0,0-1 1 0 0,0 1-1 0 0,0-1 0 0 0,0 0 0 0 0,0 0 1 0 0,0 0-1 0 0,5-2 0 0 0,-6 2-11 0 0,1 0 2 0 0,-3-9-1203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25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59 584 0 0,'0'-3'2140'0'0,"19"-45"9475"0"0,-17 41-9660 0 0,-5 40-1922 0 0,-2 1 1 0 0,0-1-1 0 0,-3-1 0 0 0,-18 54 0 0 0,5-16 9 0 0,7-26-16 0 0,-10 33 2 0 0,24-76-27 0 0,-3 19 7 0 0,3-19-5 0 0,0-1 0 0 0,0 1-1 0 0,0 0 1 0 0,0 0-1 0 0,0 0 1 0 0,0 0 0 0 0,0-1-1 0 0,0 1 1 0 0,1 0 0 0 0,-1 0-1 0 0,0 0 1 0 0,1-1 0 0 0,-1 1-1 0 0,1 0 1 0 0,-1 0 0 0 0,1-1-1 0 0,-1 1 1 0 0,1 0 0 0 0,-1-1-1 0 0,1 1 1 0 0,-1-1 0 0 0,1 1-1 0 0,0-1 1 0 0,-1 1 0 0 0,2 0-1 0 0,6 1 7 0 0,0 0-1 0 0,0 0 1 0 0,0-1-1 0 0,0 0 0 0 0,0 0 1 0 0,1-1-1 0 0,-1 0 1 0 0,0 0-1 0 0,0-1 1 0 0,0 0-1 0 0,9-3 0 0 0,92-27 19 0 0,-102 29-21 0 0,14-5 6 0 0,-2-1 0 0 0,1 0 1 0 0,-1-1-1 0 0,0-1 0 0 0,17-13 0 0 0,-31 18 44 0 0,0 1 1 0 0,0 0 0 0 0,-1-1-1 0 0,0 0 1 0 0,0 0-1 0 0,0-1 1 0 0,-1 1-1 0 0,0-1 1 0 0,0 1-1 0 0,0-1 1 0 0,0 0-1 0 0,-1 0 1 0 0,0 0 0 0 0,-1-1-1 0 0,1 1 1 0 0,-1 0-1 0 0,0-1 1 0 0,-1 1-1 0 0,1-1 1 0 0,-2-6-1 0 0,1 6 455 0 0,-1 0 0 0 0,0 0 0 0 0,0-1 0 0 0,0 1 0 0 0,-1 0 0 0 0,0 0 1 0 0,-1 0-1 0 0,-3-6 0 0 0,1 1 382 0 0,4 10-569 0 0,-7-8 446 0 0,3 4-224 0 0,-2 15-471 0 0,4 1-61 0 0,0 1 0 0 0,1-1 1 0 0,0 1-1 0 0,1-1 0 0 0,0 1 0 0 0,1 21 0 0 0,-1 4-34 0 0,-10 193 86 0 0,-3 34-58 0 0,12-230-819 0 0,2 44 0 0 0,2-58-2842 0 0,6 33 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48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92 0 0,'0'0'352'0'0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53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67 1124 0 0,'-10'-24'4216'0'0,"-4"-19"1199"0"0,14 55-4432 0 0,11 233 2413 0 0,-5-143-2946 0 0,-5-71-366 0 0,6 54 1144 0 0,-7-84-1018 0 0,4-44 56 0 0,7-17-236 0 0,-5 17-45 0 0,2 1 0 0 0,2 1 0 0 0,2 0 0 0 0,18-42 0 0 0,-29 81 13 0 0,-1 0 0 0 0,1 1 0 0 0,0-1 0 0 0,0 0 0 0 0,-1 1 0 0 0,1-1 0 0 0,1 1 0 0 0,-1-1 0 0 0,0 1 0 0 0,0-1 0 0 0,0 1 0 0 0,1 0 0 0 0,-1 0 0 0 0,1 0 0 0 0,-1 0 0 0 0,1 0 0 0 0,-1 0 0 0 0,1 0 0 0 0,0 0 0 0 0,-1 1 0 0 0,1-1 0 0 0,0 0 0 0 0,-1 1 0 0 0,1 0 0 0 0,0-1 0 0 0,0 1 0 0 0,3 0 0 0 0,-2 0 2 0 0,0 1 0 0 0,0 0 0 0 0,0 0 0 0 0,0 0 0 0 0,-1 0 0 0 0,1 1 0 0 0,0-1 0 0 0,-1 1-1 0 0,1-1 1 0 0,-1 1 0 0 0,0 0 0 0 0,1 0 0 0 0,-1 0 0 0 0,0 0 0 0 0,0 1 0 0 0,2 2 0 0 0,6 9 11 0 0,-1 0 0 0 0,0 0 0 0 0,-1 1 0 0 0,-1 0 0 0 0,0 1 0 0 0,6 23 0 0 0,-4-5 23 0 0,-2 0 0 0 0,4 40 1 0 0,-7-37 89 0 0,-4-35-90 0 0,8-34 10 0 0,0-9-66 0 0,2 1 1 0 0,2-1-1 0 0,2 2 1 0 0,1 0-1 0 0,22-40 1 0 0,-35 76 19 0 0,-1 0 1 0 0,1 0-1 0 0,0 0 0 0 0,0 1 1 0 0,0-1-1 0 0,0 0 1 0 0,1 1-1 0 0,-1 0 0 0 0,1-1 1 0 0,-1 1-1 0 0,1 0 0 0 0,0 1 1 0 0,0-1-1 0 0,0 0 1 0 0,0 1-1 0 0,0-1 0 0 0,0 1 1 0 0,0 0-1 0 0,6-1 1 0 0,-6 2 1 0 0,1 0 0 0 0,-1 0 0 0 0,0 0 1 0 0,0 1-1 0 0,-1-1 0 0 0,1 1 1 0 0,0 0-1 0 0,0 0 0 0 0,0 0 1 0 0,0 0-1 0 0,-1 1 0 0 0,1-1 1 0 0,0 1-1 0 0,-1-1 0 0 0,1 1 0 0 0,-1 0 1 0 0,0 0-1 0 0,0 0 0 0 0,1 0 1 0 0,-1 1-1 0 0,-1-1 0 0 0,3 4 1 0 0,3 3 20 0 0,-1 1 1 0 0,0 0-1 0 0,-1 1 1 0 0,0 0-1 0 0,-1-1 1 0 0,0 1-1 0 0,0 1 1 0 0,-1-1-1 0 0,-1 0 1 0 0,2 15-1 0 0,-2 6 51 0 0,-1 0 1 0 0,-6 48-1 0 0,5-74-419 0 0,-1 0 0 0 0,1 0-1 0 0,0-1 1 0 0,0 1 0 0 0,0 0 0 0 0,1 0-1 0 0,0-1 1 0 0,2 9 0 0 0,-2-13 241 0 0,-1-1 0 0 0,0 1 0 0 0,1-1 0 0 0,-1 0 0 0 0,0 1 0 0 0,1-1 0 0 0,-1 0 0 0 0,1 0 0 0 0,-1 1 0 0 0,0-1 0 0 0,1 0 0 0 0,-1 0 0 0 0,1 1 0 0 0,-1-1 0 0 0,1 0 0 0 0,-1 0 0 0 0,1 0 0 0 0,-1 0 0 0 0,1 0 0 0 0,-1 0 0 0 0,1 0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53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227 115 996 0 0,'2'-2'8115'0'0,"-3"12"-5819"0"0,2 22-629 0 0,-1-29-1530 0 0,1 1 1 0 0,-1 0-1 0 0,1-1 0 0 0,0 1 1 0 0,1-1-1 0 0,-1 1 0 0 0,1-1 1 0 0,-1 0-1 0 0,1 1 0 0 0,4 5 1 0 0,-4-8-116 0 0,-1 0 0 0 0,0 1 0 0 0,1-1 0 0 0,-1 0 0 0 0,0 0 0 0 0,1 0 0 0 0,-1 0 0 0 0,1 0 0 0 0,0 0 0 0 0,-1-1 0 0 0,1 1 0 0 0,0 0 0 0 0,0-1 0 0 0,-1 0 0 0 0,1 1 0 0 0,0-1 0 0 0,0 0 0 0 0,0 0 0 0 0,-1 0 0 0 0,1 0 0 0 0,0 0 0 0 0,0 0 0 0 0,0 0 0 0 0,-1-1 0 0 0,1 1 0 0 0,0-1 0 0 0,1 0 0 0 0,1 0-15 0 0,0 0 1 0 0,0-1-1 0 0,0 1 0 0 0,-1-1 1 0 0,1 0-1 0 0,0 0 1 0 0,-1 0-1 0 0,0 0 0 0 0,0 0 1 0 0,1-1-1 0 0,-1 0 1 0 0,-1 1-1 0 0,1-1 0 0 0,0 0 1 0 0,-1-1-1 0 0,1 1 1 0 0,-1 0-1 0 0,0-1 0 0 0,0 1 1 0 0,0-1-1 0 0,-1 0 1 0 0,1 1-1 0 0,-1-1 0 0 0,0 0 1 0 0,0 0-1 0 0,0 0 1 0 0,-1 0-1 0 0,0 0 0 0 0,1 0 1 0 0,-1 0-1 0 0,0 0 1 0 0,-1 0-1 0 0,1 0 0 0 0,-1 0 1 0 0,0 0-1 0 0,0 0 1 0 0,-1-4-1 0 0,0 3-8 0 0,0 0-1 0 0,0 0 1 0 0,0 0 0 0 0,0 1 0 0 0,-1-1-1 0 0,0 0 1 0 0,0 1 0 0 0,0 0-1 0 0,0 0 1 0 0,-1 0 0 0 0,0 0 0 0 0,1 0-1 0 0,-2 1 1 0 0,1-1 0 0 0,0 1-1 0 0,-1 0 1 0 0,1 1 0 0 0,-1-1-1 0 0,-8-3 1 0 0,7 5-2 0 0,1 0 0 0 0,-1 0 0 0 0,1 0-1 0 0,-1 0 1 0 0,0 1 0 0 0,1 0 0 0 0,-1 0 0 0 0,0 1-1 0 0,1 0 1 0 0,-1 0 0 0 0,1 0 0 0 0,-1 0 0 0 0,1 1-1 0 0,-1 0 1 0 0,1 0 0 0 0,0 1 0 0 0,0-1 0 0 0,-7 6-1 0 0,0 0 5 0 0,0 1-1 0 0,0 1 1 0 0,1 0-1 0 0,1 1 1 0 0,0 0-1 0 0,0 1 1 0 0,1 0-1 0 0,-11 19 1 0 0,9-11 9 0 0,0 0-1 0 0,2 0 1 0 0,0 1 0 0 0,2 0-1 0 0,-6 24 1 0 0,11-36-7 0 0,0 1 0 0 0,1 0 0 0 0,0 0 0 0 0,1 0 0 0 0,0 0 0 0 0,0 0 1 0 0,1 0-1 0 0,1 0 0 0 0,4 19 0 0 0,-4-23 3 0 0,-1-1 0 0 0,2 0 1 0 0,-1 0-1 0 0,0 0 0 0 0,1 0 1 0 0,0 0-1 0 0,0 0 0 0 0,1-1 0 0 0,-1 0 1 0 0,1 1-1 0 0,0-1 0 0 0,0-1 1 0 0,1 1-1 0 0,-1 0 0 0 0,1-1 1 0 0,-1 0-1 0 0,1 0 0 0 0,0-1 0 0 0,8 4 1 0 0,-1-2 4 0 0,2-1 1 0 0,-1 0 0 0 0,0-1-1 0 0,0 0 1 0 0,1-1 0 0 0,-1-1-1 0 0,1 0 1 0 0,-1 0 0 0 0,1-2-1 0 0,-1 0 1 0 0,1 0 0 0 0,23-9-1 0 0,-14 4-295 0 0,-1-2 0 0 0,0 0 0 0 0,0-2 0 0 0,-1-1 0 0 0,-1 0 1 0 0,29-23-1 0 0,-31 19-662 0 0,-1-1 0 0 0,0 0 1 0 0,-2-2-1 0 0,0 0 1 0 0,-1 0-1 0 0,-1-2 0 0 0,15-29 1 0 0,-5 2-2865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5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76 145 688 0 0,'-15'-58'4288'0'0,"-5"-22"291"0"0,20 80-4544 0 0,0 0 0 0 0,0 0 0 0 0,0 0 1 0 0,0 0-1 0 0,0-1 0 0 0,0 1 0 0 0,0 0 0 0 0,0 0 0 0 0,0-1 1 0 0,0 1-1 0 0,0 0 0 0 0,0 0 0 0 0,0 0 0 0 0,0-1 0 0 0,0 1 1 0 0,0 0-1 0 0,0 0 0 0 0,0 0 0 0 0,0-1 0 0 0,-1 1 0 0 0,1 0 1 0 0,0 0-1 0 0,0 0 0 0 0,0 0 0 0 0,0-1 0 0 0,0 1 0 0 0,0 0 1 0 0,-1 0-1 0 0,1 0 0 0 0,0 0 0 0 0,0 0 0 0 0,0-1 0 0 0,0 1 1 0 0,-1 0-1 0 0,1 0 0 0 0,0 0 0 0 0,0 0 0 0 0,0 0 0 0 0,0 0 1 0 0,-1 0-1 0 0,1 0 0 0 0,0 0 0 0 0,0 0 0 0 0,-1 0 0 0 0,-4 10 566 0 0,-3 19 86 0 0,1 328 3477 0 0,9-217-3141 0 0,-14 299 1341 0 0,10-392-2215 0 0,-1 110 132 0 0,4-136-239 0 0,1-1 0 0 0,0 1 0 0 0,2 0 0 0 0,0 0 0 0 0,10 25 0 0 0,-13-42-32 0 0,1-1 1 0 0,-1 1-1 0 0,1-1 1 0 0,-1 0-1 0 0,1 1 0 0 0,0-1 1 0 0,1 0-1 0 0,-1 0 1 0 0,0 0-1 0 0,1-1 1 0 0,-1 1-1 0 0,1 0 0 0 0,0-1 1 0 0,0 0-1 0 0,0 0 1 0 0,0 0-1 0 0,1 0 1 0 0,-1 0-1 0 0,0 0 1 0 0,1-1-1 0 0,-1 0 0 0 0,5 1 1 0 0,-3-1 1 0 0,1-1-1 0 0,-1 1 1 0 0,1-1 0 0 0,-1-1-1 0 0,0 1 1 0 0,1-1 0 0 0,-1 0-1 0 0,0 0 1 0 0,1-1 0 0 0,-1 0-1 0 0,0 0 1 0 0,0 0 0 0 0,0 0 0 0 0,9-6-1 0 0,1-3-1 0 0,-1 0 0 0 0,0 0 0 0 0,0-2 0 0 0,-1 0 0 0 0,-1 0-1 0 0,0-1 1 0 0,-1 0 0 0 0,0-1 0 0 0,11-21 0 0 0,-6 7-9 0 0,-2-1 0 0 0,-1-1 0 0 0,-1 0 0 0 0,10-41 0 0 0,-16 46 2 0 0,-1 0-1 0 0,0 0 1 0 0,0-31 0 0 0,-5 48-8 0 0,0-1 0 0 0,-1 1 1 0 0,0-1-1 0 0,0 0 1 0 0,-1 1-1 0 0,0 0 1 0 0,0-1-1 0 0,-1 1 0 0 0,-1 0 1 0 0,0 0-1 0 0,-9-16 1 0 0,11 22-7 0 0,0 1 1 0 0,-1-1-1 0 0,1 0 1 0 0,-1 1-1 0 0,1-1 1 0 0,-1 1-1 0 0,0 0 0 0 0,0 0 1 0 0,0 0-1 0 0,0 0 1 0 0,-6-2-1 0 0,7 4 7 0 0,1-1 0 0 0,-1 1 0 0 0,0-1 0 0 0,1 1 0 0 0,-1-1 0 0 0,0 1 0 0 0,1 0 0 0 0,-1 0 0 0 0,0 0 0 0 0,0 0 0 0 0,1 0 0 0 0,-1 1 0 0 0,0-1 0 0 0,1 0 0 0 0,-1 1 0 0 0,0-1 0 0 0,1 1 0 0 0,-1-1 0 0 0,1 1 0 0 0,-1 0 0 0 0,1 0-1 0 0,-1 0 1 0 0,1 0 0 0 0,-1 0 0 0 0,1 0 0 0 0,0 0 0 0 0,-2 2 0 0 0,1-1 4 0 0,1 0-1 0 0,-1 1 0 0 0,1-1 0 0 0,0 0 1 0 0,0 1-1 0 0,0-1 0 0 0,0 0 0 0 0,0 1 1 0 0,0-1-1 0 0,1 1 0 0 0,-1 0 0 0 0,1-1 1 0 0,0 1-1 0 0,-1-1 0 0 0,1 1 0 0 0,0 0 1 0 0,1-1-1 0 0,-1 1 0 0 0,0 0 0 0 0,1-1 1 0 0,0 1-1 0 0,-1-1 0 0 0,1 1 0 0 0,0-1 1 0 0,0 1-1 0 0,1-1 0 0 0,-1 0 0 0 0,0 0 1 0 0,1 1-1 0 0,-1-1 0 0 0,1 0 0 0 0,0 0 1 0 0,0 0-1 0 0,3 2 0 0 0,7 4-1 0 0,1 0 0 0 0,1-1 0 0 0,-1-1 0 0 0,1 0 0 0 0,0-1 0 0 0,1 0 0 0 0,-1-1 0 0 0,1-1 0 0 0,0 0 0 0 0,0-1 0 0 0,25 0 0 0 0,6-2-353 0 0,0-2-1 0 0,68-12 0 0 0,-10-8-261 0 0,-90 18 554 0 0,-1 0 0 0 0,0-1 0 0 0,-1-1 1 0 0,1 0-1 0 0,18-12 0 0 0,-29 16 56 0 0,-1 1-1 0 0,1 0 1 0 0,0-1-1 0 0,-1 1 1 0 0,1-1-1 0 0,-1 1 1 0 0,0-1-1 0 0,1 0 1 0 0,-1 1-1 0 0,0-1 1 0 0,1-4-1 0 0,-1 5 7 0 0,-1 1 0 0 0,0-1 0 0 0,0 0-1 0 0,0 1 1 0 0,0-1 0 0 0,0 0 0 0 0,0 0 0 0 0,0 1 0 0 0,-1-1-1 0 0,1 0 1 0 0,0 1 0 0 0,0-1 0 0 0,0 0 0 0 0,-1 1 0 0 0,1-1-1 0 0,0 0 1 0 0,-1 1 0 0 0,1-1 0 0 0,-1 1 0 0 0,1-1-1 0 0,0 1 1 0 0,-1-1 0 0 0,1 1 0 0 0,-1-1 0 0 0,0 1 0 0 0,1-1-1 0 0,-1 1 1 0 0,1 0 0 0 0,-1-1 0 0 0,0 1 0 0 0,1 0 0 0 0,-1-1-1 0 0,0 1 1 0 0,1 0 0 0 0,-1 0 0 0 0,0 0 0 0 0,1 0 0 0 0,-1-1-1 0 0,0 1 1 0 0,1 0 0 0 0,-1 0 0 0 0,-1 1 0 0 0,0-2 0 0 0,0 0 1 0 0,0 1 0 0 0,0-1-1 0 0,-1 1 1 0 0,1-1 0 0 0,0 1-1 0 0,-1 0 1 0 0,1 0-1 0 0,0 0 1 0 0,0 1 0 0 0,-1-1-1 0 0,1 0 1 0 0,0 1 0 0 0,-3 0-1 0 0,-4 2-1 0 0,0 0 0 0 0,0-1 0 0 0,1 2 0 0 0,-1-1 0 0 0,1 1 0 0 0,-1 1 0 0 0,1-1 0 0 0,1 1 0 0 0,-1 1 0 0 0,1-1 0 0 0,-1 1 0 0 0,2 1 0 0 0,-1-1 0 0 0,1 1 0 0 0,-7 9 0 0 0,1 0 7 0 0,1 1-1 0 0,0 0 1 0 0,1 1-1 0 0,1 0 1 0 0,-10 29-1 0 0,14-34 4 0 0,1 0-1 0 0,1 0 1 0 0,0 1-1 0 0,1-1 1 0 0,0 1-1 0 0,1 0 1 0 0,1-1-1 0 0,1 18 1 0 0,-1-26 0 0 0,1 0 0 0 0,0 0 0 0 0,0 0 0 0 0,0 0 1 0 0,1 0-1 0 0,0 0 0 0 0,0 0 0 0 0,0-1 0 0 0,1 1 0 0 0,-1-1 0 0 0,1 1 1 0 0,0-1-1 0 0,0 0 0 0 0,1 0 0 0 0,-1-1 0 0 0,1 1 0 0 0,0 0 0 0 0,0-1 1 0 0,0 0-1 0 0,0 0 0 0 0,1-1 0 0 0,-1 1 0 0 0,1-1 0 0 0,7 4 0 0 0,-3-4-253 0 0,0 1 0 0 0,-1-1 0 0 0,1-1 0 0 0,0 1 0 0 0,0-2 0 0 0,0 1 0 0 0,0-1 0 0 0,0 0 0 0 0,0-1 0 0 0,0 0 0 0 0,0-1 0 0 0,-1 0 0 0 0,1 0 0 0 0,0 0-1 0 0,-1-1 1 0 0,1-1 0 0 0,-1 0 0 0 0,0 0 0 0 0,0 0 0 0 0,-1-1 0 0 0,12-9 0 0 0,-5 3-89 0 0,-2 0-1 0 0,0-1 1 0 0,0 0 0 0 0,-1-1-1 0 0,-1-1 1 0 0,0 1-1 0 0,0-2 1 0 0,-2 1 0 0 0,0-1-1 0 0,10-26 1 0 0,-9 14 1737 0 0,-2-1-1 0 0,6-46 1 0 0,-3 14 1870 0 0,-10 58-3143 0 0,-10 167 5271 0 0,-2-13-4940 0 0,11-127-450 0 0,-1-12-287 0 0,1 1 0 0 0,1 0 1 0 0,1-1-1 0 0,0 1 0 0 0,3 18 1 0 0,-4-31 49 0 0,1 1 0 0 0,-1-1 0 0 0,1 0 0 0 0,0 1 0 0 0,-1-1 0 0 0,1 0 0 0 0,0 0 0 0 0,0 0 0 0 0,-1 1 0 0 0,1-1 0 0 0,0 0 0 0 0,0 0 0 0 0,0 0 0 0 0,1 0 0 0 0,-1-1 0 0 0,0 1 0 0 0,0 0 0 0 0,0 0 0 0 0,1-1 0 0 0,-1 1 0 0 0,0-1 0 0 0,0 1 0 0 0,1-1 0 0 0,-1 1 0 0 0,1-1 0 0 0,-1 0 0 0 0,0 0 0 0 0,1 0 0 0 0,-1 0 0 0 0,3 0 0 0 0,2 0-818 0 0,0-1 1 0 0,-1 0-1 0 0,1 0 1 0 0,0 0-1 0 0,-1-1 1 0 0,9-3-1 0 0,9-6-3904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55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281 107 2836 0 0,'3'-14'2113'0'0,"-1"7"-756"0"0,0 0-1 0 0,-1 0 1 0 0,1 0 0 0 0,-2 0-1 0 0,1 0 1 0 0,-1-1 0 0 0,0 1-1 0 0,-2-14 1 0 0,2 20-1297 0 0,-1 0 1 0 0,1 0-1 0 0,-1 0 0 0 0,0 0 1 0 0,1 0-1 0 0,-1 0 0 0 0,0 1 1 0 0,0-1-1 0 0,1 0 0 0 0,-1 1 1 0 0,0-1-1 0 0,0 0 0 0 0,0 1 1 0 0,0-1-1 0 0,0 1 0 0 0,0-1 0 0 0,0 1 1 0 0,0-1-1 0 0,0 1 0 0 0,0 0 1 0 0,0 0-1 0 0,0-1 0 0 0,0 1 1 0 0,0 0-1 0 0,0 0 0 0 0,0 0 1 0 0,0 0-1 0 0,0 0 0 0 0,0 1 1 0 0,-2-1-1 0 0,-7 2 51 0 0,0 1 0 0 0,0 1 0 0 0,0-1 0 0 0,0 2 0 0 0,1-1 0 0 0,-1 1 0 0 0,1 1 0 0 0,0 0 0 0 0,1 0 0 0 0,0 0 0 0 0,0 1 0 0 0,0 0 0 0 0,0 1 0 0 0,1 0 0 0 0,-11 16 0 0 0,3-2 82 0 0,1 0 0 0 0,1 1 1 0 0,1 0-1 0 0,1 1 1 0 0,-12 36-1 0 0,18-44-117 0 0,1 1-1 0 0,0 0 1 0 0,1 0-1 0 0,-1 23 1 0 0,4-36-59 0 0,0 1-1 0 0,0-1 1 0 0,0 0-1 0 0,0 1 1 0 0,0-1-1 0 0,1 1 1 0 0,0-1-1 0 0,0 0 1 0 0,0 0-1 0 0,1 0 1 0 0,-1 1-1 0 0,1-1 1 0 0,0 0 0 0 0,0-1-1 0 0,0 1 1 0 0,1 0-1 0 0,-1-1 1 0 0,1 1-1 0 0,0-1 1 0 0,0 0-1 0 0,0 0 1 0 0,4 3-1 0 0,-3-4-89 0 0,0 0-1 0 0,0-1 0 0 0,0 1 0 0 0,1-1 0 0 0,-1 0 0 0 0,0 0 0 0 0,1-1 0 0 0,-1 1 1 0 0,0-1-1 0 0,1 0 0 0 0,-1 0 0 0 0,1-1 0 0 0,-1 1 0 0 0,0-1 0 0 0,1 0 1 0 0,5-2-1 0 0,1 0-643 0 0,0-1 1 0 0,0-1 0 0 0,-1 0-1 0 0,1 0 1 0 0,9-7 0 0 0,21-19-6604 0 0,-22 11-126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55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88 2892 0 0,'-97'-41'10279'0'0,"28"11"-6589"0"0,50 22-3944 0 0,-7 0-9012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55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142 132 2876 0 0,'-132'43'8180'0'0,"122"-39"-6770"0"0,14-1-295 0 0,13-1-448 0 0,51-10 65 0 0,69-17 0 0 0,-54 8-509 0 0,397-62-853 0 0,-158 36-6939 0 0,-219 31 2237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56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89 1984 0 0,'-24'-28'4909'0'0,"13"17"-3060"0"0,1-1 0 0 0,-11-18 0 0 0,20 29-1679 0 0,-2-2 10 0 0,-1-1 11 0 0,7 16-60 0 0,8 19 43 0 0,-1 1 0 0 0,-2 1 0 0 0,-1-1 0 0 0,-1 1 0 0 0,-2 1 0 0 0,-2-1 0 0 0,-3 62 0 0 0,-1-69-49 0 0,0-15 624 0 0,1-1 0 0 0,1 1 0 0 0,0 14 0 0 0,-7-51-374 0 0,10 4-359 0 0,0-1 0 0 0,1 1-1 0 0,1 0 1 0 0,1 1 0 0 0,1-1-1 0 0,0 1 1 0 0,15-27 0 0 0,-18 41-30 0 0,1-1 1 0 0,-1 1-1 0 0,1 0 0 0 0,0 0 1 0 0,1 1-1 0 0,-1-1 1 0 0,1 1-1 0 0,1 0 1 0 0,-1 1-1 0 0,9-6 0 0 0,-11 9 7 0 0,1-1-1 0 0,-1 1 1 0 0,1 0-1 0 0,0 0 1 0 0,-1 0-1 0 0,1 1 1 0 0,0 0-1 0 0,0 0 0 0 0,0 0 1 0 0,0 0-1 0 0,0 1 1 0 0,0 0-1 0 0,1 0 1 0 0,-1 1-1 0 0,0-1 1 0 0,0 1-1 0 0,0 0 1 0 0,5 2-1 0 0,4 2 12 0 0,0 0 0 0 0,0 2 0 0 0,-1-1 1 0 0,0 2-1 0 0,-1 0 0 0 0,1 0 0 0 0,-2 1 0 0 0,1 1 1 0 0,-1 0-1 0 0,-1 0 0 0 0,1 1 0 0 0,-2 1 0 0 0,0-1 0 0 0,0 1 1 0 0,-1 1-1 0 0,0 0 0 0 0,-2 0 0 0 0,12 28 0 0 0,-16-34 21 0 0,-1-1 0 0 0,1 1-1 0 0,-1 0 1 0 0,0 0 0 0 0,-1 0-1 0 0,0 0 1 0 0,0 0 0 0 0,-1 8-1 0 0,0-14-1 0 0,-10 3 46 0 0,7-9-68 0 0,0 0 0 0 0,1 0 0 0 0,0 0 0 0 0,0 0 0 0 0,0-1 0 0 0,0 0 0 0 0,1 1 0 0 0,0-1 0 0 0,0 0 0 0 0,1 0 0 0 0,-1 0 0 0 0,1 0 0 0 0,1 0 0 0 0,-1-1 0 0 0,1 1 0 0 0,0 0 0 0 0,0 0 0 0 0,1 0 0 0 0,1-8 0 0 0,1 1-12 0 0,-1 0 1 0 0,2 0 0 0 0,0 0 0 0 0,0 0 0 0 0,1 1 0 0 0,1 0 0 0 0,14-23 0 0 0,-12 24-5 0 0,0 0 1 0 0,1 1-1 0 0,0 0 0 0 0,1 0 1 0 0,14-10-1 0 0,-17 15 4 0 0,0 0 0 0 0,0 1-1 0 0,0 0 1 0 0,0 0 0 0 0,0 1-1 0 0,1-1 1 0 0,0 2 0 0 0,0-1 0 0 0,13-2-1 0 0,-17 5 12 0 0,0-1-1 0 0,0 1 0 0 0,0 0 1 0 0,0 0-1 0 0,-1 0 0 0 0,1 0 1 0 0,0 1-1 0 0,0 0 0 0 0,0 0 1 0 0,-1 0-1 0 0,1 0 0 0 0,0 0 1 0 0,-1 1-1 0 0,1-1 0 0 0,-1 1 0 0 0,0 0 1 0 0,0 0-1 0 0,1 1 0 0 0,-1-1 1 0 0,0 0-1 0 0,-1 1 0 0 0,1 0 1 0 0,0 0-1 0 0,-1 0 0 0 0,0 0 1 0 0,1 0-1 0 0,-1 0 0 0 0,-1 1 1 0 0,1-1-1 0 0,0 1 0 0 0,-1-1 1 0 0,2 4-1 0 0,2 12-61 0 0,0 0 1 0 0,-2 0-1 0 0,0 1 1 0 0,1 38-1 0 0,-3-37-198 0 0,-1-14-218 0 0,1-1 0 0 0,-1 1 0 0 0,2 0 1 0 0,-1-1-1 0 0,0 1 0 0 0,1-1 0 0 0,5 11 0 0 0,-6-14 200 0 0,1-1-1 0 0,0 1 1 0 0,0-1 0 0 0,0 0 0 0 0,0 1-1 0 0,0-1 1 0 0,0 0 0 0 0,0 0 0 0 0,1-1 0 0 0,-1 1-1 0 0,1 0 1 0 0,0-1 0 0 0,-1 0 0 0 0,1 0-1 0 0,0 1 1 0 0,0-1 0 0 0,-1-1 0 0 0,1 1-1 0 0,0 0 1 0 0,3-1 0 0 0,11 3-2101 0 0,2-4-546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58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1049 16 0 0,'8'-9'1290'0'0,"0"1"1"0"0,-1-1-1 0 0,0-1 0 0 0,0 1 1 0 0,-1-1-1 0 0,5-11 0 0 0,-9 17-1031 0 0,0-1 0 0 0,0 1 0 0 0,0-1 0 0 0,-1 1 0 0 0,0-1-1 0 0,0 0 1 0 0,0 1 0 0 0,-1-1 0 0 0,1 0 0 0 0,-1 0 0 0 0,0 0 0 0 0,-1 1 0 0 0,1-1 0 0 0,-1 0-1 0 0,0 0 1 0 0,-3-8 0 0 0,4 12-237 0 0,-1 0 0 0 0,0 0 0 0 0,1 0 0 0 0,-1 0 1 0 0,0 0-1 0 0,0 1 0 0 0,0-1 0 0 0,0 0 0 0 0,1 0 0 0 0,-1 1 0 0 0,0-1 0 0 0,0 0 0 0 0,-1 1 0 0 0,1-1 0 0 0,0 1 0 0 0,0-1 0 0 0,0 1 0 0 0,0 0 0 0 0,0-1 0 0 0,0 1 1 0 0,-1 0-1 0 0,-1 0 0 0 0,-25 1 132 0 0,20 1-137 0 0,0 0 1 0 0,0 1-1 0 0,0 0 0 0 0,0 0 1 0 0,1 1-1 0 0,0-1 1 0 0,-1 2-1 0 0,-11 9 1 0 0,-3 4 23 0 0,-23 25 0 0 0,39-37-28 0 0,-11 11-3 0 0,1 1 1 0 0,-24 35 0 0 0,35-46-7 0 0,1 0 0 0 0,0 0 0 0 0,0 1 1 0 0,0 0-1 0 0,1 0 0 0 0,0 0 1 0 0,1 0-1 0 0,0 1 0 0 0,0-1 1 0 0,-1 17-1 0 0,3-23 2 0 0,0 0-1 0 0,0 0 1 0 0,0 0 0 0 0,1 1-1 0 0,-1-1 1 0 0,0 0 0 0 0,1 0-1 0 0,0 0 1 0 0,-1 0 0 0 0,1 0-1 0 0,0 0 1 0 0,0 0 0 0 0,0 0 0 0 0,0 0-1 0 0,0 0 1 0 0,1-1 0 0 0,-1 1-1 0 0,1 0 1 0 0,-1-1 0 0 0,1 1-1 0 0,-1-1 1 0 0,1 1 0 0 0,0-1-1 0 0,0 0 1 0 0,0 0 0 0 0,0 0-1 0 0,-1 0 1 0 0,1 0 0 0 0,1 0-1 0 0,-1-1 1 0 0,0 1 0 0 0,0 0-1 0 0,0-1 1 0 0,4 1 0 0 0,1-1 0 0 0,1 0 1 0 0,0 0-1 0 0,0 0 1 0 0,-1-1-1 0 0,1 0 0 0 0,-1 0 1 0 0,1-1-1 0 0,11-4 1 0 0,-10 2-6 0 0,0 0 0 0 0,0-1 0 0 0,-1 1 1 0 0,1-2-1 0 0,-1 1 0 0 0,0-1 0 0 0,-1-1 1 0 0,0 1-1 0 0,0-1 0 0 0,0 0 0 0 0,-1-1 1 0 0,0 1-1 0 0,7-13 0 0 0,-6 8 3 0 0,0-1-1 0 0,-1 0 1 0 0,-1-1-1 0 0,0 1 0 0 0,-1-1 1 0 0,0 0-1 0 0,-1 0 1 0 0,2-23-1 0 0,4-22 311 0 0,-9 57-326 0 0,-2 6-19 0 0,0-1 30 0 0,1 1 1 0 0,-1 0-1 0 0,1 0 1 0 0,0-1-1 0 0,-1 7 1 0 0,-6 29 12 0 0,-11 73 108 0 0,17-97-102 0 0,2-1-1 0 0,-1 1 0 0 0,2-1 0 0 0,0 1 0 0 0,6 27 0 0 0,-6-39-4 0 0,0 0 1 0 0,0 1-1 0 0,0-1 1 0 0,0 1-1 0 0,0-1 0 0 0,1 0 1 0 0,-1 0-1 0 0,1 0 0 0 0,0 0 1 0 0,0 0-1 0 0,0 0 1 0 0,0 0-1 0 0,1-1 0 0 0,-1 1 1 0 0,1-1-1 0 0,-1 1 0 0 0,1-1 1 0 0,0 0-1 0 0,0 0 1 0 0,0-1-1 0 0,0 1 0 0 0,0 0 1 0 0,1-1-1 0 0,-1 0 0 0 0,0 0 1 0 0,1 0-1 0 0,-1 0 1 0 0,1 0-1 0 0,-1-1 0 0 0,1 0 1 0 0,-1 1-1 0 0,7-2 0 0 0,4 1 7 0 0,1-1-1 0 0,-1 0 0 0 0,0-1 0 0 0,1-1 0 0 0,-1-1 0 0 0,0 0 0 0 0,-1 0 1 0 0,1-1-1 0 0,24-14 0 0 0,-22 9-12 0 0,0-1 0 0 0,-1 0 0 0 0,0-1 0 0 0,0 0 0 0 0,-2-2 1 0 0,23-27-1 0 0,-14 10-34 0 0,-1-1-1 0 0,-1-2 1 0 0,-2 0 0 0 0,-2-1 0 0 0,-1 0-1 0 0,20-73 1 0 0,-16 33-2 0 0,-4-2-1 0 0,-3 1 1 0 0,-4-2-1 0 0,-3 1 0 0 0,-4-1 1 0 0,-16-152-1 0 0,12 205 35 0 0,1 3-2 0 0,-1 0 0 0 0,-9-29 0 0 0,12 49-24 0 0,-15 13-14 0 0,11-6 37 0 0,1 0 0 0 0,0 0 0 0 0,1 1 0 0 0,-1-1 0 0 0,1 1 0 0 0,0 0-1 0 0,1 0 1 0 0,0-1 0 0 0,-2 12 0 0 0,-1 5 12 0 0,-52 239 128 0 0,9-32 415 0 0,35-180-369 0 0,-39 185 685 0 0,40-167-590 0 0,-4 103-1 0 0,14-146-232 0 0,1 0 0 0 0,2-1 0 0 0,8 44 0 0 0,-9-59-34 0 0,1-1 0 0 0,0 0-1 0 0,1 1 1 0 0,-1-1 0 0 0,1 0-1 0 0,1-1 1 0 0,-1 1 0 0 0,1-1-1 0 0,0 1 1 0 0,1-1 0 0 0,-1 0-1 0 0,1-1 1 0 0,1 1 0 0 0,-1-1-1 0 0,1 0 1 0 0,6 5 0 0 0,-4-6 0 0 0,0-1 1 0 0,0 1 0 0 0,0-1-1 0 0,1-1 1 0 0,-1 1-1 0 0,1-2 1 0 0,-1 1 0 0 0,1-1-1 0 0,0 0 1 0 0,-1-1 0 0 0,1 0-1 0 0,0 0 1 0 0,0-1-1 0 0,-1 0 1 0 0,18-5 0 0 0,-3 0 6 0 0,-1-1 1 0 0,0-2 0 0 0,0 0-1 0 0,35-20 1 0 0,-39 17-25 0 0,0-1 1 0 0,-1-1 0 0 0,0-1-1 0 0,-1 0 1 0 0,-1-1 0 0 0,0 0-1 0 0,-1-2 1 0 0,-1 1 0 0 0,-1-2-1 0 0,0 1 1 0 0,-1-2 0 0 0,-1 0-1 0 0,-1 0 1 0 0,-1 0 0 0 0,-1-1-1 0 0,-1 0 1 0 0,5-32 0 0 0,-9 41-1 0 0,-2 0-1 0 0,0 0 1 0 0,0 0 0 0 0,-1 0 0 0 0,0 0 0 0 0,-1 0 0 0 0,-4-14 0 0 0,5 21-1 0 0,-1 0 1 0 0,1 0-1 0 0,-1 0 1 0 0,0 1-1 0 0,0-1 1 0 0,0 1 0 0 0,-1-1-1 0 0,1 1 1 0 0,-1 0-1 0 0,0 0 1 0 0,0 0 0 0 0,-1 1-1 0 0,1-1 1 0 0,-1 1-1 0 0,0-1 1 0 0,1 1 0 0 0,-2 0-1 0 0,1 1 1 0 0,-8-5-1 0 0,7 6 4 0 0,3 1-2 0 0,-1 0-1 0 0,0 0 1 0 0,0-1-1 0 0,1 2 1 0 0,-1-1-1 0 0,0 0 0 0 0,1 1 1 0 0,-1-1-1 0 0,0 1 1 0 0,1 0-1 0 0,-1-1 1 0 0,1 1-1 0 0,-1 1 1 0 0,1-1-1 0 0,-1 0 0 0 0,1 1 1 0 0,0-1-1 0 0,0 1 1 0 0,0-1-1 0 0,-4 4 1 0 0,3-1-2 0 0,1 0 0 0 0,-1 1 0 0 0,0-1 0 0 0,1 0 1 0 0,0 1-1 0 0,0-1 0 0 0,-1 7 0 0 0,2-8 2 0 0,-1 1 1 0 0,1 1 0 0 0,0-1 1 0 0,0 1-1 0 0,0 0 0 0 0,0 0 1 0 0,1-1-1 0 0,0 1 0 0 0,0 0 1 0 0,0 0-1 0 0,1-1 0 0 0,-1 1 1 0 0,1 0-1 0 0,0 0 0 0 0,0-1 1 0 0,1 1-1 0 0,2 5 0 0 0,0-4 4 0 0,-1 0-1 0 0,1-1 0 0 0,0 1 1 0 0,0-1-1 0 0,1 0 0 0 0,-1-1 0 0 0,1 1 1 0 0,0-1-1 0 0,0 0 0 0 0,10 6 1 0 0,0-2 5 0 0,0-1 0 0 0,0 0 0 0 0,1-1 0 0 0,0 0 0 0 0,0-2 0 0 0,0 0 0 0 0,0-1 0 0 0,26 2 0 0 0,-37-4-10 0 0,37 1 16 0 0,69-3 1 0 0,-99 0-13 0 0,0-1 0 0 0,0 0 0 0 0,0 0 0 0 0,-1-1 0 0 0,1-1 0 0 0,-1 0 0 0 0,0 0 0 0 0,0-1 0 0 0,-1-1 0 0 0,18-11 0 0 0,-25 15-4 0 0,-1 0 1 0 0,1 0-1 0 0,0 0 1 0 0,0 0-1 0 0,-1 0 0 0 0,0-1 1 0 0,1 1-1 0 0,-1-1 1 0 0,0 1-1 0 0,0-1 1 0 0,0 0-1 0 0,0 0 0 0 0,-1 0 1 0 0,1 0-1 0 0,-1 0 1 0 0,0 0-1 0 0,0-1 0 0 0,0 1 1 0 0,0 0-1 0 0,-1-1 1 0 0,1 1-1 0 0,-1-7 0 0 0,0 6 0 0 0,1-1-1 0 0,-2 1 0 0 0,1-1 1 0 0,-1 1-1 0 0,1-1 0 0 0,-1 1 1 0 0,-2-6-1 0 0,2 9 0 0 0,0-1 1 0 0,0 1-1 0 0,0 0 0 0 0,0-1 1 0 0,0 1-1 0 0,0 0 0 0 0,0 0 0 0 0,0 0 1 0 0,-1 0-1 0 0,1 0 0 0 0,-3-2 1 0 0,3 3-1 0 0,0-1 0 0 0,-1 0-1 0 0,1 1 0 0 0,0-1 0 0 0,-1 1 1 0 0,1-1-1 0 0,-1 1 0 0 0,1 0 0 0 0,-1 0 1 0 0,1 0-1 0 0,-1-1 0 0 0,1 2 0 0 0,-1-1 0 0 0,1 0 1 0 0,0 0-1 0 0,-1 0 0 0 0,1 1 0 0 0,-1-1 1 0 0,-1 1-1 0 0,-23 13 3 0 0,12-2 96 0 0,1 1 0 0 0,1 1 0 0 0,0 0 0 0 0,0 0 0 0 0,2 1 0 0 0,0 0-1 0 0,1 1 1 0 0,0 0 0 0 0,1 1 0 0 0,1 0 0 0 0,1 0 0 0 0,0 0 0 0 0,1 1 0 0 0,1 0-1 0 0,1 0 1 0 0,-3 33 0 0 0,6-43-69 0 0,1 1-1 0 0,-1-1 0 0 0,1 0 1 0 0,0 0-1 0 0,1 0 0 0 0,0 0 1 0 0,0 0-1 0 0,1-1 0 0 0,0 1 1 0 0,1-1-1 0 0,-1 1 0 0 0,1-1 1 0 0,8 10-1 0 0,-8-12-14 0 0,0-1-1 0 0,0 0 1 0 0,1 0-1 0 0,-1 0 1 0 0,1 0-1 0 0,0-1 1 0 0,0 0 0 0 0,1 0-1 0 0,-1 0 1 0 0,1-1-1 0 0,-1 1 1 0 0,1-2-1 0 0,0 1 1 0 0,0 0-1 0 0,-1-1 1 0 0,1 0 0 0 0,0-1-1 0 0,0 1 1 0 0,7-1-1 0 0,2-1-31 0 0,1 0-1 0 0,-1-1 1 0 0,1-1-1 0 0,-1-1 1 0 0,0 0-1 0 0,0-1 1 0 0,0 0-1 0 0,-1-1 1 0 0,1-1-1 0 0,-2 0 1 0 0,1-1-1 0 0,-1 0 1 0 0,0-1-1 0 0,21-20 1 0 0,-22 18-5 0 0,0-1 1 0 0,0-1-1 0 0,-2 0 0 0 0,1-1 1 0 0,-2 0-1 0 0,0 0 1 0 0,0-1-1 0 0,-2 0 0 0 0,0-1 1 0 0,0 1-1 0 0,-1-1 1 0 0,-2-1-1 0 0,6-26 1 0 0,1-37 476 0 0,-11 78-388 0 0,-2 3-53 0 0,-1 2-5 0 0,1-1 0 0 0,-1 1-1 0 0,1 0 1 0 0,0 0 0 0 0,0 0 0 0 0,0 0-1 0 0,0 0 1 0 0,0 0 0 0 0,1 1 0 0 0,-3 5-1 0 0,-12 45 247 0 0,7-19-82 0 0,1-11-102 0 0,1 1 0 0 0,1 0 0 0 0,2 1 1 0 0,0 0-1 0 0,2-1 0 0 0,0 33 0 0 0,3-54-158 0 0,-1-1 0 0 0,0 1 1 0 0,1-1-1 0 0,0 1 0 0 0,0 0 0 0 0,0-1 1 0 0,0 0-1 0 0,1 1 0 0 0,-1-1 1 0 0,1 0-1 0 0,0 1 0 0 0,0-1 0 0 0,0 0 1 0 0,0 0-1 0 0,0-1 0 0 0,1 1 1 0 0,3 3-1 0 0,-3-4-257 0 0,0 0 0 0 0,-1 0-1 0 0,1-1 1 0 0,0 1 0 0 0,0-1 0 0 0,0 0 0 0 0,0 0 0 0 0,1 0-1 0 0,-1 0 1 0 0,0 0 0 0 0,0-1 0 0 0,1 1 0 0 0,-1-1-1 0 0,0 0 1 0 0,1 0 0 0 0,-1 0 0 0 0,0-1 0 0 0,5 0 0 0 0,-5 0-409 0 0,0 0-1 0 0,0 0 1 0 0,0 0 0 0 0,0 0 0 0 0,0 0 0 0 0,0-1 0 0 0,4-2 0 0 0,-6 3 560 0 0,12-8-4996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58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1248 0 0,'5'-15'2291'0'0,"0"0"1"0"0,1 1-1 0 0,13-23 1 0 0,-16 33-2082 0 0,0 0 1 0 0,0 0 0 0 0,0 0 0 0 0,0 0 0 0 0,1 1 0 0 0,-1-1 0 0 0,1 1-1 0 0,0 0 1 0 0,0 0 0 0 0,0 0 0 0 0,1 1 0 0 0,-1 0 0 0 0,1 0 0 0 0,-1 0-1 0 0,7-2 1 0 0,-8 3-122 0 0,1 1-1 0 0,0-1 1 0 0,-1 1 0 0 0,1 0-1 0 0,0 0 1 0 0,0 0-1 0 0,0 1 1 0 0,-1-1-1 0 0,1 1 1 0 0,0 0 0 0 0,-1 0-1 0 0,1 0 1 0 0,-1 0-1 0 0,1 1 1 0 0,4 2-1 0 0,0 0 200 0 0,-1 1-1 0 0,1 0 0 0 0,-1 1 0 0 0,13 12 0 0 0,-14-12-158 0 0,0 0 0 0 0,-1 1-1 0 0,1 0 1 0 0,-2 0 0 0 0,1 0-1 0 0,-1 0 1 0 0,0 1 0 0 0,0 0-1 0 0,-1 0 1 0 0,0 0 0 0 0,-1 0-1 0 0,0 0 1 0 0,0 1 0 0 0,-1-1-1 0 0,0 1 1 0 0,0-1 0 0 0,-1 1 0 0 0,0-1-1 0 0,0 1 1 0 0,-2 9 0 0 0,-1-5-30 0 0,0 0 1 0 0,-1-1-1 0 0,0 1 1 0 0,0-1 0 0 0,-2 0-1 0 0,1 0 1 0 0,-2-1-1 0 0,1 0 1 0 0,-2 0-1 0 0,1 0 1 0 0,-1-1 0 0 0,-13 12-1 0 0,11-15 32 0 0,7-13-51 0 0,10-15-43 0 0,6 1-41 0 0,1 1 0 0 0,0 1 0 0 0,23-21 0 0 0,56-46-24 0 0,-52 50 24 0 0,37-32 12 0 0,63-59 8 0 0,-140 124-24 0 0,-4 4 5 0 0,1-1 1 0 0,-1 1-1 0 0,1-1 1 0 0,0 1-1 0 0,0 0 1 0 0,-1 0-1 0 0,-1 3 1 0 0,4-5 2 0 0,-11 10-6 0 0,2 1 0 0 0,-1 0 0 0 0,2 0 0 0 0,-1 1 0 0 0,2 0 0 0 0,-1 1 0 0 0,2-1 1 0 0,-8 21-1 0 0,10-23 18 0 0,1 0 0 0 0,0 0 0 0 0,0 0 0 0 0,1 1 0 0 0,1-1 0 0 0,0 0 1 0 0,0 1-1 0 0,1-1 0 0 0,0 1 0 0 0,1-1 0 0 0,0 1 0 0 0,4 12 0 0 0,-4-19 17 0 0,1 1 0 0 0,-1-1-1 0 0,1 0 1 0 0,1 0 0 0 0,-1 0-1 0 0,1 0 1 0 0,-1-1 0 0 0,1 1-1 0 0,0 0 1 0 0,0-1-1 0 0,1 0 1 0 0,-1 0 0 0 0,1 0-1 0 0,-1 0 1 0 0,1-1 0 0 0,0 1-1 0 0,0-1 1 0 0,0 0 0 0 0,0 0-1 0 0,1 0 1 0 0,-1-1 0 0 0,1 1-1 0 0,-1-1 1 0 0,1 0 0 0 0,4 0-1 0 0,-2 0-135 0 0,1-1 0 0 0,0 1 0 0 0,-1-1 0 0 0,1-1 0 0 0,0 1 0 0 0,10-3 0 0 0,-12 1-466 0 0,1 0 1 0 0,0 0 0 0 0,-1 0 0 0 0,0-1-1 0 0,1 0 1 0 0,-1 0 0 0 0,5-4 0 0 0,-9 5-129 0 0,0 1 1 0 0,0-1-1 0 0,-1 0 1 0 0,1 0 0 0 0,-1 0-1 0 0,0 0 1 0 0,1 0-1 0 0,-1 0 1 0 0,0 0-1 0 0,0 0 1 0 0,1-3-1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00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1863 168 2244 0 0,'-33'-17'3459'0'0,"-15"-9"4243"0"0,-65-44-1 0 0,111 68-7700 0 0,-1 0 1 0 0,1 0-1 0 0,0 0 0 0 0,0-1 1 0 0,0 1-1 0 0,0 0 0 0 0,0-1 1 0 0,0 0-1 0 0,1 1 0 0 0,-1-1 1 0 0,1 0-1 0 0,-1 0 0 0 0,1 0 1 0 0,0 1-1 0 0,1-1 0 0 0,-2-6 1 0 0,2 4-1192 0 0</inkml:trace>
  <inkml:trace contextRef="#ctx0" brushRef="#br0" timeOffset="1">128 106 800 0 0,'-33'6'3755'0'0,"-61"14"6821"0"0,105-21-9980 0 0,1 0 0 0 0,20-6 0 0 0,5 0-223 0 0,611-75 994 0 0,-452 59-1294 0 0,-144 21-2450 0 0,-47 3 1389 0 0,0-1-1 0 0,0 1 0 0 0,0 0 1 0 0,0 1-1 0 0,-1-1 0 0 0,1 1 1 0 0,-1 0-1 0 0,7 3 0 0 0</inkml:trace>
  <inkml:trace contextRef="#ctx0" brushRef="#br0" timeOffset="2">2928 709 1476 0 0,'54'-10'9903'0'0,"-7"2"-5948"0"0,-45 7-3838 0 0,1 4 24 0 0,-3-3-136 0 0,0 0 1 0 0,1 0-1 0 0,-1 1 0 0 0,0-1 1 0 0,0 0-1 0 0,0 0 0 0 0,1 0 0 0 0,-1 0 1 0 0,0 0-1 0 0,0 0 0 0 0,0 0 1 0 0,0 1-1 0 0,1-1 0 0 0,-1 0 1 0 0,0 0-1 0 0,0 0 0 0 0,0 0 1 0 0,0 1-1 0 0,0-1 0 0 0,1 0 1 0 0,-1 0-1 0 0,0 0 0 0 0,0 1 1 0 0,0-1-1 0 0,0 0 0 0 0,0 0 1 0 0,0 0-1 0 0,0 1 0 0 0,0-1 1 0 0,0 0-1 0 0,0 0 0 0 0,0 0 1 0 0,0 1-1 0 0,0-1 0 0 0,0 0 0 0 0,0 0 1 0 0,0 1-1 0 0,0-1 0 0 0,-2 8 81 0 0,0 1 0 0 0,0-1 0 0 0,0 0-1 0 0,-1 0 1 0 0,-1-1 0 0 0,-6 14-1 0 0,-33 48 116 0 0,23-40-121 0 0,-121 181-350 0 0,34-82-4796 0 0,79-100 1342 0 0,-1-2-1492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01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197 210 700 0 0,'-7'-22'6464'0'0,"-5"-9"-1403"0"0,11 34-4987 0 0,1 0 0 0 0,0 1 0 0 0,0-1 0 0 0,0 1 0 0 0,0-1-1 0 0,1 1 1 0 0,-1-1 0 0 0,1 1 0 0 0,0-1 0 0 0,0 0 0 0 0,0 0 0 0 0,1 1 0 0 0,-1-1 0 0 0,3 3-1 0 0,27 41 364 0 0,-28-42-356 0 0,0-2-40 0 0,-1-1 0 0 0,1 1 0 0 0,-1-1-1 0 0,1 0 1 0 0,0 0 0 0 0,0 0-1 0 0,0 0 1 0 0,0 0 0 0 0,0-1 0 0 0,0 1-1 0 0,1-1 1 0 0,-1 0 0 0 0,1 0 0 0 0,-1 0-1 0 0,0-1 1 0 0,1 1 0 0 0,6 0 0 0 0,-1-1-4 0 0,-1 0 1 0 0,1-1 0 0 0,-1 0-1 0 0,1 0 1 0 0,-1 0-1 0 0,10-4 1 0 0,-9 1-19 0 0,0 0-1 0 0,-1 0 1 0 0,1 0 0 0 0,-1-1 0 0 0,0-1-1 0 0,-1 1 1 0 0,1-1 0 0 0,-1 0-1 0 0,0-1 1 0 0,-1 0 0 0 0,0 0-1 0 0,0 0 1 0 0,0-1 0 0 0,8-16-1 0 0,-10 19-15 0 0,-2 0-1 0 0,1 0 0 0 0,-1-1 0 0 0,0 1 0 0 0,0-1 0 0 0,0 0 0 0 0,-1 1 1 0 0,1-1-1 0 0,-2 0 0 0 0,1 0 0 0 0,-1 0 0 0 0,1 0 0 0 0,-2 0 0 0 0,1 0 1 0 0,-1 0-1 0 0,0 0 0 0 0,0 1 0 0 0,0-1 0 0 0,-1 0 0 0 0,0 0 0 0 0,0 1 1 0 0,0-1-1 0 0,-1 1 0 0 0,-5-9 0 0 0,6 12-7 0 0,0 0-1 0 0,0 0 1 0 0,0-1 0 0 0,0 1-1 0 0,0 1 1 0 0,-1-1 0 0 0,1 0 0 0 0,0 0-1 0 0,-1 1 1 0 0,1 0 0 0 0,-1-1-1 0 0,0 1 1 0 0,0 0 0 0 0,1 0-1 0 0,-1 1 1 0 0,0-1 0 0 0,0 0-1 0 0,0 1 1 0 0,0 0 0 0 0,0-1 0 0 0,1 1-1 0 0,-1 1 1 0 0,0-1 0 0 0,0 0-1 0 0,0 1 1 0 0,0-1 0 0 0,0 1-1 0 0,0 0 1 0 0,-4 2 0 0 0,-7 3-8 0 0,1 1 1 0 0,0 0-1 0 0,0 1 1 0 0,-18 14-1 0 0,23-16 6 0 0,-22 17 0 0 0,1 3-1 0 0,1 0 0 0 0,1 1 1 0 0,2 2-1 0 0,1 1 0 0 0,1 0 1 0 0,1 2-1 0 0,2 1 0 0 0,-23 50 1 0 0,39-74 14 0 0,0 1 0 0 0,0-1 1 0 0,1 1-1 0 0,1 0 1 0 0,0 0-1 0 0,0 0 0 0 0,0 18 1 0 0,2-24-2 0 0,0 0 1 0 0,0 0 0 0 0,1 1-1 0 0,0-1 1 0 0,0 0 0 0 0,0 0-1 0 0,0 0 1 0 0,0 0 0 0 0,1 0-1 0 0,0-1 1 0 0,0 1 0 0 0,0 0-1 0 0,0-1 1 0 0,0 1-1 0 0,1-1 1 0 0,0 0 0 0 0,-1 0-1 0 0,1 0 1 0 0,0 0 0 0 0,1 0-1 0 0,3 2 1 0 0,4 1 9 0 0,-1 0 1 0 0,1-1-1 0 0,0-1 1 0 0,1 0-1 0 0,-1-1 0 0 0,1 0 1 0 0,0 0-1 0 0,-1-1 0 0 0,1-1 1 0 0,0 0-1 0 0,0-1 0 0 0,17-1 1 0 0,17-3 33 0 0,81-19 0 0 0,-126 23-50 0 0,33-8 4 0 0,0 0 0 0 0,-1-3 1 0 0,0-1-1 0 0,-1-1 1 0 0,0-1-1 0 0,-1-2 0 0 0,-1-2 1 0 0,42-30-1 0 0,-60 37-2 0 0,0-1 0 0 0,0 0 0 0 0,-1-1 0 0 0,-1 0-1 0 0,0-1 1 0 0,0 0 0 0 0,-2-1 0 0 0,0 1 0 0 0,0-2 0 0 0,-2 1 0 0 0,0-1-1 0 0,0 0 1 0 0,-2 0 0 0 0,0 0 0 0 0,0-1 0 0 0,-2 0 0 0 0,0 1 0 0 0,-1-1 0 0 0,-2-28-1 0 0,1 44 0 0 0,-5-22-25 0 0,5 22 24 0 0,0 1 0 0 0,0-1 0 0 0,0 1 0 0 0,0 0 0 0 0,0-1 0 0 0,-1 1 0 0 0,1 0 0 0 0,0-1 0 0 0,0 1 0 0 0,-1-1 0 0 0,1 1 0 0 0,0 0 0 0 0,-1 0 0 0 0,1-1 0 0 0,0 1 0 0 0,-1 0 0 0 0,1-1 0 0 0,0 1 0 0 0,-1 0 0 0 0,1 0 0 0 0,0 0 0 0 0,-1-1 0 0 0,1 1 0 0 0,-1 0 0 0 0,1 0 0 0 0,-1 0 0 0 0,1 0 0 0 0,0 0 0 0 0,-1 0 0 0 0,1 0 0 0 0,-1 0 0 0 0,1 0 0 0 0,-1 0 0 0 0,1 0 0 0 0,0 0 0 0 0,-1 0 0 0 0,1 0 0 0 0,-1 0 0 0 0,1 1 0 0 0,-1-1 0 0 0,1 0 0 0 0,0 0 0 0 0,-1 0 0 0 0,1 1 0 0 0,0-1 0 0 0,-1 0 0 0 0,1 0 0 0 0,0 1 0 0 0,-1-1 0 0 0,1 0 0 0 0,0 1 0 0 0,-1 0 0 0 0,-6 5 79 0 0,1 2-1 0 0,0-1 1 0 0,0 1-1 0 0,0-1 1 0 0,1 2-1 0 0,0-1 1 0 0,1 0-1 0 0,-6 15 1 0 0,-23 81 682 0 0,28-86-696 0 0,0 2 1 0 0,0 0-1 0 0,1 0 1 0 0,1 0-1 0 0,1 0 1 0 0,0 1 0 0 0,3 32-1 0 0,0-47-52 0 0,0-1 0 0 0,0 1 0 0 0,0 0 0 0 0,1-1 0 0 0,0 1 0 0 0,0-1 0 0 0,0 1 0 0 0,1-1-1 0 0,0 0 1 0 0,0 0 0 0 0,7 9 0 0 0,-7-11-6 0 0,1 0 0 0 0,0 1 0 0 0,0-2 0 0 0,0 1 0 0 0,0 0 0 0 0,0-1 0 0 0,0 0 0 0 0,1 0 0 0 0,-1 0-1 0 0,1 0 1 0 0,-1-1 0 0 0,1 0 0 0 0,0 0 0 0 0,-1 0 0 0 0,1 0 0 0 0,8-1 0 0 0,-4 0-300 0 0,1 0-1 0 0,0-1 1 0 0,0 0 0 0 0,0 0 0 0 0,-1-1-1 0 0,1 0 1 0 0,-1-1 0 0 0,17-7 0 0 0,-15 5-1449 0 0,-1-1 1 0 0,1 0-1 0 0,17-14 1 0 0,-1-3-3963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01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35 1864 0 0,'-14'-9'2000'0'0,"2"1"-484"0"0,1 3-335 0 0,3-1 471 0 0,-9 0-244 0 0,-2 9-904 0 0,12 7-388 0 0,3 8-472 0 0,6-8-4 0 0,2 5-244 0 0,-1 1-364 0 0,4 4-1533 0 0,-2-1-547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03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633 192 2432 0 0,'2'-1'4845'0'0,"-1"1"-4676"0"0,0 0 0 0 0,0-1 1 0 0,0 1-1 0 0,0 0 0 0 0,-1-1 0 0 0,1 1 1 0 0,0-1-1 0 0,0 1 0 0 0,0-1 1 0 0,-1 1-1 0 0,1-1 0 0 0,0 0 1 0 0,-1 1-1 0 0,1-1 0 0 0,-1 0 0 0 0,1 0 1 0 0,-1 1-1 0 0,1-1 0 0 0,-1 0 1 0 0,1 0-1 0 0,-1 0 0 0 0,0 0 0 0 0,1 0 1 0 0,-1 0-1 0 0,0 1 0 0 0,0-1 1 0 0,1 0-1 0 0,-1-1 0 0 0,-1-1 63 0 0,1 1 0 0 0,0-1 0 0 0,-1 1-1 0 0,0 0 1 0 0,0 0 0 0 0,1-1 0 0 0,-1 1-1 0 0,0 0 1 0 0,-1 0 0 0 0,1 0 0 0 0,-2-3-1 0 0,-1 0 18 0 0,0 0 0 0 0,0 0 0 0 0,-1 1 0 0 0,1-1 0 0 0,-1 1 0 0 0,0 0 0 0 0,0 0 0 0 0,-11-5 0 0 0,10 6-200 0 0,0 1 1 0 0,0 1 0 0 0,0-1 0 0 0,0 1 0 0 0,-1 0 0 0 0,1 0-1 0 0,-1 1 1 0 0,1 0 0 0 0,0 0 0 0 0,-1 0 0 0 0,-10 3 0 0 0,7-1-27 0 0,0 1 0 0 0,0 0 0 0 0,0 1 0 0 0,0 0 0 0 0,1 1 0 0 0,-15 9 1 0 0,6-1-22 0 0,1 1 0 0 0,0 0 0 0 0,0 2 0 0 0,2 0 0 0 0,0 0 0 0 0,-13 20 0 0 0,20-26 6 0 0,2 0 0 0 0,0 0 0 0 0,0 1 0 0 0,1 0 0 0 0,0 0 0 0 0,1 0-1 0 0,0 0 1 0 0,-2 14 0 0 0,5-22-4 0 0,0-1 1 0 0,1 1-1 0 0,0 0 0 0 0,0 0 0 0 0,0-1 0 0 0,0 1 1 0 0,0 0-1 0 0,0 0 0 0 0,1-1 0 0 0,-1 1 1 0 0,1 0-1 0 0,0-1 0 0 0,-1 1 0 0 0,1 0 0 0 0,1-1 1 0 0,-1 1-1 0 0,0-1 0 0 0,1 0 0 0 0,-1 1 0 0 0,1-1 1 0 0,0 0-1 0 0,-1 0 0 0 0,1 0 0 0 0,0 0 1 0 0,0 0-1 0 0,1 0 0 0 0,-1-1 0 0 0,0 1 0 0 0,1-1 1 0 0,-1 1-1 0 0,1-1 0 0 0,-1 0 0 0 0,1 0 0 0 0,-1 0 1 0 0,1-1-1 0 0,0 1 0 0 0,-1 0 0 0 0,1-1 0 0 0,5 1 1 0 0,3 0-1 0 0,0-1 0 0 0,0 0 0 0 0,0 0 0 0 0,0-1 1 0 0,0 0-1 0 0,0-1 0 0 0,-1 0 0 0 0,1-1 1 0 0,0 0-1 0 0,-1-1 0 0 0,0 0 0 0 0,0 0 0 0 0,0-1 1 0 0,0 0-1 0 0,-1-1 0 0 0,0 0 0 0 0,0-1 0 0 0,-1 0 1 0 0,13-13-1 0 0,-6 5-5 0 0,-2-1 1 0 0,0 0-1 0 0,-1-1 1 0 0,0 0-1 0 0,-1-1 1 0 0,-1 0-1 0 0,-1-1 0 0 0,-1 0 1 0 0,9-30-1 0 0,3-5-80 0 0,-19 52 65 0 0,-10 22-29 0 0,-121 558 736 0 0,29 5 1117 0 0,97-563-1752 0 0,2-4 21 0 0,-10 56 938 0 0,-33 115-1 0 0,43-182-887 0 0,0 0 0 0 0,0 0 0 0 0,0-1 0 0 0,0 1 0 0 0,-1 0 0 0 0,0-1-1 0 0,0 1 1 0 0,0-1 0 0 0,-1 0 0 0 0,1 0 0 0 0,-1 0 0 0 0,0-1 0 0 0,0 1-1 0 0,-8 4 1 0 0,8-6-87 0 0,1 0 0 0 0,-1-1 0 0 0,0 1 0 0 0,0-1 0 0 0,0 0 0 0 0,0 0-1 0 0,0-1 1 0 0,1 1 0 0 0,-1-1 0 0 0,0 0 0 0 0,0 0 0 0 0,0 0 0 0 0,0 0 0 0 0,0-1-1 0 0,0 0 1 0 0,0 0 0 0 0,0 0 0 0 0,0 0 0 0 0,0 0 0 0 0,-4-3 0 0 0,-6-3-17 0 0,-1-1 1 0 0,1 0 0 0 0,1-1 0 0 0,0 0 0 0 0,0-1-1 0 0,1-1 1 0 0,0 0 0 0 0,1 0 0 0 0,0-1 0 0 0,1-1-1 0 0,0 0 1 0 0,1 0 0 0 0,1-1 0 0 0,0 0 0 0 0,0 0-1 0 0,2-1 1 0 0,0 0 0 0 0,1 0 0 0 0,0-1 0 0 0,1 1-1 0 0,1-1 1 0 0,0 0 0 0 0,1 0 0 0 0,1 0 0 0 0,0 0-1 0 0,2-1 1 0 0,0 1 0 0 0,0 0 0 0 0,1 0 0 0 0,1 0-1 0 0,1 1 1 0 0,9-26 0 0 0,3 5-38 0 0,1 0 0 0 0,1 2-1 0 0,2 0 1 0 0,2 1 0 0 0,1 1 0 0 0,1 1 0 0 0,48-46-1 0 0,218-171-1109 0 0,-285 244 1091 0 0,247-180-1578 0 0,24-17 161 0 0,-263 190 1401 0 0,0 0 1 0 0,-1-1-1 0 0,0 0 0 0 0,-1-1 0 0 0,14-20 0 0 0,-21 27 28 0 0,0-1-1 0 0,-1 0 1 0 0,1 0-1 0 0,-1 0 0 0 0,-1 0 1 0 0,1 0-1 0 0,-1-1 1 0 0,0 1-1 0 0,-1-1 1 0 0,0 0-1 0 0,0 1 1 0 0,0-1-1 0 0,-2-13 1 0 0,1 20 16 0 0,0 0-1 0 0,0 0 1 0 0,0 1 0 0 0,0-1 0 0 0,0 0 0 0 0,0 0 0 0 0,-1 0 0 0 0,1 1 0 0 0,0-1 0 0 0,0 0 0 0 0,-1 0 0 0 0,1 1 0 0 0,0-1-1 0 0,-1 0 1 0 0,1 0 0 0 0,-1 1 0 0 0,1-1 0 0 0,-1 1 0 0 0,1-1 0 0 0,-1 0 0 0 0,0 1 0 0 0,1-1 0 0 0,-2 0 0 0 0,2 1 0 0 0,-1 0 1 0 0,0 0 0 0 0,0 0-1 0 0,0 0 1 0 0,1 0 0 0 0,-1 0 0 0 0,0 0-1 0 0,0 0 1 0 0,1 1 0 0 0,-1-1-1 0 0,0 0 1 0 0,0 0 0 0 0,1 1 0 0 0,-1-1-1 0 0,0 0 1 0 0,1 1 0 0 0,-1-1-1 0 0,-1 1 1 0 0,-2 3-10 0 0,0-1-1 0 0,0 1 0 0 0,1-1 1 0 0,-1 1-1 0 0,-3 5 1 0 0,-7 14-1 0 0,1 0 0 0 0,2 1 1 0 0,0 1-1 0 0,1 0 0 0 0,1 0 0 0 0,2 0 1 0 0,1 1-1 0 0,-6 42 0 0 0,11-55 23 0 0,0 0-1 0 0,0 0 0 0 0,1 0 1 0 0,1 0-1 0 0,0 0 1 0 0,0 0-1 0 0,5 14 1 0 0,-5-24-7 0 0,0 1 1 0 0,0-1-1 0 0,1 1 1 0 0,-1-1-1 0 0,1 1 1 0 0,0-1-1 0 0,0 0 1 0 0,0 0-1 0 0,0 0 1 0 0,1 0-1 0 0,-1 0 1 0 0,1 0-1 0 0,0-1 1 0 0,0 1-1 0 0,0-1 1 0 0,0 0-1 0 0,0 0 1 0 0,0 0-1 0 0,0 0 1 0 0,1-1-1 0 0,-1 1 1 0 0,1-1-1 0 0,-1 0 1 0 0,1 0-1 0 0,0 0 1 0 0,-1 0 0 0 0,1-1-1 0 0,6 1 1 0 0,-1-1-25 0 0,0 0 0 0 0,0-1 0 0 0,0 0 0 0 0,0 0 0 0 0,0-1 0 0 0,-1 0 0 0 0,1 0-1 0 0,0-1 1 0 0,-1 0 0 0 0,12-7 0 0 0,-7 3-83 0 0,-1-1-1 0 0,0 0 1 0 0,0-1-1 0 0,-1-1 0 0 0,18-18 1 0 0,1-7-129 0 0,-2-2-1 0 0,-2-1 1 0 0,22-42 0 0 0,-43 70 242 0 0,8-10-148 0 0,23-29 0 0 0,-36 48 137 0 0,0 1 1 0 0,1-1 0 0 0,-1 1-1 0 0,0 0 1 0 0,1-1 0 0 0,-1 1-1 0 0,1 0 1 0 0,-1-1 0 0 0,0 1-1 0 0,1 0 1 0 0,-1-1 0 0 0,1 1-1 0 0,-1 0 1 0 0,1 0 0 0 0,-1-1-1 0 0,1 1 1 0 0,-1 0 0 0 0,1 0-1 0 0,-1 0 1 0 0,1 0 0 0 0,-1 0-1 0 0,1 0 1 0 0,-1 0 0 0 0,1 0-1 0 0,0 0 1 0 0,-1 0 0 0 0,1 0-1 0 0,-1 0 1 0 0,1 0 0 0 0,0 1-1 0 0,0-1 1 0 0,0 1-1 0 0,0 0 1 0 0,0 0 0 0 0,0 0-1 0 0,0-1 1 0 0,0 1 0 0 0,0 0-1 0 0,0 0 1 0 0,-1 0 0 0 0,1 0-1 0 0,0 2 1 0 0,13 35-11 0 0,-13-36 12 0 0,2 11 12 0 0,-1 0 0 0 0,0 0 0 0 0,0 0 0 0 0,-1 0 0 0 0,-1 0 0 0 0,-1 1-1 0 0,0-1 1 0 0,0 0 0 0 0,-6 20 0 0 0,7-31-2 0 0,0 0 1 0 0,-1 0-1 0 0,1 0 0 0 0,-1 0 1 0 0,0 0-1 0 0,0 0 0 0 0,0 0 0 0 0,0 0 1 0 0,0-1-1 0 0,0 1 0 0 0,0 0 1 0 0,-1-1-1 0 0,1 1 0 0 0,0-1 0 0 0,-4 3 1 0 0,4-3 9 0 0,0-1-17 0 0,1 0-1 0 0,-1 0 1 0 0,0 0-1 0 0,1 0 1 0 0,-1 0-1 0 0,0 0 1 0 0,1 0-1 0 0,-1 0 1 0 0,1 0-1 0 0,-1 0 0 0 0,0 0 1 0 0,1-1-1 0 0,-1 1 1 0 0,0 0-1 0 0,1 0 1 0 0,-1-1-1 0 0,1 1 1 0 0,-1-1-1 0 0,1 1 1 0 0,-1 0-1 0 0,1-1 1 0 0,-1 1-1 0 0,1-1 0 0 0,-1 1 1 0 0,1-1-1 0 0,0 1 1 0 0,-1-2-1 0 0,-4-19 13 0 0,11-22-10 0 0,-1 28-6 0 0,0 0 0 0 0,2 1 1 0 0,-1 0-1 0 0,2 0 0 0 0,0 1 0 0 0,0 0 0 0 0,1 0 0 0 0,1 1 0 0 0,0 0 1 0 0,1 1-1 0 0,0 0 0 0 0,1 0 0 0 0,0 1 0 0 0,0 1 0 0 0,1 0 0 0 0,0 1 1 0 0,17-8-1 0 0,-25 14 0 0 0,-1 0 0 0 0,1 1 0 0 0,-1-1 0 0 0,1 1 0 0 0,0 0 0 0 0,-1 0 0 0 0,1 0 0 0 0,0 1 0 0 0,0-1 1 0 0,0 1-1 0 0,0 0 0 0 0,0 1 0 0 0,-1-1 0 0 0,1 1 0 0 0,0 0 0 0 0,0 0 0 0 0,-1 1 0 0 0,7 2 0 0 0,-7-2 3 0 0,0 1 0 0 0,0 0-1 0 0,0 0 1 0 0,0 0 0 0 0,-1 0-1 0 0,1 0 1 0 0,-1 1 0 0 0,0 0-1 0 0,0-1 1 0 0,0 1-1 0 0,-1 0 1 0 0,0 0 0 0 0,1 1-1 0 0,-1-1 1 0 0,-1 0 0 0 0,1 1-1 0 0,0 0 1 0 0,0 7 0 0 0,2 10 16 0 0,-2-1 0 0 0,-1 1 1 0 0,0 0-1 0 0,-3 22 0 0 0,0 10 107 0 0,2-53-116 0 0,0-1-1 0 0,0 1 1 0 0,0-1 0 0 0,0 1 0 0 0,0-1-1 0 0,0 1 1 0 0,0-1 0 0 0,0 1 0 0 0,0-1-1 0 0,0 1 1 0 0,0-1 0 0 0,0 1 0 0 0,1-1-1 0 0,-1 1 1 0 0,0-1 0 0 0,0 1 0 0 0,1-1-1 0 0,-1 0 1 0 0,0 1 0 0 0,1-1 0 0 0,-1 1-1 0 0,0-1 1 0 0,1 0 0 0 0,-1 1 0 0 0,0-1-1 0 0,1 0 1 0 0,-1 0 0 0 0,1 1 0 0 0,-1-1-1 0 0,1 0 1 0 0,0 1 0 0 0,0-1-1 0 0,1 0 0 0 0,-1 0 0 0 0,1 0 0 0 0,-1 0 0 0 0,0 0 0 0 0,1-1 0 0 0,-1 1 0 0 0,1 0 1 0 0,-1-1-1 0 0,0 1 0 0 0,3-2 0 0 0,32-19 26 0 0,62-59-2815 0 0,-17 13-5728 0 0,-52 46 2688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05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147 308 348 0 0,'10'-11'3242'0'0,"27"-28"2532"0"0,-25 34-4964 0 0,-8 6-698 0 0,-1 0 1 0 0,1 0 0 0 0,-1 1-1 0 0,0-1 1 0 0,1 1 0 0 0,-1 0 0 0 0,0 0-1 0 0,6 5 1 0 0,-6-4 55 0 0,0-1 0 0 0,0 0-1 0 0,1 1 1 0 0,-1-1 0 0 0,1 0 0 0 0,-1-1-1 0 0,1 1 1 0 0,-1-1 0 0 0,1 1 0 0 0,0-1-1 0 0,0 0 1 0 0,0 0 0 0 0,4 0 0 0 0,4-2-23 0 0,0 0 0 0 0,0-1 0 0 0,0 0 0 0 0,0-1 0 0 0,0 0 0 0 0,-1-1 1 0 0,1-1-1 0 0,-1 1 0 0 0,0-2 0 0 0,0 0 0 0 0,-1 0 0 0 0,0 0 0 0 0,0-2 1 0 0,0 1-1 0 0,-1-1 0 0 0,0 0 0 0 0,0-1 0 0 0,-1 0 0 0 0,-1-1 0 0 0,1 0 1 0 0,-1 0-1 0 0,-1 0 0 0 0,0-1 0 0 0,-1 0 0 0 0,6-15 0 0 0,-7 14-112 0 0,-1 0-1 0 0,-1 0 1 0 0,-1 0-1 0 0,1-12 1 0 0,-2 22-19 0 0,0 0-8 0 0,0 1-5 0 0,0 0 0 0 0,1 0-1 0 0,-1 0 1 0 0,0 0-1 0 0,-1 0 1 0 0,1 0 0 0 0,0 0-1 0 0,0 0 1 0 0,0 0-1 0 0,-1 0 1 0 0,1 0 0 0 0,0 0-1 0 0,-1 0 1 0 0,1 0-1 0 0,-1 0 1 0 0,1 0 0 0 0,-1 0-1 0 0,0 0 1 0 0,1 0-1 0 0,-1 0 1 0 0,0 1 0 0 0,0-1-1 0 0,1 0 1 0 0,-1 1-1 0 0,0-1 1 0 0,-1 0 0 0 0,-1-1-6 0 0,0 1 0 0 0,0 0 0 0 0,0 0 0 0 0,-1 0 0 0 0,1 0 1 0 0,0 1-1 0 0,0-1 0 0 0,-1 1 0 0 0,1 0 0 0 0,0 0 0 0 0,-1 0 1 0 0,1 0-1 0 0,0 1 0 0 0,0-1 0 0 0,-1 1 0 0 0,1 0 1 0 0,0 0-1 0 0,0 0 0 0 0,0 0 0 0 0,0 0 0 0 0,-5 3 0 0 0,-9 6-39 0 0,1 0-1 0 0,-23 17 1 0 0,29-20 38 0 0,-22 18-2 0 0,0 2 0 0 0,2 1 0 0 0,1 1-1 0 0,1 2 1 0 0,1 1 0 0 0,2 1 0 0 0,2 1-1 0 0,-26 48 1 0 0,28-37-1 0 0,2 1-1 0 0,2 0 1 0 0,2 2-1 0 0,2 0 1 0 0,2 0-1 0 0,-9 98 1 0 0,20-135 13 0 0,0-1 0 0 0,0 0 1 0 0,1 1-1 0 0,0-1 0 0 0,3 11 1 0 0,-3-19-2 0 0,0 0 1 0 0,0-1 0 0 0,-1 1-1 0 0,1-1 1 0 0,0 1 0 0 0,0-1 0 0 0,1 1-1 0 0,-1-1 1 0 0,0 0 0 0 0,0 0 0 0 0,1 1-1 0 0,-1-1 1 0 0,0 0 0 0 0,1 0-1 0 0,-1 0 1 0 0,1 0 0 0 0,-1-1 0 0 0,1 1-1 0 0,0 0 1 0 0,-1-1 0 0 0,4 1-1 0 0,36 7 56 0 0,-40-8-55 0 0,26 1-92 0 0,-1 0 1 0 0,1-2-1 0 0,-1-1 1 0 0,42-8-1 0 0,18-10-2715 0 0,-3-6-4190 0 0,-51 16 2337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07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46 171 740 0 0,'-1'-1'1496'0'0,"-4"-5"-467"0"0,1 1 0 0 0,0 0 1 0 0,1-1-1 0 0,-1 0 0 0 0,-2-7 0 0 0,-12-17 2203 0 0,17 28-2912 0 0,1-4 1179 0 0,4 11-1620 0 0,16 20 209 0 0,-2 1-1 0 0,-2 0 0 0 0,0 2 1 0 0,21 52-1 0 0,-14-31-40 0 0,69 139 1249 0 0,-92-187-1251 0 0,0-1 0 0 0,1 1 0 0 0,-1-1 0 0 0,0 1 0 0 0,1-1 0 0 0,-1 1 0 0 0,0-1 0 0 0,1 1 0 0 0,-1-1 0 0 0,0 0 1 0 0,1 1-1 0 0,-1-1 0 0 0,1 0 0 0 0,-1 1 0 0 0,1-1 0 0 0,-1 0 0 0 0,1 0 0 0 0,-1 1 0 0 0,1-1 0 0 0,-1 0 0 0 0,1 0 0 0 0,-1 0 0 0 0,1 1 0 0 0,-1-1 1 0 0,1 0-1 0 0,-1 0 0 0 0,2 0 0 0 0,14-8 325 0 0,9-19-204 0 0,0-13-58 0 0,-1 0 0 0 0,19-50 0 0 0,-22 45-92 0 0,49-78 1 0 0,-68 119-22 0 0,0 1 1 0 0,1-1 0 0 0,0 1-1 0 0,0 0 1 0 0,0 0 0 0 0,0 0-1 0 0,1 0 1 0 0,-1 1 0 0 0,1-1 0 0 0,-1 1-1 0 0,1 0 1 0 0,6-3 0 0 0,-7 5-1 0 0,0-1 1 0 0,0 0-1 0 0,0 1 1 0 0,0-1-1 0 0,0 1 0 0 0,1 0 1 0 0,-1 0-1 0 0,0 0 1 0 0,0 1-1 0 0,0-1 1 0 0,1 1-1 0 0,-1-1 1 0 0,0 1-1 0 0,0 0 1 0 0,0 0-1 0 0,0 1 1 0 0,4 2-1 0 0,10 6-1 0 0,0 1 1 0 0,-2 1-1 0 0,17 16 0 0 0,18 12 7 0 0,-38-29 8 0 0,-9-9-5 0 0,0 0 1 0 0,-1 1-1 0 0,1-1 0 0 0,0 0 0 0 0,0-1 1 0 0,0 1-1 0 0,0-1 0 0 0,0 1 1 0 0,0-1-1 0 0,4 1 0 0 0,-5-1-4 0 0,-1-1 1 0 0,0 0-1 0 0,0 0 0 0 0,1 0 0 0 0,-1 0 0 0 0,0 0 1 0 0,0 0-1 0 0,1 0 0 0 0,-1 0 0 0 0,0 0 0 0 0,0-1 1 0 0,0 1-1 0 0,1 0 0 0 0,-1-1 0 0 0,0 1 0 0 0,0-1 1 0 0,0 1-1 0 0,0-1 0 0 0,0 0 0 0 0,0 1 0 0 0,0-1 1 0 0,0 0-1 0 0,0 0 0 0 0,0 0 0 0 0,0 0 0 0 0,0 1 1 0 0,-1-1-1 0 0,1 0 0 0 0,0-1 0 0 0,-1 1 0 0 0,1 0 1 0 0,-1 0-1 0 0,1 0 0 0 0,-1 0 0 0 0,1 0 0 0 0,-1-1 1 0 0,1-1-1 0 0,0-1 4 0 0,2-5-7 0 0,0 0-1 0 0,-1 0 1 0 0,-1 0 0 0 0,0 0-1 0 0,0 0 1 0 0,0 0 0 0 0,-1 0-1 0 0,0 0 1 0 0,-1 0-1 0 0,0 0 1 0 0,-1 0 0 0 0,0 0-1 0 0,0 0 1 0 0,-1 0-1 0 0,0 1 1 0 0,0-1 0 0 0,-1 1-1 0 0,0 0 1 0 0,-1 0-1 0 0,0 0 1 0 0,0 0 0 0 0,-11-11-1 0 0,15 18-4 0 0,-1-1-1 0 0,0 1 0 0 0,0-1 1 0 0,0 1-1 0 0,0 0 1 0 0,0 0-1 0 0,0 0 1 0 0,0 0-1 0 0,-1 0 0 0 0,1 0 1 0 0,0 1-1 0 0,0-1 1 0 0,-1 1-1 0 0,1-1 0 0 0,0 1 1 0 0,-1 0-1 0 0,1 0 1 0 0,-4 1-1 0 0,2-1-1 0 0,-1 1 0 0 0,1 1 0 0 0,0-1 0 0 0,0 1 0 0 0,0-1 0 0 0,0 1-1 0 0,0 0 1 0 0,0 1 0 0 0,-4 2 0 0 0,-5 5-7 0 0,1 1 1 0 0,0 1-1 0 0,1-1 1 0 0,-12 17-1 0 0,6-6 1 0 0,1 0 0 0 0,2 1 1 0 0,-23 47-1 0 0,32-59 15 0 0,0 0 0 0 0,1 1 1 0 0,0 0-1 0 0,1 0 0 0 0,1 0 0 0 0,0 0 1 0 0,1 1-1 0 0,0-1 0 0 0,0 1 0 0 0,3 23 1 0 0,-1-31 5 0 0,0 0 0 0 0,1 0 0 0 0,-1 0 0 0 0,1 0 1 0 0,0 0-1 0 0,0 0 0 0 0,1 0 0 0 0,-1-1 1 0 0,1 1-1 0 0,0-1 0 0 0,0 0 0 0 0,1 0 0 0 0,-1 0 1 0 0,5 4-1 0 0,-2-3 3 0 0,1 0 0 0 0,0-1-1 0 0,0 1 1 0 0,0-1 0 0 0,0 0 0 0 0,1-1 0 0 0,-1 0 0 0 0,12 3 0 0 0,-2-2 14 0 0,0-1 0 0 0,1-1 0 0 0,-1 0 0 0 0,1-1 0 0 0,-1-1 0 0 0,1 0 0 0 0,33-6 1 0 0,-45 5-20 0 0,24-11-32 0 0,-26 10-231 0 0,1 0 0 0 0,0-1 1 0 0,-1 0-1 0 0,0 0 0 0 0,1-1 1 0 0,3-3-1 0 0,21-27-8099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07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324 127 1680 0 0,'3'-6'985'0'0,"0"0"-1"0"0,-1-1 0 0 0,0 1 1 0 0,-1 0-1 0 0,0-1 0 0 0,0 0 1 0 0,0 1-1 0 0,0-10 1 0 0,-2 13-816 0 0,1 0 0 0 0,0 0 1 0 0,-1 0-1 0 0,1 0 1 0 0,-1 0-1 0 0,0 0 1 0 0,0 0-1 0 0,0 1 1 0 0,-1-1-1 0 0,1 0 1 0 0,-1 0-1 0 0,1 1 0 0 0,-1-1 1 0 0,0 1-1 0 0,0 0 1 0 0,0-1-1 0 0,0 1 1 0 0,0 0-1 0 0,-4-2 1 0 0,5 3-139 0 0,-1 0 0 0 0,0 1 1 0 0,1-1-1 0 0,-1 1 1 0 0,0 0-1 0 0,1-1 1 0 0,-1 1-1 0 0,0 0 0 0 0,0 0 1 0 0,1 0-1 0 0,-1 0 1 0 0,0 0-1 0 0,0 0 1 0 0,1 0-1 0 0,-1 1 0 0 0,0-1 1 0 0,1 1-1 0 0,-3 0 1 0 0,-27 14 141 0 0,15-4-144 0 0,1 1 0 0 0,1 0 0 0 0,0 1 1 0 0,0 0-1 0 0,1 1 0 0 0,1 1 0 0 0,-12 19 1 0 0,2 0-8 0 0,2 1 1 0 0,-22 50 0 0 0,33-65-11 0 0,1 1 1 0 0,-8 34-1 0 0,15-49 0 0 0,-1 0 0 0 0,1 1 0 0 0,1-1 1 0 0,-1 1-1 0 0,1 0 0 0 0,0-1 0 0 0,1 1 0 0 0,-1-1 0 0 0,1 1 0 0 0,1-1 1 0 0,-1 1-1 0 0,1-1 0 0 0,3 8 0 0 0,-2-10-2 0 0,-1-1 0 0 0,1 1 0 0 0,0-1 0 0 0,0 0 0 0 0,0 1 0 0 0,0-1 0 0 0,1-1 0 0 0,-1 1 0 0 0,1 0 0 0 0,0-1 0 0 0,0 0 0 0 0,0 0 0 0 0,0 0 0 0 0,0 0 0 0 0,0-1 0 0 0,0 1 0 0 0,1-1 0 0 0,-1 0 0 0 0,0-1-1 0 0,1 1 1 0 0,-1-1 0 0 0,1 0 0 0 0,5 0 0 0 0,4 0-173 0 0,0-1 0 0 0,0 0-1 0 0,0-1 1 0 0,0-1 0 0 0,-1 0-1 0 0,16-6 1 0 0,-10 2-652 0 0,0-1 0 0 0,-1-1 0 0 0,0 0 0 0 0,-1-2 1 0 0,0 0-1 0 0,0 0 0 0 0,-1-2 0 0 0,-1 0 0 0 0,19-21 0 0 0,-3-3-2936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08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176 258 2048 0 0,'-17'-255'11929'0'0,"17"252"-11788"0"0,-1 4-129 0 0,1-1-1 0 0,-1 0 1 0 0,0 1 0 0 0,0-1-1 0 0,1 0 1 0 0,-1 1 0 0 0,1-1-1 0 0,-1 1 1 0 0,0-1 0 0 0,1 1 0 0 0,-1-1-1 0 0,1 1 1 0 0,-1 0 0 0 0,1-1-1 0 0,-1 1 1 0 0,1 0 0 0 0,0-1-1 0 0,-1 1 1 0 0,1 0 0 0 0,0-1-1 0 0,0 1 1 0 0,-1 1 0 0 0,-5 19 91 0 0,5-19-78 0 0,-33 226 2320 0 0,18-97-1183 0 0,-8 23-192 0 0,-41 401 828 0 0,64-529-1708 0 0,6 52 0 0 0,-5-72-99 0 0,1 1 0 0 0,0-1 1 0 0,1 0-1 0 0,-1 0 0 0 0,1 0 0 0 0,0 0 1 0 0,1 0-1 0 0,0 0 0 0 0,-1-1 1 0 0,2 1-1 0 0,-1-1 0 0 0,1 0 1 0 0,0 0-1 0 0,5 6 0 0 0,-5-9-89 0 0,0 1 1 0 0,0-1-1 0 0,0 1 0 0 0,1-1 0 0 0,-1-1 0 0 0,1 1 1 0 0,0-1-1 0 0,-1 1 0 0 0,1-1 0 0 0,0 0 0 0 0,-1-1 1 0 0,1 1-1 0 0,0-1 0 0 0,0 0 0 0 0,0-1 0 0 0,0 1 1 0 0,-1-1-1 0 0,1 1 0 0 0,0-2 0 0 0,0 1 0 0 0,-1 0 1 0 0,5-3-1 0 0,5-1-346 0 0,0-1 0 0 0,0-1 0 0 0,-1 0 0 0 0,0-1 1 0 0,21-17-1 0 0,-20 13 166 0 0,-1-1 1 0 0,0 0-1 0 0,-1-1 0 0 0,0 0 1 0 0,13-23-1 0 0,39-83-349 0 0,-9 17 2268 0 0,-49 93-1295 0 0,-9 22-113 0 0,0-3-231 0 0,-14 42 801 0 0,-11 62-1 0 0,24-91-618 0 0,1 0 0 0 0,1 0 0 0 0,1 0 0 0 0,1 0 0 0 0,4 38 0 0 0,-3-53-132 0 0,1-1-1 0 0,-1 0 1 0 0,1 1-1 0 0,0-1 1 0 0,1 0 0 0 0,-1 0-1 0 0,5 8 1 0 0,-5-12-30 0 0,-1 0 0 0 0,1 0 0 0 0,-1 0 0 0 0,1 0 0 0 0,0-1 0 0 0,-1 1 0 0 0,1 0 1 0 0,0-1-1 0 0,0 1 0 0 0,0-1 0 0 0,1 1 0 0 0,-1-1 0 0 0,0 0 0 0 0,0 0 0 0 0,1 0 0 0 0,-1 0 0 0 0,0-1 0 0 0,1 1 0 0 0,-1-1 0 0 0,1 1 1 0 0,-1-1-1 0 0,1 0 0 0 0,4 0 0 0 0,-1-1 1 0 0,1 1 1 0 0,-1-2 0 0 0,1 1-1 0 0,-1-1 1 0 0,1 0-1 0 0,-1 0 1 0 0,0 0-1 0 0,0-1 1 0 0,0 0 0 0 0,0 0-1 0 0,-1-1 1 0 0,1 0-1 0 0,6-6 1 0 0,-4 2-5 0 0,0 0 0 0 0,-1 0 0 0 0,0-1 0 0 0,0 0 0 0 0,-1-1 0 0 0,-1 1 0 0 0,7-15 0 0 0,-1-3-5 0 0,-1-1 0 0 0,-2 0 0 0 0,-1-1-1 0 0,-1 1 1 0 0,3-41 0 0 0,-6 38 7 0 0,-1-1-1 0 0,-5-55 1 0 0,3 78-21 0 0,-2-1 0 0 0,1 0 0 0 0,-1 1 0 0 0,-1-1 0 0 0,0 1 0 0 0,0 0 0 0 0,0 0 0 0 0,-1 0 0 0 0,-1 0 0 0 0,0 1 0 0 0,0-1 0 0 0,0 1 0 0 0,-9-9 0 0 0,12 15 0 0 0,-1 0-1 0 0,1 0 0 0 0,-1 0 1 0 0,1 0-1 0 0,-1 0 1 0 0,1 0-1 0 0,-1 1 0 0 0,0 0 1 0 0,0-1-1 0 0,0 1 1 0 0,0 0-1 0 0,0 0 1 0 0,0 1-1 0 0,0-1 0 0 0,0 1 1 0 0,0-1-1 0 0,-5 1 1 0 0,3 1-2 0 0,0-1 1 0 0,0 1 0 0 0,0 0 0 0 0,0 1 0 0 0,0-1 0 0 0,0 1-1 0 0,0 0 1 0 0,0 0 0 0 0,-7 5 0 0 0,-1 2-2 0 0,0 1-1 0 0,1 0 1 0 0,0 1 0 0 0,0 1-1 0 0,-17 21 1 0 0,13-12 2 0 0,1 0 0 0 0,1 2 0 0 0,1-1-1 0 0,1 2 1 0 0,-13 34 0 0 0,20-45 1 0 0,1 0 0 0 0,0 1 0 0 0,1-1 1 0 0,1 1-1 0 0,0 0 0 0 0,1-1 0 0 0,0 1 0 0 0,1 0 0 0 0,1 0 0 0 0,0 0 1 0 0,1-1-1 0 0,3 15 0 0 0,-3-23-5 0 0,0 0 0 0 0,0 0-1 0 0,0 0 1 0 0,0 0 0 0 0,1 0 0 0 0,0-1 0 0 0,0 1 0 0 0,0-1 0 0 0,1 0-1 0 0,-1 0 1 0 0,1 0 0 0 0,7 6 0 0 0,-3-5-43 0 0,0 0 1 0 0,0 0-1 0 0,0-1 1 0 0,0 0-1 0 0,0 0 1 0 0,18 4-1 0 0,-5-3-207 0 0,1-1 0 0 0,0-1-1 0 0,-1-1 1 0 0,1-1 0 0 0,34-3-1 0 0,-41 1 122 0 0,0-1-1 0 0,-1 0 1 0 0,1-1-1 0 0,0-1 0 0 0,-1-1 1 0 0,0 0-1 0 0,0 0 1 0 0,0-2-1 0 0,-1 1 1 0 0,0-2-1 0 0,0 0 1 0 0,-1 0-1 0 0,0-1 0 0 0,0-1 1 0 0,-1 0-1 0 0,-1-1 1 0 0,1 0-1 0 0,-2 0 1 0 0,0-1-1 0 0,0 0 0 0 0,-1-1 1 0 0,0 0-1 0 0,6-15 1 0 0,9-25 346 0 0,22-79 0 0 0,-41 119-7 0 0,3-4-12 0 0,-5 13-135 0 0,0 0 0 0 0,-1-1-1 0 0,1 1 1 0 0,-1 0 0 0 0,1-7-1 0 0,15 27 94 0 0,-8 18 253 0 0,-2-1-1 0 0,-1 1 1 0 0,4 66-1 0 0,-6-49-113 0 0,-3 51 559 0 0,-2-58 969 0 0,1-44-1801 0 0,0 0 1 0 0,0 1-1 0 0,0-1 1 0 0,0 0-1 0 0,-1 1 1 0 0,1-1-1 0 0,0 0 1 0 0,0 1-1 0 0,0-1 1 0 0,-1 0-1 0 0,1 0 1 0 0,0 1-1 0 0,-1-1 1 0 0,1 0-1 0 0,0 0 1 0 0,0 1-1 0 0,-1-1 1 0 0,1 0-1 0 0,0 0 1 0 0,-1 0-1 0 0,1 0 1 0 0,-1 0-1 0 0,1 1 1 0 0,0-1-1 0 0,-1 0 1 0 0,1 0-1 0 0,0 0 1 0 0,-1 0-1 0 0,1 0 1 0 0,0 0-1 0 0,-1 0 1 0 0,1 0 0 0 0,-1 0-1 0 0,1 0 1 0 0,0-1-1 0 0,-1 1 1 0 0,1 0-1 0 0,0 0 1 0 0,-1 0-1 0 0,1 0 1 0 0,0 0-1 0 0,-1-1 1 0 0,1 1-1 0 0,0 0 1 0 0,-1 0-1 0 0,1-1 1 0 0,0 1-1 0 0,0 0 1 0 0,-1 0-1 0 0,1-1 1 0 0,0 1-1 0 0,0 0 1 0 0,0-1-1 0 0,-1 1 1 0 0,1 0-1 0 0,0-1 1 0 0,0 1-1 0 0,0 0 1 0 0,0-1-1 0 0,-3-9 5 0 0,0 0 0 0 0,1 0 0 0 0,0 0 0 0 0,1 0 0 0 0,0 0 0 0 0,0 0 0 0 0,1 0 0 0 0,1 0 0 0 0,-1-1 0 0 0,2 1 0 0 0,0 0 0 0 0,0 0 0 0 0,0 0 0 0 0,1 1 0 0 0,1-1 0 0 0,0 1 0 0 0,6-11 0 0 0,-3 5-96 0 0,1 1 1 0 0,1 0 0 0 0,1 1 0 0 0,-1 0-1 0 0,2 0 1 0 0,0 1 0 0 0,1 1-1 0 0,0 0 1 0 0,0 0 0 0 0,17-10 0 0 0,-20 16-417 0 0,-1 1 0 0 0,1 0 0 0 0,0 0 1 0 0,0 1-1 0 0,0 0 0 0 0,1 1 0 0 0,-1 0 0 0 0,1 0 1 0 0,-1 1-1 0 0,17 0 0 0 0,9 3-2061 0 0,57 8 0 0 0,-12 0 246 0 0,-60-9 2202 0 0,-1 0 0 0 0,1-1 1 0 0,0-2-1 0 0,0 0 0 0 0,37-9 0 0 0,-51 10 377 0 0,0-1 0 0 0,0 0 0 0 0,0 0 0 0 0,-1-1 0 0 0,1 1 0 0 0,-1-1 0 0 0,0 0-1 0 0,0-1 1 0 0,0 1 0 0 0,0-1 0 0 0,0 0 0 0 0,-1-1 0 0 0,0 1 0 0 0,0-1 0 0 0,0 1 0 0 0,0-1 0 0 0,-1 0 0 0 0,0-1 0 0 0,0 1 0 0 0,0-1-1 0 0,-1 1 1 0 0,4-12 0 0 0,-6 16-237 0 0,1 0 1 0 0,-1 0-1 0 0,0 1 0 0 0,1-1 0 0 0,-1 0 0 0 0,0 0 1 0 0,0 0-1 0 0,0 0 0 0 0,0 0 0 0 0,0 0 0 0 0,0 0 1 0 0,0 0-1 0 0,0 0 0 0 0,0 0 0 0 0,-1 1 0 0 0,1-1 0 0 0,0 0 1 0 0,-1 0-1 0 0,1 0 0 0 0,0 0 0 0 0,-1 0 0 0 0,1 1 1 0 0,-1-1-1 0 0,1 0 0 0 0,-1 0 0 0 0,0 1 0 0 0,1-1 0 0 0,-1 0 1 0 0,0 1-1 0 0,1-1 0 0 0,-1 1 0 0 0,0-1 0 0 0,0 1 1 0 0,1-1-1 0 0,-1 1 0 0 0,0-1 0 0 0,0 1 0 0 0,0 0 0 0 0,0-1 1 0 0,0 1-1 0 0,0 0 0 0 0,1 0 0 0 0,-1 0 0 0 0,0 0 1 0 0,0 0-1 0 0,-1 0 0 0 0,-4 0 10 0 0,1 0 1 0 0,0 1-1 0 0,0-1 1 0 0,0 1-1 0 0,0 0 1 0 0,-8 3 0 0 0,8-2-37 0 0,-1 0 0 0 0,1 1 1 0 0,-1 0-1 0 0,1 0 1 0 0,0 0-1 0 0,0 0 1 0 0,0 1-1 0 0,0 0 1 0 0,1 0-1 0 0,0 1 1 0 0,-1-1-1 0 0,2 1 1 0 0,-1-1-1 0 0,0 1 1 0 0,1 1-1 0 0,0-1 1 0 0,0 0-1 0 0,1 1 1 0 0,-1-1-1 0 0,1 1 1 0 0,1 0-1 0 0,-1 0 1 0 0,1 0-1 0 0,0 0 1 0 0,0 0-1 0 0,0 0 1 0 0,1 0-1 0 0,0 0 1 0 0,0 0-1 0 0,1 0 1 0 0,0 0-1 0 0,0 0 0 0 0,0 0 1 0 0,1 0-1 0 0,-1 0 1 0 0,1-1-1 0 0,1 1 1 0 0,-1 0-1 0 0,5 5 1 0 0,8 13 399 0 0,26 31 0 0 0,12 19 1320 0 0,-52-72-1613 0 0,1 1 0 0 0,-1-1 0 0 0,0 1 0 0 0,0-1 0 0 0,0 1 0 0 0,0 0 0 0 0,0-1 0 0 0,0 1 0 0 0,-1 0 0 0 0,0-1 0 0 0,1 1 0 0 0,-1 0 0 0 0,0 0 0 0 0,0 0 0 0 0,0-1 0 0 0,-1 1 0 0 0,1 0 0 0 0,-1 0 0 0 0,0-1 0 0 0,1 1 0 0 0,-1 0-1 0 0,0-1 1 0 0,0 1 0 0 0,-1-1 0 0 0,1 1 0 0 0,-1-1 0 0 0,1 0 0 0 0,-1 0 0 0 0,0 1 0 0 0,0-1 0 0 0,1 0 0 0 0,-1 0 0 0 0,-1-1 0 0 0,1 1 0 0 0,0 0 0 0 0,-4 1 0 0 0,-3 3 42 0 0,0-1 1 0 0,0 0 0 0 0,0-1 0 0 0,-1 0-1 0 0,0-1 1 0 0,1 1 0 0 0,-1-2-1 0 0,-17 3 1 0 0,18-4-276 0 0,0-1 1 0 0,0 0-1 0 0,0 0 1 0 0,0-1-1 0 0,0 0 0 0 0,0 0 1 0 0,1-1-1 0 0,-1-1 0 0 0,0 1 1 0 0,1-1-1 0 0,0-1 1 0 0,-1 1-1 0 0,-12-10 0 0 0,10 6-1093 0 0,1 0 0 0 0,0-1-1 0 0,-14-14 1 0 0,12 9-1904 0 0,1 0-1 0 0,-11-18 1 0 0,8 9-3958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09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394 215 1944 0 0,'-393'-30'14554'0'0,"415"16"-13564"0"0,35-3-751 0 0,0 3-1 0 0,83-10 0 0 0,-97 17-190 0 0,522-65 50 0 0,-458 60-407 0 0,-22 3-945 0 0,-23 3-1334 0 0,0-1-4257 0 0,-44 5 1896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12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482 347 8 0 0,'-2'-12'1231'0'0,"-1"0"0"0"0,1 0 0 0 0,1 0 0 0 0,0 0 0 0 0,2-23 0 0 0,0 20-464 0 0,-1 0-1 0 0,-1 1 1 0 0,-2-16-1 0 0,-2-1 409 0 0,4 25-984 0 0,1 0-1 0 0,-1 0 1 0 0,0 1 0 0 0,-1-1 0 0 0,1 1 0 0 0,-1-1 0 0 0,0 1 0 0 0,-3-6 0 0 0,4 10-181 0 0,0 0 0 0 0,1 1 1 0 0,-1-1-1 0 0,0 1 0 0 0,1-1 1 0 0,-1 0-1 0 0,0 1 1 0 0,0-1-1 0 0,1 1 0 0 0,-1 0 1 0 0,0-1-1 0 0,0 1 1 0 0,0 0-1 0 0,0-1 0 0 0,0 1 1 0 0,0 0-1 0 0,1 0 0 0 0,-1 0 1 0 0,0 0-1 0 0,0 0 1 0 0,0 0-1 0 0,0 0 0 0 0,0 0 1 0 0,0 0-1 0 0,-1 1 1 0 0,-23 6 51 0 0,3 4-54 0 0,0 0 0 0 0,1 1-1 0 0,0 1 1 0 0,-21 18 0 0 0,-72 70 33 0 0,89-76 0 0 0,0 2 0 0 0,-25 35 0 0 0,42-52-33 0 0,1 1 0 0 0,0 1 0 0 0,0-1-1 0 0,2 1 1 0 0,-1 0 0 0 0,1 0 0 0 0,1 1-1 0 0,0 0 1 0 0,-2 17 0 0 0,5-27 3 0 0,1 0 0 0 0,0 1 0 0 0,0-1-1 0 0,0 0 1 0 0,0 0 0 0 0,0 0 0 0 0,1 1 0 0 0,0-1 0 0 0,-1 0 0 0 0,1 0 0 0 0,0 0 0 0 0,0 0-1 0 0,1 0 1 0 0,-1 0 0 0 0,1-1 0 0 0,-1 1 0 0 0,1 0 0 0 0,3 3 0 0 0,-2-3 3 0 0,0 0 0 0 0,1-1 0 0 0,-1 1 1 0 0,1-1-1 0 0,-1 0 0 0 0,1 0 0 0 0,0 0 0 0 0,0 0 1 0 0,0-1-1 0 0,0 1 0 0 0,0-1 0 0 0,5 1 0 0 0,3 0 9 0 0,0-1 0 0 0,-1 0-1 0 0,1-1 1 0 0,0 0-1 0 0,0-1 1 0 0,0-1-1 0 0,-1 1 1 0 0,24-8 0 0 0,-25 5-1 0 0,0 0 0 0 0,0 0 1 0 0,0-1-1 0 0,-1 0 0 0 0,1-1 1 0 0,-1 0-1 0 0,0-1 1 0 0,-1 1-1 0 0,0-2 0 0 0,11-11 1 0 0,-11 8-3 0 0,1 0 0 0 0,-1-1 1 0 0,-1 0-1 0 0,0 0 1 0 0,-1 0-1 0 0,-1-1 1 0 0,8-23-1 0 0,-1-11 407 0 0,-1 0-1 0 0,7-88 1 0 0,-14 92-170 0 0,-4 41-260 0 0,-2 5 4 0 0,-4 7-9 0 0,1 0 1 0 0,0 1-1 0 0,1 0 1 0 0,0 0-1 0 0,1 0 0 0 0,0 0 1 0 0,-1 15-1 0 0,-1 4-15 0 0,1 52 0 0 0,4-73 32 0 0,0 1-1 0 0,1 0 0 0 0,0 0 1 0 0,1 0-1 0 0,0-1 1 0 0,0 1-1 0 0,1-1 0 0 0,0 1 1 0 0,1-1-1 0 0,5 10 0 0 0,-6-15 2 0 0,-1 0 0 0 0,1 0 0 0 0,0 0 0 0 0,0-1 0 0 0,1 1 0 0 0,-1-1-1 0 0,1 0 1 0 0,0 0 0 0 0,-1 0 0 0 0,1-1 0 0 0,1 1 0 0 0,-1-1-1 0 0,0 0 1 0 0,0 0 0 0 0,1 0 0 0 0,-1-1 0 0 0,1 1 0 0 0,0-1-1 0 0,-1 0 1 0 0,1-1 0 0 0,0 1 0 0 0,9-1 0 0 0,-6 0 3 0 0,0 0-1 0 0,-1-1 1 0 0,1 0 0 0 0,0-1 0 0 0,0 0-1 0 0,-1 0 1 0 0,1 0 0 0 0,-1-1 0 0 0,0 0 0 0 0,0-1-1 0 0,13-8 1 0 0,-10 5 3 0 0,0-1 0 0 0,-1 0-1 0 0,-1 0 1 0 0,1-1 0 0 0,-1-1 0 0 0,-1 1-1 0 0,7-12 1 0 0,2-7 25 0 0,-1 0-1 0 0,-2-1 1 0 0,-1-1 0 0 0,16-60 0 0 0,14-108 763 0 0,-42 196-810 0 0,19 47-31 0 0,-16-38 44 0 0,0-1 0 0 0,1 0 0 0 0,0 0 0 0 0,0 0 0 0 0,0 0 0 0 0,1 0 0 0 0,0-1 1 0 0,0 0-1 0 0,0 0 0 0 0,1 0 0 0 0,0-1 0 0 0,0 0 0 0 0,0 0 0 0 0,0 0 0 0 0,0-1 0 0 0,1 0 0 0 0,0 0 0 0 0,-1-1 0 0 0,1 1 0 0 0,0-1 0 0 0,0-1 0 0 0,1 0 1 0 0,-1 0-1 0 0,0 0 0 0 0,0-1 0 0 0,0 0 0 0 0,1 0 0 0 0,-1-1 0 0 0,10-1 0 0 0,-12 0 2 0 0,-1 0 0 0 0,0 0 1 0 0,1 0-1 0 0,-1 0 0 0 0,0-1 0 0 0,0 0 1 0 0,0 0-1 0 0,-1 0 0 0 0,1 0 0 0 0,4-6 1 0 0,0 0 1 0 0,0-1 1 0 0,9-16 0 0 0,-16 24-16 0 0,-3 1-21 0 0,2 1 25 0 0,-1 0-1 0 0,1-1 1 0 0,-1 1 0 0 0,1 0 0 0 0,-1 0-1 0 0,1 0 1 0 0,-1 0 0 0 0,1-1 0 0 0,-1 1-1 0 0,1 0 1 0 0,-1 0 0 0 0,1 0 0 0 0,-1 0-1 0 0,0 0 1 0 0,1 0 0 0 0,-1 0 0 0 0,1 1-1 0 0,-1-1 1 0 0,1 0 0 0 0,-1 0-1 0 0,1 0 1 0 0,-1 0 0 0 0,1 1 0 0 0,-1-1-1 0 0,1 0 1 0 0,-1 0 0 0 0,1 1 0 0 0,-1-1-1 0 0,1 0 1 0 0,0 1 0 0 0,-1-1 0 0 0,1 1-1 0 0,-1-1 1 0 0,1 1 0 0 0,0-1 0 0 0,0 0-1 0 0,-1 2 1 0 0,1-2-1 0 0,-32 32-4 0 0,2 1-1 0 0,2 2 1 0 0,0 0 0 0 0,3 2-1 0 0,1 1 1 0 0,-21 46-1 0 0,37-68 9 0 0,1 1-1 0 0,1 0 0 0 0,-9 34 0 0 0,14-45 5 0 0,0-1-1 0 0,0 0 1 0 0,0 0 0 0 0,1 1-1 0 0,-1-1 1 0 0,1 0-1 0 0,1 1 1 0 0,-1-1-1 0 0,1 0 1 0 0,0 0-1 0 0,0 1 1 0 0,0-1-1 0 0,1 0 1 0 0,0 0-1 0 0,0 0 1 0 0,0 0-1 0 0,5 8 1 0 0,-3-10 2 0 0,0 0 0 0 0,-1 0 0 0 0,1 0 0 0 0,0-1 0 0 0,0 1 0 0 0,1-1 0 0 0,-1 0 1 0 0,0 0-1 0 0,1 0 0 0 0,-1 0 0 0 0,1-1 0 0 0,0 0 0 0 0,-1 0 0 0 0,1 0 0 0 0,0-1 0 0 0,0 1 0 0 0,-1-1 0 0 0,7-1 0 0 0,6 0 8 0 0,0 0 0 0 0,0-1 1 0 0,29-8-1 0 0,-22 2-4 0 0,1 0 1 0 0,-2-1 0 0 0,1-2 0 0 0,-1 0-1 0 0,-1-2 1 0 0,0 0 0 0 0,-1-2 0 0 0,0 0-1 0 0,-1-1 1 0 0,-1-1 0 0 0,0-1 0 0 0,-2-1-1 0 0,0 0 1 0 0,-1-1 0 0 0,-1-1 0 0 0,-1 0-1 0 0,-1-1 1 0 0,0-1 0 0 0,-2 0 0 0 0,14-41-1 0 0,-24 60-12 0 0,3-7 49 0 0,0-1-1 0 0,-1-1 1 0 0,0 1 0 0 0,2-22-1 0 0,-5 33-47 0 0,0 0 0 0 0,0 0 0 0 0,0 1-1 0 0,0-1 1 0 0,0 0 0 0 0,0 1 0 0 0,0-1 0 0 0,0 0 0 0 0,0 1-1 0 0,0-1 1 0 0,0 0 0 0 0,-1 1 0 0 0,1-1 0 0 0,0 0 0 0 0,0 1-1 0 0,-1-1 1 0 0,1 0 0 0 0,-1 1 0 0 0,1-1 0 0 0,0 1 0 0 0,-1-1 0 0 0,1 1-1 0 0,-1-1 1 0 0,1 1 0 0 0,-1-1 0 0 0,0 1 0 0 0,1 0 0 0 0,-1-1-1 0 0,1 1 1 0 0,-2-1 0 0 0,0 1 0 0 0,1 0 0 0 0,-1 0 1 0 0,0 0-1 0 0,1 0 0 0 0,-1 0 0 0 0,0 0 0 0 0,1 1 1 0 0,-1-1-1 0 0,1 1 0 0 0,-1-1 0 0 0,1 1 0 0 0,-3 1 1 0 0,-4 2 1 0 0,0 0 0 0 0,1 1-1 0 0,-10 7 1 0 0,0 4-2 0 0,1 1 0 0 0,0 0-1 0 0,1 1 1 0 0,1 0-1 0 0,1 2 1 0 0,1-1-1 0 0,0 2 1 0 0,2-1-1 0 0,0 1 1 0 0,1 1-1 0 0,2 0 1 0 0,-9 38-1 0 0,15-54 12 0 0,0 0 0 0 0,0 0-1 0 0,0 0 1 0 0,1 1-1 0 0,0-1 1 0 0,1 0 0 0 0,-1 0-1 0 0,1 1 1 0 0,1-1-1 0 0,-1 0 1 0 0,1 0-1 0 0,0 0 1 0 0,0 0 0 0 0,0 0-1 0 0,1-1 1 0 0,0 1-1 0 0,7 9 1 0 0,-5-9 22 0 0,0 0 0 0 0,1-1-1 0 0,0 1 1 0 0,0-1 0 0 0,0 0 0 0 0,1-1 0 0 0,-1 0 0 0 0,1 0-1 0 0,0 0 1 0 0,0 0 0 0 0,1-1 0 0 0,-1-1 0 0 0,14 4-1 0 0,1-2 31 0 0,1 0-1 0 0,0-2 0 0 0,-1-1 1 0 0,1 0-1 0 0,0-2 0 0 0,0 0 0 0 0,0-2 1 0 0,-1-1-1 0 0,1 0 0 0 0,-1-2 1 0 0,0 0-1 0 0,-1-2 0 0 0,1 0 0 0 0,27-16 1 0 0,-32 15-211 0 0,-1-1 0 0 0,-1 0 0 0 0,0-1 0 0 0,0 0 0 0 0,22-23 0 0 0,-32 27-2302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14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180 471 552 0 0,'0'0'1635'0'0,"9"-27"8558"0"0,-9 27-10164 0 0,0 0 0 0 0,0 0 0 0 0,0 0 0 0 0,-1 0 0 0 0,1 0 0 0 0,0 0 0 0 0,0 0-1 0 0,0 0 1 0 0,0 0 0 0 0,0 0 0 0 0,0 0 0 0 0,0 0 0 0 0,0 0 0 0 0,-1 0-1 0 0,1 0 1 0 0,0 0 0 0 0,0 0 0 0 0,0 0 0 0 0,0 0 0 0 0,0 0 0 0 0,0 0 0 0 0,0 0-1 0 0,0 0 1 0 0,-1 0 0 0 0,1 0 0 0 0,0 0 0 0 0,0 0 0 0 0,0 0 0 0 0,0 0-1 0 0,0 0 1 0 0,0 0 0 0 0,0 0 0 0 0,0 0 0 0 0,0 0 0 0 0,0 0 0 0 0,0 0-1 0 0,-1-1 1 0 0,1 1 0 0 0,0 0 0 0 0,0 0 0 0 0,0 0 0 0 0,0 0 0 0 0,0 0 0 0 0,0 0-1 0 0,0 0 1 0 0,0 0 0 0 0,0 0 0 0 0,0-1 0 0 0,0 1 0 0 0,0 0 0 0 0,0 0-1 0 0,0 0 1 0 0,0 0 0 0 0,0 0 0 0 0,0 0 0 0 0,0 0 0 0 0,0-1 0 0 0,0 1 0 0 0,0 0-1 0 0,0 0 1 0 0,0 0 0 0 0,0 0 0 0 0,-11 12 503 0 0,-16 23-713 0 0,24-31 314 0 0,-19 31-95 0 0,2 0 0 0 0,1 1 0 0 0,2 1-1 0 0,-17 53 1 0 0,27-69-35 0 0,0-1 0 0 0,2 1 1 0 0,1 0-1 0 0,0 1 0 0 0,1-1 0 0 0,2 0 1 0 0,0 23-1 0 0,2-35 13 0 0,0-1 1 0 0,0 1-1 0 0,1 0 1 0 0,0-1-1 0 0,0 1 0 0 0,1-1 1 0 0,0 0-1 0 0,8 14 1 0 0,-8-17 12 0 0,1 0 0 0 0,-1 0 0 0 0,1-1 1 0 0,0 1-1 0 0,0-1 0 0 0,0 0 0 0 0,1 0 1 0 0,0-1-1 0 0,-1 1 0 0 0,1-1 0 0 0,0 0 0 0 0,1 0 1 0 0,-1-1-1 0 0,8 3 0 0 0,-7-3-8 0 0,0 0 0 0 0,0-1-1 0 0,1 1 1 0 0,-1-1 0 0 0,1-1-1 0 0,-1 1 1 0 0,1-1 0 0 0,-1 0 0 0 0,1-1-1 0 0,-1 0 1 0 0,0 0 0 0 0,1 0 0 0 0,-1-1-1 0 0,0 0 1 0 0,0 0 0 0 0,0 0-1 0 0,0-1 1 0 0,0 0 0 0 0,0 0 0 0 0,-1 0-1 0 0,1-1 1 0 0,-1 0 0 0 0,0 0 0 0 0,0 0-1 0 0,-1-1 1 0 0,6-5 0 0 0,-1-2-10 0 0,1 1-1 0 0,-2-2 1 0 0,0 1 0 0 0,0-1 0 0 0,-1-1 0 0 0,0 1 0 0 0,-2-1 0 0 0,1 0 0 0 0,-2 0 0 0 0,4-19-1 0 0,-3 6 6 0 0,-1 0 0 0 0,-2-1-1 0 0,0 1 1 0 0,-2-1-1 0 0,-1 0 1 0 0,-2 1-1 0 0,0-1 1 0 0,-2 1-1 0 0,-1 0 1 0 0,-1 0-1 0 0,-1 1 1 0 0,-22-47-1 0 0,28 68-20 0 0,0 1-1 0 0,-1-1 0 0 0,0 1 1 0 0,1-1-1 0 0,-2 1 0 0 0,1 0 1 0 0,0 0-1 0 0,-1 1 0 0 0,0-1 1 0 0,0 1-1 0 0,0-1 0 0 0,0 1 1 0 0,0 0-1 0 0,-6-2 0 0 0,7 4 2 0 0,0 0 0 0 0,0 0 0 0 0,-1 0 0 0 0,1 0 0 0 0,0 1 0 0 0,-1-1 0 0 0,1 1 0 0 0,-1 0 0 0 0,1 0 0 0 0,-1 0 0 0 0,1 1-1 0 0,0-1 1 0 0,-1 1 0 0 0,1 0 0 0 0,0 0 0 0 0,-1 0 0 0 0,1 0 0 0 0,0 1 0 0 0,0-1 0 0 0,0 1 0 0 0,0 0 0 0 0,-3 2 0 0 0,-2 2-7 0 0,0 0 1 0 0,1 1-1 0 0,-1 0 1 0 0,1 0-1 0 0,1 1 1 0 0,-1 0-1 0 0,1 0 1 0 0,1 0 0 0 0,0 1-1 0 0,0 0 1 0 0,0 0-1 0 0,1 0 1 0 0,1 1-1 0 0,-1-1 1 0 0,-2 16-1 0 0,5-20 9 0 0,0 0 0 0 0,1 0 0 0 0,-1 0 0 0 0,1 0 0 0 0,0 0 0 0 0,0 0 1 0 0,1 0-1 0 0,-1 0 0 0 0,1 0 0 0 0,0 0 0 0 0,0-1 0 0 0,1 1 0 0 0,0 0 0 0 0,0 0 0 0 0,0-1 0 0 0,0 1 0 0 0,0-1 0 0 0,1 0 0 0 0,0 0 0 0 0,0 0 0 0 0,0 0 0 0 0,1 0 0 0 0,-1-1 0 0 0,1 1 0 0 0,0-1 0 0 0,0 0 0 0 0,0 0 1 0 0,0 0-1 0 0,0-1 0 0 0,1 1 0 0 0,-1-1 0 0 0,8 2 0 0 0,2 0 4 0 0,-1-1 0 0 0,0 0 0 0 0,1-1 1 0 0,-1 0-1 0 0,1-1 0 0 0,-1-1 0 0 0,1 0 0 0 0,0-1 0 0 0,-1 0 1 0 0,24-6-1 0 0,1-3-4 0 0,0-1 0 0 0,52-24 0 0 0,-46 16 27 0 0,-2-1-1 0 0,68-47 1 0 0,-88 52-15 0 0,-2-1 1 0 0,0-1-1 0 0,0-1 1 0 0,-2 0-1 0 0,0-2 1 0 0,22-32-1 0 0,-36 46-19 0 0,-1 1 1 0 0,1-1-1 0 0,-1 0 0 0 0,-1 0 0 0 0,1 0 0 0 0,1-8 0 0 0,-3 12 7 0 0,-1 1-1 0 0,0-1 1 0 0,1 0-1 0 0,-1 1 0 0 0,0-1 1 0 0,0 0-1 0 0,0 0 0 0 0,0 1 1 0 0,0-1-1 0 0,0 0 0 0 0,-1 0 1 0 0,1 1-1 0 0,-1-1 0 0 0,1 0 1 0 0,-1 1-1 0 0,1-1 0 0 0,-1 1 1 0 0,0-1-1 0 0,0 1 0 0 0,0-1 1 0 0,0 1-1 0 0,0-1 0 0 0,0 1 1 0 0,0 0-1 0 0,0 0 0 0 0,-3-2 1 0 0,2 2-1 0 0,0 0 0 0 0,0 0 0 0 0,0 0 0 0 0,-1 0 0 0 0,1 0 0 0 0,0 1 0 0 0,-1-1 0 0 0,1 1 0 0 0,0 0 0 0 0,-1-1 0 0 0,1 1 0 0 0,-1 0 0 0 0,1 1 0 0 0,0-1 0 0 0,-1 0 0 0 0,1 1 0 0 0,0-1 0 0 0,-5 2 1 0 0,-39 19-1 0 0,39-17 4 0 0,-10 5-10 0 0,1 1 0 0 0,1 0 0 0 0,-23 21 0 0 0,31-26 4 0 0,1 1-1 0 0,0 1 1 0 0,0-1-1 0 0,0 1 1 0 0,1 0-1 0 0,0 0 1 0 0,1 1-1 0 0,0-1 1 0 0,-7 17-1 0 0,10-22 4 0 0,1 0-1 0 0,-1 0 1 0 0,1 0 0 0 0,-1 0-1 0 0,1 1 1 0 0,0-1 0 0 0,0 0-1 0 0,0 0 1 0 0,0 0-1 0 0,0 1 1 0 0,1-1 0 0 0,-1 0-1 0 0,1 0 1 0 0,-1 0 0 0 0,1 0-1 0 0,0 0 1 0 0,-1 0-1 0 0,1 0 1 0 0,2 3 0 0 0,0-2 0 0 0,-1 0 1 0 0,1 0-1 0 0,-1-1 1 0 0,1 1-1 0 0,0-1 1 0 0,0 0-1 0 0,0 0 1 0 0,1 0 0 0 0,-1 0-1 0 0,6 2 1 0 0,5 1-1 0 0,0-1 0 0 0,0 0 0 0 0,0-1 0 0 0,26 3 0 0 0,-22-4 1 0 0,0-1 0 0 0,0-1-1 0 0,0 0 1 0 0,0-1-1 0 0,0-1 1 0 0,0-1 0 0 0,0 0-1 0 0,-1-2 1 0 0,0 0 0 0 0,21-8-1 0 0,-36 12 6 0 0,0 0-1 0 0,0 0 1 0 0,0 0-1 0 0,-1 0 1 0 0,1-1-1 0 0,0 1 1 0 0,-1 0-1 0 0,1-1 1 0 0,-1 1-1 0 0,1-1 1 0 0,-1 0 0 0 0,0 1-1 0 0,0-1 1 0 0,1 0-1 0 0,-1 0 1 0 0,0 1-1 0 0,-1-1 1 0 0,1 0-1 0 0,1-3 1 0 0,-2 4-6 0 0,0 0-1 0 0,0 1 1 0 0,0-1 0 0 0,0 0-1 0 0,0 0 1 0 0,0 1 0 0 0,0-1 0 0 0,0 0-1 0 0,0 0 1 0 0,-1 1 0 0 0,1-1 0 0 0,0 0-1 0 0,0 1 1 0 0,-1-1 0 0 0,1 0-1 0 0,0 1 1 0 0,-1-1 0 0 0,1 1 0 0 0,-1-1-1 0 0,1 1 1 0 0,-1-1 0 0 0,1 0 0 0 0,-1 1-1 0 0,1 0 1 0 0,-1-1 0 0 0,1 1-1 0 0,-1-1 1 0 0,0 1 0 0 0,1 0 0 0 0,-1-1-1 0 0,0 1 1 0 0,1 0 0 0 0,-1 0 0 0 0,0-1-1 0 0,1 1 1 0 0,-1 0 0 0 0,0 0 0 0 0,0 0-1 0 0,1 0 1 0 0,-1 0 0 0 0,-1 0-1 0 0,-2 1-4 0 0,1-1 0 0 0,-1 1-1 0 0,0 0 1 0 0,1 0-1 0 0,-1 0 1 0 0,1 1-1 0 0,0-1 1 0 0,-1 1 0 0 0,1 0-1 0 0,0 0 1 0 0,0 0-1 0 0,0 0 1 0 0,-3 3-1 0 0,-35 36-40 0 0,38-37 45 0 0,-18 20-9 0 0,0 2 0 0 0,2 0 0 0 0,-21 39 0 0 0,31-49 8 0 0,0 1 0 0 0,2 0 1 0 0,0 1-1 0 0,1 0 1 0 0,1 0-1 0 0,0 1 0 0 0,-2 21 1 0 0,6-35 4 0 0,1 1 0 0 0,0-1 0 0 0,0 1 0 0 0,0 0 0 0 0,1-1 0 0 0,-1 1 0 0 0,1-1 0 0 0,1 1 0 0 0,-1-1 0 0 0,1 0 0 0 0,0 1 0 0 0,0-1-1 0 0,0 0 1 0 0,1 0 0 0 0,0 0 0 0 0,0-1 0 0 0,0 1 0 0 0,0-1 0 0 0,1 1 0 0 0,0-1 0 0 0,0 0 0 0 0,0 0 0 0 0,0-1 0 0 0,1 1 0 0 0,-1-1 0 0 0,1 0 0 0 0,0 0 0 0 0,0-1 0 0 0,0 0 0 0 0,0 1 0 0 0,0-1 0 0 0,1-1 0 0 0,9 3 0 0 0,6 0-44 0 0,1-1 0 0 0,-1-1 0 0 0,1-1 0 0 0,-1-1 0 0 0,1 0 0 0 0,-1-2 0 0 0,1 0 0 0 0,-1-2 0 0 0,0 0 0 0 0,0-2 0 0 0,0 0 0 0 0,-1-1 0 0 0,1-1 0 0 0,-2-1-1 0 0,1 0 1 0 0,-2-2 0 0 0,1 0 0 0 0,-1-2 0 0 0,-1 1 0 0 0,0-2 0 0 0,-1 0 0 0 0,-1-2 0 0 0,0 1 0 0 0,-1-2 0 0 0,0 0 0 0 0,10-19 0 0 0,-2-2-46 0 0,-2-2 0 0 0,-2 0 0 0 0,-1-1 0 0 0,-3-1 0 0 0,17-75 0 0 0,-22 65 41 0 0,-2 1 1 0 0,-2-2-1 0 0,-3 1 0 0 0,-6-82 0 0 0,-4 50 220 0 0,8 83-172 0 0,0 1 1 0 0,0-1 0 0 0,0 1-1 0 0,0-1 1 0 0,0 0-1 0 0,0 1 1 0 0,-1-1 0 0 0,1 1-1 0 0,0-1 1 0 0,0 1 0 0 0,0-1-1 0 0,-1 1 1 0 0,1-1 0 0 0,0 1-1 0 0,0 0 1 0 0,-1-1-1 0 0,1 1 1 0 0,0-1 0 0 0,-1 1-1 0 0,1 0 1 0 0,0-1 0 0 0,-1 1-1 0 0,1 0 1 0 0,-1-1 0 0 0,1 1-1 0 0,-1-1 1 0 0,-10 8 16 0 0,-6 20 2 0 0,-9 37 274 0 0,4 1 1 0 0,-29 130-1 0 0,44-162-197 0 0,4-21-62 0 0,-94 505 1280 0 0,97-510-1303 0 0,-3 22 78 0 0,1 53 0 0 0,2-74-63 0 0,1-1 1 0 0,0 1 0 0 0,0-1 0 0 0,1 1 0 0 0,0-1 0 0 0,0 0 0 0 0,0 1 0 0 0,1-1 0 0 0,0 0 0 0 0,1 0-1 0 0,0-1 1 0 0,5 8 0 0 0,-5-10-58 0 0,0 0 1 0 0,-1-1-1 0 0,2 1 0 0 0,-1-1 1 0 0,0 0-1 0 0,1-1 0 0 0,-1 1 1 0 0,1-1-1 0 0,0 0 0 0 0,0 0 1 0 0,0 0-1 0 0,0-1 0 0 0,0 0 0 0 0,0 0 1 0 0,0 0-1 0 0,0 0 0 0 0,1-1 1 0 0,-1 0-1 0 0,0 0 0 0 0,0 0 1 0 0,1-1-1 0 0,8-1 0 0 0,-3-1-550 0 0,1 0 0 0 0,-1 0 0 0 0,1-1 0 0 0,-1-1 0 0 0,0 0 1 0 0,0 0-1 0 0,-1-1 0 0 0,19-13 0 0 0,0-7-2890 0 0,-5-3-1398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16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167 283 1352 0 0,'-25'-6'2481'0'0,"1"1"0"0"0,-42-4 0 0 0,63 9-2381 0 0,0 0 0 0 0,0 0 0 0 0,0 0 0 0 0,0 1 0 0 0,0-1 0 0 0,0 1 0 0 0,0 0 0 0 0,0-1 0 0 0,0 2 0 0 0,0-1 0 0 0,1 0 0 0 0,-1 0 0 0 0,0 1 0 0 0,1 0 0 0 0,-5 3 0 0 0,6-5-89 0 0,1 0 0 0 0,0 1-1 0 0,0-1 1 0 0,0 0 0 0 0,0 1 0 0 0,0-1 0 0 0,0 0 0 0 0,-1 1-1 0 0,1-1 1 0 0,0 0 0 0 0,0 1 0 0 0,0-1 0 0 0,0 1 0 0 0,0-1-1 0 0,0 0 1 0 0,0 1 0 0 0,0-1 0 0 0,1 0 0 0 0,-1 1 0 0 0,0-1-1 0 0,0 0 1 0 0,0 1 0 0 0,0-1 0 0 0,0 0 0 0 0,1 1 0 0 0,-1-1-1 0 0,0 0 1 0 0,0 0 0 0 0,0 1 0 0 0,1-1 0 0 0,-1 0 0 0 0,0 0-1 0 0,0 1 1 0 0,1-1 0 0 0,-1 0 0 0 0,0 0 0 0 0,1 0 0 0 0,-1 1-1 0 0,0-1 1 0 0,1 0 0 0 0,-1 0 0 0 0,0 0 0 0 0,1 0 0 0 0,13 7 174 0 0,3-3-132 0 0,0 0 1 0 0,0-1-1 0 0,0-1 0 0 0,0 0 0 0 0,0-2 1 0 0,1 0-1 0 0,17-2 0 0 0,121-22 92 0 0,-150 22-138 0 0,18-2-22 0 0,-1-2 0 0 0,1-1 0 0 0,-2-1 0 0 0,1 0 0 0 0,-1-2 0 0 0,42-25 0 0 0,-54 28 13 0 0,0 0 0 0 0,0-1-1 0 0,0 0 1 0 0,-1-1 0 0 0,-1 0 0 0 0,1 0-1 0 0,-1-1 1 0 0,-1 0 0 0 0,0-1-1 0 0,0 1 1 0 0,-1-1 0 0 0,-1-1 0 0 0,1 1-1 0 0,-2-1 1 0 0,5-14 0 0 0,-4-4 54 0 0,-5 27-16 0 0,-3 1-44 0 0,3 2 7 0 0,0 0 1 0 0,0 0-1 0 0,0-1 1 0 0,0 1-1 0 0,0 0 1 0 0,0 0-1 0 0,0 0 1 0 0,0 0-1 0 0,-1 0 1 0 0,1 0-1 0 0,0-1 1 0 0,0 1-1 0 0,0 0 1 0 0,0 0-1 0 0,0 0 1 0 0,-1 0-1 0 0,1 0 1 0 0,0 0-1 0 0,0 0 0 0 0,0 0 1 0 0,0 0-1 0 0,0-1 1 0 0,-1 1-1 0 0,1 0 1 0 0,0 0-1 0 0,0 0 1 0 0,0 0-1 0 0,0 0 1 0 0,-1 0-1 0 0,1 0 1 0 0,0 0-1 0 0,0 0 1 0 0,0 0-1 0 0,0 0 1 0 0,-1 1-1 0 0,1-1 1 0 0,0 0-1 0 0,0 0 0 0 0,0 0 1 0 0,-1 0-1 0 0,-3 4 25 0 0,-1 0 0 0 0,1 0 0 0 0,0 0-1 0 0,0 1 1 0 0,1-1 0 0 0,-1 1 0 0 0,1 0 0 0 0,-5 11-1 0 0,-20 50 451 0 0,22-51-324 0 0,-46 136 1301 0 0,-41 200 0 0 0,85-316-1324 0 0,-18 88 620 0 0,-16 216 0 0 0,42-336-663 0 0,-1-1 13 0 0,1 1-1 0 0,-1-1 0 0 0,1 1 1 0 0,0 0-1 0 0,0-1 0 0 0,0 1 0 0 0,0-1 1 0 0,0 1-1 0 0,1-1 0 0 0,-1 1 1 0 0,2 2-1 0 0,-1-5-81 0 0,1-1-1 0 0,-1 1 1 0 0,1-1 0 0 0,0 1-1 0 0,-1-1 1 0 0,1 0 0 0 0,-1 1-1 0 0,0-1 1 0 0,1 0-1 0 0,-1 0 1 0 0,1 0 0 0 0,-1 0-1 0 0,0 0 1 0 0,0-1 0 0 0,0 1-1 0 0,0 0 1 0 0,0 0 0 0 0,0-1-1 0 0,2-2 1 0 0,15-32 70 0 0,-16 31-67 0 0,45-112 64 0 0,30-65-70 0 0,-63 154-31 0 0,1 1 0 0 0,1 1 0 0 0,2 0 0 0 0,25-29 0 0 0,-42 53 12 0 0,1 0 0 0 0,-1 0 0 0 0,0 1-1 0 0,1-1 1 0 0,-1 1 0 0 0,1-1 0 0 0,0 1-1 0 0,-1 0 1 0 0,1 0 0 0 0,0 0 0 0 0,0 0-1 0 0,0 0 1 0 0,0 0 0 0 0,0 0 0 0 0,0 0 0 0 0,0 1-1 0 0,0-1 1 0 0,0 1 0 0 0,0-1 0 0 0,0 1-1 0 0,1 0 1 0 0,-1 0 0 0 0,0 0 0 0 0,0 0-1 0 0,0 0 1 0 0,0 1 0 0 0,0-1 0 0 0,0 1-1 0 0,3 0 1 0 0,-2 1 0 0 0,-1 0 0 0 0,1 0 1 0 0,-1 0-1 0 0,1 0 0 0 0,-1 0 0 0 0,0 1 0 0 0,1-1 1 0 0,-1 1-1 0 0,-1-1 0 0 0,1 1 0 0 0,0 0 0 0 0,-1 0 0 0 0,1 0 1 0 0,-1 0-1 0 0,0 0 0 0 0,0 0 0 0 0,1 6 0 0 0,2 13 7 0 0,-2-1-1 0 0,0 1 1 0 0,-1 0-1 0 0,-2 0 1 0 0,-3 30-1 0 0,1-24 15 0 0,1 0 0 0 0,4 43 0 0 0,-1-66-23 0 0,-1 0 1 0 0,1 0-1 0 0,1 0 0 0 0,-1 0 1 0 0,1 0-1 0 0,-1 0 1 0 0,2 0-1 0 0,-1-1 0 0 0,0 1 1 0 0,1-1-1 0 0,0 0 0 0 0,0 0 1 0 0,0 0-1 0 0,0 0 1 0 0,1 0-1 0 0,-1-1 0 0 0,1 1 1 0 0,0-1-1 0 0,0 0 0 0 0,1 0 1 0 0,-1-1-1 0 0,0 1 0 0 0,1-1 1 0 0,0 0-1 0 0,-1 0 1 0 0,1 0-1 0 0,0-1 0 0 0,0 0 1 0 0,7 1-1 0 0,-5-1-71 0 0,0 0 1 0 0,0-1-1 0 0,0 0 1 0 0,0 0-1 0 0,0-1 0 0 0,0 1 1 0 0,0-2-1 0 0,-1 1 0 0 0,1-1 1 0 0,0 0-1 0 0,-1 0 0 0 0,1-1 1 0 0,-1 0-1 0 0,0 0 1 0 0,0 0-1 0 0,0-1 0 0 0,0 0 1 0 0,-1 0-1 0 0,1 0 0 0 0,-1-1 1 0 0,6-6-1 0 0,-3 0 23 0 0,0-1 1 0 0,0 1-1 0 0,-1-2 0 0 0,0 1 0 0 0,-1-1 0 0 0,-1 0 1 0 0,0 0-1 0 0,-1 0 0 0 0,0-1 0 0 0,2-14 0 0 0,-6 26 57 0 0,1 1 0 0 0,-1 0-1 0 0,0-1 1 0 0,0 1-1 0 0,0 0 1 0 0,0-1-1 0 0,0 1 1 0 0,0 0-1 0 0,0-1 1 0 0,-1 1-1 0 0,1 0 1 0 0,0-1 0 0 0,-1 1-1 0 0,1 0 1 0 0,-1-2-1 0 0,0 3 1 0 0,1-1-1 0 0,-1 1 1 0 0,1-1-1 0 0,-1 1 1 0 0,1-1 0 0 0,-1 1-1 0 0,1 0 1 0 0,-1-1-1 0 0,1 1 1 0 0,-1 0-1 0 0,1-1 1 0 0,-1 1-1 0 0,0 0 1 0 0,1 0 0 0 0,-1 0-1 0 0,0-1 1 0 0,1 1-1 0 0,-1 0 1 0 0,1 0-1 0 0,-1 0 1 0 0,-1 0 0 0 0,-1 1-1 0 0,0-1-1 0 0,0 1 1 0 0,0 0 0 0 0,0 0 0 0 0,0 0 0 0 0,0 0 0 0 0,1 1 0 0 0,-1-1 0 0 0,0 1 0 0 0,-4 3 0 0 0,2 0 7 0 0,-1 0 1 0 0,1 0-1 0 0,1 0 1 0 0,-1 1 0 0 0,1 0-1 0 0,0 0 1 0 0,0 0-1 0 0,0 0 1 0 0,1 1-1 0 0,0-1 1 0 0,1 1-1 0 0,-1 0 1 0 0,1 0 0 0 0,1 0-1 0 0,-1 0 1 0 0,1 0-1 0 0,0 0 1 0 0,1 0-1 0 0,0 11 1 0 0,0-13-2 0 0,0 1 0 0 0,1-1 0 0 0,0 0 1 0 0,0 0-1 0 0,0 0 0 0 0,0 0 0 0 0,1 0 0 0 0,0-1 0 0 0,0 1 0 0 0,0 0 1 0 0,1-1-1 0 0,-1 1 0 0 0,1-1 0 0 0,0 0 0 0 0,0 0 0 0 0,1 0 0 0 0,-1 0 1 0 0,1-1-1 0 0,0 1 0 0 0,0-1 0 0 0,0 0 0 0 0,0 0 0 0 0,1-1 1 0 0,-1 1-1 0 0,1-1 0 0 0,0 0 0 0 0,5 2 0 0 0,-1-2 13 0 0,-1 1 0 0 0,1-2 0 0 0,-1 0 1 0 0,1 0-1 0 0,-1 0 0 0 0,1-1 0 0 0,0 0 0 0 0,-1-1 0 0 0,1 0 0 0 0,-1 0 0 0 0,1-1 1 0 0,-1 0-1 0 0,0 0 0 0 0,1-1 0 0 0,-1 0 0 0 0,-1 0 0 0 0,10-6 0 0 0,-8 3-4 0 0,0-1 0 0 0,0 1 0 0 0,-1-2 0 0 0,1 1-1 0 0,-2-1 1 0 0,1 0 0 0 0,-1-1 0 0 0,-1 1 0 0 0,1-2 0 0 0,-1 1-1 0 0,-1-1 1 0 0,8-19 0 0 0,-7 14-9 0 0,-1-1 0 0 0,0-1-1 0 0,-1 1 1 0 0,-1-1 0 0 0,-1 1-1 0 0,-1-1 1 0 0,0 0 0 0 0,-1-19-1 0 0,-1 28-3 0 0,1 0 0 0 0,-1 0 0 0 0,-1 0 0 0 0,1 1 0 0 0,-1-1 0 0 0,0 0 0 0 0,-1 0 0 0 0,0 1 0 0 0,0 0 0 0 0,-1-1 0 0 0,0 1 0 0 0,0 1 0 0 0,-1-1 0 0 0,1 1 0 0 0,-1-1 0 0 0,-1 1 0 0 0,1 1 0 0 0,-13-11 0 0 0,15 14 1 0 0,0 1 0 0 0,-1-1 0 0 0,1 0 0 0 0,0 1 1 0 0,0 0-1 0 0,-1 0 0 0 0,1 0 0 0 0,-1 0 0 0 0,1 1 0 0 0,0-1 0 0 0,-1 1 1 0 0,1 0-1 0 0,-1 0 0 0 0,0 0 0 0 0,1 1 0 0 0,-6 0 0 0 0,3 1-33 0 0,0-1 0 0 0,0 2 0 0 0,0-1-1 0 0,1 0 1 0 0,-1 1 0 0 0,0 0 0 0 0,1 1-1 0 0,0-1 1 0 0,-6 5 0 0 0,5-2-186 0 0,1-1 0 0 0,-1 1 0 0 0,1 0 0 0 0,0 0 0 0 0,0 0 0 0 0,1 1 0 0 0,-5 7 0 0 0,7-10-137 0 0,0 0 1 0 0,0 1 0 0 0,0-1 0 0 0,1 0 0 0 0,0 1 0 0 0,0-1 0 0 0,0 1 0 0 0,0 0 0 0 0,1-1 0 0 0,-1 1 0 0 0,2 9 0 0 0,0-11-162 0 0,-1 0-1 0 0,1 0 0 0 0,1 0 1 0 0,-1 0-1 0 0,0 0 0 0 0,1 0 1 0 0,-1 0-1 0 0,1-1 0 0 0,2 4 1 0 0,4 5-2101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17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661 289 8 0 0,'4'-8'930'0'0,"0"-1"0"0"0,0 0 0 0 0,-1 1-1 0 0,-1-1 1 0 0,0 0 0 0 0,0 0 0 0 0,0-1 0 0 0,-1-10 0 0 0,0 17-844 0 0,-1 0 0 0 0,0 0 0 0 0,-1 0 1 0 0,1 0-1 0 0,-1 0 0 0 0,1 0 1 0 0,-1 1-1 0 0,0-1 0 0 0,0 0 0 0 0,0 0 1 0 0,0 1-1 0 0,0-1 0 0 0,-1 0 1 0 0,1 1-1 0 0,-1 0 0 0 0,0-1 1 0 0,0 1-1 0 0,0 0 0 0 0,0 0 0 0 0,0 0 1 0 0,0 0-1 0 0,-1 0 0 0 0,1 0 1 0 0,0 1-1 0 0,-1-1 0 0 0,0 1 1 0 0,1-1-1 0 0,-1 1 0 0 0,0 0 0 0 0,-3-1 1 0 0,1 1-60 0 0,1 1 0 0 0,-1-1 0 0 0,0 1 0 0 0,0 0 0 0 0,1 0 0 0 0,-1 0 0 0 0,0 1 0 0 0,1 0 0 0 0,-1-1 0 0 0,0 2 1 0 0,1-1-1 0 0,-1 0 0 0 0,1 1 0 0 0,0 0 0 0 0,-1 0 0 0 0,-7 5 0 0 0,2 0 34 0 0,1 0-1 0 0,-16 14 1 0 0,0 4 47 0 0,9-7-39 0 0,1 0 1 0 0,1 2 0 0 0,0 0 0 0 0,-14 29-1 0 0,23-39-32 0 0,0-1 0 0 0,1 1-1 0 0,1 0 1 0 0,0 1 0 0 0,0-1-1 0 0,1 0 1 0 0,0 1 0 0 0,1-1-1 0 0,0 1 1 0 0,0 0 0 0 0,1-1-1 0 0,2 16 1 0 0,-1-22-3 0 0,0 0 0 0 0,0 0 0 0 0,0 0 1 0 0,1 0-1 0 0,-1 0 0 0 0,1 0 0 0 0,0 0 0 0 0,0-1 0 0 0,0 1 0 0 0,1-1 0 0 0,-1 1 0 0 0,1-1 0 0 0,0 0 0 0 0,0 0 0 0 0,0 0 1 0 0,0 0-1 0 0,1 0 0 0 0,-1-1 0 0 0,1 0 0 0 0,-1 0 0 0 0,1 0 0 0 0,0 0 0 0 0,0 0 0 0 0,0-1 0 0 0,0 1 0 0 0,0-1 1 0 0,0 0-1 0 0,0 0 0 0 0,9 0 0 0 0,-7-1-13 0 0,1 0 0 0 0,0 0-1 0 0,-1 0 1 0 0,1-1 0 0 0,-1 0 0 0 0,1-1 0 0 0,-1 1 0 0 0,1-1 0 0 0,-1 0 0 0 0,0-1 0 0 0,0 1-1 0 0,0-1 1 0 0,0-1 0 0 0,-1 1 0 0 0,1-1 0 0 0,-1 0 0 0 0,0 0 0 0 0,8-8 0 0 0,-7 4-14 0 0,1-2 0 0 0,-1 1 0 0 0,0-1 0 0 0,-1 0 0 0 0,-1 0 1 0 0,1 0-1 0 0,-1 0 0 0 0,-1-1 0 0 0,3-12 0 0 0,1-17 236 0 0,3-46-1 0 0,-9 80-176 0 0,0-25 161 0 0,-1 31-227 0 0,0 0 1 0 0,0 0 0 0 0,0 0-1 0 0,0 0 1 0 0,0-1 0 0 0,0 1 0 0 0,0 0-1 0 0,0 0 1 0 0,0 0 0 0 0,0 0-1 0 0,0 0 1 0 0,0 0 0 0 0,0 0-1 0 0,0 0 1 0 0,0 0 0 0 0,0-1 0 0 0,0 1-1 0 0,0 0 1 0 0,0 0 0 0 0,0 0-1 0 0,0 0 1 0 0,0 0 0 0 0,0 0 0 0 0,0 0-1 0 0,0 0 1 0 0,0 0 0 0 0,0 0-1 0 0,0-1 1 0 0,0 1 0 0 0,0 0-1 0 0,0 0 1 0 0,0 0 0 0 0,0 0 0 0 0,0 0-1 0 0,0 0 1 0 0,0 0 0 0 0,0 0-1 0 0,0 0 1 0 0,0 0 0 0 0,-1 0-1 0 0,1 0 1 0 0,0 0 0 0 0,0 0 0 0 0,0 0-1 0 0,0-1 1 0 0,0 1 0 0 0,0 0-1 0 0,0 0 1 0 0,0 0 0 0 0,0 0-1 0 0,-1 0 1 0 0,1 0 0 0 0,0 0 0 0 0,0 0-1 0 0,0 0 1 0 0,0 0 0 0 0,0 0-1 0 0,0 0 1 0 0,0 0 0 0 0,0 1 0 0 0,0-1-1 0 0,-1 0 1 0 0,1 0 0 0 0,0 0-1 0 0,0 0 1 0 0,-7 16 25 0 0,-58 233 827 0 0,20 4 359 0 0,33-185-1100 0 0,-12 91 219 0 0,-18 96 208 0 0,28-190 125 0 0,-41 116-1 0 0,50-167-422 0 0,-1-1 0 0 0,0 0 0 0 0,-1 0 0 0 0,-1-1 0 0 0,1 0 0 0 0,-2 0 0 0 0,-19 21 0 0 0,24-29-194 0 0,0-1 0 0 0,0 1 1 0 0,0-1-1 0 0,-1 0 0 0 0,1 0 0 0 0,-1 0 0 0 0,0-1 0 0 0,0 0 0 0 0,0 0 1 0 0,0 0-1 0 0,0 0 0 0 0,0-1 0 0 0,-1 0 0 0 0,1 0 0 0 0,0 0 0 0 0,-1-1 1 0 0,1 0-1 0 0,0 0 0 0 0,-1 0 0 0 0,1-1 0 0 0,-1 1 0 0 0,1-1 0 0 0,0-1 1 0 0,-7-1-1 0 0,2-1-31 0 0,0-1 1 0 0,0 0 0 0 0,0-1-1 0 0,1 0 1 0 0,0 0-1 0 0,0-1 1 0 0,1 0 0 0 0,0-1-1 0 0,0 0 1 0 0,0 0-1 0 0,1 0 1 0 0,0-1 0 0 0,1 0-1 0 0,0-1 1 0 0,0 1-1 0 0,1-1 1 0 0,1 0 0 0 0,-5-14-1 0 0,2 7-30 0 0,2-1-1 0 0,0 0 0 0 0,1-1 0 0 0,1 1 1 0 0,1-1-1 0 0,0 0 0 0 0,1 1 1 0 0,1-1-1 0 0,1 0 0 0 0,4-21 1 0 0,0 18-97 0 0,2 0 0 0 0,0 0 0 0 0,1 0 0 0 0,1 1 1 0 0,1 0-1 0 0,1 1 0 0 0,1 1 0 0 0,0-1 0 0 0,25-26 1 0 0,14-12-1404 0 0,87-74 1 0 0,-126 121 1274 0 0,143-121-2537 0 0,50-46 311 0 0,-169 142 2231 0 0,-1-1 0 0 0,-3-1 0 0 0,38-57 0 0 0,-58 77 235 0 0,-2-2-1 0 0,0 1 1 0 0,-1-1 0 0 0,-1-1 0 0 0,-1 1 0 0 0,-1-1 0 0 0,0-1 0 0 0,-2 1-1 0 0,-1-1 1 0 0,2-35 0 0 0,-7 35 143 0 0,2 22-141 0 0,0-1-1 0 0,0 0 1 0 0,0 1 0 0 0,0-1-1 0 0,0 0 1 0 0,0 1 0 0 0,0-1-1 0 0,-1 0 1 0 0,1 1-1 0 0,0-1 1 0 0,0 0 0 0 0,-1 1-1 0 0,1-1 1 0 0,0 1-1 0 0,-1-1 1 0 0,1 1 0 0 0,0-1-1 0 0,-1 1 1 0 0,1-1 0 0 0,-1 1-1 0 0,1-1 1 0 0,-1 1-1 0 0,1-1 1 0 0,-1 1 0 0 0,1 0-1 0 0,-1-1 1 0 0,-1 1-1 0 0,-1 0 6 0 0,-1 2 0 0 0,1-1 0 0 0,-1 0 0 0 0,1 1 0 0 0,0-1 0 0 0,0 1 0 0 0,-1 0 0 0 0,1 0 0 0 0,0 0 0 0 0,1 1 0 0 0,-1-1 0 0 0,0 1 0 0 0,1 0 0 0 0,-1-1 0 0 0,1 1 0 0 0,0 0 0 0 0,-4 6-1 0 0,-5 10 194 0 0,-15 37 0 0 0,20-42-108 0 0,-13 28 228 0 0,-16 60-1 0 0,29-83-244 0 0,2 2 0 0 0,0-1-1 0 0,1 1 1 0 0,1-1 0 0 0,1 30-1 0 0,1-44-21 0 0,0 0 0 0 0,1 0 1 0 0,0 0-1 0 0,0 0 0 0 0,1 0 0 0 0,-1 0 0 0 0,1-1 0 0 0,0 1 0 0 0,1 0 0 0 0,0-1 0 0 0,0 0 0 0 0,0 1 0 0 0,4 4 0 0 0,-4-7-19 0 0,0-1-1 0 0,0 1 0 0 0,0-1 1 0 0,0 1-1 0 0,0-1 0 0 0,0 0 1 0 0,1 0-1 0 0,-1 0 0 0 0,1-1 1 0 0,0 1-1 0 0,-1-1 0 0 0,1 0 1 0 0,0 0-1 0 0,0 0 0 0 0,0-1 1 0 0,0 1-1 0 0,0-1 0 0 0,0 0 1 0 0,0 0-1 0 0,7-1 0 0 0,0-1-8 0 0,0-1-1 0 0,-1 1 1 0 0,1-2-1 0 0,-1 0 1 0 0,0 0 0 0 0,0 0-1 0 0,-1-2 1 0 0,1 1-1 0 0,-1-1 1 0 0,0 0-1 0 0,-1-1 1 0 0,1 0-1 0 0,-1 0 1 0 0,-1-1-1 0 0,1 0 1 0 0,-1-1-1 0 0,-1 1 1 0 0,11-19-1 0 0,-9 13-45 0 0,0 0-1 0 0,-1-1 1 0 0,0 0-1 0 0,-1 0 0 0 0,-1-1 1 0 0,-1 1-1 0 0,0-1 1 0 0,-1 0-1 0 0,-1 0 0 0 0,0 0 1 0 0,-1 0-1 0 0,-1-20 1 0 0,-1 28-6 0 0,0-1 0 0 0,-1 0 0 0 0,0 1 1 0 0,0-1-1 0 0,-1 1 0 0 0,1 0 0 0 0,-2 0 0 0 0,0 0 1 0 0,0 0-1 0 0,0 1 0 0 0,-1-1 0 0 0,0 1 0 0 0,0 0 0 0 0,0 0 1 0 0,-1 1-1 0 0,-1 0 0 0 0,1 0 0 0 0,-1 0 0 0 0,0 1 1 0 0,0 0-1 0 0,0 0 0 0 0,-1 1 0 0 0,-13-7 0 0 0,18 11-120 0 0,0-1-1 0 0,1 0 0 0 0,-1 1 0 0 0,0-1 0 0 0,0 1 0 0 0,1 0 1 0 0,-1 0-1 0 0,0 0 0 0 0,0 0 0 0 0,1 1 0 0 0,-1-1 0 0 0,0 1 1 0 0,1 0-1 0 0,-1-1 0 0 0,0 1 0 0 0,1 0 0 0 0,-1 0 1 0 0,1 1-1 0 0,-1-1 0 0 0,1 1 0 0 0,0-1 0 0 0,-5 4 0 0 0,3-1-496 0 0,1 0 0 0 0,-1 0 0 0 0,1 1 0 0 0,-1-1-1 0 0,1 1 1 0 0,1-1 0 0 0,-1 1 0 0 0,0 0 0 0 0,1 0-1 0 0,-2 7 1 0 0,1-1-1588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17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67 1928 0 0,'-6'-12'3794'0'0,"6"12"-3705"0"0,0-1 0 0 0,-1 1 1 0 0,1-1-1 0 0,0 1 0 0 0,0 0 1 0 0,0-1-1 0 0,0 1 0 0 0,-1-1 1 0 0,1 1-1 0 0,0 0 0 0 0,0-1 0 0 0,-1 1 1 0 0,1 0-1 0 0,0-1 0 0 0,-1 1 1 0 0,1 0-1 0 0,0 0 0 0 0,-1-1 1 0 0,1 1-1 0 0,0 0 0 0 0,-1 0 0 0 0,1 0 1 0 0,-1-1-1 0 0,1 1 0 0 0,0 0 1 0 0,-1 0-1 0 0,1 0 0 0 0,-1 0 0 0 0,1 0 1 0 0,-1 0-1 0 0,1 0 0 0 0,0 0 1 0 0,-1 0-1 0 0,1 0 0 0 0,-1 0 1 0 0,0 1 12 0 0,0 0 1 0 0,1 0 0 0 0,-1 0 0 0 0,0 0-1 0 0,1 1 1 0 0,0-1 0 0 0,-1 0 0 0 0,1 0-1 0 0,0 0 1 0 0,-1 0 0 0 0,1 1 0 0 0,0 1 0 0 0,0 56 274 0 0,0-45 16 0 0,-7 123 516 0 0,-17 41 1662 0 0,23-178-2562 0 0,1 0 0 0 0,-1-1 0 0 0,1 1 0 0 0,-1 0 0 0 0,1 0 0 0 0,-1-1 0 0 0,1 1-1 0 0,-1 0 1 0 0,1 0 0 0 0,-1-1 0 0 0,1 1 0 0 0,0-1 0 0 0,-1 1 0 0 0,1 0 0 0 0,-1-1-1 0 0,1 1 1 0 0,0-1 0 0 0,0 1 0 0 0,-1-1 0 0 0,1 1 0 0 0,0-1 0 0 0,0 1 0 0 0,-1-1 0 0 0,1 1-1 0 0,0-1 1 0 0,0 0 0 0 0,0 1 0 0 0,0-1 0 0 0,0 1 0 0 0,0-1 0 0 0,0 0 0 0 0,0-22 53 0 0,0 22-61 0 0,3-32 36 0 0,1 1 1 0 0,2 0 0 0 0,16-53-1 0 0,-14 64-78 0 0,0-1 0 0 0,1 1 0 0 0,1 1 0 0 0,1 0 0 0 0,1 0 0 0 0,15-18 0 0 0,-21 31 29 0 0,-1 0 0 0 0,2 1-1 0 0,-1 0 1 0 0,1 0 0 0 0,0 1-1 0 0,0 0 1 0 0,0 0 0 0 0,1 1 0 0 0,0-1-1 0 0,0 2 1 0 0,0-1 0 0 0,10-2 0 0 0,-15 6 18 0 0,0-1 0 0 0,0 1 0 0 0,0 0 0 0 0,0 0 0 0 0,0 1 0 0 0,0-1 0 0 0,0 0 0 0 0,0 1 0 0 0,0 0 0 0 0,0 0 0 0 0,0 0 0 0 0,0 0 0 0 0,0 0 0 0 0,-1 1 0 0 0,1-1 0 0 0,0 1 0 0 0,-1 0 0 0 0,3 2 0 0 0,0 1-3 0 0,-1 0 0 0 0,1 1 0 0 0,-1 0 0 0 0,-1-1 0 0 0,1 1 0 0 0,-1 0 0 0 0,0 1 0 0 0,-1-1 0 0 0,1 1 0 0 0,-1-1 0 0 0,-1 1 0 0 0,1-1 0 0 0,0 11 0 0 0,0 8 19 0 0,-1 0 1 0 0,-4 34-1 0 0,0-1-3 0 0,-3 16 68 0 0,3-55-278 0 0,1 1 1 0 0,1 36-1 0 0,1-54 24 0 0,1 1-1 0 0,-1 0 1 0 0,1-1-1 0 0,0 1 1 0 0,0-1-1 0 0,0 1 1 0 0,0-1-1 0 0,0 0 1 0 0,0 1-1 0 0,1-1 1 0 0,-1 0-1 0 0,1 0 1 0 0,-1 0 0 0 0,1 0-1 0 0,0 0 1 0 0,0 0-1 0 0,0-1 1 0 0,0 1-1 0 0,0 0 1 0 0,0-1-1 0 0,5 2 1 0 0,-3-1-303 0 0,0 0-1 0 0,0 0 1 0 0,0-1-1 0 0,0 0 1 0 0,1 0 0 0 0,-1 0-1 0 0,1 0 1 0 0,-1-1 0 0 0,0 1-1 0 0,1-1 1 0 0,-1 0-1 0 0,7-1 1 0 0,6-4-1659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1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249 822 1548 0 0,'5'-7'623'0'0,"-1"-1"1"0"0,0 0-1 0 0,-1 0 0 0 0,1-1 0 0 0,-1 1 1 0 0,-1-1-1 0 0,0 1 0 0 0,0-1 0 0 0,-1 0 1 0 0,0 1-1 0 0,0-1 0 0 0,-1 0 0 0 0,-1-11 1 0 0,1 18-587 0 0,0 0 0 0 0,-1 0 0 0 0,0 1 0 0 0,1-1 0 0 0,-1 1 0 0 0,0-1 0 0 0,0 1 0 0 0,0-1 0 0 0,0 1 0 0 0,0-1 0 0 0,0 1 1 0 0,0 0-1 0 0,0 0 0 0 0,0-1 0 0 0,-1 1 0 0 0,1 0 0 0 0,0 0 0 0 0,-1 0 0 0 0,1 0 0 0 0,-1 1 0 0 0,1-1 0 0 0,-1 0 0 0 0,0 1 1 0 0,1-1-1 0 0,-1 1 0 0 0,0-1 0 0 0,1 1 0 0 0,-1 0 0 0 0,0 0 0 0 0,0-1 0 0 0,1 1 0 0 0,-1 1 0 0 0,-2-1 0 0 0,-4 1 51 0 0,0 0 0 0 0,1 0 0 0 0,-1 1 0 0 0,0 0 0 0 0,-10 5 0 0 0,7-2-11 0 0,1 0 0 0 0,-1 1 1 0 0,1 1-1 0 0,0 0 0 0 0,0 0 1 0 0,1 1-1 0 0,0 0 0 0 0,-13 15 1 0 0,13-12-41 0 0,-1 1 0 0 0,1 0 0 0 0,1 1 1 0 0,1 0-1 0 0,-1 0 0 0 0,-7 22 1 0 0,13-29-9 0 0,0-1 0 0 0,1 1 1 0 0,-1 1-1 0 0,1-1 0 0 0,0 0 1 0 0,1 0-1 0 0,0 0 0 0 0,0 0 1 0 0,0 1-1 0 0,1-1 0 0 0,1 6 1 0 0,-2-9-9 0 0,1-1 0 0 0,0 0 0 0 0,0 1 0 0 0,0-1 0 0 0,0 0 0 0 0,0 1 0 0 0,0-1 0 0 0,1 0 0 0 0,-1 0 0 0 0,1 0 0 0 0,-1 0 0 0 0,1 0 0 0 0,0 0 0 0 0,0-1 0 0 0,0 1 0 0 0,0-1 0 0 0,0 1 0 0 0,0-1 0 0 0,0 0 0 0 0,1 1 0 0 0,-1-1 0 0 0,0 0 0 0 0,1-1 0 0 0,-1 1 0 0 0,1 0 0 0 0,-1-1 0 0 0,5 1 0 0 0,-3-1 7 0 0,0-1 0 0 0,0 1-1 0 0,-1-1 1 0 0,1 0 0 0 0,0 0 0 0 0,-1-1-1 0 0,1 1 1 0 0,-1-1 0 0 0,1 0-1 0 0,-1 0 1 0 0,0 0 0 0 0,0 0 0 0 0,0 0-1 0 0,0-1 1 0 0,3-2 0 0 0,-1 0-12 0 0,-1-1 0 0 0,1 1 0 0 0,-1-1 0 0 0,0 0 0 0 0,0 0 1 0 0,-1 0-1 0 0,0-1 0 0 0,5-12 0 0 0,14-60 46 0 0,-14 43 6 0 0,0 7 380 0 0,1-7-33 0 0,-7 28-288 0 0,-3 16-84 0 0,-27 179 1214 0 0,26-152-1071 0 0,0 0 0 0 0,3 0 0 0 0,6 48 0 0 0,-6-76-92 0 0,0-1-1 0 0,0 1 0 0 0,1 0 0 0 0,0-1 0 0 0,1 0 1 0 0,0 1-1 0 0,-1-1 0 0 0,2 0 0 0 0,7 11 0 0 0,-9-15-57 0 0,-1 0 0 0 0,1 0 0 0 0,0 0 0 0 0,0 0 0 0 0,1-1 0 0 0,-1 1 0 0 0,0 0 0 0 0,0-1 0 0 0,1 0 0 0 0,-1 0 0 0 0,1 1 0 0 0,-1-2 0 0 0,1 1 0 0 0,0 0 0 0 0,-1 0 0 0 0,1-1 0 0 0,0 1 0 0 0,-1-1 0 0 0,1 0 0 0 0,0 0 0 0 0,0 0 0 0 0,-1 0 0 0 0,1-1 0 0 0,0 1 0 0 0,-1-1 0 0 0,1 1 0 0 0,0-1 0 0 0,3-1 0 0 0,2-2-4 0 0,0 0-1 0 0,1-1 0 0 0,-1 0 0 0 0,-1 0 0 0 0,1-1 0 0 0,-1 0 0 0 0,0 0 0 0 0,0 0 0 0 0,-1-1 0 0 0,1 0 0 0 0,-2-1 1 0 0,1 1-1 0 0,7-15 0 0 0,5-11-14 0 0,-2 0 1 0 0,13-37 0 0 0,-28 65-16 0 0,28-80-2 0 0,-5-1 0 0 0,-3-1 0 0 0,14-134 0 0 0,-29 160-22 0 0,-2-1 1 0 0,-4 1-1 0 0,-1 0 0 0 0,-18-105 1 0 0,19 163 12 0 0,-1-1 1 0 0,1 1 0 0 0,-1 0 0 0 0,0 0 0 0 0,0 0 0 0 0,0 1 0 0 0,0-1 0 0 0,-1 0 0 0 0,1 0 0 0 0,-1 0 0 0 0,0 1 0 0 0,1-1-1 0 0,-1 1 1 0 0,0 0 0 0 0,0-1 0 0 0,-4-2 0 0 0,4 5 7 0 0,1-1 0 0 0,-1 1-1 0 0,0 0 1 0 0,0-1 0 0 0,1 1 0 0 0,-1 0-1 0 0,0 0 1 0 0,0 0 0 0 0,1 0-1 0 0,-1 1 1 0 0,0-1 0 0 0,0 0 0 0 0,1 1-1 0 0,-1-1 1 0 0,0 1 0 0 0,1 0 0 0 0,-1-1-1 0 0,1 1 1 0 0,-1 0 0 0 0,1 0-1 0 0,-3 2 1 0 0,-4 4-17 0 0,0 0 0 0 0,0 1 0 0 0,1 0 1 0 0,1 0-1 0 0,-1 1 0 0 0,1 0 0 0 0,1 0 0 0 0,-1 0 0 0 0,2 1 0 0 0,-5 10 0 0 0,-4 17 17 0 0,-12 51 0 0 0,24-85 4 0 0,-14 58 38 0 0,3 1-1 0 0,3 1 0 0 0,-2 72 1 0 0,10-103-66 0 0,2 0 1 0 0,1 1-1 0 0,1-1 0 0 0,2 0 1 0 0,1 0-1 0 0,2-1 1 0 0,1 1-1 0 0,13 29 1 0 0,-13-43-620 0 0,0-1 1 0 0,1 0-1 0 0,0-1 1 0 0,2 0-1 0 0,19 22 1 0 0,-19-26-1271 0 0,0 0 0 0 0,1-1 0 0 0,24 16 0 0 0,-3-6-3815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20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93 1392 0 0,'0'-19'3524'0'0,"1"1"0"0"0,4-28 0 0 0,-5 45-3079 0 0,2-8 1523 0 0,-4 59-936 0 0,-12 64 0 0 0,1-21-345 0 0,-8 93-69 0 0,-18 232-200 0 0,38-391-406 0 0,4 35 1 0 0,-2-53-23 0 0,0-1 0 0 0,1 0 0 0 0,0 0 0 0 0,0-1 0 0 0,0 1 0 0 0,1 0 0 0 0,0-1 0 0 0,8 14 0 0 0,-9-19-19 0 0,-1 0 0 0 0,1 0 0 0 0,0 0-1 0 0,-1 0 1 0 0,1 0 0 0 0,0-1 0 0 0,0 1 0 0 0,0-1 0 0 0,0 1 0 0 0,0-1 0 0 0,0 0-1 0 0,1 0 1 0 0,-1 0 0 0 0,0 0 0 0 0,1 0 0 0 0,-1-1 0 0 0,4 2 0 0 0,-1-2-49 0 0,0 0-1 0 0,-1 0 1 0 0,1 0 0 0 0,-1-1 0 0 0,1 1 0 0 0,-1-1 0 0 0,1 0 0 0 0,-1 0 0 0 0,5-2 0 0 0,3-3-159 0 0,0 1 1 0 0,0-1 0 0 0,-1-1 0 0 0,0 0-1 0 0,19-17 1 0 0,-12 7 134 0 0,-1-2-1 0 0,0 1 1 0 0,-2-2-1 0 0,0 0 1 0 0,-2-1 0 0 0,0 0-1 0 0,-1-1 1 0 0,-1-1-1 0 0,-2 1 1 0 0,0-2 0 0 0,-1 1-1 0 0,-1-1 1 0 0,-1-1-1 0 0,3-38 1 0 0,-3-22 1160 0 0,-6 82-833 0 0,-14 28 306 0 0,5 2-402 0 0,1 0 0 0 0,2 0 0 0 0,1 0-1 0 0,1 1 1 0 0,1 0 0 0 0,1 0 0 0 0,2 0 0 0 0,6 54 0 0 0,-6-77-124 0 0,2 1 1 0 0,-1 0-1 0 0,0-1 1 0 0,1 1-1 0 0,0-1 1 0 0,1 0-1 0 0,-1 0 0 0 0,1 0 1 0 0,0 0-1 0 0,0 0 1 0 0,0 0-1 0 0,8 7 1 0 0,-8-9 4 0 0,1 0-1 0 0,-1-1 1 0 0,1 1 0 0 0,0-1 0 0 0,0 1-1 0 0,0-1 1 0 0,1 0 0 0 0,-1-1-1 0 0,0 1 1 0 0,1-1 0 0 0,-1 0 0 0 0,1 0-1 0 0,-1 0 1 0 0,1-1 0 0 0,-1 1 0 0 0,6-1-1 0 0,-2 0 8 0 0,0-1-1 0 0,0 1 1 0 0,1-1-1 0 0,-1-1 1 0 0,0 0-1 0 0,0 0 1 0 0,0 0-1 0 0,-1-1 1 0 0,1 0-1 0 0,11-7 1 0 0,-14 7-6 0 0,-1 0-1 0 0,1-1 1 0 0,0 0 0 0 0,-1 0 0 0 0,0 0-1 0 0,0 0 1 0 0,0-1 0 0 0,0 0 0 0 0,-1 1 0 0 0,0-1-1 0 0,0 0 1 0 0,0-1 0 0 0,-1 1 0 0 0,0 0-1 0 0,3-10 1 0 0,-3 6-6 0 0,0 0-1 0 0,0 0 0 0 0,-1-1 1 0 0,0 1-1 0 0,-1-1 0 0 0,0 1 1 0 0,-1 0-1 0 0,0-1 0 0 0,0 1 0 0 0,-1 0 1 0 0,0-1-1 0 0,0 1 0 0 0,-1 0 1 0 0,-1 1-1 0 0,1-1 0 0 0,-1 0 1 0 0,-1 1-1 0 0,0 0 0 0 0,0 0 1 0 0,0 0-1 0 0,-1 1 0 0 0,0 0 1 0 0,-1 0-1 0 0,1 0 0 0 0,-1 1 1 0 0,-1 0-1 0 0,1 0 0 0 0,-14-7 1 0 0,-64-28 124 0 0,40 21-1549 0 0,3-2-3766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21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93 508 0 0,'-34'6'4998'0'0,"13"-2"-1756"0"0,-29 8 0 0 0,48-12-2940 0 0,49-3-58 0 0,0-1 0 0 0,89-22 0 0 0,-57 9-154 0 0,177-27-835 0 0,-84 25-5385 0 0,-125 17 2295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21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244 202 1628 0 0,'-32'5'7600'0'0,"23"-4"-7065"0"0,7 0 313 0 0,-8 4-201 0 0,10-4-621 0 0,-1 0-1 0 0,1 0 1 0 0,-1 1-1 0 0,1-1 0 0 0,-1 0 1 0 0,1 0-1 0 0,0 1 1 0 0,0-1-1 0 0,0 0 0 0 0,0 0 1 0 0,0 1-1 0 0,0-1 0 0 0,0 0 1 0 0,0 0-1 0 0,0 1 1 0 0,0-1-1 0 0,1 0 0 0 0,-1 0 1 0 0,0 1-1 0 0,1-1 1 0 0,-1 0-1 0 0,1 0 0 0 0,0 0 1 0 0,-1 0-1 0 0,1 0 1 0 0,0 1-1 0 0,-1-1 0 0 0,1-1 1 0 0,0 1-1 0 0,0 0 1 0 0,0 0-1 0 0,0 0 0 0 0,0 0 1 0 0,2 0-1 0 0,-2 0 87 0 0,2 0-9 0 0,2 0-75 0 0,0 0 1 0 0,1 0 0 0 0,-1-1-1 0 0,0 1 1 0 0,1-1-1 0 0,-1-1 1 0 0,1 1-1 0 0,-1-1 1 0 0,0 0 0 0 0,0 0-1 0 0,1-1 1 0 0,-1 1-1 0 0,0-1 1 0 0,0 0 0 0 0,0-1-1 0 0,5-2 1 0 0,-3 1 0 0 0,0 0 1 0 0,-1 0 0 0 0,1-1-1 0 0,-1 1 1 0 0,0-1-1 0 0,0-1 1 0 0,-1 1 0 0 0,0-1-1 0 0,1 0 1 0 0,-2 0 0 0 0,6-9-1 0 0,-7 9-14 0 0,0 0 0 0 0,-1 0-1 0 0,0 0 1 0 0,0 0 0 0 0,-1-1 0 0 0,0 1-1 0 0,0-1 1 0 0,0 1 0 0 0,-1-1-1 0 0,1 1 1 0 0,-2-1 0 0 0,0-9 0 0 0,0 12-15 0 0,0 0 1 0 0,0 1-1 0 0,0-1 1 0 0,0 0-1 0 0,-1 0 1 0 0,0 1-1 0 0,0-1 1 0 0,0 1-1 0 0,0-1 1 0 0,0 1-1 0 0,0 0 1 0 0,-1 0-1 0 0,0 0 1 0 0,0 0-1 0 0,0 0 1 0 0,0 1-1 0 0,0-1 1 0 0,0 1-1 0 0,0 0 1 0 0,-1 0-1 0 0,-6-3 1 0 0,6 4-11 0 0,0-1 1 0 0,-1 1-1 0 0,1 0 1 0 0,-1 0-1 0 0,1 0 1 0 0,-1 1-1 0 0,1 0 1 0 0,-1 0-1 0 0,1 0 1 0 0,-1 0-1 0 0,1 1 1 0 0,-8 1-1 0 0,4 0-16 0 0,-1 1 0 0 0,2 0 0 0 0,-1 1 0 0 0,0-1-1 0 0,1 1 1 0 0,-10 7 0 0 0,0 2-25 0 0,0 2 0 0 0,1-1 0 0 0,0 2 0 0 0,-18 24 0 0 0,17-19 25 0 0,2 1-1 0 0,0 1 1 0 0,-14 29 0 0 0,24-42 24 0 0,1 1 1 0 0,-1-1 0 0 0,2 1-1 0 0,0-1 1 0 0,0 1 0 0 0,1 0-1 0 0,0 0 1 0 0,1 0 0 0 0,0 0-1 0 0,1 18 1 0 0,1-26 12 0 0,-1 1 1 0 0,1-1-1 0 0,0 1 1 0 0,0-1 0 0 0,0 0-1 0 0,0 1 1 0 0,0-1-1 0 0,1 0 1 0 0,0 0-1 0 0,-1 0 1 0 0,1 0-1 0 0,0 0 1 0 0,1 0 0 0 0,-1-1-1 0 0,0 1 1 0 0,1-1-1 0 0,4 4 1 0 0,-2-3 8 0 0,0 0 0 0 0,0 0 1 0 0,1 0-1 0 0,-1-1 0 0 0,1 0 1 0 0,-1 0-1 0 0,1-1 0 0 0,0 1 1 0 0,9 0-1 0 0,6-1 7 0 0,0-1 1 0 0,0-1 0 0 0,0 0-1 0 0,38-9 1 0 0,78-24-1124 0 0,-49 3-6190 0 0,-74 24 4799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23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350 122 1264 0 0,'1'-2'532'0'0,"2"-6"921"0"0,0-1-1 0 0,-1 1 1 0 0,1-1-1 0 0,-2 1 0 0 0,2-17 1 0 0,-3 22-1323 0 0,0 1 1 0 0,-1 0-1 0 0,1-1 1 0 0,-1 1-1 0 0,1 0 0 0 0,-1 0 1 0 0,0-1-1 0 0,0 1 1 0 0,0 0-1 0 0,0 0 1 0 0,0 0-1 0 0,0 0 1 0 0,-1 0-1 0 0,1 0 0 0 0,-1 0 1 0 0,1 1-1 0 0,-1-1 1 0 0,0 1-1 0 0,0-1 1 0 0,1 1-1 0 0,-1-1 0 0 0,0 1 1 0 0,0 0-1 0 0,-1 0 1 0 0,1 0-1 0 0,-2-1 1 0 0,-1 1-69 0 0,-1 0 0 0 0,1 1 0 0 0,-1 0 0 0 0,1 0 0 0 0,-1 0 0 0 0,1 0 0 0 0,0 1 0 0 0,-1 0 1 0 0,1 0-1 0 0,0 0 0 0 0,-1 1 0 0 0,-7 4 0 0 0,2-1-45 0 0,0 0 0 0 0,0 1-1 0 0,1 1 1 0 0,0-1 0 0 0,1 2 0 0 0,-1-1 0 0 0,-15 19-1 0 0,2 0-29 0 0,-29 42-1 0 0,38-46 10 0 0,1-1 0 0 0,-16 35 0 0 0,25-47 2 0 0,0 1 1 0 0,1 0 0 0 0,0 0-1 0 0,0 0 1 0 0,1 0 0 0 0,0 0-1 0 0,1 0 1 0 0,0 20 0 0 0,1-28 1 0 0,0 1 0 0 0,1-1 1 0 0,-1 0-1 0 0,1 1 0 0 0,-1-1 1 0 0,1 0-1 0 0,0 0 0 0 0,0 1 1 0 0,0-1-1 0 0,0 0 0 0 0,0 0 1 0 0,0 0-1 0 0,1 0 0 0 0,-1 0 0 0 0,0 0 1 0 0,1 0-1 0 0,0-1 0 0 0,-1 1 1 0 0,5 2-1 0 0,-3-2 1 0 0,0 0 0 0 0,1-1 1 0 0,-1 1-1 0 0,1-1 0 0 0,0 0 0 0 0,-1 0 0 0 0,1 0 0 0 0,0-1 1 0 0,0 1-1 0 0,0-1 0 0 0,4 0 0 0 0,5-1 2 0 0,-1 0 0 0 0,1-1 0 0 0,-1 0 0 0 0,0-1 1 0 0,0-1-1 0 0,19-7 0 0 0,-20 6-1 0 0,0-1 0 0 0,0 0 0 0 0,0 0 0 0 0,0-1 0 0 0,-1-1 0 0 0,0 0-1 0 0,-1 0 1 0 0,0-1 0 0 0,0 0 0 0 0,-1 0 0 0 0,0-1 0 0 0,-1 0 0 0 0,0-1 0 0 0,0 1 0 0 0,-1-1 0 0 0,0-1 0 0 0,-1 1 0 0 0,-1-1 0 0 0,0 0 0 0 0,4-16 0 0 0,-3 0-5 0 0,0-1 0 0 0,0-45 0 0 0,-5 72-25 0 0,0 2-146 0 0,-1 1 171 0 0,0-1-1 0 0,1 1 0 0 0,-1 0 1 0 0,1-1-1 0 0,-1 1 1 0 0,1-1-1 0 0,0 1 1 0 0,-1 0-1 0 0,1 0 0 0 0,0-1 1 0 0,-1 1-1 0 0,1 0 1 0 0,0 0-1 0 0,0-1 0 0 0,0 1 1 0 0,0 0-1 0 0,-1 0 1 0 0,1 0-1 0 0,-3 23-34 0 0,3-20 40 0 0,0-2-10 0 0,-17 137 37 0 0,16-121-238 0 0,1 1 0 0 0,0-1 0 0 0,1 1-1 0 0,2-1 1 0 0,6 28 0 0 0,-9-43-20 0 0,1 0 0 0 0,0 0 0 0 0,1 0 0 0 0,-1 0 0 0 0,0 0-1 0 0,1 0 1 0 0,0 0 0 0 0,-1-1 0 0 0,1 1 0 0 0,0-1 0 0 0,3 4 0 0 0,-3-5-209 0 0,-1 0 0 0 0,1 0 0 0 0,-1 0 0 0 0,0-1 0 0 0,1 1 0 0 0,0 0 0 0 0,-1-1 0 0 0,1 1 0 0 0,-1 0 0 0 0,3-1 1 0 0,13 3-3050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23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290 691 1700 0 0,'0'-7'1136'0'0,"0"-1"-1"0"0,-1 1 0 0 0,0-1 1 0 0,-1 1-1 0 0,1 0 1 0 0,-5-11-1 0 0,5 16-1054 0 0,1 1-1 0 0,-1-1 1 0 0,0 0 0 0 0,0 0 0 0 0,0 1 0 0 0,0-1-1 0 0,0 0 1 0 0,0 1 0 0 0,0-1 0 0 0,0 1 0 0 0,-1-1-1 0 0,1 1 1 0 0,0 0 0 0 0,-1 0 0 0 0,0-1 0 0 0,1 1-1 0 0,-1 0 1 0 0,1 1 0 0 0,-1-1 0 0 0,0 0-1 0 0,0 0 1 0 0,0 1 0 0 0,1-1 0 0 0,-1 1 0 0 0,0-1-1 0 0,0 1 1 0 0,0 0 0 0 0,0 0 0 0 0,0 0 0 0 0,0 0-1 0 0,-3 0 1 0 0,-5 3-38 0 0,1 0 1 0 0,0 0-1 0 0,0 1 0 0 0,0 1 1 0 0,0-1-1 0 0,1 1 0 0 0,-1 1 1 0 0,1-1-1 0 0,1 1 0 0 0,-1 1 0 0 0,1 0 1 0 0,0 0-1 0 0,1 0 0 0 0,-7 9 1 0 0,-3 5-35 0 0,2 1 1 0 0,0 0 0 0 0,1 1-1 0 0,-12 31 1 0 0,21-45-7 0 0,1 0-1 0 0,0 1 1 0 0,1 0-1 0 0,0-1 1 0 0,0 1 0 0 0,1 0-1 0 0,0 0 1 0 0,0 0-1 0 0,2 0 1 0 0,-1 0-1 0 0,1 0 1 0 0,2 10 0 0 0,-2-16 1 0 0,0 0 0 0 0,1 0 1 0 0,-1 0-1 0 0,1 0 0 0 0,0 0 1 0 0,0-1-1 0 0,0 1 0 0 0,0-1 1 0 0,0 1-1 0 0,1-1 0 0 0,0 0 1 0 0,0 0-1 0 0,0 0 1 0 0,0 0-1 0 0,0 0 0 0 0,0-1 1 0 0,1 0-1 0 0,-1 1 0 0 0,1-1 1 0 0,0-1-1 0 0,-1 1 0 0 0,1 0 1 0 0,0-1-1 0 0,0 0 0 0 0,0 0 1 0 0,0 0-1 0 0,0 0 0 0 0,1-1 1 0 0,-1 1-1 0 0,0-1 1 0 0,5-1-1 0 0,8 1-144 0 0,1-2 0 0 0,0-1 0 0 0,-1 0 1 0 0,1-1-1 0 0,-1 0 0 0 0,0-2 0 0 0,0 0 0 0 0,-1-1 1 0 0,16-9-1 0 0,-10 4-684 0 0,0-2 0 0 0,-1 0 0 0 0,-1-1 0 0 0,-1-1 0 0 0,33-33 0 0 0,-29 20-1238 0 0,-1-2-234 0 0</inkml:trace>
  <inkml:trace contextRef="#ctx0" brushRef="#br0" timeOffset="1">644 224 1468 0 0,'-6'-44'2905'0'0,"-1"0"1"0"0,-3 0-1 0 0,-16-45 0 0 0,25 87-2777 0 0,1 2-125 0 0,0 0 1 0 0,0 0-1 0 0,0 0 0 0 0,0 0 0 0 0,0 1 0 0 0,0-1 0 0 0,0 0 1 0 0,0 0-1 0 0,0 0 0 0 0,0 1 0 0 0,-1-1 0 0 0,1 0 1 0 0,0 0-1 0 0,0 0 0 0 0,0 0 0 0 0,0 0 0 0 0,0 1 0 0 0,0-1 1 0 0,-1 0-1 0 0,1 0 0 0 0,0 0 0 0 0,0 0 0 0 0,0 0 1 0 0,0 0-1 0 0,-1 0 0 0 0,1 0 0 0 0,0 0 0 0 0,0 1 0 0 0,0-1 1 0 0,-1 0-1 0 0,1 0 0 0 0,0 0 0 0 0,0 0 0 0 0,0 0 0 0 0,0 0 1 0 0,-1 0-1 0 0,1 0 0 0 0,0 0 0 0 0,0 0 0 0 0,0-1 1 0 0,-1 1-1 0 0,1 0 0 0 0,0 0 0 0 0,0 0 0 0 0,0 0 0 0 0,0 0 1 0 0,-1 0-1 0 0,1 0 0 0 0,0 0 0 0 0,0 0 0 0 0,0-1 1 0 0,0 1-1 0 0,0 0 0 0 0,-1 0 0 0 0,1 0 0 0 0,0 0 0 0 0,0 0 1 0 0,0-1-1 0 0,0 1 0 0 0,0 0 0 0 0,0 0 0 0 0,0 0 1 0 0,0-1-1 0 0,0 1 0 0 0,0 0 0 0 0,0 0 0 0 0,0 0 0 0 0,-1-1 1 0 0,-6 16 70 0 0,-7 49 146 0 0,-9 105 0 0 0,6-32 7 0 0,-45 275 226 0 0,51-321-223 0 0,0 169 1 0 0,10-247-150 0 0,1-10-49 0 0,0-1-1 0 0,0 1 1 0 0,0 0 0 0 0,0-1 0 0 0,0 1 0 0 0,1-1 0 0 0,-1 1 0 0 0,1 0 0 0 0,0 2 0 0 0,2-7-23 0 0,-1 0 1 0 0,0 0-1 0 0,1 0 1 0 0,-1 0-1 0 0,0-1 1 0 0,-1 1-1 0 0,1-1 0 0 0,3-4 1 0 0,67-150-24 0 0,21-38-10 0 0,-43 109 29 0 0,-42 74-7 0 0,0 1 1 0 0,1 0-1 0 0,0 1 1 0 0,1 0-1 0 0,12-10 1 0 0,-20 19-11 0 0,0-1 0 0 0,-1 1 1 0 0,1 0-1 0 0,0 0 0 0 0,0 0 0 0 0,0 0 1 0 0,0 0-1 0 0,0 0 0 0 0,0 1 1 0 0,1-1-1 0 0,-1 1 0 0 0,0-1 0 0 0,0 1 1 0 0,0 0-1 0 0,0 0 0 0 0,1 0 1 0 0,-1 0-1 0 0,0 0 0 0 0,0 0 0 0 0,0 1 1 0 0,1-1-1 0 0,-1 1 0 0 0,0 0 0 0 0,0-1 1 0 0,4 3-1 0 0,0 3-4 0 0,-1-1 1 0 0,0 1-1 0 0,0 1 0 0 0,0-1 1 0 0,-1 1-1 0 0,0-1 0 0 0,0 1 0 0 0,0 0 1 0 0,-1 1-1 0 0,0-1 0 0 0,-1 1 1 0 0,1-1-1 0 0,1 13 0 0 0,-1 9 26 0 0,0-1 0 0 0,-3 45 1 0 0,-1-50 7 0 0,0-1 1 0 0,2 0-1 0 0,1 0 1 0 0,1 0-1 0 0,6 24 1 0 0,-8-43-9 0 0,0 0 1 0 0,1 0-1 0 0,0 0 0 0 0,-1 0 1 0 0,1 0-1 0 0,0 0 0 0 0,1-1 0 0 0,-1 1 1 0 0,0-1-1 0 0,1 1 0 0 0,-1-1 1 0 0,1 0-1 0 0,0 0 0 0 0,0 0 1 0 0,0 0-1 0 0,0-1 0 0 0,0 1 1 0 0,0-1-1 0 0,0 0 0 0 0,1 0 0 0 0,-1 0 1 0 0,0 0-1 0 0,5 0 0 0 0,7 1-290 0 0,0 0-1 0 0,0-2 0 0 0,29-1 0 0 0,-3-3-3260 0 0,64-14 0 0 0,-47 5-1249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25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296 131 1508 0 0,'40'-31'7379'0'0,"-39"30"-6872"0"0,10-13 4516 0 0,-15 15-4993 0 0,-1 0 1 0 0,0 0-1 0 0,1 0 1 0 0,-1 1 0 0 0,0-1-1 0 0,1 1 1 0 0,0 0-1 0 0,-1 1 1 0 0,1-1-1 0 0,0 1 1 0 0,-5 4 0 0 0,-46 40 97 0 0,52-44-120 0 0,-23 24 14 0 0,0 1 0 0 0,2 1 0 0 0,1 1 1 0 0,2 1-1 0 0,1 1 0 0 0,1 0 0 0 0,2 2 0 0 0,-16 43 0 0 0,28-63-20 0 0,0 1 0 0 0,1-1-1 0 0,1 1 1 0 0,1 0 0 0 0,0 1-1 0 0,1-1 1 0 0,1 27 0 0 0,0-37 0 0 0,0 0 0 0 0,1-1 0 0 0,0 1 0 0 0,0-1 0 0 0,0 1 0 0 0,0-1 0 0 0,1 1 0 0 0,0-1 0 0 0,-1 0 0 0 0,2 1 0 0 0,-1-1 0 0 0,0 0 0 0 0,1-1 0 0 0,0 1 0 0 0,0 0 0 0 0,0-1 1 0 0,0 0-1 0 0,0 1 0 0 0,1-1 0 0 0,0 0 0 0 0,-1-1 0 0 0,1 1 0 0 0,0-1 0 0 0,0 0 0 0 0,1 0 0 0 0,-1 0 0 0 0,0 0 0 0 0,1-1 0 0 0,6 2 0 0 0,2-1 7 0 0,0-1-1 0 0,0 0 1 0 0,0-1-1 0 0,0 0 1 0 0,0-1-1 0 0,0-1 1 0 0,0 0-1 0 0,0-1 1 0 0,0 0-1 0 0,-1-1 1 0 0,19-8-1 0 0,-16 5 2 0 0,1 0 0 0 0,-1-2 0 0 0,-1 1-1 0 0,0-2 1 0 0,0 0 0 0 0,-1-1 0 0 0,0 0-1 0 0,15-18 1 0 0,-20 18 7 0 0,0 1 0 0 0,-1-1 0 0 0,-1-1 0 0 0,0 1 0 0 0,0-1 0 0 0,-2 0 0 0 0,1 0 0 0 0,-1-1 0 0 0,-1 1-1 0 0,0-1 1 0 0,-1 0 0 0 0,0 0 0 0 0,-1 0 0 0 0,-1 0 0 0 0,0 0 0 0 0,0 1 0 0 0,-4-19 0 0 0,-2-4 1 0 0,-2 0-1 0 0,-1 0 1 0 0,-2 0 0 0 0,-1 2 0 0 0,-17-34-1 0 0,21 51-13 0 0,0 1-1 0 0,-1 0 0 0 0,0 0 0 0 0,-1 1 0 0 0,-21-22 0 0 0,30 34-6 0 0,-1 1 0 0 0,1-1 1 0 0,-1 1-1 0 0,1 0 0 0 0,-1 0 0 0 0,0-1 0 0 0,0 1 1 0 0,1 0-1 0 0,-1 0 0 0 0,0 1 0 0 0,0-1 0 0 0,0 0 1 0 0,0 1-1 0 0,0-1 0 0 0,0 1 0 0 0,0 0 0 0 0,-2-1 0 0 0,1 1 6 0 0,-13 5-23 0 0,14-4-98 0 0,1 1 0 0 0,-1 0 0 0 0,1 0 0 0 0,0 0 0 0 0,0 0 1 0 0,0 0-1 0 0,0 0 0 0 0,1 0 0 0 0,-1 0 0 0 0,0 0 0 0 0,1 0 0 0 0,-1 1 0 0 0,1-1 0 0 0,0 0 0 0 0,0 0 0 0 0,0 0 0 0 0,0 1 0 0 0,0-1 0 0 0,0 0 1 0 0,1 0-1 0 0,-1 0 0 0 0,1 1 0 0 0,-1-1 0 0 0,1 0 0 0 0,0 0 0 0 0,0 0 0 0 0,0 0 0 0 0,0 0 0 0 0,0 0 0 0 0,1 0 0 0 0,-1-1 0 0 0,2 3 0 0 0,-1-2-102 0 0,2 3-736 0 0,0-1 0 0 0,0 0 0 0 0,1 0 1 0 0,-1 0-1 0 0,9 5 0 0 0,-3-3-2539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25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228 165 16 0 0,'4'-22'3040'0'0,"-1"0"0"0"0,-1-1 0 0 0,-2-42-1 0 0,0 32-29 0 0,-13 47-2134 0 0,5 8-423 0 0,1 1-1 0 0,1-1 0 0 0,-6 41 0 0 0,6-28-147 0 0,-85 335 1729 0 0,22-103-1588 0 0,65-250-421 0 0,-14 76 43 0 0,17-83-47 0 0,0 0 0 0 0,0 0 0 0 0,1 1 0 0 0,1-1 0 0 0,0 0 0 0 0,4 20 0 0 0,-5-28-19 0 0,1-1-1 0 0,-1 1 1 0 0,1-1-1 0 0,0 1 1 0 0,-1-1-1 0 0,1 1 1 0 0,0-1-1 0 0,0 1 1 0 0,0-1-1 0 0,0 0 0 0 0,0 0 1 0 0,0 1-1 0 0,1-1 1 0 0,-1 0-1 0 0,0 0 1 0 0,0 0-1 0 0,1 0 1 0 0,-1-1-1 0 0,1 1 1 0 0,1 1-1 0 0,0-1-4 0 0,0-1 0 0 0,1 1 0 0 0,-1 0 0 0 0,0-1 0 0 0,0 0 0 0 0,1 0 0 0 0,-1 0 0 0 0,0 0 0 0 0,6-1 0 0 0,3-2-180 0 0,0 0-1 0 0,0 0 1 0 0,0-2 0 0 0,14-6 0 0 0,-10 2-614 0 0,0 0 0 0 0,-1 0 0 0 0,-1-2 0 0 0,0 0 0 0 0,0 0 0 0 0,19-23 0 0 0,-22 22-734 0 0,-1 0-1 0 0,-1-1 0 0 0,0 0 0 0 0,10-21 1 0 0,-6 7-2808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26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99 320 640 0 0,'-66'-5'7961'0'0,"64"5"-7375"0"0,-1 1-105 0 0,-9 0 121 0 0,11-1-506 0 0,0 0 0 0 0,0 0 0 0 0,0 0 1 0 0,0 0-1 0 0,0 0 0 0 0,1 1 1 0 0,-1-1-1 0 0,0 0 0 0 0,0 1 1 0 0,0-1-1 0 0,0 0 0 0 0,1 1 1 0 0,-1-1-1 0 0,0 1 0 0 0,-1 0 332 0 0,2 0-392 0 0,0-1 1 0 0,0 1 0 0 0,0-1-1 0 0,0 1 1 0 0,0 0-1 0 0,0-1 1 0 0,0 1 0 0 0,0-1-1 0 0,0 1 1 0 0,0-1-1 0 0,0 1 1 0 0,0 0 0 0 0,0-1-1 0 0,0 1 1 0 0,1-1-1 0 0,-1 1 1 0 0,0-1 0 0 0,0 1-1 0 0,1-1 1 0 0,0 2 0 0 0,8-1 86 0 0,0 1 0 0 0,1-2 0 0 0,-1 1 1 0 0,0-1-1 0 0,1-1 0 0 0,11-1 1 0 0,61-14 48 0 0,-60 11-113 0 0,-19 5-54 0 0,166-45 175 0 0,-153 40-171 0 0,0-1 1 0 0,-1-1-1 0 0,0-1 0 0 0,0 0 0 0 0,0-1 1 0 0,-1 0-1 0 0,0-1 0 0 0,13-13 0 0 0,-22 18-6 0 0,-1 0-1 0 0,0 0 0 0 0,0 0 0 0 0,0-1 0 0 0,0 1 1 0 0,-1-1-1 0 0,0 0 0 0 0,0 0 0 0 0,-1 0 0 0 0,0 0 1 0 0,0 0-1 0 0,0-1 0 0 0,0-7 0 0 0,-1 10-3 0 0,-1-1 0 0 0,0 1-1 0 0,0-1 1 0 0,0 1 0 0 0,-1-1 0 0 0,1 1 0 0 0,-1-1-1 0 0,0 1 1 0 0,-1-1 0 0 0,1 1 0 0 0,-1 0 0 0 0,1-1-1 0 0,-1 1 1 0 0,-1 0 0 0 0,1 0 0 0 0,-1 1 0 0 0,1-1-1 0 0,-1 0 1 0 0,-4-3 0 0 0,6 6 2 0 0,0 0 0 0 0,0 0 0 0 0,0 1 1 0 0,0-1-1 0 0,0 0 0 0 0,0 1 0 0 0,0-1 0 0 0,0 1 0 0 0,0-1 1 0 0,0 1-1 0 0,0-1 0 0 0,0 1 0 0 0,0 0 0 0 0,-1 0 0 0 0,1-1 1 0 0,0 1-1 0 0,0 0 0 0 0,0 0 0 0 0,-1 0 0 0 0,1 0 0 0 0,0 0 0 0 0,0 1 1 0 0,0-1-1 0 0,0 0 0 0 0,-1 1 0 0 0,1-1 0 0 0,0 0 0 0 0,0 1 1 0 0,0-1-1 0 0,0 1 0 0 0,0 0 0 0 0,0-1 0 0 0,0 1 0 0 0,0 0 1 0 0,0 0-1 0 0,0-1 0 0 0,1 1 0 0 0,-1 0 0 0 0,0 0 0 0 0,0 0 0 0 0,0 2 1 0 0,-4 2 25 0 0,1 2 1 0 0,0-1 0 0 0,0 0 0 0 0,1 1 0 0 0,-4 9-1 0 0,-6 25 195 0 0,2 0-1 0 0,2 1 1 0 0,2 1-1 0 0,-2 51 0 0 0,6-57-133 0 0,-18 473 686 0 0,21-508-734 0 0,1 7 86 0 0,10-27-98 0 0,17-32 1 0 0,-11 16-26 0 0,2 0-50 0 0,37-48-1 0 0,-45 68 27 0 0,1 0 0 0 0,0 1 0 0 0,1 0 0 0 0,0 1 0 0 0,25-17 0 0 0,-35 27 35 0 0,0 0 1 0 0,-1 0-1 0 0,1 1 0 0 0,0-1 1 0 0,1 1-1 0 0,-1-1 0 0 0,0 1 1 0 0,0 0-1 0 0,1 0 0 0 0,-1 0 1 0 0,0 1-1 0 0,1-1 0 0 0,-1 1 1 0 0,1 0-1 0 0,-1 0 0 0 0,0 0 1 0 0,1 1-1 0 0,-1-1 0 0 0,1 1 1 0 0,-1-1-1 0 0,0 1 0 0 0,1 0 1 0 0,-1 0-1 0 0,0 1 0 0 0,0-1 1 0 0,0 1-1 0 0,0 0 0 0 0,0-1 1 0 0,0 1-1 0 0,-1 1 0 0 0,1-1 1 0 0,0 0-1 0 0,-1 1 0 0 0,0-1 1 0 0,0 1-1 0 0,1-1 0 0 0,-1 1 1 0 0,-1 0-1 0 0,1 0 0 0 0,0 0 1 0 0,1 6-1 0 0,0-1 63 0 0,0 1 0 0 0,-1 0 0 0 0,0 0 1 0 0,0 0-1 0 0,-1 0 0 0 0,0 0 0 0 0,-1 0 0 0 0,0 0 0 0 0,-2 13 1 0 0,-2 6 101 0 0,-15 47 1 0 0,5-20-46 0 0,11-45-180 0 0,2-8-58 0 0,0 0 1 0 0,1 1 0 0 0,-1-1-1 0 0,0 0 1 0 0,1 0 0 0 0,0 0-1 0 0,-1 1 1 0 0,1-1-1 0 0,0 0 1 0 0,0 0 0 0 0,0 0-1 0 0,0 1 1 0 0,1-1 0 0 0,-1 0-1 0 0,1 0 1 0 0,-1 0-1 0 0,1 1 1 0 0,0-1 0 0 0,0 0-1 0 0,0 0 1 0 0,1 2-1 0 0,-1-4-113 0 0,1 1-1 0 0,-1-1 1 0 0,1 1-1 0 0,0-1 1 0 0,-1 0-1 0 0,1 1 1 0 0,-1-1-1 0 0,1 0 1 0 0,-1 0-1 0 0,1 0 1 0 0,0 0-1 0 0,-1 0 1 0 0,1-1-1 0 0,-1 1 1 0 0,3-1 0 0 0,25-6-2671 0 0,-11 0-217 0 0,0 1-1034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27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223 300 1596 0 0,'-11'-4'7361'0'0,"9"4"-7136"0"0,0 0 0 0 0,0 1-1 0 0,0 0 1 0 0,0 0-1 0 0,0 0 1 0 0,0-1-1 0 0,0 2 1 0 0,0-1 0 0 0,0 0-1 0 0,1 0 1 0 0,-1 1-1 0 0,0-1 1 0 0,1 0-1 0 0,-1 1 1 0 0,1 0 0 0 0,0-1-1 0 0,-1 1 1 0 0,-1 3-1 0 0,1-2-86 0 0,1 1 0 0 0,-1-1 0 0 0,1 1 0 0 0,-1 0 0 0 0,1-1 0 0 0,0 1 1 0 0,0 0-1 0 0,1 0 0 0 0,-1 0 0 0 0,1 4 0 0 0,0-7-108 0 0,0 0 0 0 0,0 0 0 0 0,0 0 0 0 0,0-1 0 0 0,1 1-1 0 0,-1 0 1 0 0,0 0 0 0 0,1 0 0 0 0,-1 0 0 0 0,1 0 0 0 0,-1 0 0 0 0,1-1 0 0 0,-1 1 0 0 0,1 0 0 0 0,-1 0 0 0 0,1-1 0 0 0,0 1 0 0 0,0 0 0 0 0,-1-1 0 0 0,1 1 0 0 0,0-1 0 0 0,0 1 0 0 0,0-1 0 0 0,-1 1 0 0 0,1-1 0 0 0,0 1 0 0 0,0-1 0 0 0,0 0 0 0 0,0 0 0 0 0,0 1 0 0 0,0-1 0 0 0,0 0 0 0 0,0 0 0 0 0,0 0 0 0 0,0 0-1 0 0,0 0 1 0 0,0 0 0 0 0,1-1 0 0 0,5 1 19 0 0,-1-1-1 0 0,0 0 1 0 0,0 0-1 0 0,8-3 0 0 0,-6 2-31 0 0,0-1 0 0 0,-1 0-1 0 0,1-1 1 0 0,-1 0-1 0 0,0 0 1 0 0,0 0-1 0 0,0-1 1 0 0,-1 0 0 0 0,0-1-1 0 0,0 1 1 0 0,0-1-1 0 0,-1 0 1 0 0,1 0-1 0 0,-2-1 1 0 0,1 0 0 0 0,6-13-1 0 0,-7 12-5 0 0,0-2 0 0 0,0 1-1 0 0,-2 0 1 0 0,1-1-1 0 0,-1 1 1 0 0,0-1 0 0 0,-1 0-1 0 0,0 1 1 0 0,-1-1 0 0 0,0 0-1 0 0,0 0 1 0 0,-1 0 0 0 0,-3-14-1 0 0,3 19-4 0 0,-1 0-1 0 0,1 0 1 0 0,-1 0 0 0 0,0 1-1 0 0,0-1 1 0 0,0 0-1 0 0,-1 1 1 0 0,1 0-1 0 0,-7-8 1 0 0,7 10-1 0 0,0 0 0 0 0,0 0 0 0 0,-1 0 0 0 0,1 0 1 0 0,0 1-1 0 0,-1-1 0 0 0,1 1 0 0 0,-1 0 0 0 0,1-1 0 0 0,-1 1 0 0 0,0 0 0 0 0,1 1 0 0 0,-1-1 0 0 0,0 0 0 0 0,0 1 1 0 0,1 0-1 0 0,-1-1 0 0 0,-5 1 0 0 0,2 1-4 0 0,-1 1 1 0 0,1-1 0 0 0,0 1-1 0 0,-1 0 1 0 0,1 0-1 0 0,0 1 1 0 0,0 0 0 0 0,1 0-1 0 0,-1 0 1 0 0,1 1 0 0 0,-1 0-1 0 0,1 0 1 0 0,0 0-1 0 0,-6 8 1 0 0,-7 7 66 0 0,2 0 0 0 0,-18 27 1 0 0,17-21 19 0 0,2 1 0 0 0,0 0 0 0 0,2 1 0 0 0,0 0 1 0 0,2 1-1 0 0,1 1 0 0 0,2 0 0 0 0,0 0 0 0 0,-3 34 1 0 0,10-57-79 0 0,1 0 0 0 0,0 0 0 0 0,0 0 0 0 0,0 0 0 0 0,1 0 0 0 0,-1 0 0 0 0,2-1 0 0 0,-1 1 0 0 0,1 0 0 0 0,-1 0 1 0 0,2-1-1 0 0,-1 1 0 0 0,0-1 0 0 0,6 8 0 0 0,-5-9-3 0 0,0-1 1 0 0,0 0 0 0 0,0 0-1 0 0,0 0 1 0 0,0 0-1 0 0,1-1 1 0 0,0 1-1 0 0,-1-1 1 0 0,1 0-1 0 0,0 0 1 0 0,0 0 0 0 0,0 0-1 0 0,0-1 1 0 0,0 0-1 0 0,0 0 1 0 0,1 0-1 0 0,-1 0 1 0 0,0-1 0 0 0,1 1-1 0 0,5-1 1 0 0,8-1-3 0 0,0-1 0 0 0,1 0 1 0 0,-1-2-1 0 0,-1 0 1 0 0,1-1-1 0 0,-1 0 0 0 0,1-2 1 0 0,16-8-1 0 0,11-8-15 0 0,68-48 0 0 0,-84 50 15 0 0,-1-2 0 0 0,-1 0 0 0 0,-1-1 1 0 0,-1-2-1 0 0,-2-1 0 0 0,0-1 1 0 0,-2 0-1 0 0,-1-2 0 0 0,-1 0 0 0 0,14-34 1 0 0,-29 57-1 0 0,-1 0-1 0 0,0 0 1 0 0,-1 0 0 0 0,0 0 0 0 0,0 0 0 0 0,0-1 0 0 0,-1 1 0 0 0,0-1 0 0 0,0 1 0 0 0,-1-1-1 0 0,0 0 1 0 0,0 1 0 0 0,-1-1 0 0 0,0 1 0 0 0,-1-1 0 0 0,1 1 0 0 0,-1 0 0 0 0,-1-1 0 0 0,1 1-1 0 0,-5-8 1 0 0,6 14-2 0 0,0 0-1 0 0,0 0 0 0 0,0 0 0 0 0,-1 0 1 0 0,1 1-1 0 0,0-1 0 0 0,0 0 1 0 0,0 1-1 0 0,-1-1 0 0 0,1 1 0 0 0,0-1 1 0 0,-1 1-1 0 0,1 0 0 0 0,0 0 1 0 0,-1-1-1 0 0,1 1 0 0 0,0 0 0 0 0,-1 0 1 0 0,1 0-1 0 0,-1 0 0 0 0,-2 1 1 0 0,-28 7 0 0 0,26-5-2 0 0,0 0 0 0 0,1 0 0 0 0,-1 1 0 0 0,1-1 1 0 0,0 1-1 0 0,0 1 0 0 0,0-1 0 0 0,0 1 0 0 0,1 0 1 0 0,0 0-1 0 0,0 0 0 0 0,0 0 0 0 0,1 1 0 0 0,0 0 1 0 0,0-1-1 0 0,0 1 0 0 0,1 0 0 0 0,-1 1 0 0 0,2-1 1 0 0,-3 12-1 0 0,3-13-1 0 0,0-1 0 0 0,1 1 1 0 0,0 0-1 0 0,0 0 0 0 0,0 0 1 0 0,0 0-1 0 0,1 0 0 0 0,0 0 0 0 0,0-1 1 0 0,0 1-1 0 0,1 0 0 0 0,0-1 0 0 0,0 1 1 0 0,0-1-1 0 0,0 1 0 0 0,1-1 1 0 0,-1 0-1 0 0,1 0 0 0 0,0 0 0 0 0,0-1 1 0 0,1 1-1 0 0,-1-1 0 0 0,1 1 1 0 0,0-1-1 0 0,-1 0 0 0 0,1 0 0 0 0,1-1 1 0 0,4 3-1 0 0,0 0 6 0 0,0-1 0 0 0,0 0 0 0 0,1 0 0 0 0,11 2-1 0 0,69 5 25 0 0,-75-10-28 0 0,0 1 2 0 0,0 1 2 0 0,-13-3 25 0 0,0 1-1 0 0,1 0 1 0 0,-1-1-1 0 0,1 1 0 0 0,-1 0 1 0 0,0 0-1 0 0,0 1 1 0 0,0-1-1 0 0,4 3 0 0 0,-5-3-8 0 0,0 0 0 0 0,-1-1 0 0 0,1 1 0 0 0,0 0-1 0 0,-1 0 1 0 0,1 0 0 0 0,-1 0 0 0 0,1-1-1 0 0,-1 1 1 0 0,0 0 0 0 0,1 0 0 0 0,-1 0-1 0 0,0 0 1 0 0,0 0 0 0 0,1 0 0 0 0,-1 2-1 0 0,0-1 29 0 0,-1 1-1 0 0,1 0 1 0 0,-1-1-1 0 0,0 1 1 0 0,0-1-1 0 0,1 1 1 0 0,-2-1-1 0 0,1 1 1 0 0,0-1-1 0 0,-3 4 1 0 0,3-4-33 0 0,-14 22 605 0 0,-26 29-1 0 0,28-38-440 0 0,1 1-1 0 0,0 0 0 0 0,1 0 0 0 0,-16 35 1 0 0,26-50-173 0 0,0 1 0 0 0,1 0 1 0 0,-1-1-1 0 0,1 1 0 0 0,-1 0 0 0 0,1-1 1 0 0,-1 1-1 0 0,1 0 0 0 0,0 0 1 0 0,0-1-1 0 0,0 1 0 0 0,0 0 1 0 0,0 0-1 0 0,0-1 0 0 0,1 1 0 0 0,-1 0 1 0 0,0 0-1 0 0,1-1 0 0 0,-1 1 1 0 0,1 0-1 0 0,0-1 0 0 0,1 3 1 0 0,-1-3-6 0 0,1 1 0 0 0,0 0 0 0 0,0-1 0 0 0,0 1 0 0 0,0-1 0 0 0,0 0 0 0 0,0 0 0 0 0,0 1 0 0 0,0-1 0 0 0,0-1 0 0 0,1 1 0 0 0,-1 0 0 0 0,0-1 0 0 0,4 1 0 0 0,10 1-17 0 0,-1-1 0 0 0,0-1 0 0 0,1 0 0 0 0,16-3 0 0 0,-24 2 11 0 0,75-8-1633 0 0,109-26 0 0 0,-139 21-3156 0 0,71-29-1 0 0,-76 23-1994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4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492 88 1784 0 0,'0'0'1401'0'0,"-1"-36"5984"0"0,-2 27-6714 0 0,3 6-571 0 0,-1 0 0 0 0,0 0 0 0 0,0 0-1 0 0,0 0 1 0 0,0 0 0 0 0,-1 0 0 0 0,1 1 0 0 0,-1-1-1 0 0,0 1 1 0 0,1-1 0 0 0,-1 1 0 0 0,0-1 0 0 0,-4-1-1 0 0,5 3-28 0 0,-2 0-7 0 0,1 1-58 0 0,1 0-1 0 0,-1 0 1 0 0,0 0 0 0 0,0 0-1 0 0,0 0 1 0 0,0 0 0 0 0,0 0-1 0 0,0 1 1 0 0,0-1-1 0 0,0 1 1 0 0,0 0 0 0 0,0-1-1 0 0,0 1 1 0 0,1 0 0 0 0,-1 0-1 0 0,-2 2 1 0 0,-1 0-2 0 0,1 1 1 0 0,-1 0-1 0 0,1 0 0 0 0,0 1 1 0 0,-5 6-1 0 0,-2 5-59 0 0,1 0 1 0 0,-13 30-1 0 0,16-30 10 0 0,0 0 1 0 0,1 1-1 0 0,1 0 0 0 0,0 0 0 0 0,-3 33 1 0 0,7-43 39 0 0,1 1 1 0 0,0-1 0 0 0,0 0 0 0 0,0 1 0 0 0,1-1 0 0 0,1 1 0 0 0,-1-1 0 0 0,1 0 0 0 0,0 0 0 0 0,1 0 0 0 0,-1 0 0 0 0,1 0 0 0 0,1-1 0 0 0,-1 1 0 0 0,1-1 0 0 0,9 10 0 0 0,7 5-20 0 0,0-1 0 0 0,27 18 0 0 0,23 23 73 0 0,-67-59-43 0 0,-1 0-1 0 0,0 1 1 0 0,0-1 0 0 0,0 1-1 0 0,0-1 1 0 0,0 1-1 0 0,0 0 1 0 0,-1 0-1 0 0,1-1 1 0 0,-1 1 0 0 0,0 0-1 0 0,0 1 1 0 0,0-1-1 0 0,0 0 1 0 0,-1 0 0 0 0,1 0-1 0 0,-1 0 1 0 0,0 1-1 0 0,1-1 1 0 0,-2 4 0 0 0,0-3 0 0 0,0 0 1 0 0,0 1-1 0 0,-1-1 1 0 0,0 0-1 0 0,0 0 1 0 0,0 0-1 0 0,0 0 1 0 0,0 0-1 0 0,-1 0 1 0 0,0-1 0 0 0,0 1-1 0 0,-6 5 1 0 0,-1 0 27 0 0,-1-1 0 0 0,0 0-1 0 0,0 0 1 0 0,-1-1 0 0 0,1-1 0 0 0,-2 1 0 0 0,1-2 0 0 0,-23 7 0 0 0,14-6 44 0 0,-1-2 0 0 0,0 0 0 0 0,0-2 0 0 0,0 0 0 0 0,0-1 0 0 0,0-1 0 0 0,0-2 0 0 0,0 0 0 0 0,0-1 0 0 0,0-1 0 0 0,1-1 0 0 0,-25-9 0 0 0,40 11-66 0 0,0 0-1 0 0,0 0 0 0 0,0-1 0 0 0,1 0 1 0 0,0 0-1 0 0,0 0 0 0 0,0 0 0 0 0,0-1 1 0 0,0 0-1 0 0,-5-8 0 0 0,9 12-7 0 0,0-1-200 0 0,-2-2 395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41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31 152 1760 0 0,'11'-51'4759'0'0,"-6"26"-2176"0"0,1 0 0 0 0,10-25 953 0 0,-14 54-2823 0 0,-2-4-687 0 0,1 1-1 0 0,-1-1 1 0 0,0 0 0 0 0,1 0-1 0 0,-1 1 1 0 0,0-1 0 0 0,1 0 0 0 0,-1 0-1 0 0,0 1 1 0 0,0-1 0 0 0,0 0-1 0 0,1 1 1 0 0,-1-1 0 0 0,0 0-1 0 0,0 1 1 0 0,0-1 0 0 0,0 0-1 0 0,1 1 1 0 0,-1-1 0 0 0,0 0-1 0 0,0 1 1 0 0,0-1 0 0 0,0 1-1 0 0,0-1 1 0 0,0 0 0 0 0,0 1 0 0 0,3 65 1364 0 0,-6 87 1 0 0,-18 69-1048 0 0,16-176-229 0 0,-14 104-32 0 0,4-34-30 0 0,-1 120 1 0 0,16-222-58 0 0,1 0 1 0 0,3 21-1 0 0,-3-32 4 0 0,-1 0 0 0 0,1 0 0 0 0,0 0 0 0 0,0 0 0 0 0,0 0-1 0 0,0 0 1 0 0,0 0 0 0 0,1 0 0 0 0,0 0 0 0 0,-1 0 0 0 0,1-1 0 0 0,0 1-1 0 0,0-1 1 0 0,0 1 0 0 0,1-1 0 0 0,3 4 0 0 0,-4-6 1 0 0,1 1 1 0 0,-1 0 0 0 0,0-1-1 0 0,0 1 1 0 0,0-1 0 0 0,0 0-1 0 0,0 0 1 0 0,1 0 0 0 0,-1 0-1 0 0,0 0 1 0 0,0 0 0 0 0,0 0-1 0 0,0-1 1 0 0,1 1 0 0 0,2-2-1 0 0,32-13 11 0 0,-34 14-11 0 0,25-14-30 0 0,-1-1 1 0 0,-1-2 0 0 0,0 0 0 0 0,-1-2 0 0 0,-1 0 0 0 0,-2-2 0 0 0,0-1 0 0 0,35-46-1 0 0,-47 56 23 0 0,-1 0 0 0 0,-1-1 0 0 0,14-28 0 0 0,-21 39 2 0 0,1-1 0 0 0,-1 0 1 0 0,1 1-1 0 0,-1-1 0 0 0,0 0 0 0 0,0 0 0 0 0,-1 0 0 0 0,1 1 0 0 0,-1-1 0 0 0,0 0 0 0 0,0 0 0 0 0,0 0 1 0 0,-1 0-1 0 0,1 0 0 0 0,-1 0 0 0 0,0 1 0 0 0,0-1 0 0 0,0 0 0 0 0,-1 1 0 0 0,1-1 0 0 0,-4-5 0 0 0,4 8 3 0 0,0 0 0 0 0,0 0 0 0 0,0 1-1 0 0,0-1 1 0 0,1 0 0 0 0,-1 1 0 0 0,0-1-1 0 0,0 0 1 0 0,0 1 0 0 0,-1-1-1 0 0,1 1 1 0 0,0 0 0 0 0,0-1 0 0 0,0 1-1 0 0,0 0 1 0 0,0 0 0 0 0,0 0 0 0 0,-1 0-1 0 0,1 0 1 0 0,0 0 0 0 0,0 0-1 0 0,0 0 1 0 0,0 0 0 0 0,0 0 0 0 0,-1 1-1 0 0,1-1 1 0 0,0 0 0 0 0,0 1 0 0 0,0-1-1 0 0,0 1 1 0 0,0-1 0 0 0,0 1 0 0 0,0 0-1 0 0,0-1 1 0 0,0 1 0 0 0,-1 1-1 0 0,-3 3-2 0 0,-1-1-1 0 0,1 1 1 0 0,-1 0-1 0 0,-4 7 0 0 0,-2 4-3 0 0,0 1-1 0 0,1 0 0 0 0,0 1 1 0 0,1 0-1 0 0,-11 30 1 0 0,17-37 4 0 0,1 0 1 0 0,0-1 0 0 0,0 1 0 0 0,1 0-1 0 0,0 1 1 0 0,1-1 0 0 0,0 0 0 0 0,1 0-1 0 0,0 1 1 0 0,1-1 0 0 0,4 19 0 0 0,-4-25 5 0 0,0 0 0 0 0,1 0 0 0 0,0 0 0 0 0,0-1-1 0 0,0 1 1 0 0,1 0 0 0 0,-1-1 0 0 0,1 0 0 0 0,0 0 0 0 0,1 0 0 0 0,-1 0 0 0 0,1 0 0 0 0,-1 0 0 0 0,1-1 0 0 0,0 0 0 0 0,7 4 0 0 0,-5-3-143 0 0,1-1 0 0 0,0 0 0 0 0,0-1 0 0 0,0 1 0 0 0,1-1 0 0 0,-1-1 0 0 0,0 0 1 0 0,1 0-1 0 0,-1 0 0 0 0,10-1 0 0 0,5-1-464 0 0,0-2 1 0 0,0 0-1 0 0,0-1 1 0 0,-1-2-1 0 0,0 0 1 0 0,36-16 0 0 0,-38 14 303 0 0,0-1 0 0 0,-1-1 1 0 0,-1-1-1 0 0,1 0 1 0 0,-2-2-1 0 0,0 0 1 0 0,0 0-1 0 0,19-23 0 0 0,-25 24 301 0 0,-1-1-1 0 0,0 0 1 0 0,-1 0-1 0 0,0-1 1 0 0,-1 0-1 0 0,-1 0 1 0 0,0 0-1 0 0,-1-1 1 0 0,0 0-1 0 0,-1 0 1 0 0,3-28-1 0 0,-4 15 695 0 0,-1-31-1 0 0,-2 48-255 0 0,-1 0-1 0 0,0 1 0 0 0,-1-1 0 0 0,0 0 0 0 0,0 1 1 0 0,-5-11-1 0 0,4 9 5 0 0,1 3 408 0 0,-3 19-336 0 0,2 3-166 0 0,2 0 0 0 0,-1 0 0 0 0,2 0 0 0 0,1 25-1 0 0,0-6 38 0 0,-1-29-356 0 0,-6 364 1823 0 0,-1-264-1610 0 0,-31 159 1 0 0,6-106-359 0 0,21-91-3722 0 0,6-55 1294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41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0 288 1536 0 0,'3'-27'2339'0'0,"2"-1"0"0"0,0 1-1 0 0,18-51 1 0 0,-20 70-2101 0 0,1 1-1 0 0,-1-1 0 0 0,2 1 1 0 0,-1 0-1 0 0,1 0 0 0 0,0 0 1 0 0,0 0-1 0 0,1 1 0 0 0,0 0 1 0 0,0 0-1 0 0,0 1 0 0 0,1-1 1 0 0,0 1-1 0 0,0 1 0 0 0,0 0 1 0 0,0 0-1 0 0,12-5 0 0 0,-8 6-70 0 0,0 0 0 0 0,0 0 0 0 0,0 1-1 0 0,0 0 1 0 0,0 1 0 0 0,0 1-1 0 0,0-1 1 0 0,0 2 0 0 0,0 0 0 0 0,0 0-1 0 0,1 1 1 0 0,-2 0 0 0 0,1 1-1 0 0,0 0 1 0 0,0 1 0 0 0,-1 0 0 0 0,14 7-1 0 0,-17-7-104 0 0,0 0 0 0 0,0 1 0 0 0,0 0 0 0 0,-1 0-1 0 0,1 0 1 0 0,-1 1 0 0 0,0 0 0 0 0,-1 0 0 0 0,0 0 0 0 0,0 1-1 0 0,0-1 1 0 0,-1 1 0 0 0,1 0 0 0 0,-2 1 0 0 0,1-1-1 0 0,-1 1 1 0 0,0 0 0 0 0,-1 0 0 0 0,0 0 0 0 0,0 0 0 0 0,-1 0-1 0 0,0 0 1 0 0,0 0 0 0 0,-1 10 0 0 0,-1-1-14 0 0,-2-1 0 0 0,1 0 1 0 0,-2-1-1 0 0,0 1 0 0 0,-1-1 0 0 0,-1 1 1 0 0,0-2-1 0 0,-15 28 0 0 0,14-31-37 0 0,1-1 0 0 0,-1 0 0 0 0,-1 0 0 0 0,1-1 0 0 0,-2 0-1 0 0,1 0 1 0 0,-1-1 0 0 0,-1 0 0 0 0,1-1 0 0 0,-1 0 0 0 0,-1 0 0 0 0,-16 7 0 0 0,24-12-196 0 0,0-1 0 0 0,-1 0 0 0 0,1 0-1 0 0,0 0 1 0 0,-1 0 0 0 0,1-1 0 0 0,-1 1 0 0 0,1-1 0 0 0,-1 0 0 0 0,1 0 0 0 0,-1 0 0 0 0,0-1-1 0 0,1 1 1 0 0,-1-1 0 0 0,1 0 0 0 0,0 0 0 0 0,-5-1 0 0 0,2-2-922 0 0,1 1 0 0 0,-1-1-1 0 0,0 1 1 0 0,1-2 0 0 0,0 1 0 0 0,0 0 0 0 0,-8-11 0 0 0,-1-1-4586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42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112 117 2460 0 0,'-106'-20'11476'0'0,"104"20"-11089"0"0,-1-7 295 0 0,2 5-457 0 0,7-3-144 0 0,10-3 30 0 0,0 0 0 0 0,1 1-1 0 0,0 1 1 0 0,28-6 0 0 0,75-10-100 0 0,-95 18-40 0 0,43-4-1121 0 0,87 1 0 0 0,-8 8-5385 0 0,-107 1 1927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42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52 1116 0 0,'-5'-27'12051'0'0,"-2"4"-8034"0"0,7 22-3525 0 0,-7 46 2369 0 0,-61 638 957 0 0,67-632-3776 0 0,-2 32 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42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96 572 0 0,'19'-52'15539'0'0,"-13"27"-10354"0"0,2 7-7366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42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3324 0 0,'-6'14'7004'0'0,"-2"5"-534"0"0,5-9-3313 0 0,3-1-2803 0 0,14-26-5572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29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20 0 0,'2'-1'2617'0'0,"22"-5"3319"0"0,-8 2-1394 0 0,-8-2-2596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0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57 188 0 0,'23'-48'9124'0'0,"-22"46"-8774"0"0,-1 2-269 0 0,0 0-1 0 0,0-1 1 0 0,0 1-1 0 0,0 0 1 0 0,1-1 0 0 0,-1 1-1 0 0,0-1 1 0 0,0 1-1 0 0,0 0 1 0 0,1-1-1 0 0,-1 1 1 0 0,0 0 0 0 0,0 0-1 0 0,1-1 1 0 0,-1 1-1 0 0,0 0 1 0 0,1 0-1 0 0,-1-1 1 0 0,0 1-1 0 0,1 0 1 0 0,-1 0 0 0 0,0 0-1 0 0,1-1 1 0 0,1 4 121 0 0,-1 0 1 0 0,1-1-1 0 0,-1 1 1 0 0,0 0 0 0 0,1 0-1 0 0,-1 0 1 0 0,-1 0-1 0 0,1 0 1 0 0,0 0-1 0 0,-1 0 1 0 0,0 4-1 0 0,0 41 862 0 0,-1-24-446 0 0,-53 613 4147 0 0,38-504-4503 0 0,4-53-204 0 0,-4 32 24 0 0,15-101 943 0 0,1 10-4546 0 0,11-38-2901 0 0,-5 4 2540 0 0,1-1-1789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1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104 228 1808 0 0,'0'-2'1742'0'0,"1"-45"6162"0"0,-6 88-5459 0 0,-1-7-1482 0 0,-2 40-1 0 0,2-17-533 0 0,-10 60-48 0 0,-29 278-43 0 0,39-353-227 0 0,6-40-14 0 0,-9-19-82 0 0,6-16-10 0 0,2 1 0 0 0,1 0 0 0 0,2 0 0 0 0,9-52 0 0 0,4-4-33 0 0,5 0 1 0 0,48-135 0 0 0,-55 187 8 0 0,2 1 0 0 0,1 0 1 0 0,1 1-1 0 0,3 1 0 0 0,26-35 1 0 0,-41 61 13 0 0,0 1 0 0 0,1-1 0 0 0,0 1 0 0 0,0 1 0 0 0,1-1 0 0 0,-1 1 0 0 0,1 0 0 0 0,0 0 0 0 0,1 1 0 0 0,-1 0 0 0 0,1 0 0 0 0,9-2 1 0 0,-15 6 3 0 0,1 0 0 0 0,0 0 0 0 0,0 0 1 0 0,-1 0-1 0 0,1 1 0 0 0,0-1 0 0 0,-1 1 0 0 0,1 0 1 0 0,0 0-1 0 0,-1 0 0 0 0,1 0 0 0 0,-1 0 1 0 0,1 1-1 0 0,-1-1 0 0 0,0 1 0 0 0,0-1 1 0 0,0 1-1 0 0,1 0 0 0 0,-2 0 0 0 0,1 0 1 0 0,3 3-1 0 0,2 7 12 0 0,1 0 1 0 0,-2 1-1 0 0,1-1 1 0 0,-2 1-1 0 0,0 0 1 0 0,0 1-1 0 0,-2-1 1 0 0,4 16-1 0 0,9 114 347 0 0,-16 176-30 0 0,-4-140-246 0 0,4-177-761 0 0,0 15 1604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1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63 1940 0 0,'-3'0'1554'0'0,"-50"-5"5721"0"0,142-10-3332 0 0,5-1-4002 0 0,36-6 293 0 0,-128 22-250 0 0,6-4-988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45 224 0 0,'-55'15'9676'0'0,"53"-15"-8930"0"0,1 0-575 0 0,0 0 1 0 0,-1 0-1 0 0,1 1 1 0 0,0-1-1 0 0,-1 0 1 0 0,1 0 0 0 0,0 1-1 0 0,0-1 1 0 0,-1 0-1 0 0,1 1 1 0 0,0-1-1 0 0,-1 2 1 0 0,-1 1 846 0 0,14-2-639 0 0,260-45-1297 0 0,-261 41-799 0 0,-1 1-1 0 0,0-2 0 0 0,12-5 1 0 0,-18 7 917 0 0,8-3-2481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2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835 65 2472 0 0,'-13'-13'2833'0'0,"4"3"-601"0"0,0 1 1 0 0,0 1-1 0 0,-13-10 1 0 0,19 17-1849 0 0,3 0-349 0 0,0 1 0 0 0,0 0 0 0 0,0-1 1 0 0,-1 1-1 0 0,1 0 0 0 0,0 0 0 0 0,0-1 0 0 0,0 1 0 0 0,-1 0 0 0 0,1 0 0 0 0,0-1 0 0 0,-1 1 0 0 0,1 0 0 0 0,0 0 0 0 0,0 0 0 0 0,-1 0 1 0 0,1-1-1 0 0,0 1 0 0 0,-1 0 0 0 0,1 0 0 0 0,0 0 0 0 0,-1 0 0 0 0,1 0 0 0 0,0 0 0 0 0,-1 0 0 0 0,1 0 0 0 0,0 0 0 0 0,-1 0 0 0 0,1 0 1 0 0,0 0-1 0 0,-1 0 0 0 0,1 0 0 0 0,0 0 0 0 0,-1 0 0 0 0,1 1 0 0 0,0-1 0 0 0,-1 0 0 0 0,1 0 0 0 0,0 0 0 0 0,0 0 0 0 0,-1 1 1 0 0,1-1-1 0 0,0 0 0 0 0,0 0 0 0 0,-1 1 0 0 0,1-1 0 0 0,0 0 0 0 0,0 0 0 0 0,0 1 0 0 0,-1-1 0 0 0,1 0 0 0 0,0 1 0 0 0,0-1 0 0 0,0 0 1 0 0,0 1-1 0 0,0-1 0 0 0,0 0 0 0 0,-1 1 0 0 0,0 23 527 0 0,1 0 0 0 0,0-1-1 0 0,7 41 1 0 0,0-1-120 0 0,-5 34-11 0 0,-12 113-1 0 0,4-104-377 0 0,3-73-31 0 0,-1 44 21 0 0,-1-184-1103 0 0,5 69 983 0 0,-2 1 0 0 0,-7-38 0 0 0,7 68 80 0 0,1 0 1 0 0,-1 0-1 0 0,0 0 0 0 0,0 0 1 0 0,-1 0-1 0 0,-4-8 1 0 0,6 13 1 0 0,1 2-5 0 0,-1-1 1 0 0,1 1-1 0 0,-1 0 0 0 0,1-1 1 0 0,-1 1-1 0 0,1 0 0 0 0,-1-1 1 0 0,1 1-1 0 0,-1 0 0 0 0,0 0 1 0 0,1-1-1 0 0,-1 1 0 0 0,1 0 1 0 0,-1 0-1 0 0,1 0 0 0 0,-1 0 1 0 0,0 0-1 0 0,1 0 0 0 0,-1 0 1 0 0,0 0-1 0 0,1 0 0 0 0,-1 0 1 0 0,1 0-1 0 0,-1 0 0 0 0,0 0 1 0 0,0 1-1 0 0,-20 4 16 0 0,-185 147 359 0 0,-47 31-370 0 0,217-161-26 0 0,-135 91-172 0 0,164-108-909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3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61 147 180 0 0,'-10'-12'4980'0'0,"-27"-26"3909"0"0,36 37-8372 0 0,0 1-406 0 0,0 0 1 0 0,0-1-1 0 0,1 1 1 0 0,-1 0-1 0 0,0 0 0 0 0,1-1 1 0 0,-1 1-1 0 0,0-1 1 0 0,1 1-1 0 0,-1 0 0 0 0,1-1 1 0 0,-1 1-1 0 0,0-1 1 0 0,1 1-1 0 0,-1-1 0 0 0,1 0 1 0 0,-1 0-1 0 0,2-5 637 0 0,10 2-751 0 0,404-49 225 0 0,-374 47-457 0 0,14-3-1150 0 0,-20-1-3476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5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1 436 0 0,'0'0'5230'0'0,"-3"0"-4027"0"0,-23 6 7936 0 0,20-2-8465 0 0,7 33 2368 0 0,1-6-2432 0 0,-1 0 1 0 0,-2 0-1 0 0,-5 47 1 0 0,-26 93-408 0 0,19-110-61 0 0,-16 118-184 0 0,25-138-2343 0 0,1-9-3517 0 0,3-30 5187 0 0,-1 1-274 0 0,1-2 795 0 0,0 0 0 0 0,0 0 1 0 0,0-1-1 0 0,0 1 0 0 0,0 0 1 0 0,-1 0-1 0 0,1-1 0 0 0,0 1 1 0 0,-1 0-1 0 0,1 0 0 0 0,0-1 1 0 0,-1 1-1 0 0,1 0 0 0 0,-1-1 1 0 0,1 1-1 0 0,-1 0 0 0 0,0 0 0 0 0,-17 8-755 0 0,0 0-1 0 0,-24 7 1 0 0,-84 19 6108 0 0,92-27-2836 0 0,32-7-1731 0 0,-27 4 1879 0 0,27-5-2079 0 0,-9 2 1431 0 0,25-8-1754 0 0,1 1-1 0 0,-1 0 1 0 0,1 1-1 0 0,22-4 1 0 0,-11 3-38 0 0,417-86 189 0 0,-390 78-107 0 0,-51 12-113 0 0,-22 0-702 0 0,-5 0-3415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6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38 1672 0 0,'0'-12'4214'0'0,"0"-14"2785"0"0,0 44-6019 0 0,-23 378 3088 0 0,-29 0-3464 0 0,19-152-290 0 0,-36 504-183 0 0,68-531-123 0 0,2-110 86 0 0,1-67 886 0 0,1-14-3700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7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76 364 0 0,'0'0'1929'0'0,"0"-26"2094"0"0,13-1-1601 0 0,-13 25-2059 0 0,14-19 2793 0 0,-12 40-3077 0 0,-2 0 0 0 0,0 0 0 0 0,-2 0 0 0 0,0 0 0 0 0,-9 37 0 0 0,0 8 215 0 0,-37 153 489 0 0,12-69-498 0 0,-56 423-95 0 0,85-504-161 0 0,-6 85 981 0 0,6-77 236 0 0,7-73-1080 0 0,0 0-206 0 0,0 0 1 0 0,0 0 0 0 0,-1 0-1 0 0,1 0 1 0 0,-1 0 0 0 0,1 0 0 0 0,-1 0-1 0 0,-1 2 1 0 0,2-4-20 0 0,0 0 1 0 0,0 0-1 0 0,-1 0 0 0 0,1 0 0 0 0,0 0 1 0 0,0 0-1 0 0,-1-1 0 0 0,1 1 0 0 0,0 0 1 0 0,0 0-1 0 0,-1 0 0 0 0,1 0 0 0 0,0 0 1 0 0,0 0-1 0 0,0-1 0 0 0,-1 1 0 0 0,1 0 1 0 0,0 0-1 0 0,0 0 0 0 0,0-1 0 0 0,0 1 1 0 0,-1 0-1 0 0,1 0 0 0 0,0-1 0 0 0,0 1 1 0 0,0 0-1 0 0,0 0 0 0 0,0-1 0 0 0,0 1 1 0 0,0 0-1 0 0,0 0 0 0 0,0-1 0 0 0,0 1 1 0 0,0 0-1 0 0,0 0 0 0 0,0-1 0 0 0,0 1 1 0 0,0 0-1 0 0,0 0 0 0 0,0-1 0 0 0,0 1 1 0 0,0 0-1 0 0,0 0 0 0 0,0-1 0 0 0,0 1 1 0 0,1 0-1 0 0,-1 0 0 0 0,0-1 0 0 0,0 1 1 0 0,13-11-3496 0 0,-8 7 1412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8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57 492 0 0,'-3'-1'2966'0'0,"-7"-3"-1809"0"0,7 4-145 0 0,-13-3 2799 0 0,14 3-3981 0 0,-17-8 5114 0 0,30 4-4639 0 0,55-7 268 0 0,107-4 1 0 0,-67 8-682 0 0,-96 6-278 0 0,-1 0-684 0 0,0 0 1 0 0,0 0-1 0 0,0 1 0 0 0,0 0 1 0 0,14 3-1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38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1548 0 0,'0'0'1268'0'0,"-7"7"1312"0"0,14 5-1259 0 0,12-4-821 0 0,-3-4-96 0 0,4-3-76 0 0,8 1-64 0 0,4 0-68 0 0,4-2-60 0 0,4 0-140 0 0,8-2-164 0 0,2 0-340 0 0,0-1-492 0 0,10-4-1145 0 0,-2 0-171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44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422 184 1760 0 0,'2'-16'1731'0'0,"0"-1"0"0"0,-2 1 0 0 0,0-1 1 0 0,-1 0-1 0 0,-1 1 0 0 0,-5-22 0 0 0,7 37-1663 0 0,-1-1 0 0 0,0 1 0 0 0,0-1 0 0 0,0 1 0 0 0,0 0 0 0 0,0-1 0 0 0,0 1 0 0 0,0 0 0 0 0,0 0 0 0 0,0 0 0 0 0,0 0 0 0 0,-1 0 0 0 0,1 0 0 0 0,0 0 0 0 0,-1 0 0 0 0,1 0 0 0 0,-1 0 0 0 0,1 1 0 0 0,-1-1 0 0 0,1 1 0 0 0,-1-1 0 0 0,1 1 0 0 0,-1 0 0 0 0,0-1 0 0 0,1 1 0 0 0,-1 0 0 0 0,0 0 0 0 0,1 0 0 0 0,-1 0 0 0 0,-1 1 0 0 0,-5-1 88 0 0,1 1-1 0 0,-1 0 1 0 0,1 1 0 0 0,-14 3-1 0 0,5 2-36 0 0,0 0-1 0 0,0 1 1 0 0,1 0-1 0 0,1 1 1 0 0,-1 1 0 0 0,2 0-1 0 0,-1 1 1 0 0,1 1-1 0 0,1 0 1 0 0,0 0-1 0 0,-11 17 1 0 0,3-1 169 0 0,1 1-1 0 0,2 0 1 0 0,0 1 0 0 0,-18 52 0 0 0,27-58-143 0 0,0 0 0 0 0,2 1 1 0 0,2 0-1 0 0,0 0 1 0 0,1 0-1 0 0,1 1 0 0 0,2-1 1 0 0,1 1-1 0 0,0-1 0 0 0,2 0 1 0 0,8 35-1 0 0,-7-47-125 0 0,0-1 1 0 0,0 1-1 0 0,1 0 1 0 0,1-1-1 0 0,0 0 1 0 0,0-1-1 0 0,2 1 0 0 0,-1-1 1 0 0,1 0-1 0 0,15 14 1 0 0,-15-17-9 0 0,1 0 0 0 0,0-1 1 0 0,0-1-1 0 0,1 1 0 0 0,-1-1 1 0 0,2-1-1 0 0,-1 0 0 0 0,0 0 0 0 0,1-1 1 0 0,0-1-1 0 0,0 0 0 0 0,19 3 1 0 0,-2-2 6 0 0,0-2-1 0 0,0-1 1 0 0,0-1 0 0 0,0-1 0 0 0,0-2 0 0 0,40-9 0 0 0,-46 7 77 0 0,-1-1 0 0 0,0-1 1 0 0,0-1-1 0 0,0-1 0 0 0,-1-1 1 0 0,0 0-1 0 0,-1-2 0 0 0,29-22 0 0 0,-36 23-55 0 0,0-1 0 0 0,-1-1 0 0 0,0 1 0 0 0,-1-2 0 0 0,0 0 0 0 0,-1 0 0 0 0,-1 0 0 0 0,0-1 0 0 0,-1-1 0 0 0,0 1 0 0 0,-2-1 0 0 0,1 0 0 0 0,-2 0 0 0 0,-1-1 0 0 0,3-20 0 0 0,-3 12-3 0 0,-2-1-1 0 0,0 1 0 0 0,-2 0 1 0 0,-1-1-1 0 0,-1 1 0 0 0,-1 0 0 0 0,-1 0 1 0 0,-1 0-1 0 0,-14-34 0 0 0,12 40-29 0 0,-1-1 0 0 0,-1 1 0 0 0,-1 1-1 0 0,0 0 1 0 0,-2 0 0 0 0,0 2 0 0 0,-1-1 0 0 0,0 2-1 0 0,-31-27 1 0 0,34 34-50 0 0,1 0 0 0 0,-1 1 0 0 0,0 1 0 0 0,-1-1 0 0 0,0 2 0 0 0,0-1 0 0 0,0 2 0 0 0,0 0 0 0 0,-1 0 0 0 0,1 1 0 0 0,-1 1 0 0 0,0 0 0 0 0,0 0 0 0 0,0 2 0 0 0,0-1 0 0 0,0 2-1 0 0,-17 2 1 0 0,14 0-671 0 0,1 0-1 0 0,0 2 0 0 0,0 0 0 0 0,0 0 0 0 0,-17 10 0 0 0,1 3-4454 0 0,-36 26-1 0 0,39-24-910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54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6 572 0 0,'-12'5'1548'0'0,"-4"-10"-2228"0"0,6 0 192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1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66 1288 0 0,'10'-10'3898'0'0,"20"-24"7739"0"0,-29 34-11555 0 0,-1 0-1 0 0,0-1 1 0 0,1 1 0 0 0,-1 0-1 0 0,0 0 1 0 0,0 0 0 0 0,1-1 0 0 0,-1 1-1 0 0,0 0 1 0 0,0 0 0 0 0,1-1-1 0 0,-1 1 1 0 0,0 0 0 0 0,0-1 0 0 0,0 1-1 0 0,0 0 1 0 0,1 0 0 0 0,-1-1-1 0 0,0 1 1 0 0,0 0 0 0 0,0-1 0 0 0,0 1-1 0 0,0 0 1 0 0,0-1 0 0 0,0 1-1 0 0,0-1 1 0 0,0 1 0 0 0,0 0-1 0 0,0-1 1 0 0,0 1 0 0 0,0 0 0 0 0,0-1-1 0 0,0 1 1 0 0,0 0 0 0 0,0-1-1 0 0,-1 1 1 0 0,1 0 0 0 0,0-1 0 0 0,0 1-1 0 0,0 0 1 0 0,0 0 0 0 0,-1-1-1 0 0,1 1 1 0 0,0 0 0 0 0,0 0 0 0 0,-1-1-1 0 0,1 1 1 0 0,0 0 0 0 0,-1 0-1 0 0,1 0 1 0 0,0-1 0 0 0,0 1 0 0 0,-1 0-1 0 0,1 0 1 0 0,0 0 0 0 0,-1 0-1 0 0,1 0 1 0 0,0 0 0 0 0,-1 0-1 0 0,1 0 1 0 0,0 0 0 0 0,-1 0 0 0 0,-27-4-30 0 0,-1 2 0 0 0,1 2 0 0 0,0 0 0 0 0,0 2 0 0 0,-40 7 0 0 0,-61 11-66 0 0,126-20 11 0 0,1 1 11 0 0,-8 2-12 0 0,8-2-3 0 0,-1-1-7 0 0,0 1 13 0 0,2-1 1 0 0,0 0 1 0 0,0 0-1 0 0,0 1 0 0 0,0-1 1 0 0,0 0-1 0 0,0 1 1 0 0,0-1-1 0 0,0 1 0 0 0,0-1 1 0 0,0 1-1 0 0,1-1 0 0 0,-1 1 1 0 0,0-1-1 0 0,0 1 1 0 0,0 0-1 0 0,1 0 0 0 0,-1-1 1 0 0,0 1-1 0 0,0 0 1 0 0,1 0-1 0 0,-1 0 0 0 0,1 0 1 0 0,-1 0-1 0 0,1 0 0 0 0,-1 0 1 0 0,1 0-1 0 0,0 0 1 0 0,0 0-1 0 0,-1 0 0 0 0,1 0 1 0 0,0 0-1 0 0,0 0 0 0 0,0 0 1 0 0,0 0-1 0 0,0 0 1 0 0,0 1-1 0 0,9 314 330 0 0,-5-198 185 0 0,-6 274 84 0 0,-2-138-459 0 0,1 23 30 0 0,3 198-95 0 0,0 219-15 0 0,-12-423 66 0 0,-11 208-207 0 0,-8 150 221 0 0,28-245 2144 0 0,3-244-1549 0 0,9 61 384 0 0,-1-1 117 0 0,-1 1-222 0 0,1 1-290 0 0,-4 48-282 0 0,-4-243-434 0 0,-1 1 0 0 0,2-1 1 0 0,-1 0-1 0 0,1 0 0 0 0,0 0 1 0 0,1 0-1 0 0,0-1 0 0 0,0 1 1 0 0,5 11-1 0 0,-6-17-8 0 0,0 0 0 0 0,0 0 0 0 0,0 0 1 0 0,0-1-1 0 0,0 1 0 0 0,0 0 0 0 0,0-1 0 0 0,0 1 0 0 0,0-1 0 0 0,0 1 1 0 0,0-1-1 0 0,1 1 0 0 0,-1-1 0 0 0,0 0 0 0 0,0 0 0 0 0,0 0 1 0 0,3 0-1 0 0,19 0-20 0 0,-19 0 14 0 0,19-3-86 0 0,1 0 1 0 0,-1-1 0 0 0,25-9 0 0 0,-7 3-295 0 0,511-156-6765 0 0,-12-50-5845 0 0,-365 140 4348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12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84 2048 0 0,'45'-50'11347'0'0,"-37"37"-8602"0"0,-6 4-2270 0 0,-2 8-451 0 0,0 1 0 0 0,0-1 0 0 0,0 1 0 0 0,0 0-1 0 0,0-1 1 0 0,0 1 0 0 0,0 0 0 0 0,0-1 0 0 0,0 1 0 0 0,0-1 0 0 0,0 1 0 0 0,0 0 0 0 0,-1-1 0 0 0,1 1-1 0 0,0 0 1 0 0,0-1 0 0 0,0 1 0 0 0,0 0 0 0 0,-1-1 0 0 0,1 1 0 0 0,0 0 0 0 0,0-1 0 0 0,-1 1 0 0 0,1 0-1 0 0,0 0 1 0 0,0-1 0 0 0,-1 1 0 0 0,1 0 0 0 0,0 0 0 0 0,-1 0 0 0 0,1-1 0 0 0,0 1 0 0 0,-1 0 0 0 0,1 0-1 0 0,0 0 1 0 0,-1 0 0 0 0,1 0 0 0 0,0 0 0 0 0,-1-1 0 0 0,-7 3-11 0 0,-1 0 1 0 0,2 0 0 0 0,-1 1-1 0 0,0 0 1 0 0,0 0-1 0 0,1 1 1 0 0,0 0-1 0 0,0 0 1 0 0,0 1-1 0 0,-7 6 1 0 0,-68 61 30 0 0,72-63-30 0 0,-15 14-4 0 0,2 1 0 0 0,1 1 0 0 0,0 2 1 0 0,-32 52-1 0 0,53-77-9 0 0,-1 1 1 0 0,1-1-1 0 0,0 1 0 0 0,0-1 1 0 0,0 1-1 0 0,0-1 0 0 0,0 1 0 0 0,1 0 1 0 0,-1-1-1 0 0,1 1 0 0 0,0 0 1 0 0,0 2-1 0 0,0-3 0 0 0,0-1-1 0 0,1 1 1 0 0,-1-1 0 0 0,1 0-1 0 0,0 0 1 0 0,-1 1 0 0 0,1-1-1 0 0,0 0 1 0 0,0 0 0 0 0,0 0-1 0 0,0 0 1 0 0,0 0 0 0 0,0 0 0 0 0,0 0-1 0 0,0 0 1 0 0,0 0 0 0 0,0 0-1 0 0,0 0 1 0 0,1-1 0 0 0,-1 1-1 0 0,0-1 1 0 0,1 1 0 0 0,-1-1-1 0 0,0 1 1 0 0,1-1 0 0 0,-1 0-1 0 0,3 1 1 0 0,72 9-21 0 0,-59-9 18 0 0,0 1 1 0 0,0 0 0 0 0,0 1 0 0 0,0 1-1 0 0,27 10 1 0 0,-23-4 29 0 0,-1 0 1 0 0,0 2-1 0 0,0 0 1 0 0,-1 1-1 0 0,-1 1 1 0 0,30 28-1 0 0,-41-36 69 0 0,-1 1-1 0 0,0 0 0 0 0,-1 0 1 0 0,0 1-1 0 0,0-1 1 0 0,0 1-1 0 0,-1 0 1 0 0,0 1-1 0 0,0-1 1 0 0,-1 1-1 0 0,-1-1 1 0 0,1 1-1 0 0,-1 0 1 0 0,-1 0-1 0 0,0 0 1 0 0,0 0-1 0 0,0 0 0 0 0,-1 0 1 0 0,-1 1-1 0 0,-1 8 1 0 0,0-7 51 0 0,0-1 0 0 0,-1 1 0 0 0,0-1 1 0 0,-1 0-1 0 0,0 0 0 0 0,-1 0 0 0 0,0-1 1 0 0,0 1-1 0 0,-8 9 0 0 0,8-13-10 0 0,0-1 0 0 0,0 1 0 0 0,0-1 0 0 0,-1 0 0 0 0,1-1 0 0 0,-1 1 0 0 0,-1-1 0 0 0,1 0 1 0 0,0-1-1 0 0,-1 1 0 0 0,0-1 0 0 0,0-1 0 0 0,-10 4 0 0 0,13-6-100 0 0,0 0 1 0 0,0 0 0 0 0,0 0-1 0 0,0-1 1 0 0,0 1-1 0 0,0-1 1 0 0,0 0-1 0 0,0 0 1 0 0,0 0 0 0 0,0-1-1 0 0,1 0 1 0 0,-1 1-1 0 0,0-1 1 0 0,1 0-1 0 0,0-1 1 0 0,-1 1-1 0 0,1-1 1 0 0,0 1 0 0 0,-4-5-1 0 0,4 2-32 0 0,0 0 1 0 0,0 0-1 0 0,0 0 0 0 0,0 0 0 0 0,1-1 1 0 0,0 1-1 0 0,0-1 0 0 0,1 1 0 0 0,-1-1 0 0 0,1 0 1 0 0,0 0-1 0 0,1 1 0 0 0,0-1 0 0 0,-1 0 1 0 0,2 0-1 0 0,-1 0 0 0 0,1 0 0 0 0,0 1 0 0 0,2-9 1 0 0,3-9-13 0 0,1 0 0 0 0,1 0 1 0 0,14-29-1 0 0,94-178 170 0 0,-110 220-158 0 0,-1 0 1 0 0,0 0-1 0 0,-1 0 0 0 0,0 0 0 0 0,0-1 0 0 0,-1 0 1 0 0,-1 0-1 0 0,0 0 0 0 0,0 0 0 0 0,-1-20 1 0 0,-1 26-16 0 0,0-1 0 0 0,-1 1 0 0 0,0 0 0 0 0,0 0 1 0 0,-1 0-1 0 0,1 0 0 0 0,-1 0 0 0 0,0 0 0 0 0,0 0 0 0 0,-1 1 1 0 0,1-1-1 0 0,-1 1 0 0 0,0 0 0 0 0,-1 0 0 0 0,1 0 1 0 0,-1 0-1 0 0,1 0 0 0 0,-1 0 0 0 0,0 1 0 0 0,0 0 1 0 0,-1 0-1 0 0,1 0 0 0 0,-1 1 0 0 0,1-1 0 0 0,-7-1 1 0 0,2 0-292 0 0,0 1 0 0 0,0 0 1 0 0,0 1-1 0 0,-1 0 1 0 0,1 1-1 0 0,-1 0 1 0 0,0 0-1 0 0,1 1 0 0 0,-1 0 1 0 0,1 1-1 0 0,-1 0 1 0 0,0 0-1 0 0,1 1 1 0 0,0 0-1 0 0,-14 6 0 0 0,2 5-1812 0 0,12-4-285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17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54 152 0 0,'0'0'4692'0'0,"-15"20"4253"0"0,14-19-8899 0 0,1-1 1 0 0,0 1 0 0 0,0-1-1 0 0,-1 0 1 0 0,1 1 0 0 0,0-1-1 0 0,0 1 1 0 0,-1-1 0 0 0,1 1-1 0 0,0-1 1 0 0,0 1 0 0 0,0-1-1 0 0,0 1 1 0 0,0 0 0 0 0,0-1-1 0 0,0 1 1 0 0,0-1 0 0 0,0 1-1 0 0,0-1 1 0 0,0 1 0 0 0,0-1-1 0 0,0 1 1 0 0,1-1 0 0 0,-1 1-1 0 0,0-1 1 0 0,0 1 0 0 0,0-1-1 0 0,1 1 1 0 0,-1-1 0 0 0,1 1-1 0 0,0 0 8 0 0,3-1-30 0 0,27-1 48 0 0,47-8 0 0 0,-16 1-17 0 0,-37 4-28 0 0,0-1 0 0 0,32-12 0 0 0,1 1 14 0 0,-47 14-36 0 0,0-1 1 0 0,0-1-1 0 0,11-5 1 0 0,2 0 50 0 0,-21 8-51 0 0,6-2 161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4:17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49 2400 0 0,'15'-27'10110'0'0,"-14"21"-9035"0"0,-2-3-1071 0 0,1 7 325 0 0,-14-2 470 0 0,10 4-774 0 0,0 1 0 0 0,0-1-1 0 0,0 1 1 0 0,0 0-1 0 0,0 0 1 0 0,0 0-1 0 0,0 0 1 0 0,0 1 0 0 0,0 0-1 0 0,1 0 1 0 0,-1 0-1 0 0,-4 4 1 0 0,0-1-5 0 0,1 2 1 0 0,0-1-1 0 0,1 1 0 0 0,0 0 1 0 0,-6 9-1 0 0,-5 9 7 0 0,1 2-1 0 0,-16 37 0 0 0,31-61-21 0 0,-18 39 9 0 0,1 1-1 0 0,2 0 1 0 0,-11 54-1 0 0,23-79-2 0 0,1 0-1 0 0,0 0 1 0 0,2 0-1 0 0,0 1 1 0 0,1-1 0 0 0,1 1-1 0 0,0-1 1 0 0,1 0-1 0 0,2 0 1 0 0,9 34-1 0 0,-11-46 1 0 0,1 0-1 0 0,0 0 0 0 0,0 0 0 0 0,0 0 1 0 0,1 0-1 0 0,0-1 0 0 0,0 0 1 0 0,0 0-1 0 0,1 0 0 0 0,0 0 0 0 0,0-1 1 0 0,0 1-1 0 0,0-1 0 0 0,1-1 0 0 0,-1 1 1 0 0,1-1-1 0 0,0 0 0 0 0,7 3 0 0 0,-5-3 105 0 0,0-1-1 0 0,0 0 0 0 0,1-1 1 0 0,-1 1-1 0 0,0-1 0 0 0,0-1 1 0 0,1 0-1 0 0,-1 0 0 0 0,0-1 1 0 0,1 0-1 0 0,-1 0 0 0 0,0 0 1 0 0,12-5-1 0 0,-17 5-40 0 0,1 0 1 0 0,-1-1 0 0 0,0 1-1 0 0,0-1 1 0 0,0 1-1 0 0,0-1 1 0 0,0 0-1 0 0,-1 0 1 0 0,1 0 0 0 0,0-1-1 0 0,-1 1 1 0 0,1-1-1 0 0,-1 1 1 0 0,0-1-1 0 0,0 0 1 0 0,0 0 0 0 0,0 0-1 0 0,-1 0 1 0 0,1 0-1 0 0,-1 0 1 0 0,0 0-1 0 0,0-1 1 0 0,0 1 0 0 0,0 0-1 0 0,0-1 1 0 0,-1 1-1 0 0,0-1 1 0 0,0 1-1 0 0,0-1 1 0 0,0 1 0 0 0,0-1-1 0 0,0 1 1 0 0,-1 0-1 0 0,-1-4 1 0 0,1-1 36 0 0,-1 0-1 0 0,-1 1 1 0 0,1-1 0 0 0,-1 1 0 0 0,-1 0-1 0 0,1 0 1 0 0,-1 0 0 0 0,0 0 0 0 0,-1 1-1 0 0,1 0 1 0 0,-1 0 0 0 0,-1 0 0 0 0,-9-9-1 0 0,4 8-131 0 0,0 0-1 0 0,-1 1 1 0 0,1 0-1 0 0,-1 1 1 0 0,-1 0 0 0 0,1 1-1 0 0,-1 0 1 0 0,0 1-1 0 0,1 0 1 0 0,-26-1-1 0 0,35 4-352 0 0,0 0-94 0 0,-25 7-1417 0 0,25-6 1123 0 0,3-1 565 0 0,0 1 0 0 0,-1-1 1 0 0,1 1-1 0 0,0-1 0 0 0,0 1 1 0 0,-1-1-1 0 0,1 1 0 0 0,0 0 0 0 0,0-1 1 0 0,0 1-1 0 0,0-1 0 0 0,0 1 1 0 0,-1-1-1 0 0,1 1 0 0 0,0-1 1 0 0,0 1-1 0 0,0 0 0 0 0,1-1 1 0 0,-1 1-1 0 0,0-1 0 0 0,0 2 1 0 0,1-1-253 0 0,1 0 0 0 0,-1 0 0 0 0,1 0 1 0 0,-1 0-1 0 0,1 0 0 0 0,-1 0 1 0 0,1 0-1 0 0,0 0 0 0 0,0-1 0 0 0,-1 1 1 0 0,1-1-1 0 0,0 1 0 0 0,0-1 1 0 0,3 1-1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1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10 288 0 0,'0'0'2666'0'0,"8"-8"839"0"0,-4 6-3164 0 0,8 10-4737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19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8 388 0 0,'0'0'884'0'0,"6"-7"-1320"0"0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55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1 128 0 0,'0'0'9892'0'0,"-8"6"-9804"0"0,6 34-49 0 0,-8 42 0 0 0,1-13 56 0 0,-23 472 730 0 0,26 1-524 0 0,-62 776 352 0 0,12-781-365 0 0,-9 107 83 0 0,13-50 403 0 0,41-479-680 0 0,4-68-6678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58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29 188 0 0,'1'-20'10146'0'0,"-4"19"-10116"0"0,1 0 0 0 0,0 0 0 0 0,-1 0 0 0 0,1 0 0 0 0,-1 0 0 0 0,1 0 0 0 0,-1 1 0 0 0,1-1 1 0 0,-1 1-1 0 0,1 0 0 0 0,-1 0 0 0 0,0 0 0 0 0,1 0 0 0 0,-1 0 0 0 0,-4 2 0 0 0,1-1-15 0 0,1 1 0 0 0,-1 0 0 0 0,1 1 0 0 0,0-1 0 0 0,0 1 1 0 0,-9 6-1 0 0,2 0-32 0 0,0 1 0 0 0,1 1 0 0 0,0 0 0 0 0,-16 21 0 0 0,17-19 18 0 0,0 1 0 0 0,1 0 1 0 0,1 1-1 0 0,0 0 1 0 0,1 1-1 0 0,1-1 1 0 0,0 1-1 0 0,-3 17 0 0 0,8-31 0 0 0,1 0 0 0 0,0 0 0 0 0,-1 0-1 0 0,1 0 1 0 0,0-1 0 0 0,0 1-1 0 0,0 0 1 0 0,0 0 0 0 0,1 0 0 0 0,-1 0-1 0 0,1 0 1 0 0,-1-1 0 0 0,1 1 0 0 0,-1 0-1 0 0,1 0 1 0 0,0-1 0 0 0,0 1 0 0 0,0 0-1 0 0,0-1 1 0 0,0 1 0 0 0,0-1 0 0 0,0 1-1 0 0,0-1 1 0 0,1 0 0 0 0,-1 1-1 0 0,1-1 1 0 0,-1 0 0 0 0,1 0 0 0 0,-1 0-1 0 0,1 0 1 0 0,-1 0 0 0 0,1 0 0 0 0,3 0-1 0 0,5 2 4 0 0,-1 0 0 0 0,1-1 0 0 0,0 0-1 0 0,0-1 1 0 0,10 0 0 0 0,-14-1-2 0 0,-5 0 3 0 0,33 2 1 0 0,65 13 1 0 0,-90-13 20 0 0,-1 0 1 0 0,1 0 0 0 0,-1 1 0 0 0,1 0 0 0 0,-1 1-1 0 0,0 0 1 0 0,0 0 0 0 0,0 1 0 0 0,-1 0 0 0 0,0 1 0 0 0,0-1-1 0 0,0 1 1 0 0,6 7 0 0 0,-12-10 11 0 0,1-1 0 0 0,-1 1 1 0 0,0-1-1 0 0,0 1 0 0 0,0 0 0 0 0,0 0 1 0 0,0 0-1 0 0,-1-1 0 0 0,1 1 0 0 0,-1 0 1 0 0,0 0-1 0 0,0 0 0 0 0,0 5 0 0 0,-1-1 67 0 0,0 0 0 0 0,0 0 0 0 0,0 0 0 0 0,-4 8 0 0 0,3-6 45 0 0,-2-1-1 0 0,1 1 1 0 0,-1-1 0 0 0,0 0 0 0 0,0 0 0 0 0,-1-1-1 0 0,0 1 1 0 0,-1-1 0 0 0,0 0 0 0 0,0-1 0 0 0,0 1-1 0 0,-1-1 1 0 0,0-1 0 0 0,0 1 0 0 0,0-1 0 0 0,-16 8-1 0 0,-18-1 560 0 0,38-11-599 0 0,0-2-8 0 0,1 1-94 0 0,0 1 7 0 0,1-1-1 0 0,-1 0 1 0 0,0 0-1 0 0,1 0 0 0 0,-1 0 1 0 0,0 0-1 0 0,1-1 1 0 0,-1 1-1 0 0,0 0 1 0 0,1-1-1 0 0,-1 1 1 0 0,1-1-1 0 0,-1 1 0 0 0,1-1 1 0 0,-1 0-1 0 0,1 0 1 0 0,-1 0-1 0 0,1 0 1 0 0,0 0-1 0 0,0 0 1 0 0,-1 0-1 0 0,-1-3 0 0 0,2 2-17 0 0,-1-1-1 0 0,1 0 1 0 0,0 0-1 0 0,0 0 1 0 0,0 0-1 0 0,0-1 1 0 0,1 1-1 0 0,-1 0 0 0 0,1 0 1 0 0,0 0-1 0 0,0 0 1 0 0,0-1-1 0 0,0 1 1 0 0,1 0-1 0 0,-1 0 0 0 0,1 0 1 0 0,0 0-1 0 0,0 0 1 0 0,0 0-1 0 0,2-3 1 0 0,-1-2-14 0 0,91-219-205 0 0,-33 89 175 0 0,-57 131 47 0 0,-1 0-1 0 0,0 1 1 0 0,0-1-1 0 0,0 0 1 0 0,-1 0-1 0 0,0 0 1 0 0,0-8-1 0 0,-1 12-1 0 0,-1 0-1 0 0,1 0 1 0 0,0 0-1 0 0,-1 0 1 0 0,0 0 0 0 0,0 0-1 0 0,0 0 1 0 0,0 0-1 0 0,0 0 1 0 0,0 0-1 0 0,-1 1 1 0 0,1-1 0 0 0,-1 0-1 0 0,0 1 1 0 0,0-1-1 0 0,0 1 1 0 0,-5-5-1 0 0,3 5-2 0 0,0 1-1 0 0,0-1 1 0 0,0 1-1 0 0,0-1 0 0 0,0 1 1 0 0,-1 1-1 0 0,1-1 1 0 0,-1 0-1 0 0,1 1 0 0 0,0 0 1 0 0,-1 0-1 0 0,-6 1 0 0 0,0 1-44 0 0,0-1-1 0 0,0 2 0 0 0,1-1 1 0 0,-1 1-1 0 0,-12 6 0 0 0,17-6 3 0 0,0 0-1 0 0,0 0 1 0 0,0 0 0 0 0,1 0-1 0 0,-1 1 1 0 0,1 0 0 0 0,0 0-1 0 0,0 1 1 0 0,0-1-1 0 0,-6 10 1 0 0,9-12-134 0 0,1 0 0 0 0,0-1 0 0 0,0 1 0 0 0,0 0 1 0 0,1 0-1 0 0,-1 0 0 0 0,0 0 0 0 0,1 0 0 0 0,-1 0 0 0 0,1 0 0 0 0,0 0 0 0 0,0 0 0 0 0,-1 0 0 0 0,1 0 1 0 0,1 0-1 0 0,-1 0 0 0 0,0 0 0 0 0,0 0 0 0 0,1 0 0 0 0,-1 0 0 0 0,1 0 0 0 0,0 2 0 0 0,11 13-4175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5:58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30 391 640 0 0,'-18'17'8153'0'0,"18"-17"-8088"0"0,-1 0-1 0 0,1 0 1 0 0,-1 0-1 0 0,1 0 1 0 0,-1 0-1 0 0,1 0 1 0 0,-1 0-1 0 0,1 1 1 0 0,-1-1-1 0 0,1 0 1 0 0,-1 0-1 0 0,1 1 1 0 0,0-1-1 0 0,-1 0 1 0 0,1 1-1 0 0,-1-1 0 0 0,1 0 1 0 0,0 1-1 0 0,-1-1 1 0 0,1 1-1 0 0,0-1 1 0 0,-1 1-1 0 0,1-1 1 0 0,0 0-1 0 0,0 1 1 0 0,0-1-1 0 0,-1 1 1 0 0,1-1-1 0 0,0 1 1 0 0,0-1-1 0 0,0 1 1 0 0,0 0-1 0 0,0-1 0 0 0,0 1 1 0 0,0-1-1 0 0,0 1 1 0 0,0-1-1 0 0,0 1 1 0 0,0-1-1 0 0,0 1 1 0 0,0-1-1 0 0,1 1 1 0 0,-1-1-1 0 0,0 1 1 0 0,1 0-1 0 0,0 0 120 0 0,32 1 409 0 0,-2-3 13 0 0,49-10 1 0 0,-16 3-308 0 0,-35 3-208 0 0,5 1 76 0 0,-17-2-870 0 0</inkml:trace>
  <inkml:trace contextRef="#ctx0" brushRef="#br0" timeOffset="1">846 32 1628 0 0,'17'-31'15221'0'0,"-14"52"-14126"0"0,-3-14-1219 0 0,3 60 725 0 0,-3-1 0 0 0,-13 99 0 0 0,8-111-490 0 0,-31 253 439 0 0,36-305-661 0 0,5-75-3509 0 0,-3 54 3498 0 0,0-1 0 0 0,-2 0 0 0 0,-2-33 0 0 0,1 46 136 0 0,0 0 0 0 0,-1 0 0 0 0,0 1 0 0 0,0-1 0 0 0,0 1 0 0 0,-6-11 0 0 0,7 14-5 0 0,-1 1 0 0 0,1 0-1 0 0,0 0 1 0 0,-1 0 0 0 0,0 1 0 0 0,1-1-1 0 0,-1 0 1 0 0,0 1 0 0 0,0-1 0 0 0,0 1-1 0 0,0-1 1 0 0,0 1 0 0 0,0 0 0 0 0,0 0-1 0 0,0 0 1 0 0,-1 0 0 0 0,1 0 0 0 0,0 1-1 0 0,-1-1 1 0 0,1 1 0 0 0,-5-1-1 0 0,2 1-2 0 0,-1 0-1 0 0,1 1 0 0 0,0 0 0 0 0,-1 0 0 0 0,1 0 0 0 0,0 1 0 0 0,0 0 0 0 0,0 0 1 0 0,0 0-1 0 0,-4 3 0 0 0,-47 31 50 0 0,42-26-41 0 0,-71 55-1230 0 0,-110 110 1 0 0,113-98-4564 0 0,38-37-88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01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101 140 1012 0 0,'0'0'9930'0'0,"-16"1"-5863"0"0,9-1-3942 0 0,1-1 0 0 0,-1-1-1 0 0,0 1 1 0 0,1-1-1 0 0,-1 0 1 0 0,-10-6-1 0 0,15 7-99 0 0,-21-9-80 0 0,20 4-62 0 0,14 1 67 0 0,386-71 115 0 0,-396 76-62 0 0,0 0-1 0 0,1 0 0 0 0,-1-1 0 0 0,1 1 1 0 0,-1 0-1 0 0,0 0 0 0 0,1-1 0 0 0,-1 1 1 0 0,0-1-1 0 0,0 1 0 0 0,1-1 0 0 0,-1 1 1 0 0,0-1-1 0 0,0 0 0 0 0,0 0 0 0 0,0 0 1 0 0,0 0-1 0 0,0 1 0 0 0,0-1 0 0 0,0-1 1 0 0,0 1-1 0 0,0 0 0 0 0,0 0 0 0 0,-1 0 1 0 0,1 0-1 0 0,0 0 0 0 0,-1-1 0 0 0,1 1 1 0 0,0-3-1 0 0,-1 2-16 0 0,-3 4-22 0 0,1 0 36 0 0,0 0 0 0 0,0-1 0 0 0,0 1 0 0 0,0 1-1 0 0,0-1 1 0 0,1 0 0 0 0,-1 0 0 0 0,0 1 0 0 0,1-1 0 0 0,0 1-1 0 0,-2 3 1 0 0,-14 39 62 0 0,11-25-42 0 0,-104 296 222 0 0,35-86-44 0 0,73-226-126 0 0,-4 17-2939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01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6 139 80 0 0,'-6'-17'12949'0'0,"8"16"-12929"0"0,0-1 0 0 0,0 0 0 0 0,0 1 0 0 0,0-1 1 0 0,1 1-1 0 0,-1 0 0 0 0,0 0 0 0 0,1 0 1 0 0,-1 0-1 0 0,0 0 0 0 0,5-1 0 0 0,39-9 112 0 0,-29 7-115 0 0,168-52 218 0 0,-142 38-3577 0 0,-20 8-1308 0 0,-10 3 1391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02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656 26 1348 0 0,'10'-26'15154'0'0,"-14"56"-14960"0"0,2 40-1 0 0,-2 15-67 0 0,-41 254 381 0 0,40-291-1994 0 0,5-46 933 0 0,5-9-2123 0 0,-4 5 2555 0 0,1 0-1 0 0,-1-1 1 0 0,-1 1 0 0 0,1 0-1 0 0,0 0 1 0 0,0 0-1 0 0,0-4 1 0 0,1 0-31 0 0,1-7 113 0 0,0 1-1 0 0,0 0 1 0 0,-1-1 0 0 0,-1 0 0 0 0,0 1 0 0 0,-2-24-1 0 0,1 34 104 0 0,0 0 0 0 0,0 1 0 0 0,0-1-1 0 0,-1 0 1 0 0,1 0 0 0 0,-1 1 0 0 0,1-1-1 0 0,-1 0 1 0 0,0 1 0 0 0,1-1 0 0 0,-1 0 0 0 0,0 1-1 0 0,0-1 1 0 0,0 1 0 0 0,0 0 0 0 0,-1-1-1 0 0,1 1 1 0 0,0 0 0 0 0,-1-1 0 0 0,-2-1-1 0 0,2 2-13 0 0,0 1 0 0 0,-1-1 0 0 0,1 0-1 0 0,-1 1 1 0 0,1-1 0 0 0,0 1 0 0 0,-1-1 0 0 0,1 1-1 0 0,-1 0 1 0 0,1 0 0 0 0,-1 1 0 0 0,1-1-1 0 0,-4 1 1 0 0,-7 2 78 0 0,1 1-1 0 0,0 1 1 0 0,0-1-1 0 0,-17 11 1 0 0,25-13-68 0 0,-286 169 1077 0 0,169-93-5086 0 0,70-45 52 0 0,19-14-1069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05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160 199 1308 0 0,'-2'0'549'0'0,"0"-1"0"0"0,-1 0-1 0 0,1 0 1 0 0,0 0 0 0 0,0 0-1 0 0,0 0 1 0 0,0 0 0 0 0,0 0-1 0 0,1-1 1 0 0,-1 1 0 0 0,0-1-1 0 0,0 1 1 0 0,-2-4 0 0 0,3 2-167 0 0,-1 1 0 0 0,1-1 0 0 0,-1 1 0 0 0,1-1 0 0 0,0 0 0 0 0,0 0 1 0 0,0 0-1 0 0,0 0 0 0 0,-1-5 0 0 0,2 5-309 0 0,0-1 1 0 0,-1 0 0 0 0,1 1-1 0 0,1-1 1 0 0,-1 1-1 0 0,0-1 1 0 0,1 1 0 0 0,0-1-1 0 0,0 1 1 0 0,0-1-1 0 0,0 1 1 0 0,0 0 0 0 0,1-1-1 0 0,0 1 1 0 0,-1 0-1 0 0,1 0 1 0 0,0 0 0 0 0,4-4-1 0 0,2-1-67 0 0,1-1 1 0 0,0 1-1 0 0,1 1 0 0 0,-1 0 0 0 0,1 0 1 0 0,1 1-1 0 0,-1 0 0 0 0,1 1 0 0 0,15-5 0 0 0,-23 9-6 0 0,0 0-1 0 0,1 0 0 0 0,-1 0 0 0 0,1 0 1 0 0,-1 1-1 0 0,0 0 0 0 0,1 0 0 0 0,-1 0 1 0 0,1 0-1 0 0,-1 0 0 0 0,1 1 1 0 0,-1-1-1 0 0,0 1 0 0 0,1 0 0 0 0,-1 0 1 0 0,0 0-1 0 0,0 1 0 0 0,1-1 0 0 0,-1 1 1 0 0,0 0-1 0 0,-1 0 0 0 0,1 0 0 0 0,0 0 1 0 0,0 0-1 0 0,2 4 0 0 0,-2-3 7 0 0,0 1-1 0 0,-1 0 0 0 0,0-1 1 0 0,0 1-1 0 0,0 0 0 0 0,-1 0 1 0 0,1 0-1 0 0,-1 0 0 0 0,0 0 1 0 0,0 1-1 0 0,0-1 0 0 0,-1 0 1 0 0,1 1-1 0 0,-1-1 1 0 0,0 0-1 0 0,0 0 0 0 0,-1 1 1 0 0,-1 7-1 0 0,-5 11 18 0 0,-1-1 1 0 0,-1 0-1 0 0,-1-1 1 0 0,-1 0-1 0 0,-1 0 1 0 0,-22 28-1 0 0,22-31 2 0 0,-17 27 85 0 0,29-43-88 0 0,-1-2-22 0 0,1 0 0 0 0,0 0 1 0 0,0 0-1 0 0,0 0 0 0 0,0 0 0 0 0,-1 0 0 0 0,1 1 0 0 0,0-1 0 0 0,0 0 0 0 0,0 0 0 0 0,0 0 0 0 0,0 1 0 0 0,0-1 0 0 0,0 0 0 0 0,-1 0 0 0 0,1 0 0 0 0,0 1 0 0 0,0-1 1 0 0,0 0-1 0 0,0 0 0 0 0,0 0 0 0 0,0 1 0 0 0,0-1 0 0 0,0 0 0 0 0,0 0 0 0 0,0 0 0 0 0,0 1 0 0 0,0-1 0 0 0,0 0 0 0 0,0 0 0 0 0,0 0 0 0 0,0 1 0 0 0,1-1 0 0 0,-1 0 1 0 0,0 0-1 0 0,0 0 0 0 0,0 1 0 0 0,0-1 0 0 0,0 0 0 0 0,0 0 0 0 0,1 0 0 0 0,-1 1 0 0 0,3-4-2 0 0,1 2 1 0 0,22 2-21 0 0,-19 1 12 0 0,1-1 1 0 0,-1 1-1 0 0,1 0 0 0 0,-1 1 0 0 0,0 0 0 0 0,0 0 0 0 0,0 0 0 0 0,-1 1 1 0 0,1 0-1 0 0,-1 1 0 0 0,0-1 0 0 0,0 1 0 0 0,0 0 0 0 0,6 7 0 0 0,-7-6 97 0 0,1 1 0 0 0,-1-1-1 0 0,0 1 1 0 0,-1 0 0 0 0,1 0-1 0 0,-2 1 1 0 0,1-1 0 0 0,-1 1-1 0 0,0 0 1 0 0,0 0 0 0 0,-1 0-1 0 0,3 15 1 0 0,-5-18 55 0 0,0 1 0 0 0,-1-1 0 0 0,0 0 1 0 0,1 0-1 0 0,-1 0 0 0 0,-1 1 0 0 0,1-1 0 0 0,-1 0 0 0 0,0-1 0 0 0,0 1 0 0 0,-1 0 1 0 0,1-1-1 0 0,-1 1 0 0 0,0-1 0 0 0,0 0 0 0 0,-1 0 0 0 0,1 0 0 0 0,-1 0 0 0 0,0 0 1 0 0,0-1-1 0 0,0 0 0 0 0,0 0 0 0 0,0 0 0 0 0,-6 3 0 0 0,-1 0 34 0 0,0 0 1 0 0,-1-1-1 0 0,0 0 0 0 0,0-1 0 0 0,0 0 0 0 0,-1-1 0 0 0,1 0 0 0 0,-24 2 1 0 0,23-5-147 0 0,0 0 0 0 0,0-1 0 0 0,1-1 0 0 0,-1 0 1 0 0,0 0-1 0 0,0-1 0 0 0,1-1 0 0 0,0 0 1 0 0,0-1-1 0 0,0 0 0 0 0,0-1 0 0 0,1 0 0 0 0,0-1 1 0 0,-14-10-1 0 0,24 16-148 0 0,-1 0 1 0 0,0-1-1 0 0,1 1 0 0 0,-1-1 1 0 0,1 1-1 0 0,0-1 1 0 0,-1 1-1 0 0,1-1 0 0 0,0 0 1 0 0,0 0-1 0 0,0 0 0 0 0,0 0 1 0 0,1 0-1 0 0,-1 1 1 0 0,0-1-1 0 0,1-1 0 0 0,-1 1 1 0 0,1 0-1 0 0,0 0 1 0 0,0 0-1 0 0,0 0 0 0 0,0 0 1 0 0,0 0-1 0 0,0 0 0 0 0,0 0 1 0 0,1-3-1 0 0,1 1-394 0 0,0 1 0 0 0,0-1 1 0 0,0 0-1 0 0,0 1 0 0 0,0-1 0 0 0,1 1 0 0 0,0 0 1 0 0,0 0-1 0 0,0 0 0 0 0,0 0 0 0 0,0 1 0 0 0,6-4 0 0 0,7-5-3172 0 0,1 3-1622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05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59 976 0 0,'-3'0'3936'0'0,"-44"12"5309"0"0,62-9-9073 0 0,181-31 258 0 0,-127 17-318 0 0,-55 9-536 0 0,-2 1 551 0 0,-1-1 1 0 0,0-1-1 0 0,13-4 1 0 0,-8-1-2688 0 0,-1-4-3290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05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806 20 20 0 0,'18'-19'17118'0'0,"-19"31"-18006"0"0,-13 218 1724 0 0,1-21-421 0 0,9-156-328 0 0,-18 142 295 0 0,24-171-191 0 0,1-19-61 0 0,-1-16-89 0 0,1-12-35 0 0,0 6-9 0 0,-1 0 0 0 0,-1 0 0 0 0,0 1-1 0 0,-1-1 1 0 0,-1 0 0 0 0,-5-26 0 0 0,5 40 2 0 0,1-1 0 0 0,-2 1-1 0 0,1 0 1 0 0,0 0 0 0 0,0 0 0 0 0,-1 0 0 0 0,-2-4 0 0 0,0 2-5 0 0,1 2-7 0 0,-19-4-6 0 0,14 9 20 0 0,3-1-3 0 0,-13 4 2 0 0,1 1-1 0 0,-1 1 0 0 0,1 0 1 0 0,0 1-1 0 0,1 1 0 0 0,-23 16 1 0 0,3-3 8 0 0,-234 155-101 0 0,157-100-2490 0 0,-2-3-4489 0 0,65-45 952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08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57 1028 0 0,'-2'-1'1744'0'0,"-7"-2"-586"0"0,-34-10 5976 0 0,40 13-6396 0 0,-4-2-194 0 0,3 1 143 0 0,9-4-338 0 0,-4 4-217 0 0,3 1-41 0 0,310-25 281 0 0,-277 24-189 0 0,-30 1-147 0 0,1 0 0 0 0,-1-1-1 0 0,14-2 1 0 0,-18 3-314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10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89 728 0 0,'4'-4'1042'0'0,"0"-1"-1"0"0,0 1 1 0 0,-1-1-1 0 0,1 0 1 0 0,-1 0 0 0 0,0 0-1 0 0,4-8 1 0 0,1-3 1123 0 0,-3-4 1297 0 0,-5 20-3443 0 0,0-1 0 0 0,0 1 0 0 0,0 0 0 0 0,0 0 0 0 0,0-1 0 0 0,0 1 0 0 0,0 0 0 0 0,0 0 0 0 0,0-1 0 0 0,0 1 0 0 0,0 0 0 0 0,0 0 0 0 0,0 0 0 0 0,0-1 0 0 0,0 1 0 0 0,0 0 0 0 0,-1 0 0 0 0,1 0 0 0 0,0-1 0 0 0,0 1 0 0 0,0 0 0 0 0,0 0 0 0 0,0 0 0 0 0,-1-1 0 0 0,1 1 0 0 0,0 0 0 0 0,0 0 0 0 0,0 0-1 0 0,-1 0 1 0 0,1 0 0 0 0,0 0 0 0 0,0-1 0 0 0,-1 1 0 0 0,1 0 0 0 0,0 0 0 0 0,0 0 0 0 0,0 0 0 0 0,-1 0 0 0 0,1 0 0 0 0,0 0 0 0 0,0 0 0 0 0,-1 0 0 0 0,1 0 0 0 0,0 0 0 0 0,0 0 0 0 0,-1 0 0 0 0,1 0 0 0 0,0 0 0 0 0,0 0 0 0 0,0 1 0 0 0,-1-1 0 0 0,1 0 0 0 0,0 0 0 0 0,0 0 0 0 0,0 0 0 0 0,-1 0 0 0 0,1 0 0 0 0,0 1 0 0 0,0-1 0 0 0,0 0 0 0 0,-1 0 0 0 0,1 0 0 0 0,0 1 0 0 0,0-1-1 0 0,0 0 1 0 0,0 0 0 0 0,-8 8 19 0 0,1 0 0 0 0,0 0 0 0 0,1 1 0 0 0,0 0-1 0 0,0 0 1 0 0,1 1 0 0 0,-6 15 0 0 0,0-4-7 0 0,9-17-27 0 0,-80 170 174 0 0,74-152-148 0 0,1 0-1 0 0,0 0 1 0 0,2 0-1 0 0,0 1 1 0 0,2 0-1 0 0,-1 31 1 0 0,4-47-24 0 0,0 0 1 0 0,1 0 0 0 0,0 0 0 0 0,0 0 0 0 0,1 1 0 0 0,0-2 0 0 0,0 1-1 0 0,6 13 1 0 0,-6-16-1 0 0,0-1 0 0 0,1 1-1 0 0,-1-1 1 0 0,1 0 0 0 0,-1 1-1 0 0,1-1 1 0 0,0 0 0 0 0,0-1-1 0 0,0 1 1 0 0,0 0 0 0 0,1-1-1 0 0,-1 0 1 0 0,1 0 0 0 0,0 0-1 0 0,-1 0 1 0 0,8 2 0 0 0,-5-3 5 0 0,-1 0 0 0 0,1 0 0 0 0,0 0 0 0 0,-1-1 0 0 0,1 0 0 0 0,-1 0 0 0 0,1-1 0 0 0,0 1 0 0 0,-1-1 0 0 0,1 0 0 0 0,-1-1 0 0 0,1 1 0 0 0,-1-1 0 0 0,0 0 0 0 0,0-1 0 0 0,0 1 0 0 0,0-1 0 0 0,5-3 0 0 0,-5 2 36 0 0,0 0 1 0 0,0 0-1 0 0,0 0 1 0 0,0-1-1 0 0,-1 0 1 0 0,0 0-1 0 0,0 0 1 0 0,0 0-1 0 0,-1 0 1 0 0,1-1-1 0 0,-1 0 1 0 0,-1 1-1 0 0,1-1 1 0 0,-1 0-1 0 0,2-9 1 0 0,-3 13-40 0 0,-1 0 0 0 0,0 0-1 0 0,0 0 1 0 0,1 0 0 0 0,-2 0 0 0 0,1 0 0 0 0,0 0 0 0 0,0 0-1 0 0,0 0 1 0 0,-1 0 0 0 0,1 0 0 0 0,-1 0 0 0 0,0 0-1 0 0,0 1 1 0 0,1-1 0 0 0,-1 0 0 0 0,0 0 0 0 0,0 1 0 0 0,-1-1-1 0 0,1 0 1 0 0,0 1 0 0 0,0-1 0 0 0,-1 1 0 0 0,1 0-1 0 0,-1-1 1 0 0,-3-1 0 0 0,1 1-7 0 0,0-1-1 0 0,-1 1 1 0 0,1 1-1 0 0,-1-1 1 0 0,0 1-1 0 0,0-1 1 0 0,1 1-1 0 0,-1 1 1 0 0,0-1-1 0 0,0 1 1 0 0,-10 0-1 0 0,7 1-112 0 0,-1-1-1 0 0,1 2 0 0 0,0-1 0 0 0,0 1 1 0 0,0 1-1 0 0,0-1 0 0 0,0 1 0 0 0,-14 8 1 0 0,14-6-1689 0 0,0 0 0 0 0,0 1 0 0 0,1 0 0 0 0,-8 7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10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181 115 1904 0 0,'0'0'1604'0'0,"-12"-28"4884"0"0,13 25-6305 0 0,0 0 1 0 0,1-1 0 0 0,-1 1 0 0 0,1 0-1 0 0,-1 0 1 0 0,1 0 0 0 0,0 0 0 0 0,0 0-1 0 0,0 0 1 0 0,1 0 0 0 0,-1 1 0 0 0,0-1 0 0 0,1 1-1 0 0,4-3 1 0 0,41-26 837 0 0,-47 31-1005 0 0,3-2 7 0 0,0 0 1 0 0,0 1 0 0 0,1 0-1 0 0,-1 0 1 0 0,1 0 0 0 0,-1 1-1 0 0,1-1 1 0 0,-1 1 0 0 0,1 0 0 0 0,-1 0-1 0 0,1 0 1 0 0,-1 1 0 0 0,1 0-1 0 0,6 2 1 0 0,-8-2-13 0 0,1 0 0 0 0,-1 0 0 0 0,0 1 0 0 0,0 0 0 0 0,0-1 0 0 0,0 1 0 0 0,-1 0 0 0 0,1 0 0 0 0,0 0 0 0 0,-1 1 0 0 0,0-1-1 0 0,1 1 1 0 0,-1-1 0 0 0,0 1 0 0 0,0 0 0 0 0,-1 0 0 0 0,1 0 0 0 0,0 0 0 0 0,-1 0 0 0 0,0 0 0 0 0,0 0 0 0 0,0 1 0 0 0,0-1 0 0 0,1 7 0 0 0,-1-2 22 0 0,-1 0-1 0 0,1 1 1 0 0,-1-1 0 0 0,-1 1 0 0 0,0-1-1 0 0,0 1 1 0 0,0-1 0 0 0,-5 12 0 0 0,-1-1 72 0 0,-1 0-1 0 0,-1-1 1 0 0,-1 1 0 0 0,0-2 0 0 0,-1 1 0 0 0,-1-2 0 0 0,-16 17-1 0 0,-6 5 620 0 0,-66 54-1 0 0,77-72-475 0 0,-8 7 369 0 0,-42 27 0 0 0,72-54-607 0 0,0 1 0 0 0,0-1 0 0 0,0 1 0 0 0,0 0 0 0 0,0-1 0 0 0,0 1 0 0 0,0 0 0 0 0,0 0 0 0 0,0 0 0 0 0,0 0 0 0 0,1 0 0 0 0,-1-1 0 0 0,0 1 0 0 0,0 2 0 0 0,1-3-7 0 0,0 0 0 0 0,0 1 0 0 0,0-1 0 0 0,1 0 0 0 0,-1 1 0 0 0,0-1 0 0 0,0 0 0 0 0,0 0 0 0 0,0 1 0 0 0,1-1 0 0 0,-1 0 0 0 0,0 0 0 0 0,0 0 0 0 0,1 1 0 0 0,-1-1 0 0 0,0 0 0 0 0,1 0 0 0 0,-1 0 0 0 0,0 0 0 0 0,0 0 0 0 0,1 0 0 0 0,-1 1 0 0 0,0-1 0 0 0,1 0 0 0 0,-1 0 0 0 0,0 0 0 0 0,1 0 0 0 0,-1 0 0 0 0,0 0 0 0 0,1 0 0 0 0,-1 0 0 0 0,38-3 61 0 0,-35 3-65 0 0,233-39 84 0 0,-125 19-73 0 0,-23 5-196 0 0,76-13-990 0 0,-58 15-6162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12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53 148 0 0,'-2'-1'2650'0'0,"-57"-8"3745"0"0,57 8-5862 0 0,-50-4 1926 0 0,49 5-2196 0 0,-10-2-52 0 0,380-23-344 0 0,-329 22 177 0 0,-7 1 318 0 0,-28 2-234 0 0,17-2-94 0 0,-13 1-41 0 0,1-1-2131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13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72 80 0 0,'4'-16'4627'0'0,"2"-27"1438"0"0,-5 41-5395 0 0,-2-8 264 0 0,-4 34-854 0 0,-1 34 0 0 0,-4 16 137 0 0,-31 99 154 0 0,27-117-234 0 0,13-51-124 0 0,-3 18 17 0 0,3-7 12 0 0,1-15-5 0 0,3-1-21 0 0,5 0-20 0 0,0-1 1 0 0,0-1 0 0 0,0 0 0 0 0,0 0 0 0 0,0 0 0 0 0,0-1-1 0 0,-1 0 1 0 0,11-6 0 0 0,61-39-63 0 0,-61 37 35 0 0,-8 4 81 0 0,0 0 1 0 0,0-1 0 0 0,0 0-1 0 0,-1 0 1 0 0,0-1 0 0 0,0 0-1 0 0,-1 0 1 0 0,-1-1 0 0 0,1 0-1 0 0,-2-1 1 0 0,10-18 0 0 0,-14 24 169 0 0,0 0 0 0 0,0 1 1 0 0,-1-1-1 0 0,1 0 1 0 0,-1 0-1 0 0,0-8 0 0 0,-1 11 50 0 0,2-19 1048 0 0,-5 26-1306 0 0,1-1-1 0 0,-1 1 1 0 0,1 0-1 0 0,0 0 1 0 0,0 0 0 0 0,0 0-1 0 0,1 0 1 0 0,-2 8 0 0 0,-6 51 81 0 0,7-45-74 0 0,-6 64-89 0 0,3 107 0 0 0,8-99-2787 0 0,3-1-3841 0 0,-4-60 1569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16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78 116 924 0 0,'0'0'11069'0'0,"-3"-1"-10839"0"0,1 1-280 0 0,2 0 72 0 0,-1 0 0 0 0,1 0-1 0 0,0 0 1 0 0,-1 0 0 0 0,1 0 0 0 0,-1 0 0 0 0,1 0 0 0 0,-1 0 0 0 0,1 0 0 0 0,-1 0 0 0 0,1 0-1 0 0,-1 0 1 0 0,1 0 0 0 0,0-1 0 0 0,-1 1 0 0 0,1 0 0 0 0,-1 0 0 0 0,1 0 0 0 0,0-1 0 0 0,-1 1-1 0 0,1 0 1 0 0,0-1 0 0 0,-1 1 0 0 0,1 0 0 0 0,0-1 0 0 0,-1 1 0 0 0,1 0 0 0 0,0-1 0 0 0,0 1-1 0 0,-1-1 1 0 0,1 1 0 0 0,0-1 0 0 0,0 1 0 0 0,0 0 0 0 0,0-1 0 0 0,0 1 0 0 0,-1-2 0 0 0,1 1 49 0 0,0 0-56 0 0,0 0-14 0 0,0 0 0 0 0,0 0-1 0 0,0 0 1 0 0,0 1-1 0 0,0-1 1 0 0,1 0 0 0 0,-1 0-1 0 0,0 0 1 0 0,0 0 0 0 0,0 0-1 0 0,1 0 1 0 0,-1 0-1 0 0,1 0 1 0 0,-1 0 0 0 0,1 1-1 0 0,-1-1 1 0 0,1 0 0 0 0,-1 0-1 0 0,2-1 1 0 0,1-3-8 0 0,0 0 1 0 0,1 0 0 0 0,0 0-1 0 0,0 1 1 0 0,0-1-1 0 0,0 1 1 0 0,1 0-1 0 0,0 0 1 0 0,8-5 0 0 0,2-1 4 0 0,-9 6-4 0 0,1 1 0 0 0,-1 0 0 0 0,0 0 0 0 0,1 1 1 0 0,-1 0-1 0 0,1 0 0 0 0,0 0 0 0 0,11 0 0 0 0,-12 1 7 0 0,0 1-1 0 0,-1 0 1 0 0,1 1 0 0 0,0-1-1 0 0,-1 1 1 0 0,1 1 0 0 0,-1-1-1 0 0,1 1 1 0 0,-1 0 0 0 0,0 0-1 0 0,1 0 1 0 0,-1 1 0 0 0,7 4-1 0 0,-9-4 2 0 0,1 0-1 0 0,-1 1 1 0 0,0-1 0 0 0,-1 1-1 0 0,1 0 1 0 0,0-1 0 0 0,-1 1-1 0 0,0 0 1 0 0,0 0 0 0 0,0 1-1 0 0,-1-1 1 0 0,1 0 0 0 0,0 7-1 0 0,0-1 23 0 0,-1 0 0 0 0,0-1 0 0 0,-1 1 0 0 0,0 0 0 0 0,0 0 0 0 0,-1 0 0 0 0,0 0 0 0 0,-1-1 0 0 0,0 1 0 0 0,-1 0 0 0 0,0-1 0 0 0,-6 15 0 0 0,-5 5 46 0 0,-2 0 0 0 0,-26 39 0 0 0,2-14 191 0 0,-3-2 0 0 0,-72 67 0 0 0,100-104-228 0 0,14-14-36 0 0,-12 13-10 0 0,13-14 14 0 0,0 0-1 0 0,0 0 0 0 0,0 0 0 0 0,-1 1 0 0 0,1-1 0 0 0,0 0 0 0 0,0 0 0 0 0,0 0 0 0 0,-1 1 0 0 0,1-1 0 0 0,0 0 0 0 0,0 0 0 0 0,0 1 0 0 0,0-1 0 0 0,0 0 0 0 0,0 0 0 0 0,-1 1 0 0 0,1-1 0 0 0,0 0 0 0 0,0 0 1 0 0,0 1-1 0 0,0-1 0 0 0,0 0 0 0 0,0 0 0 0 0,0 1 0 0 0,0-1 0 0 0,0 0 0 0 0,0 1 0 0 0,0-1 0 0 0,0 0 0 0 0,1 0 0 0 0,-1 1 0 0 0,0-1 0 0 0,0 0 0 0 0,0 0 0 0 0,0 1 0 0 0,0-1 0 0 0,0 0 0 0 0,1 0 0 0 0,-1 1 1 0 0,0-1-1 0 0,0 0 0 0 0,0 0 0 0 0,1 0 0 0 0,-1 0 0 0 0,0 1 0 0 0,0-1 0 0 0,0 0 0 0 0,1 0 0 0 0,4 1 5 0 0,0 0 0 0 0,0 0 0 0 0,0 0 0 0 0,0-1 0 0 0,0 0 0 0 0,0 0 0 0 0,0 0-1 0 0,1 0 1 0 0,-1-1 0 0 0,0 0 0 0 0,8-3 0 0 0,4 0 1 0 0,278-64 91 0 0,-273 62-645 0 0,118-31 1675 0 0,-94 24-3295 0 0,-2 1-3670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17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1116 0 0,'0'0'11363'0'0,"17"-4"-11280"0"0,39-4 10 0 0,70-19 0 0 0,-4 1-10 0 0,-23 1 1713 0 0,-96 24-1720 0 0,17-4-830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18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74 1308 0 0,'0'-3'1851'0'0,"2"-60"7362"0"0,-2 62-8797 0 0,-2-5 1012 0 0,2 28-1344 0 0,1 18 243 0 0,-2 1-1 0 0,-1 0 1 0 0,-16 78 0 0 0,4-61-213 0 0,-20 62 49 0 0,29-95-42 0 0,5-25-119 0 0,-1 1 1 0 0,1-1 0 0 0,0 1-1 0 0,0-1 1 0 0,0 1-1 0 0,0 0 1 0 0,0-1 0 0 0,0 1-1 0 0,0-1 1 0 0,0 1 0 0 0,0-1-1 0 0,0 1 1 0 0,0-1 0 0 0,0 1-1 0 0,0-1 1 0 0,0 1 0 0 0,0-1-1 0 0,1 1 1 0 0,-1-1 0 0 0,0 1-1 0 0,0-1 1 0 0,1 1 0 0 0,-1-1-1 0 0,0 0 1 0 0,0 1 0 0 0,1-1-1 0 0,-1 1 1 0 0,1-1 0 0 0,-1 0-1 0 0,0 1 1 0 0,2-1-1 0 0,0 0 17 0 0,6-1-11 0 0,0 0 0 0 0,0-1 0 0 0,0 0 0 0 0,0-1 0 0 0,0 0-1 0 0,-1 0 1 0 0,11-5 0 0 0,9-5-9 0 0,18-4-130 0 0,-1-2 1 0 0,79-48-1 0 0,-118 63 150 0 0,0 0-1 0 0,0 0 1 0 0,-1-1 0 0 0,0 1-1 0 0,0-1 1 0 0,0 0-1 0 0,0-1 1 0 0,-1 1 0 0 0,0-1-1 0 0,0 1 1 0 0,0-1-1 0 0,-1 0 1 0 0,1 0 0 0 0,-2 0-1 0 0,1 0 1 0 0,-1 0-1 0 0,0-1 1 0 0,0 1 0 0 0,0 0-1 0 0,-1-1 1 0 0,-1-8-1 0 0,1 13 201 0 0,-1-19 737 0 0,-4 32-937 0 0,1 0 0 0 0,0 1 1 0 0,0-1-1 0 0,1 1 1 0 0,1 0-1 0 0,0-1 1 0 0,-1 15-1 0 0,-2 8 14 0 0,-5 24-311 0 0,-24 161 913 0 0,25-71-6373 0 0,9-123 1776 0 0,0-3-1841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18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48 36 0 0,'-15'4'5565'0'0,"-65"10"2334"0"0,78-13-7402 0 0,-11-1 115 0 0,144-30-543 0 0,21-1-559 0 0,-149 30 68 0 0,2-1 70 0 0,15-1-6708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19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48 1228 0 0,'19'-24'10380'0'0,"-19"24"-10230"0"0,1-1 0 0 0,-1 1 0 0 0,1 0 0 0 0,-1-1 1 0 0,1 1-1 0 0,-1 0 0 0 0,0-1 0 0 0,1 1 0 0 0,-1-1 0 0 0,0 1 1 0 0,1 0-1 0 0,-1-1 0 0 0,0 1 0 0 0,1-1 0 0 0,-1 1 1 0 0,0-1-1 0 0,0 1 0 0 0,0-1 0 0 0,0 1 0 0 0,1-1 0 0 0,-1 1 1 0 0,0-1-1 0 0,0 0 0 0 0,0 1 0 0 0,0-1 0 0 0,0 1 0 0 0,0-1 1 0 0,0 0-1 0 0,0 1-109 0 0,0-1 1 0 0,0 1-1 0 0,0 0 1 0 0,0-1 0 0 0,0 1-1 0 0,0 0 1 0 0,0-1-1 0 0,0 1 1 0 0,0 0-1 0 0,0-1 1 0 0,0 1-1 0 0,-1 0 1 0 0,1-1 0 0 0,0 1-1 0 0,0 0 1 0 0,0-1-1 0 0,0 1 1 0 0,0 0-1 0 0,-1-1 1 0 0,1 1-1 0 0,0 0 1 0 0,0 0 0 0 0,0-1-1 0 0,-1 1 1 0 0,1 0-1 0 0,0 0 1 0 0,-1 0-1 0 0,1-1 1 0 0,0 1-1 0 0,0 0 1 0 0,-1 0 0 0 0,1 0-1 0 0,0 0 1 0 0,-1-1-1 0 0,1 1 1 0 0,0 0-1 0 0,-1 0 1 0 0,1 0-1 0 0,0 0 1 0 0,-1 0 0 0 0,1 0-1 0 0,0 0 1 0 0,-1 0-1 0 0,1 0 1 0 0,-1 0-1 0 0,1 0 1 0 0,0 0-1 0 0,-1 1 1 0 0,-5 2-14 0 0,-1 0-1 0 0,1 1 1 0 0,0 0 0 0 0,1 0 0 0 0,-1 0-1 0 0,1 1 1 0 0,0 0 0 0 0,0 0 0 0 0,-8 11-1 0 0,-37 58 52 0 0,44-64-69 0 0,-13 23-6 0 0,1 0 1 0 0,2 2-1 0 0,-17 49 0 0 0,26-61-1 0 0,1-1-1 0 0,0 1 1 0 0,2 0-1 0 0,1 0 1 0 0,1 0-1 0 0,1 42 1 0 0,2-55-1 0 0,0-1 1 0 0,0 0 0 0 0,1 1-1 0 0,0-1 1 0 0,1 0-1 0 0,0 0 1 0 0,1-1 0 0 0,-1 1-1 0 0,2-1 1 0 0,-1 0 0 0 0,10 13-1 0 0,-9-15 1 0 0,0 0 0 0 0,1 0 0 0 0,0-1 1 0 0,1 0-1 0 0,-1 0 0 0 0,1 0 0 0 0,0 0 0 0 0,0-1 0 0 0,0-1 0 0 0,1 1 0 0 0,-1-1 0 0 0,1 0 0 0 0,11 2 0 0 0,-9-3 19 0 0,1 1 0 0 0,-1-2-1 0 0,1 0 1 0 0,-1 0-1 0 0,1-1 1 0 0,0 0 0 0 0,18-4-1 0 0,-24 4-11 0 0,-1-1 0 0 0,0 0 0 0 0,0 0 0 0 0,0-1 0 0 0,0 1 0 0 0,0-1 0 0 0,0 0 0 0 0,-1 0-1 0 0,1 0 1 0 0,0 0 0 0 0,-1-1 0 0 0,0 0 0 0 0,0 1 0 0 0,0-1 0 0 0,0 0 0 0 0,0-1 0 0 0,0 1-1 0 0,-1 0 1 0 0,1-1 0 0 0,-1 0 0 0 0,3-5 0 0 0,-4 7-8 0 0,-1 0-1 0 0,1-1 1 0 0,0 1-1 0 0,-1 0 1 0 0,1 0-1 0 0,-1-1 1 0 0,0 1-1 0 0,0 0 1 0 0,0 0-1 0 0,0-1 1 0 0,0 1 0 0 0,0 0-1 0 0,-1 0 1 0 0,1-1-1 0 0,-1 1 1 0 0,1 0-1 0 0,-1 0 1 0 0,0 0-1 0 0,0 0 1 0 0,0 0-1 0 0,0 0 1 0 0,0 0 0 0 0,-1 0-1 0 0,1 0 1 0 0,-1 0-1 0 0,1 1 1 0 0,-1-1-1 0 0,1 0 1 0 0,-1 1-1 0 0,0 0 1 0 0,-3-3-1 0 0,0 1 0 0 0,-1 0-1 0 0,1 0 1 0 0,-1 1-1 0 0,0-1 1 0 0,0 1-1 0 0,0 1 1 0 0,0-1-1 0 0,0 1 0 0 0,0 0 1 0 0,0 0-1 0 0,-7 1 1 0 0,0 0-356 0 0,0 1 1 0 0,0 1-1 0 0,-25 6 1 0 0,32-7-959 0 0,0 1 1 0 0,1 0 0 0 0,-1 1-1 0 0,1-1 1 0 0,-1 1-1 0 0,-6 5 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21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28 80 0 0,'-4'-10'7158'0'0,"4"9"-6934"0"0,0 0 0 0 0,0 1 0 0 0,-1-1 0 0 0,1 0 0 0 0,0 0 0 0 0,0 0 0 0 0,-1 1 0 0 0,1-1 0 0 0,-1 0 0 0 0,1 1 0 0 0,0-1 0 0 0,-1 0 0 0 0,1 1-1 0 0,-1-1 1 0 0,1 0 0 0 0,-1 1 0 0 0,0-1 0 0 0,1 1 0 0 0,-1-1 0 0 0,0 1 0 0 0,1-1 0 0 0,-1 1 0 0 0,0-1 0 0 0,0 1 0 0 0,1 0 0 0 0,-1 0 0 0 0,0-1 0 0 0,-1 1 0 0 0,1 0-191 0 0,1 1 0 0 0,-1-1 0 0 0,0 0 0 0 0,0 1 1 0 0,1-1-1 0 0,-1 1 0 0 0,0-1 0 0 0,1 1 0 0 0,-1 0 0 0 0,1-1 0 0 0,-1 1 1 0 0,0-1-1 0 0,1 1 0 0 0,0 0 0 0 0,-1 0 0 0 0,1-1 0 0 0,-1 1 1 0 0,1 0-1 0 0,0 0 0 0 0,-1 0 0 0 0,1-1 0 0 0,0 1 0 0 0,0 0 0 0 0,0 0 1 0 0,0 1-1 0 0,-9 50 36 0 0,-3 89 1 0 0,8-67-1 0 0,-64 780 2007 0 0,16 518-1319 0 0,62-38-313 0 0,-22-1018-279 0 0,3-192-108 0 0,6-47 476 0 0,3-75-294 0 0,1-16-2734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35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73 8 0 0,'-12'6'14584'0'0,"21"-15"-13847"0"0,17-12-1027 0 0,-12 13 301 0 0,-1 0-1 0 0,1 1 1 0 0,26-9 0 0 0,-34 14-23 0 0,1 0 0 0 0,-1 0-1 0 0,1 1 1 0 0,0 0-1 0 0,0 0 1 0 0,0 1 0 0 0,-1 0-1 0 0,1 0 1 0 0,13 2 0 0 0,-18-1 11 0 0,-1-1 0 0 0,1 1 0 0 0,-1-1 0 0 0,0 1 0 0 0,1 0 0 0 0,-1 0 1 0 0,0 0-1 0 0,0-1 0 0 0,0 1 0 0 0,1 0 0 0 0,-1 0 0 0 0,0 1 0 0 0,0-1 0 0 0,0 0 0 0 0,-1 0 1 0 0,1 0-1 0 0,0 1 0 0 0,0-1 0 0 0,-1 0 0 0 0,1 1 0 0 0,-1-1 0 0 0,1 1 0 0 0,-1-1 0 0 0,1 1 1 0 0,-1-1-1 0 0,0 1 0 0 0,0 1 0 0 0,1 3 0 0 0,-1-1 0 0 0,0 1 0 0 0,0 0 0 0 0,-1-1-1 0 0,-1 9 1 0 0,-3 6 1 0 0,-1 1-1 0 0,-2-2 0 0 0,1 1 1 0 0,-2-1-1 0 0,-20 33 0 0 0,0-9 65 0 0,-41 47-1 0 0,11-13 27 0 0,58-76-71 0 0,1-1-16 0 0,0 1-1 0 0,0-1 0 0 0,0 0 0 0 0,-1 1 1 0 0,1-1-1 0 0,0 0 0 0 0,0 1 1 0 0,0-1-1 0 0,0 0 0 0 0,0 1 0 0 0,0-1 1 0 0,0 1-1 0 0,0-1 0 0 0,0 0 0 0 0,0 1 1 0 0,0-1-1 0 0,0 0 0 0 0,0 1 1 0 0,0-1-1 0 0,0 0 0 0 0,0 1 0 0 0,1-1 1 0 0,-1 0-1 0 0,0 1 0 0 0,0-1 0 0 0,1 1 1 0 0,2 0 5 0 0,1 0 0 0 0,0 0 1 0 0,0-1-1 0 0,0 1 1 0 0,0-1-1 0 0,0 0 0 0 0,1 0 1 0 0,-1 0-1 0 0,4-1 1 0 0,44-9 26 0 0,-26 5-20 0 0,9-1-17 0 0,144-20 29 0 0,-147 21-228 0 0,-30 5-123 0 0,1 0-210 0 0,7 0-24 0 0,-7 0-74 0 0,-3 4-999 0 0,0-4 1397 0 0,0 1 1 0 0,-1 0-1 0 0,1 0 1 0 0,0 0-1 0 0,0 0 1 0 0,-1 0-1 0 0,1 0 1 0 0,0 0-1 0 0,-1 0 1 0 0,1 0-1 0 0,-1 0 0 0 0,-10 6-2514 0 0,-3 2-797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45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342 155 2268 0 0,'0'-14'4521'0'0,"-5"-27"6650"0"0,3 38-10930 0 0,2 3-232 0 0,0 0 1 0 0,0 0 0 0 0,0-1-1 0 0,0 1 1 0 0,0 0 0 0 0,0 0-1 0 0,0 0 1 0 0,0-1 0 0 0,0 1 0 0 0,0 0-1 0 0,0 0 1 0 0,-1 0 0 0 0,1 0-1 0 0,0-1 1 0 0,0 1 0 0 0,0 0-1 0 0,0 0 1 0 0,0 0 0 0 0,0 0 0 0 0,-1 0-1 0 0,1-1 1 0 0,0 1 0 0 0,0 0-1 0 0,0 0 1 0 0,0 0 0 0 0,-1 0-1 0 0,1 0 1 0 0,0 0 0 0 0,0 0-1 0 0,0 0 1 0 0,0 0 0 0 0,-1 0 0 0 0,1 0-1 0 0,0 0 1 0 0,0 0 0 0 0,0 0-1 0 0,-1 0 1 0 0,-13 9 52 0 0,0 1 0 0 0,1 0-1 0 0,0 1 1 0 0,1 1 0 0 0,0 0 0 0 0,0 1 0 0 0,-10 16-1 0 0,-7 5 32 0 0,4-4-43 0 0,1 2 1 0 0,1 0 0 0 0,2 1-1 0 0,2 1 1 0 0,-21 49 0 0 0,32-64-15 0 0,2 1-1 0 0,0 0 1 0 0,1 0 0 0 0,1 0 0 0 0,0 0 0 0 0,2 1-1 0 0,1 0 1 0 0,1 33 0 0 0,1-45-2 0 0,0-1 0 0 0,0 0 0 0 0,0 0 0 0 0,1 1 0 0 0,1-1 0 0 0,-1-1 0 0 0,2 1 0 0 0,-1 0 0 0 0,1-1 0 0 0,0 1 0 0 0,0-1 0 0 0,1 0 0 0 0,0 0 0 0 0,0-1 0 0 0,0 0-1 0 0,1 0 1 0 0,0 0 0 0 0,0 0 0 0 0,1-1 0 0 0,0 0 0 0 0,0-1 0 0 0,0 1 0 0 0,0-1 0 0 0,8 3 0 0 0,3-1 82 0 0,0 0 0 0 0,0-2 0 0 0,0 0 0 0 0,1-1 1 0 0,-1-1-1 0 0,1 0 0 0 0,-1-1 0 0 0,1-2 0 0 0,35-4 0 0 0,-29 1 106 0 0,0-1 0 0 0,-1-1 0 0 0,1-1 0 0 0,-1-1 1 0 0,0-1-1 0 0,39-22 0 0 0,-42 19-69 0 0,-2-2 0 0 0,1 0-1 0 0,-2 0 1 0 0,0-2 0 0 0,0 0 0 0 0,-2-1 0 0 0,0-1 0 0 0,-1-1 0 0 0,-1 0 0 0 0,20-35 0 0 0,-26 39-85 0 0,-1 0 1 0 0,-1-1 0 0 0,0 1 0 0 0,-1-1-1 0 0,-1-1 1 0 0,0 1 0 0 0,-1 0 0 0 0,-1-1-1 0 0,-1 1 1 0 0,0-1 0 0 0,-1 0-1 0 0,-1 0 1 0 0,0 1 0 0 0,-1-1 0 0 0,-9-31-1 0 0,4 25-63 0 0,0 1-1 0 0,-2 0 1 0 0,0 0-1 0 0,-2 1 0 0 0,0 1 1 0 0,-26-36-1 0 0,28 46-23 0 0,0 0-1 0 0,0 0 0 0 0,-1 1 1 0 0,-1 0-1 0 0,1 0 0 0 0,-1 2 1 0 0,0-1-1 0 0,-1 1 0 0 0,0 1 1 0 0,0 0-1 0 0,-1 0 1 0 0,1 2-1 0 0,-17-5 0 0 0,13 5-404 0 0,-1 1 1 0 0,1 0-1 0 0,-1 2 0 0 0,0 0 0 0 0,0 0 0 0 0,1 2 0 0 0,-1 0 0 0 0,-27 6 0 0 0,29-4-520 0 0,1 2 1 0 0,0 0-1 0 0,0 0 1 0 0,0 1-1 0 0,1 1 1 0 0,0 0-1 0 0,0 1 0 0 0,0 0 1 0 0,-21 20-1 0 0,8-3-3176 0 0,1 1-1989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50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38 540 0 0,'10'-17'17622'0'0,"-10"16"-17610"0"0,-6-11 200 0 0,5 11-206 0 0,0 0-1 0 0,-1 0 0 0 0,1 0 1 0 0,-1 1-1 0 0,1-1 0 0 0,-1 1 1 0 0,1-1-1 0 0,-1 1 1 0 0,0-1-1 0 0,1 1 0 0 0,-1 0 1 0 0,0 0-1 0 0,1-1 1 0 0,-1 1-1 0 0,0 0 0 0 0,-2 1 1 0 0,0 0-9 0 0,0-1 0 0 0,0 2 0 0 0,-1-1 0 0 0,1 0 0 0 0,0 1 0 0 0,0-1 0 0 0,1 1 0 0 0,-1 0 0 0 0,0 1 0 0 0,1-1 0 0 0,-1 1 0 0 0,1-1 0 0 0,-1 1 0 0 0,-2 4 0 0 0,-7 7 3 0 0,-21 29 0 0 0,24-30-7 0 0,-22 30-31 0 0,-44 79 0 0 0,65-100 26 0 0,0 0 0 0 0,1 1 1 0 0,2 1-1 0 0,0 0 0 0 0,-7 44 0 0 0,14-63 14 0 0,0-1-1 0 0,1 0 1 0 0,-1 0 0 0 0,1 0-1 0 0,0 1 1 0 0,1-1 0 0 0,-1 0 0 0 0,1 0-1 0 0,-1 0 1 0 0,1 1 0 0 0,1-1-1 0 0,-1 0 1 0 0,0 0 0 0 0,5 7-1 0 0,-5-10 0 0 0,-1-1-1 0 0,1 1 1 0 0,-1-1-1 0 0,1 0 1 0 0,0 1 0 0 0,0-1-1 0 0,-1 0 1 0 0,1 1-1 0 0,0-1 1 0 0,-1 0-1 0 0,1 1 1 0 0,0-1-1 0 0,0 0 1 0 0,0 0-1 0 0,-1 0 1 0 0,1 0-1 0 0,0 0 1 0 0,0 0 0 0 0,0 0-1 0 0,-1 0 1 0 0,1 0-1 0 0,0-1 1 0 0,0 1-1 0 0,1 0 1 0 0,18-9 18 0 0,-17 8-16 0 0,8-5 1 0 0,0 0 0 0 0,0-1 0 0 0,14-12 0 0 0,-13 9-5 0 0,1 1 1 0 0,1 0 0 0 0,23-11-1 0 0,-34 18 2 0 0,0 0 0 0 0,0 1 1 0 0,0 0-1 0 0,0-1 0 0 0,1 1 0 0 0,-1 0 0 0 0,0 1 0 0 0,1-1 0 0 0,-1 0 0 0 0,0 1 0 0 0,1 0 0 0 0,-1 0 0 0 0,1 0 0 0 0,-1 0 0 0 0,0 1 0 0 0,1-1 0 0 0,-1 1 1 0 0,0 0-1 0 0,1 0 0 0 0,-1 0 0 0 0,0 0 0 0 0,0 0 0 0 0,0 1 0 0 0,0 0 0 0 0,0-1 0 0 0,0 1 0 0 0,-1 0 0 0 0,1 0 0 0 0,4 5 0 0 0,-2 0 3 0 0,0 0 0 0 0,0 0-1 0 0,-1 1 1 0 0,1 0-1 0 0,-2 0 1 0 0,1 0 0 0 0,-1 0-1 0 0,-1 0 1 0 0,1 1 0 0 0,-1 0-1 0 0,-1-1 1 0 0,0 1 0 0 0,0 0-1 0 0,-1-1 1 0 0,0 1-1 0 0,0 0 1 0 0,-1 0 0 0 0,-2 10-1 0 0,1-5 80 0 0,-1 0 0 0 0,-1 0 0 0 0,0 0 0 0 0,0-1 0 0 0,-2 1 0 0 0,0-1 0 0 0,0-1 0 0 0,-1 1 0 0 0,-1-1 0 0 0,-13 17 0 0 0,14-22 38 0 0,1 0 0 0 0,-1-1 0 0 0,-1 0 0 0 0,1 0 0 0 0,-1-1 0 0 0,0 0-1 0 0,0 0 1 0 0,-1-1 0 0 0,1 0 0 0 0,-1-1 0 0 0,0 1 0 0 0,0-2 0 0 0,0 1-1 0 0,-18 1 1 0 0,9-2-39 0 0,0-1 0 0 0,-1-1 0 0 0,1-1 0 0 0,-1-1-1 0 0,1 0 1 0 0,-28-7 0 0 0,44 8-65 0 0,-15-3-28 0 0,7 2-73 0 0,8 1-91 0 0,-8-3-1042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50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15 2332 0 0,'28'-15'18565'0'0,"-27"16"-18541"0"0,-1 1 0 0 0,1-1 0 0 0,0 0 0 0 0,-1 1 0 0 0,1-1 1 0 0,0 1-1 0 0,-1-1 0 0 0,0 1 0 0 0,1-1 0 0 0,-1 1 1 0 0,0-1-1 0 0,0 1 0 0 0,0-1 0 0 0,0 1 0 0 0,0-1 1 0 0,0 1-1 0 0,-1 2 0 0 0,-4 39 387 0 0,3-28-275 0 0,-11 79 500 0 0,-34 128 0 0 0,41-198-567 0 0,-15 47 406 0 0,21-70-540 0 0,-7-1-2956 0 0,6 0 2939 0 0,1 0 1 0 0,0 0-1 0 0,-1-1 1 0 0,1 1-1 0 0,0 0 1 0 0,-1 0-1 0 0,1 0 1 0 0,0 0-1 0 0,-1 0 1 0 0,1 0-1 0 0,0-1 1 0 0,-1 1-1 0 0,1 0 1 0 0,0 0-1 0 0,0-1 1 0 0,-1 1-1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51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1 125 764 0 0,'2'-18'18291'0'0,"124"-11"-17935"0"0,-93 23-325 0 0,106-26 70 0 0,-22 3-4228 0 0,-73 19-4587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51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53 1632 0 0,'-21'13'3736'0'0,"-29"23"0"0"0,-10 6 2770 0 0,62-40-6393 0 0,0-1 1 0 0,0 0-1 0 0,0 0 0 0 0,0 0 0 0 0,0-1 0 0 0,0 1 1 0 0,0 0-1 0 0,0-1 0 0 0,0 1 0 0 0,0-1 0 0 0,1 0 1 0 0,-1 0-1 0 0,0 0 0 0 0,0 0 0 0 0,0 0 0 0 0,1 0 1 0 0,-1 0-1 0 0,3-2 0 0 0,48-11 229 0 0,-33 7-127 0 0,331-102 544 0 0,-280 85-3601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58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280 145 1096 0 0,'0'0'5529'0'0,"11"-28"2922"0"0,-10 27-8392 0 0,-1-1 0 0 0,1 0 1 0 0,-1 0-1 0 0,0 0 0 0 0,0 0 0 0 0,1 0 1 0 0,-1 0-1 0 0,0 0 0 0 0,-1 0 0 0 0,1 0 1 0 0,0 0-1 0 0,0 0 0 0 0,-1 0 0 0 0,0 0 0 0 0,1 1 1 0 0,-1-1-1 0 0,0 0 0 0 0,0 0 0 0 0,0 0 1 0 0,0 1-1 0 0,0-1 0 0 0,0 1 0 0 0,0-1 0 0 0,0 1 1 0 0,-1-1-1 0 0,1 1 0 0 0,-1 0 0 0 0,1-1 1 0 0,-1 1-1 0 0,1 0 0 0 0,-4-2 0 0 0,0 2-61 0 0,1-1-1 0 0,0 0 1 0 0,-1 1 0 0 0,0 0-1 0 0,1 0 1 0 0,-1 0-1 0 0,0 1 1 0 0,1-1 0 0 0,-1 1-1 0 0,0 0 1 0 0,0 1-1 0 0,1-1 1 0 0,-1 1-1 0 0,0 0 1 0 0,1 0 0 0 0,-10 3-1 0 0,6 0-1 0 0,0 0-1 0 0,0 0 0 0 0,1 0 0 0 0,-1 1 1 0 0,1 0-1 0 0,0 1 0 0 0,0 0 1 0 0,1 0-1 0 0,0 0 0 0 0,0 1 1 0 0,0-1-1 0 0,-5 9 0 0 0,-2 6-13 0 0,1 0-1 0 0,0 0 0 0 0,-8 25 1 0 0,14-31 12 0 0,1 0 1 0 0,0 0-1 0 0,2 1 0 0 0,-3 17 1 0 0,5-25 5 0 0,0 0 0 0 0,1 0 0 0 0,0 0 1 0 0,0 0-1 0 0,1 0 0 0 0,0-1 0 0 0,0 1 1 0 0,1 0-1 0 0,0 0 0 0 0,3 8 1 0 0,-4-14-1 0 0,1 1 1 0 0,-1-1 0 0 0,0 1-1 0 0,1-1 1 0 0,0 0 0 0 0,0 0-1 0 0,0 0 1 0 0,0 0 0 0 0,0 0-1 0 0,0-1 1 0 0,0 1 0 0 0,0 0-1 0 0,1-1 1 0 0,-1 0 0 0 0,0 1-1 0 0,1-1 1 0 0,0 0 0 0 0,-1 0 0 0 0,1-1-1 0 0,0 1 1 0 0,-1 0 0 0 0,1-1-1 0 0,0 0 1 0 0,-1 1 0 0 0,6-2-1 0 0,6 1 2 0 0,0-2 0 0 0,0 0 0 0 0,27-7 0 0 0,-10 1-14 0 0,-15 5 10 0 0,1 0-1 0 0,-1 1 1 0 0,1 1 0 0 0,0 1-1 0 0,-1 0 1 0 0,19 3 0 0 0,-28-2 6 0 0,-1 0 0 0 0,0 1 0 0 0,0 0 0 0 0,0 0 0 0 0,0 0 0 0 0,0 1 0 0 0,-1 0 0 0 0,1 0 0 0 0,-1 0 1 0 0,0 1-1 0 0,0 0 0 0 0,0 0 0 0 0,0 0 0 0 0,0 1 0 0 0,-1 0 0 0 0,0-1 0 0 0,0 1 0 0 0,0 1 0 0 0,3 5 0 0 0,-4-3 56 0 0,1-1 0 0 0,-1 1 0 0 0,-1 0 0 0 0,1 0 0 0 0,-1 0 0 0 0,-1 0-1 0 0,1 0 1 0 0,-1 0 0 0 0,-1 1 0 0 0,1-1 0 0 0,-2 0 0 0 0,1 0 0 0 0,-1 1 0 0 0,0-1 0 0 0,-1 0-1 0 0,0 0 1 0 0,0 0 0 0 0,-1 0 0 0 0,-4 10 0 0 0,1-6 85 0 0,0 1 0 0 0,-1-1 0 0 0,0-1 0 0 0,-1 1 0 0 0,0-1 0 0 0,-1-1 0 0 0,0 0 0 0 0,-1 0 0 0 0,0 0 0 0 0,-22 15 0 0 0,28-23-88 0 0,1 1-1 0 0,-2-1 0 0 0,1 0 1 0 0,0 0-1 0 0,0-1 1 0 0,-1 1-1 0 0,1-1 1 0 0,-1 0-1 0 0,1 0 0 0 0,-1 0 1 0 0,0-1-1 0 0,-5 1 1 0 0,8-1-49 0 0,0-1 1 0 0,-1 1-1 0 0,1 0 1 0 0,0-1-1 0 0,0 1 1 0 0,0-1-1 0 0,0 0 1 0 0,0 0-1 0 0,0 0 1 0 0,0 0-1 0 0,0 0 1 0 0,0 0-1 0 0,0 0 1 0 0,0-1-1 0 0,1 1 1 0 0,-1-1-1 0 0,1 1 1 0 0,-1-1 0 0 0,1 1-1 0 0,-1-1 1 0 0,1 0-1 0 0,0 0 1 0 0,0 0-1 0 0,0 0 1 0 0,0 0-1 0 0,0 0 1 0 0,-1-3-1 0 0,0-3-3 0 0,0-1 0 0 0,1 0 0 0 0,0 1 0 0 0,0-1-1 0 0,1 0 1 0 0,0 0 0 0 0,2-15 0 0 0,15-63-15 0 0,-14 75 13 0 0,43-164 11 0 0,-10 42 26 0 0,-32 122-39 0 0,-1-1 0 0 0,-1 1 0 0 0,0-1 1 0 0,0 0-1 0 0,-2 0 0 0 0,1 0 0 0 0,-2 0 0 0 0,0 1 0 0 0,0-1 0 0 0,-1 0 0 0 0,-1 0 0 0 0,0 1 0 0 0,0 0 0 0 0,-2-1 0 0 0,1 1 0 0 0,-2 1 0 0 0,1-1 0 0 0,-2 1 0 0 0,-14-20 1 0 0,19 28-7 0 0,-10-9 12 0 0,11 11-8 0 0,0 0 1 0 0,1 0-1 0 0,-1 0 1 0 0,0 0-1 0 0,-1 0 0 0 0,1 0 1 0 0,0 1-1 0 0,0-1 0 0 0,0 0 1 0 0,0 1-1 0 0,-1-1 0 0 0,1 1 1 0 0,-2-1-1 0 0,-15-7-36 0 0,-25-2-173 0 0,40 10-20 0 0,-14 0-2061 0 0,16 1 2178 0 0,0-1 1 0 0,0 0-1 0 0,1 0 1 0 0,-1 1 0 0 0,0-1-1 0 0,1 0 1 0 0,-1 1-1 0 0,0-1 1 0 0,1 1-1 0 0,-1-1 1 0 0,1 1 0 0 0,-1-1-1 0 0,1 1 1 0 0,-1-1-1 0 0,1 1 1 0 0,-1 0 0 0 0,1-1-1 0 0,-1 1 1 0 0,1 0-1 0 0,0-1 1 0 0,-1 1-1 0 0,1 0 1 0 0,0-1 0 0 0,0 1-1 0 0,0 0 1 0 0,-1 1-1 0 0,2-1-90 0 0,-1 1 0 0 0,0-1 0 0 0,1 0 0 0 0,-1 1 0 0 0,0-1 0 0 0,1 0 0 0 0,0 0-1 0 0,-1 1 1 0 0,1-1 0 0 0,0 0 0 0 0,0 0 0 0 0,-1 0 0 0 0,3 2 0 0 0,3 3-1442 0 0,1 0 1 0 0,0 0 0 0 0,13 8-1 0 0,-5-4-1440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59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1 512 0 0,'-4'34'10484'0'0,"4"-31"-10029"0"0,-1-1 0 0 0,1 0 1 0 0,-1 1-1 0 0,1 0 0 0 0,0-1 0 0 0,0 1 1 0 0,0-1-1 0 0,0 1 0 0 0,1-1 1 0 0,0 5-1 0 0,0-6-367 0 0,0 0 0 0 0,0 0 1 0 0,0 1-1 0 0,0-1 0 0 0,0 0 1 0 0,0 0-1 0 0,0 0 0 0 0,0-1 1 0 0,0 1-1 0 0,1 0 0 0 0,-1 0 1 0 0,0-1-1 0 0,1 1 0 0 0,-1 0 1 0 0,0-1-1 0 0,1 1 0 0 0,-1-1 1 0 0,1 0-1 0 0,-1 1 0 0 0,1-1 1 0 0,1 0-1 0 0,25 2 166 0 0,-1-1 1 0 0,1-1 0 0 0,0-2-1 0 0,0 0 1 0 0,43-11-1 0 0,-9 3-131 0 0,54-11 30 0 0,27-2-75 0 0,-117 18 470 0 0,-8 2-3233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59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38 2384 0 0,'-6'-4'1949'0'0,"1"-1"0"0"0,-1 1 0 0 0,0 0 0 0 0,-1 1 0 0 0,-11-6 1033 0 0,17 8-2758 0 0,0 0-1 0 0,0 1 0 0 0,0-1 0 0 0,0 0 0 0 0,0 0 1 0 0,0 1-1 0 0,0-1 0 0 0,0 1 0 0 0,0-1 0 0 0,-1 1 0 0 0,1 0 1 0 0,0-1-1 0 0,0 1 0 0 0,0 0 0 0 0,-1 0 0 0 0,1-1 1 0 0,0 1-1 0 0,0 0 0 0 0,-2 1 0 0 0,1 2 35 0 0,0 1-1 0 0,1 0 1 0 0,-1 1 0 0 0,1-1-1 0 0,0 0 1 0 0,0 0 0 0 0,0 1-1 0 0,0-1 1 0 0,1 0 0 0 0,0 8-1 0 0,4 52 763 0 0,-1-37-641 0 0,42 435 1110 0 0,-44-457-1482 0 0,11 105-807 0 0,-12-108 106 0 0,22-31-11231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00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203 298 528 0 0,'25'-26'14784'0'0,"-21"19"-13847"0"0,-25-18 2272 0 0,-40-9-2602 0 0,-70-28 0 0 0,113 51-655 0 0,18 11 46 0 0,0-1 1 0 0,0 1-1 0 0,0 0 1 0 0,0 0-1 0 0,0 0 1 0 0,0-1-1 0 0,-1 1 1 0 0,1 0-1 0 0,0 0 1 0 0,0-1-1 0 0,0 1 1 0 0,0 0-1 0 0,0 0 0 0 0,0-1 1 0 0,0 1-1 0 0,0 0 1 0 0,0 0-1 0 0,0-1 1 0 0,0 1-1 0 0,0 0 1 0 0,1 0-1 0 0,-1-1 1 0 0,0 1-1 0 0,0 0 1 0 0,0 0-1 0 0,0 0 1 0 0,0-1-1 0 0,0 1 1 0 0,0 0-1 0 0,1 0 0 0 0,-1 0 1 0 0,0-1-1 0 0,0 1 1 0 0,0 0-1 0 0,1 0 1 0 0,-1 0-1 0 0,0 0 1 0 0,4-2-10 0 0,-1 0 0 0 0,1 1 0 0 0,0-1 0 0 0,0 1 1 0 0,7-1-1 0 0,-4 0 25 0 0,148-27 42 0 0,-43 11-65 0 0,50-12 162 0 0,-160 29-117 0 0,0 1 0 0 0,0 0 0 0 0,0-1 1 0 0,-1 1-1 0 0,1-1 0 0 0,0 1 1 0 0,-1-1-1 0 0,1 0 0 0 0,-1 0 0 0 0,1 0 1 0 0,-1 0-1 0 0,1 0 0 0 0,-1 0 0 0 0,1 0 1 0 0,-1 0-1 0 0,0-1 0 0 0,0 1 1 0 0,1 0-1 0 0,-1-1 0 0 0,0 1 0 0 0,0-1 1 0 0,-1 1-1 0 0,3-5 1208 0 0,-5 2-1061 0 0,-1 1 341 0 0,-2 10-70 0 0,-21 72 558 0 0,-25 119 0 0 0,3 88-470 0 0,37-190-446 0 0,-14 79-706 0 0,25-160-1016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00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57 140 0 0,'-48'8'9886'0'0,"11"-2"-2913"0"0,16-1-4080 0 0,21-5-2849 0 0,0 0 0 0 0,0 1 0 0 0,0-1 0 0 0,0 0 0 0 0,0 1 0 0 0,0-1 0 0 0,0 0-1 0 0,0 0 1 0 0,0 1 0 0 0,1-1 0 0 0,-1 0 0 0 0,0 1 0 0 0,0-1 0 0 0,0 0 0 0 0,0 0-1 0 0,1 1 1 0 0,-1-1 0 0 0,0 0 0 0 0,0 0 0 0 0,1 0 0 0 0,-1 1 0 0 0,0-1 0 0 0,0 0 0 0 0,1 0-1 0 0,-1 0 1 0 0,0 0 0 0 0,1 0 0 0 0,-1 1 0 0 0,0-1 0 0 0,1 0 0 0 0,61 2 767 0 0,-1-2 1 0 0,1-3-1 0 0,107-19 1 0 0,54-25-2201 0 0,-221 46 921 0 0,0 0-1 0 0,0 0 1 0 0,0 0 0 0 0,0 0-1 0 0,0 0 1 0 0,0 0 0 0 0,0-1-1 0 0,2-1 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00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13 1392 0 0,'-2'-1'2284'0'0,"-49"-10"9721"0"0,37 16-9758 0 0,12-1-1758 0 0,0 0 0 0 0,0 0-1 0 0,1 1 1 0 0,0-1 0 0 0,0 1 0 0 0,0-1 0 0 0,0 0 0 0 0,0 10 0 0 0,3 43 1031 0 0,0-21-622 0 0,7 168 884 0 0,-1-1-1939 0 0,-8-197-448 0 0,1 0-1 0 0,-1 0 1 0 0,1 1 0 0 0,0-1-1 0 0,4 10 1 0 0,-5-15 357 0 0,1-1 1 0 0,-1 1-1 0 0,1 0 0 0 0,-1 0 1 0 0,1-1-1 0 0,-1 1 0 0 0,1 0 1 0 0,0-1-1 0 0,-1 1 1 0 0,1-1-1 0 0,0 1 0 0 0,-1-1 1 0 0,1 1-1 0 0,0-1 0 0 0,0 1 1 0 0,-1-1-1 0 0,1 0 1 0 0,0 1-1 0 0,0-1 0 0 0,0 0 1 0 0,0 0-1 0 0,1 1 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01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117 146 816 0 0,'-56'-32'12298'0'0,"24"6"-7370"0"0,31 26-4882 0 0,1-1 1 0 0,-1 0 0 0 0,1 0-1 0 0,0 0 1 0 0,-1 0 0 0 0,1 0-1 0 0,0 0 1 0 0,-1 0 0 0 0,1 0 0 0 0,0 0-1 0 0,0 0 1 0 0,0 0 0 0 0,0 0-1 0 0,0 0 1 0 0,0 0 0 0 0,0 0-1 0 0,0 0 1 0 0,1 0 0 0 0,-1 0-1 0 0,0 0 1 0 0,1 0 0 0 0,-1 0-1 0 0,0 0 1 0 0,1 1 0 0 0,-1-1 0 0 0,1 0-1 0 0,-1 0 1 0 0,1 0 0 0 0,0 0-1 0 0,-1 1 1 0 0,1-1 0 0 0,0 0-1 0 0,0 1 1 0 0,1-2 0 0 0,2-2 6 0 0,0 0 1 0 0,0 0-1 0 0,1 1 1 0 0,8-6-1 0 0,-2 4-20 0 0,0 0-1 0 0,1 0 1 0 0,0 1-1 0 0,0 1 1 0 0,0 0-1 0 0,0 0 1 0 0,0 2 0 0 0,21-2-1 0 0,-23 3-4 0 0,0 0-1 0 0,-1 1 1 0 0,1 0 0 0 0,0 1 0 0 0,-1 0-1 0 0,0 0 1 0 0,1 1 0 0 0,-1 0-1 0 0,0 0 1 0 0,0 1 0 0 0,14 9 0 0 0,-20-11-1 0 0,0 1 1 0 0,0-1 0 0 0,1 1 0 0 0,-2 0 0 0 0,1 0 0 0 0,0 0-1 0 0,0 0 1 0 0,-1 0 0 0 0,0 1 0 0 0,0-1 0 0 0,0 1 0 0 0,0-1-1 0 0,0 1 1 0 0,-1 0 0 0 0,2 4 0 0 0,-2-1-1 0 0,0-1 0 0 0,0 1 0 0 0,-1-1 0 0 0,1 1 0 0 0,-2-1 0 0 0,1 1 0 0 0,-1-1 0 0 0,-2 11 0 0 0,-3 3 66 0 0,0 0 1 0 0,-2-1 0 0 0,0 0 0 0 0,-21 33-1 0 0,11-24 465 0 0,-25 28 1 0 0,15-19 531 0 0,-3-1 452 0 0,30-35-1437 0 0,-3 3-26 0 0,4-4-77 0 0,0 0 0 0 0,0 0 0 0 0,0 0 0 0 0,0 0 1 0 0,0 0-1 0 0,0 0 0 0 0,0 0 0 0 0,0 0 0 0 0,0 0 1 0 0,0 0-1 0 0,0 0 0 0 0,0 1 0 0 0,0-1 1 0 0,-1 0-1 0 0,1 0 0 0 0,0 0 0 0 0,0 0 0 0 0,0 0 1 0 0,0 0-1 0 0,0 0 0 0 0,0 0 0 0 0,0 0 0 0 0,0 0 1 0 0,0 0-1 0 0,0 1 0 0 0,0-1 0 0 0,0 0 0 0 0,0 0 1 0 0,0 0-1 0 0,0 0 0 0 0,0 0 0 0 0,0 0 1 0 0,0 0-1 0 0,0 0 0 0 0,1 0 0 0 0,-1 0 0 0 0,0 1 1 0 0,0-1-1 0 0,0 0 0 0 0,0 0 0 0 0,0 0 0 0 0,0 0 1 0 0,0 0-1 0 0,0 0 0 0 0,0 0 0 0 0,0 0 0 0 0,0 0 1 0 0,0 0-1 0 0,0 0 0 0 0,0 0 0 0 0,0 0 1 0 0,1 0-1 0 0,-1 0 0 0 0,0 0 0 0 0,0 0 0 0 0,0 0 1 0 0,0 0-1 0 0,0 0 0 0 0,0 0 0 0 0,0 0 0 0 0,0 0 1 0 0,0 0-1 0 0,0 0 0 0 0,1 0 0 0 0,-1 0 0 0 0,0 0 1 0 0,0 0-1 0 0,0 0 0 0 0,0 0 0 0 0,14 0-28 0 0,-11 0 46 0 0,1 0-52 0 0,12 2 36 0 0,1 0 1 0 0,-1 1-1 0 0,0 1 1 0 0,0 0 0 0 0,0 1-1 0 0,-1 1 1 0 0,0 0-1 0 0,0 1 1 0 0,0 1-1 0 0,-1 0 1 0 0,0 1-1 0 0,23 20 1 0 0,-34-27 30 0 0,-1 0 0 0 0,0 0-1 0 0,0 1 1 0 0,0-1 0 0 0,0 0 0 0 0,0 1 0 0 0,0 0-1 0 0,-1-1 1 0 0,1 1 0 0 0,-1 0 0 0 0,0-1 0 0 0,0 1 0 0 0,0 0-1 0 0,0 0 1 0 0,0 0 0 0 0,-1 0 0 0 0,0 0 0 0 0,1 5-1 0 0,-2-3 70 0 0,1-1 1 0 0,-1 0-1 0 0,0 0 0 0 0,0 0 0 0 0,0 1 0 0 0,-1-1 0 0 0,0 0 0 0 0,0-1 1 0 0,0 1-1 0 0,0 0 0 0 0,-5 6 0 0 0,0-1 98 0 0,-1-1-1 0 0,1-1 1 0 0,-1 1 0 0 0,-1-1-1 0 0,1 0 1 0 0,-1-1 0 0 0,0 0-1 0 0,-1-1 1 0 0,-15 8 0 0 0,8-8-270 0 0,0-1 1 0 0,0 0 0 0 0,0-1 0 0 0,0-1-1 0 0,-1 0 1 0 0,1-1 0 0 0,-1-1 0 0 0,1-1-1 0 0,0-1 1 0 0,-1 0 0 0 0,1-1 0 0 0,0-1-1 0 0,0 0 1 0 0,-22-10 0 0 0,35 12-514 0 0,-1 0 0 0 0,1 0-1 0 0,0 0 1 0 0,0-1 0 0 0,0 1 0 0 0,-7-7 0 0 0,1-8-4173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01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43 728 0 0,'-51'2'7806'0'0,"-4"1"-2676"0"0,53-3-4241 0 0,-1 0-503 0 0,36-10 1981 0 0,32-3-2175 0 0,27 1 94 0 0,-40 5-2064 0 0,0 1-5557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02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61 2380 0 0,'-9'7'2009'0'0,"4"-3"-844"0"0,0 0 0 0 0,1-1 0 0 0,0 2-1 0 0,0-1 1 0 0,-8 10 708 0 0,13-14-1817 0 0,-1 1 0 0 0,1 0 0 0 0,-1-1 0 0 0,1 1 1 0 0,-1-1-1 0 0,1 1 0 0 0,-1-1 0 0 0,1 1 0 0 0,0-1 0 0 0,-1 1 1 0 0,1-1-1 0 0,0 1 0 0 0,-1-1 0 0 0,1 0 0 0 0,0 1 0 0 0,-1-1 1 0 0,1 0-1 0 0,0 0 0 0 0,0 0 0 0 0,-1 0 0 0 0,1 1 0 0 0,0-1 0 0 0,0 0 1 0 0,-1 0-1 0 0,1 0 0 0 0,0 0 0 0 0,0-1 0 0 0,-1 1 0 0 0,2 0 1 0 0,30-3 406 0 0,-29 3-391 0 0,250-45 588 0 0,-88 2-5796 0 0,-134 33 1939 0 0,-5 1-1032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0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77 188 0 0,'32'-69'14655'0'0,"-29"62"-13985"0"0,-2 7-246 0 0,-1 7-262 0 0,-20 236 2176 0 0,14-120-1919 0 0,1 114 82 0 0,5-194-229 0 0,-2 1 789 0 0,1-14-2671 0 0,1-5-5186 0 0,0-24 6602 0 0,1 0 1 0 0,0-1-1 0 0,0 1 1 0 0,0-1 0 0 0,0 1-1 0 0,0-1 1 0 0,0 0-1 0 0,0 1 1 0 0,0-1-1 0 0,0 0 1 0 0,0 0 0 0 0,0 0-1 0 0,0 1 1 0 0,1-1-1 0 0,-1 0 1 0 0,1-1-1 0 0,19 2-2405 0 0,-20-1 2680 0 0,2 0-781 0 0,11-2-1572 0 0,-11 2 1171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08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286 101 124 0 0,'0'0'1526'0'0,"4"-11"2584"0"0,-4 8-3528 0 0,1-1-1 0 0,-1 1 1 0 0,0-1 0 0 0,0 1-1 0 0,0-1 1 0 0,-1-5 0 0 0,0 7-212 0 0,-4-8 709 0 0,3 7-994 0 0,-1 0-1 0 0,0 0 1 0 0,0 1 0 0 0,0 0 0 0 0,0-1-1 0 0,0 1 1 0 0,-1 0 0 0 0,1 1-1 0 0,-1-1 1 0 0,1 0 0 0 0,-1 1 0 0 0,0 0-1 0 0,1 0 1 0 0,-1 0 0 0 0,-5 0-1 0 0,1 0-36 0 0,0 0-1 0 0,0 1 0 0 0,-1 0 1 0 0,1 1-1 0 0,0 0 1 0 0,-10 2-1 0 0,13-1-41 0 0,-1 0 0 0 0,1 0 1 0 0,0 0-1 0 0,0 1 0 0 0,0-1 1 0 0,0 2-1 0 0,0-1 0 0 0,0 0 0 0 0,1 1 1 0 0,-1 0-1 0 0,1 0 0 0 0,-7 9 1 0 0,6-7-11 0 0,0 0 1 0 0,1 1 0 0 0,0 0 0 0 0,0 0 0 0 0,1 0 0 0 0,0 0-1 0 0,0 0 1 0 0,-3 13 0 0 0,4-9-1 0 0,1-9 9 0 0,0 1 1 0 0,0 0 0 0 0,1 0 0 0 0,-1 0 0 0 0,1 0-1 0 0,-1 0 1 0 0,1 1 0 0 0,0-1 0 0 0,0 0 0 0 0,1 0 0 0 0,-1 0-1 0 0,1 0 1 0 0,-1 0 0 0 0,1 0 0 0 0,0 0 0 0 0,0 0 0 0 0,0-1-1 0 0,3 5 1 0 0,-2-4 48 0 0,0 1 0 0 0,1-1 0 0 0,-1-1 0 0 0,1 1 0 0 0,-1 0 0 0 0,1-1-1 0 0,0 1 1 0 0,0-1 0 0 0,1 0 0 0 0,-1 0 0 0 0,0 0 0 0 0,1 0 0 0 0,-1-1 0 0 0,1 1 0 0 0,-1-1 0 0 0,1 0-1 0 0,5 1 1 0 0,5 1 119 0 0,1-1-1 0 0,0-1 0 0 0,17-1 0 0 0,0 0 25 0 0,-12-1-151 0 0,0 1 0 0 0,0 1-1 0 0,0 0 1 0 0,0 2 0 0 0,0 0 0 0 0,33 11-1 0 0,-43-11-4 0 0,-1 1-1 0 0,1 1 1 0 0,0 0-1 0 0,-1 0 1 0 0,0 1 0 0 0,0 0-1 0 0,-1 1 1 0 0,0-1-1 0 0,0 2 1 0 0,14 15-1 0 0,-18-18 87 0 0,-1 0 1 0 0,0 1-1 0 0,1-1 1 0 0,-2 1-1 0 0,1-1 0 0 0,-1 1 1 0 0,1 0-1 0 0,-2 0 0 0 0,1 0 1 0 0,-1 0-1 0 0,0 0 0 0 0,0 0 1 0 0,0 1-1 0 0,-1-1 1 0 0,0 0-1 0 0,0 0 0 0 0,-1 0 1 0 0,0 1-1 0 0,0-1 0 0 0,-2 7 1 0 0,-1-1 5 0 0,-1-1 0 0 0,0 0 0 0 0,0 0 0 0 0,-1 0 0 0 0,0-1 0 0 0,-1 0 0 0 0,0 0 0 0 0,-1-1 0 0 0,0 0 0 0 0,-1 0 1 0 0,1-1-1 0 0,-2 0 0 0 0,1 0 0 0 0,-1-1 0 0 0,0 0 0 0 0,-1-1 0 0 0,1 0 0 0 0,-1-1 0 0 0,-20 7 0 0 0,26-11-74 0 0,1 0 0 0 0,-1 0 0 0 0,1 0 0 0 0,0-1 0 0 0,-1 0 0 0 0,1 0 0 0 0,-1 0 0 0 0,1 0 0 0 0,-1-1-1 0 0,1 0 1 0 0,-1 0 0 0 0,1 0 0 0 0,0 0 0 0 0,-8-4 0 0 0,0 0 22 0 0,10 4-72 0 0,0 0-1 0 0,0 0 1 0 0,1 0 0 0 0,-1 0 0 0 0,0-1-1 0 0,1 1 1 0 0,0-1 0 0 0,-1 1 0 0 0,1-1-1 0 0,0 0 1 0 0,-1 0 0 0 0,1 1-1 0 0,0-1 1 0 0,0 0 0 0 0,1 0 0 0 0,-1 0-1 0 0,-1-4 1 0 0,-6-32 37 0 0,8 23-44 0 0,0 0 0 0 0,1 0 0 0 0,1 0-1 0 0,0 0 1 0 0,1 1 0 0 0,1-1-1 0 0,7-18 1 0 0,48-97 9 0 0,-10 27-44 0 0,-44 89 46 0 0,2-1 3 0 0,-1 0-1 0 0,-1-1 1 0 0,0 1 0 0 0,-1-1 0 0 0,2-18 0 0 0,-6 31-18 0 0,1 0 1 0 0,-1-1-1 0 0,0 1 1 0 0,0 0-1 0 0,-1-1 1 0 0,1 1 0 0 0,-1 0-1 0 0,1 0 1 0 0,-1 0-1 0 0,0-1 1 0 0,0 1-1 0 0,-1 0 1 0 0,1 0-1 0 0,-1 0 1 0 0,1 1-1 0 0,-1-1 1 0 0,0 0-1 0 0,0 0 1 0 0,0 1 0 0 0,0 0-1 0 0,-1-1 1 0 0,1 1-1 0 0,-1 0 1 0 0,1 0-1 0 0,-1 0 1 0 0,0 0-1 0 0,0 1 1 0 0,1-1-1 0 0,-1 1 1 0 0,-1-1-1 0 0,-4 0 1 0 0,-2-1-59 0 0,0 1 1 0 0,-1 0-1 0 0,1 1 1 0 0,-1 0-1 0 0,1 0 0 0 0,-1 1 1 0 0,1 1-1 0 0,-1 0 1 0 0,1 0-1 0 0,-1 1 1 0 0,1 0-1 0 0,0 1 0 0 0,0 0 1 0 0,0 1-1 0 0,-11 5 1 0 0,-1 1-1883 0 0,-38 25 0 0 0,-12 18-7470 0 0,55-40 3759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12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88 1980 0 0,'20'-32'11350'0'0,"-20"29"-11214"0"0,0 0 1 0 0,0 1-1 0 0,-1-1 1 0 0,1 1-1 0 0,-1-1 1 0 0,1 1-1 0 0,-1-1 1 0 0,-2-2-1 0 0,2 3-84 0 0,-1 1 0 0 0,1 0-49 0 0,1 0 1 0 0,0 1-1 0 0,-1-1 1 0 0,1 0-1 0 0,-1 0 1 0 0,1 1-1 0 0,-1-1 0 0 0,1 0 1 0 0,-1 1-1 0 0,0-1 1 0 0,1 0-1 0 0,-1 1 1 0 0,0-1-1 0 0,0 1 0 0 0,1-1 1 0 0,-1 1-1 0 0,0-1 1 0 0,0 1-1 0 0,0 0 1 0 0,-1-1-1 0 0,-5-2-1 0 0,1 1 0 0 0,-1 0-1 0 0,0 0 1 0 0,1 1 0 0 0,-1-1 0 0 0,0 1-1 0 0,0 1 1 0 0,0 0 0 0 0,0 0 0 0 0,0 0-1 0 0,0 0 1 0 0,-11 4 0 0 0,5-2-1 0 0,0 1 1 0 0,0 1-1 0 0,1 0 0 0 0,0 1 1 0 0,0 0-1 0 0,-13 7 1 0 0,10-1 1 0 0,-1-1 1 0 0,2 2-1 0 0,-1 0 1 0 0,1 1-1 0 0,1 0 1 0 0,1 1-1 0 0,-21 28 1 0 0,26-31-2 0 0,0 1 0 0 0,0 0 0 0 0,1 0 0 0 0,0 1 0 0 0,1-1 0 0 0,1 1 0 0 0,0 0 0 0 0,0 1 0 0 0,2-1 0 0 0,-1 1 0 0 0,1 19 0 0 0,1-30-1 0 0,1 0 0 0 0,1 1 1 0 0,-1-1-1 0 0,0 0 1 0 0,1 0-1 0 0,-1 0 0 0 0,1 0 1 0 0,0 0-1 0 0,0 0 0 0 0,0 0 1 0 0,1 0-1 0 0,-1 0 0 0 0,1-1 1 0 0,-1 1-1 0 0,1 0 1 0 0,0-1-1 0 0,0 1 0 0 0,0-1 1 0 0,0 0-1 0 0,1 0 0 0 0,-1 1 1 0 0,1-2-1 0 0,4 4 0 0 0,-1-2 4 0 0,0 0-1 0 0,0-1 1 0 0,1 0-1 0 0,-1-1 1 0 0,0 1-1 0 0,1-1 0 0 0,-1 0 1 0 0,1-1-1 0 0,0 0 1 0 0,9 0-1 0 0,55-6-2 0 0,37-1 7 0 0,-93 8-8 0 0,0-1-1 0 0,1 2 0 0 0,-1 0 0 0 0,28 8 1 0 0,-38-9 42 0 0,-1 0 0 0 0,0 1 0 0 0,0-1 0 0 0,1 1 0 0 0,-1 1 0 0 0,-1-1 0 0 0,1 0 0 0 0,0 1 0 0 0,-1 0 0 0 0,1 0 0 0 0,-1 0 0 0 0,0 0 0 0 0,0 0 0 0 0,0 1 0 0 0,0-1 0 0 0,0 1 0 0 0,-1 0 0 0 0,0 0 0 0 0,0 0 0 0 0,0 0 0 0 0,2 5 0 0 0,-3-3 43 0 0,0 0 0 0 0,0 0 0 0 0,0 0 1 0 0,-1 0-1 0 0,0 1 0 0 0,0-1 1 0 0,-1 0-1 0 0,1 0 0 0 0,-1 0 0 0 0,-1 0 1 0 0,1 0-1 0 0,-1 0 0 0 0,0 0 1 0 0,-5 10-1 0 0,-2 1 168 0 0,0-1 1 0 0,-1 0-1 0 0,0-1 1 0 0,-2 0-1 0 0,-23 24 1 0 0,27-31-105 0 0,0 0 0 0 0,-1-1 0 0 0,0 0-1 0 0,0 0 1 0 0,0-1 0 0 0,-1 0 0 0 0,0-1 0 0 0,-1 0 0 0 0,1-1 0 0 0,-17 5 0 0 0,20-7-94 0 0,1-2 1 0 0,-1 1 0 0 0,0-1 0 0 0,0 0 0 0 0,1-1 0 0 0,-1 1 0 0 0,0-1 0 0 0,1 0 0 0 0,-1-1 0 0 0,1 0 0 0 0,-9-3 0 0 0,6 1-83 0 0,1 0 1 0 0,-1 0 0 0 0,1-1-1 0 0,0 0 1 0 0,0 0 0 0 0,1-1 0 0 0,-9-8-1 0 0,15 13-257 0 0,0 0 129 0 0,1 0 0 0 0,-1 1 1 0 0,1-1-1 0 0,-1 1 0 0 0,1-1 1 0 0,0 0-1 0 0,0 1 0 0 0,-1-1 0 0 0,1 0 1 0 0,0 0-1 0 0,0 1 0 0 0,0-1 0 0 0,0 0 1 0 0,0 0-1 0 0,0 0 0 0 0,7-5-1184 0 0,18-8-7657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12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40 1464 0 0,'0'0'6107'0'0,"7"-8"-3160"0"0,-3 5-2835 0 0,0-1 0 0 0,0 1 0 0 0,0 0 0 0 0,1 1 0 0 0,-1-1 1 0 0,1 1-1 0 0,0 0 0 0 0,-1 0 0 0 0,1 0 0 0 0,0 1 0 0 0,0-1 0 0 0,0 1 1 0 0,0 0-1 0 0,0 1 0 0 0,1-1 0 0 0,-1 1 0 0 0,0 0 0 0 0,0 1 1 0 0,0-1-1 0 0,0 1 0 0 0,1 0 0 0 0,6 2 0 0 0,-10-1-100 0 0,0-1 0 0 0,0 1-1 0 0,-1-1 1 0 0,1 1 0 0 0,0-1-1 0 0,-1 1 1 0 0,0 0 0 0 0,1 0-1 0 0,-1 0 1 0 0,0 0 0 0 0,0 0 0 0 0,0 0-1 0 0,0 0 1 0 0,0 0 0 0 0,-1 0-1 0 0,1 0 1 0 0,-1 0 0 0 0,1 1-1 0 0,-1-1 1 0 0,0 0 0 0 0,0 4 0 0 0,0 3 59 0 0,-1 0 1 0 0,-1 0 0 0 0,1 0-1 0 0,-1 0 1 0 0,-1-1 0 0 0,0 1-1 0 0,0-1 1 0 0,-6 12 0 0 0,-41 62 865 0 0,35-58-655 0 0,-88 110 1429 0 0,38-53-954 0 0,64-80-726 0 0,2 5 28 0 0,1 0 12 0 0,11-6-20 0 0,16-7 6 0 0,41-14-1 0 0,-1-1-22 0 0,14-5-9 0 0,9-2-1542 0 0,-33 4-6918 0 0,-42 15 2720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13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24 2316 0 0,'-2'1'2142'0'0,"-63"22"10939"0"0,76-24-13037 0 0,-1 0 1 0 0,0-1-1 0 0,0 0 0 0 0,0-1 1 0 0,15-5-1 0 0,26-7-19 0 0,-23 7-576 0 0,5 0-2238 0 0,-7 8-4349 0 0,-13 2 2190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13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100 117 1660 0 0,'-43'32'8408'0'0,"-6"4"-2239"0"0,48-36-5867 0 0,-3 5 13 0 0,4-5-297 0 0,0 0 0 0 0,0 0 0 0 0,-1 0-1 0 0,1 0 1 0 0,0 0 0 0 0,0 0 0 0 0,0 0-1 0 0,0 0 1 0 0,0 0 0 0 0,0 0-1 0 0,0 0 1 0 0,0 0 0 0 0,0 0 0 0 0,0 0-1 0 0,-1 0 1 0 0,1 1 0 0 0,0-1 0 0 0,0 0-1 0 0,0 0 1 0 0,0 0 0 0 0,0 0 0 0 0,0 0-1 0 0,0 0 1 0 0,0 0 0 0 0,0 0 0 0 0,0 0-1 0 0,0 1 1 0 0,0-1 0 0 0,0 0 0 0 0,0 0-1 0 0,0 0 1 0 0,0 0 0 0 0,0 0-1 0 0,0 0 1 0 0,0 0 0 0 0,0 0 0 0 0,0 0-1 0 0,0 1 1 0 0,0-1 0 0 0,0 0 0 0 0,0 0-1 0 0,0 0 1 0 0,0 0 0 0 0,0 0 0 0 0,0 0-1 0 0,0 0 1 0 0,0 0 0 0 0,1 0 0 0 0,-1 0-1 0 0,0 0 1 0 0,0 1 0 0 0,0-1 0 0 0,0 0-1 0 0,0 0 1 0 0,0 0 0 0 0,0 0-1 0 0,0 0 1 0 0,0 0 0 0 0,0 0 0 0 0,0 0-1 0 0,1 0 1 0 0,-1 0 0 0 0,0 0 0 0 0,14-2 105 0 0,0 0 1 0 0,0-1-1 0 0,0-1 1 0 0,-1 0 0 0 0,23-11-1 0 0,-1 2-30 0 0,87-34 96 0 0,34-12-145 0 0,-67 27-5 0 0,-87 31-30 0 0,23-11-721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14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56 996 0 0,'4'-13'3160'0'0,"14"-29"7581"0"0,-15 80-7678 0 0,3 172 771 0 0,-18 105-2971 0 0,4-133-617 0 0,-71 1060 1177 0 0,63-1062-825 0 0,-38 479 1393 0 0,44-250-198 0 0,15-186-1167 0 0,-5-204 19 0 0,-14-66-19719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22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33 158 60 0 0,'14'2'17003'0'0,"-6"-1"-16647"0"0,-8-3 426 0 0,-10-6 682 0 0,1 1-1646 0 0,8 6 195 0 0,-1 0 1 0 0,-3-5 10 0 0,-11-7 4 0 0,15 12-15 0 0,0 1-20 0 0,0 0-1 0 0,1-1 1 0 0,-1 1-1 0 0,0-1 1 0 0,1 0-1 0 0,-1 1 1 0 0,1-1-1 0 0,-1 1 0 0 0,1-1 1 0 0,-1 0-1 0 0,1 1 1 0 0,-1-1-1 0 0,1 0 1 0 0,-1 0-1 0 0,1 1 1 0 0,0-1-1 0 0,0 0 1 0 0,-1 0-1 0 0,1 0 1 0 0,0 1-1 0 0,0-3 1 0 0,91-21-28 0 0,94-30 36 0 0,-113 36 15 0 0,-70 17-9 0 0,37-8 2827 0 0,-37 10-2824 0 0,9 4 155 0 0,-13 11-124 0 0,2-14-44 0 0,-59 371 1002 0 0,46-270-723 0 0,-3 44 258 0 0,-8 53 518 0 0,24-198-1036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24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82 1396 0 0,'-84'53'12247'0'0,"45"-27"-6460"0"0,91-44-5266 0 0,304-110-111 0 0,-320 116-414 0 0,-34 11-228 0 0,1 1 1 0 0,-1 0 0 0 0,0-1-1 0 0,0 1 1 0 0,0 0 0 0 0,0 0 0 0 0,1 0-1 0 0,-1 0 1 0 0,4 1 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25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2992 0 0,'13'-21'10420'0'0,"-13"20"-10143"0"0,0 0-1 0 0,1 1 1 0 0,-1-1 0 0 0,0 0-1 0 0,0 0 1 0 0,1 1 0 0 0,4-7 2490 0 0,-5 7-2491 0 0,1-1 1 0 0,0 1 0 0 0,0-1-1 0 0,0 1-191 0 0,-1 1-1 0 0,1-1 0 0 0,-1 0 0 0 0,1 1 1 0 0,-1-1-1 0 0,0 1 0 0 0,1-1 1 0 0,-1 1-1 0 0,0-1 0 0 0,1 1 0 0 0,-1-1 1 0 0,0 1-1 0 0,0-1 0 0 0,0 1 0 0 0,0 0 1 0 0,1-1-1 0 0,-1 1 0 0 0,0-1 1 0 0,0 1-1 0 0,0 0 0 0 0,2 44 663 0 0,-2-44-613 0 0,-3 88 975 0 0,0-59-1048 0 0,2 0 0 0 0,1 1-1 0 0,1-1 1 0 0,11 56-1 0 0,-11-82-49 0 0,0 0 0 0 0,0 1 0 0 0,1-1-1 0 0,0 0 1 0 0,0 0 0 0 0,0 0-1 0 0,0 0 1 0 0,0 0 0 0 0,1-1-1 0 0,0 1 1 0 0,0-1 0 0 0,0 0 0 0 0,0 1-1 0 0,0-1 1 0 0,1-1 0 0 0,4 4-1 0 0,-6-4-4 0 0,1-1 0 0 0,1 0 0 0 0,-1 0 1 0 0,0 0-1 0 0,0 0 0 0 0,0 0 0 0 0,0 0 0 0 0,1-1 0 0 0,-1 0 0 0 0,0 0 0 0 0,1 0 0 0 0,-1 0 0 0 0,0 0 0 0 0,0-1 0 0 0,1 1 0 0 0,-1-1 0 0 0,0 0 0 0 0,0 0 0 0 0,0 0 0 0 0,0 0 0 0 0,0-1 0 0 0,6-2 0 0 0,1-3 8 0 0,0 0 0 0 0,0 0 0 0 0,-1 0 1 0 0,0-1-1 0 0,0-1 0 0 0,-1 0 0 0 0,10-12 0 0 0,2-8 36 0 0,18-36 0 0 0,-26 43-4 0 0,4-16 1100 0 0,-15 36-1017 0 0,-4 42 705 0 0,1-15-308 0 0,-1 0-1 0 0,-9 40 1 0 0,5-29-242 0 0,-88 443 676 0 0,89-451-1720 0 0,-2 8-1770 0 0,7-12-6290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23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77 1988 0 0,'-3'1'3040'0'0,"-1"-1"-2757"0"0,-4 2 1278 0 0,-1-1 1 0 0,1 1 0 0 0,-13 6 752 0 0,5-4 510 0 0,-8 4 759 0 0,20-5-2608 0 0,18-3-849 0 0,63-11 388 0 0,132-36 0 0 0,-142 30-431 0 0,53-12 198 0 0,-118 28-254 0 0,4 1 1156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23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60 536 0 0,'41'-60'18884'0'0,"-40"63"-18382"0"0,0 5-233 0 0,-1 1 1 0 0,0-1 0 0 0,-1 1-1 0 0,0-1 1 0 0,0 0-1 0 0,-1 1 1 0 0,-4 13-1 0 0,0 6 80 0 0,3-13-193 0 0,-7 35 278 0 0,-4 66-1 0 0,13-101-404 0 0,1 0 0 0 0,0 0 0 0 0,1-1 0 0 0,1 1-1 0 0,0 0 1 0 0,1-1 0 0 0,1 0 0 0 0,0 1 0 0 0,8 15 0 0 0,-10-25-19 0 0,0 0 0 0 0,1-1 0 0 0,-1 1 1 0 0,1-1-1 0 0,0 0 0 0 0,1 0 0 0 0,-1 0 0 0 0,1 0 0 0 0,0 0 1 0 0,0-1-1 0 0,0 0 0 0 0,0 0 0 0 0,0 0 0 0 0,1 0 1 0 0,0-1-1 0 0,-1 1 0 0 0,1-1 0 0 0,0-1 0 0 0,0 1 0 0 0,0 0 1 0 0,0-1-1 0 0,0 0 0 0 0,0-1 0 0 0,1 1 0 0 0,-1-1 1 0 0,0 0-1 0 0,0 0 0 0 0,6-1 0 0 0,-3 0-10 0 0,0-1 1 0 0,0 0-1 0 0,1 0 0 0 0,-1-1 1 0 0,-1 0-1 0 0,1 0 0 0 0,0-1 1 0 0,-1 0-1 0 0,0 0 0 0 0,0-1 1 0 0,0 0-1 0 0,0 0 0 0 0,-1 0 1 0 0,0-1-1 0 0,0 0 0 0 0,9-13 1 0 0,-6 5 103 0 0,0 0 1 0 0,-1-2 0 0 0,0 1-1 0 0,-1-1 1 0 0,-1 0 0 0 0,0 0-1 0 0,3-19 1 0 0,0 5 1742 0 0,-9 30-1834 0 0,0 0 1 0 0,0 0-1 0 0,0 0 1 0 0,0 0 0 0 0,0 0-1 0 0,0 0 1 0 0,0 0-1 0 0,0 0 1 0 0,0 1 0 0 0,0-1-1 0 0,0 0 1 0 0,0 0-1 0 0,0 0 1 0 0,0 0-1 0 0,1 0 1 0 0,-1 0 0 0 0,0 0-1 0 0,0 0 1 0 0,0 0-1 0 0,0 0 1 0 0,0 0 0 0 0,0 0-1 0 0,0 0 1 0 0,0 0-1 0 0,0 0 1 0 0,0 0 0 0 0,0 0-1 0 0,0 0 1 0 0,0 0-1 0 0,0 0 1 0 0,0 0-1 0 0,1 0 1 0 0,-1 0 0 0 0,0 0-1 0 0,0 0 1 0 0,0 0-1 0 0,0 0 1 0 0,0 0 0 0 0,0 0-1 0 0,0 0 1 0 0,0 0-1 0 0,0 0 1 0 0,0 0-1 0 0,0 0 1 0 0,0 0 0 0 0,0 0-1 0 0,0 0 1 0 0,0 0-1 0 0,0-1 1 0 0,0 1 0 0 0,0 0-1 0 0,0 0 1 0 0,1 0-1 0 0,-1 0 1 0 0,0 0 0 0 0,-2 17 498 0 0,-23 320 2916 0 0,8-63-2991 0 0,9-189-1257 0 0,4-34-1958 0 0,-1-1-3445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25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93 168 80 0 0,'-7'-2'1472'0'0,"-1"0"0"0"0,1 0 0 0 0,-1-1 0 0 0,1 0 0 0 0,0 0 0 0 0,0-1 0 0 0,1 0 0 0 0,-13-9 0 0 0,17 11-1277 0 0,1 1 0 0 0,0-1 0 0 0,-1 1 0 0 0,1-1 0 0 0,0 0 0 0 0,0 1 0 0 0,0-1 0 0 0,0 0 0 0 0,0 0 0 0 0,0 0 0 0 0,0 0 0 0 0,1 0 0 0 0,-1 0 0 0 0,1 0 0 0 0,-1-3 0 0 0,1 2-145 0 0,0 1 1 0 0,0-1-1 0 0,1 0 1 0 0,-1 1-1 0 0,1-1 1 0 0,0 0-1 0 0,0 1 1 0 0,0-1-1 0 0,0 1 1 0 0,0 0-1 0 0,1-1 1 0 0,-1 1-1 0 0,0 0 1 0 0,1 0-1 0 0,2-3 1 0 0,1 0-22 0 0,0 0 0 0 0,1 0 0 0 0,0 0 1 0 0,0 1-1 0 0,0-1 0 0 0,0 2 1 0 0,1-1-1 0 0,0 1 0 0 0,0 0 0 0 0,0 0 1 0 0,0 0-1 0 0,0 1 0 0 0,0 0 1 0 0,13-1-1 0 0,-13 2-16 0 0,0 0 1 0 0,-1 1-1 0 0,1 0 1 0 0,0 0-1 0 0,0 1 1 0 0,-1-1-1 0 0,1 1 1 0 0,0 1-1 0 0,-1-1 0 0 0,1 1 1 0 0,-1 0-1 0 0,0 1 1 0 0,0 0-1 0 0,0 0 1 0 0,0 0-1 0 0,8 6 1 0 0,-11-7 28 0 0,-1 0 1 0 0,0 0 0 0 0,0 0 0 0 0,0 1 0 0 0,0-1 0 0 0,0 1 0 0 0,0-1-1 0 0,-1 1 1 0 0,0-1 0 0 0,1 1 0 0 0,-1 0 0 0 0,0 0 0 0 0,0 0 0 0 0,0-1-1 0 0,-1 1 1 0 0,2 6 0 0 0,-2-4 14 0 0,0 0 0 0 0,-1 0 0 0 0,1 0 0 0 0,-1 1 0 0 0,0-1 0 0 0,0 0 0 0 0,-1 0 0 0 0,-3 9 0 0 0,-4 4 161 0 0,-1 0 0 0 0,0-1 0 0 0,-25 30 0 0 0,32-44-162 0 0,-24 31 288 0 0,13-19-64 0 0,2 1-1 0 0,-12 19 1 0 0,22-33-210 0 0,2-2-68 0 0,0 0 1 0 0,0 0-1 0 0,0 0 1 0 0,0 0-1 0 0,0 0 0 0 0,-1 0 1 0 0,1 0-1 0 0,0 1 0 0 0,0-1 1 0 0,0 0-1 0 0,0 0 1 0 0,0 0-1 0 0,0 0 0 0 0,0 0 1 0 0,-1 0-1 0 0,1 1 1 0 0,0-1-1 0 0,0 0 0 0 0,0 0 1 0 0,0 0-1 0 0,0 0 0 0 0,0 1 1 0 0,0-1-1 0 0,0 0 1 0 0,0 0-1 0 0,0 0 0 0 0,0 0 1 0 0,0 1-1 0 0,0-1 1 0 0,0 0-1 0 0,0 0 0 0 0,0 0 1 0 0,0 0-1 0 0,0 1 0 0 0,0-1 1 0 0,0 0-1 0 0,0 0 1 0 0,0 0-1 0 0,1 0 0 0 0,-1 0 1 0 0,0 1-1 0 0,0-1 1 0 0,0 0-1 0 0,0 0 0 0 0,0 0 1 0 0,0 0-1 0 0,0 0 1 0 0,1 0-1 0 0,-1 1 0 0 0,32-3 70 0 0,-15 1-80 0 0,1 0 0 0 0,-1 2 0 0 0,0 0-1 0 0,1 1 1 0 0,-1 0 0 0 0,0 2 0 0 0,18 5-1 0 0,-25-5 96 0 0,1-1 0 0 0,-1 2 1 0 0,1 0-1 0 0,-1 0 0 0 0,-1 1 0 0 0,1 0 0 0 0,-1 0 0 0 0,0 1 0 0 0,-1 1 0 0 0,1-1 0 0 0,-1 2 0 0 0,6 8 0 0 0,-11-14 64 0 0,-1 0-1 0 0,0 1 0 0 0,0 0 0 0 0,0-1 0 0 0,0 1 0 0 0,-1 0 0 0 0,0 0 0 0 0,1 0 0 0 0,-2 0 0 0 0,1 0 0 0 0,0 0 1 0 0,-1 0-1 0 0,1 0 0 0 0,-1 0 0 0 0,0 0 0 0 0,-1 0 0 0 0,1 0 0 0 0,-1 0 0 0 0,0 0 0 0 0,1 0 0 0 0,-2 0 1 0 0,1 0-1 0 0,0 0 0 0 0,-1 0 0 0 0,0-1 0 0 0,0 1 0 0 0,0 0 0 0 0,0-1 0 0 0,-1 0 0 0 0,1 0 0 0 0,-4 4 1 0 0,-2 1 31 0 0,0 1 1 0 0,0-2 0 0 0,-1 1-1 0 0,0-1 1 0 0,-1 0 0 0 0,1-1-1 0 0,-1 0 1 0 0,0-1 0 0 0,-1 0-1 0 0,-10 4 1 0 0,-1-3-22 0 0,0 0-1 0 0,1-1 1 0 0,-2-1-1 0 0,-35 1 1 0 0,44-5-588 0 0,0 0 1 0 0,0-1 0 0 0,-19-5 0 0 0,25 5-579 0 0,0-2 1 0 0,0 1-1 0 0,0-1 0 0 0,0 0 1 0 0,1-1-1 0 0,-11-6 0 0 0,15 8-50 0 0,0 0 0 0 0,1 0 1 0 0,-13-15-5276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2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22 2692 0 0,'-27'-21'18300'0'0,"24"21"-17489"0"0,-4 1-703 0 0,7 2 155 0 0,0 0 0 0 0,0 0 1 0 0,0 0-1 0 0,1 0 0 0 0,-1 0 1 0 0,1 0-1 0 0,1 4 1 0 0,32 197 3965 0 0,-12 105-2619 0 0,-20 199-453 0 0,-21 1-571 0 0,-1 18-262 0 0,15-322-260 0 0,-4 368 400 0 0,33-1-149 0 0,-8-316-315 0 0,-11-205-85 0 0,-5-48-466 0 0,-1-6 84 0 0,0 1 1 0 0,0-1-1 0 0,0 0 1 0 0,1 1-1 0 0,-1-1 1 0 0,1 0-1 0 0,0 0 0 0 0,0-3 1 0 0,0-12-2788 0 0,2 1 1 0 0,0 0-1 0 0,1-1 1 0 0,6-19-1 0 0,0 7-6006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27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41 103 80 0 0,'-28'-17'10178'0'0,"17"12"-5829"0"0,10 5-4296 0 0,1 0 1 0 0,0 0-1 0 0,0 0 0 0 0,0-1 1 0 0,0 1-1 0 0,0 0 1 0 0,0 0-1 0 0,0 0 0 0 0,0 0 1 0 0,0 0-1 0 0,0-1 1 0 0,0 1-1 0 0,0 0 1 0 0,0 0-1 0 0,0 0 0 0 0,0 0 1 0 0,0-1-1 0 0,0 1 1 0 0,0 0-1 0 0,0 0 0 0 0,0 0 1 0 0,0 0-1 0 0,0-1 1 0 0,0 1-1 0 0,0 0 0 0 0,0 0 1 0 0,0 0-1 0 0,0 0 1 0 0,0 0-1 0 0,1-1 268 0 0,-1 1-268 0 0,0 0 0 0 0,0-1 1 0 0,0 1-1 0 0,1 0 1 0 0,-1 0-1 0 0,0 0 0 0 0,0 0 1 0 0,0 0-1 0 0,0 0 1 0 0,1 0-1 0 0,-1 0 1 0 0,0 0-1 0 0,0 0 0 0 0,0 0 1 0 0,0 0-1 0 0,0 0 1 0 0,1 0-1 0 0,-1 0 0 0 0,0 0 1 0 0,0 0-1 0 0,1 0 1 0 0,20-5 847 0 0,29 0-618 0 0,-49 5-242 0 0,297-32 909 0 0,-162 16-775 0 0,-79 5-1500 0 0,-54 10 378 0 0,6-4-890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27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30 2888 0 0,'-38'-24'12479'0'0,"24"19"-8667"0"0,13 6-3656 0 0,-1-1 0 0 0,1 1 0 0 0,0 0 0 0 0,0 0 1 0 0,-1 0-1 0 0,1 0 0 0 0,0 0 0 0 0,0 1 0 0 0,0-1 0 0 0,0 0 0 0 0,0 0 0 0 0,0 1 0 0 0,0-1 0 0 0,1 0 0 0 0,-1 1 1 0 0,0-1-1 0 0,1 1 0 0 0,-1-1 0 0 0,1 1 0 0 0,0-1 0 0 0,-1 1 0 0 0,1 2 0 0 0,-4 45 1248 0 0,3-30-1059 0 0,-3 212 976 0 0,15-78-3193 0 0,-5-108-892 0 0,0-24-438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28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207 117 1308 0 0,'-10'-86'11463'0'0,"9"85"-10955"0"0,-2-20 1878 0 0,-1 13-856 0 0,3 19-174 0 0,2 134 1238 0 0,-1 120-1052 0 0,-70 499 63 0 0,25-377-1371 0 0,-6 184 130 0 0,28 3-319 0 0,41-122 295 0 0,-11-395-303 0 0,-2-30-136 0 0,0 35 0 0 0,-5-60-119 0 0,0-1 0 0 0,0 0-1 0 0,0 0 1 0 0,1 1-1 0 0,-1-1 1 0 0,0 0 0 0 0,1 1-1 0 0,-1-1 1 0 0,1 0-1 0 0,-1 0 1 0 0,1 0 0 0 0,1 2-1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32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25 200 0 0,'0'0'1940'0'0,"8"-5"-508"0"0,1 1-1032 0 0,5 1-436 0 0,10-2-616 0 0,-9 1-384 0 0,4 1 328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35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88 1252 0 0,'16'-14'12923'0'0,"-16"14"-12876"0"0,1 0-1 0 0,-1-1 0 0 0,0 1 1 0 0,0 0-1 0 0,0 0 1 0 0,0-1-1 0 0,0 1 1 0 0,0 0-1 0 0,0 0 0 0 0,0-1 1 0 0,0 1-1 0 0,0 0 1 0 0,0 0-1 0 0,0-1 0 0 0,0 1 1 0 0,0 0-1 0 0,0 0 1 0 0,0-1-1 0 0,0 1 1 0 0,0 0-1 0 0,0 0 0 0 0,0-1 1 0 0,-1 1-1 0 0,1 0 1 0 0,0 0-1 0 0,0-1 1 0 0,0 1-1 0 0,0 0 0 0 0,-1 0 1 0 0,1 0-1 0 0,0 0 1 0 0,0-1-1 0 0,0 1 1 0 0,-1 0-1 0 0,1 0 0 0 0,0 0 1 0 0,0 0-1 0 0,0 0 1 0 0,-1-1-1 0 0,1 1 0 0 0,0 0 1 0 0,0 0-1 0 0,-1 0 1 0 0,1 0-1 0 0,-2-1 129 0 0,-1 0-137 0 0,1 1 0 0 0,-1-1 0 0 0,0 1 1 0 0,1 0-1 0 0,-1-1 0 0 0,0 1 0 0 0,0 0 0 0 0,1 1 0 0 0,-4-1 1 0 0,6 0-30 0 0,-7 1 8 0 0,-1 1 0 0 0,1 0 1 0 0,0 0-1 0 0,0 0 0 0 0,0 1 0 0 0,0 0 0 0 0,0 1 0 0 0,-10 6 0 0 0,-2 3-18 0 0,-23 21 0 0 0,23-17 0 0 0,1 1 0 0 0,-30 37 0 0 0,41-47-3 0 0,1 1 1 0 0,0 0-1 0 0,1 0 0 0 0,0 1 0 0 0,0-1 0 0 0,1 1 0 0 0,1 0 1 0 0,-1 1-1 0 0,-2 15 0 0 0,6-22 5 0 0,-1-1 0 0 0,1 1 0 0 0,0 0 0 0 0,0 0 0 0 0,1 0 1 0 0,-1 0-1 0 0,1 0 0 0 0,-1-1 0 0 0,1 1 0 0 0,1 0 0 0 0,-1 0 0 0 0,0-1 0 0 0,1 1 1 0 0,0-1-1 0 0,0 0 0 0 0,0 1 0 0 0,0-1 0 0 0,0 0 0 0 0,1 0 0 0 0,-1 0 0 0 0,1 0 1 0 0,0-1-1 0 0,0 1 0 0 0,0-1 0 0 0,0 1 0 0 0,0-1 0 0 0,6 3 0 0 0,9 3 3 0 0,-1-1-1 0 0,1-1 1 0 0,0 0-1 0 0,30 5 1 0 0,-2 0-8 0 0,-30-6 7 0 0,-1 0 1 0 0,1 1-1 0 0,26 15 1 0 0,-36-18 0 0 0,-1 1-1 0 0,0 0 1 0 0,0-1 0 0 0,0 2 0 0 0,0-1 0 0 0,-1 1 0 0 0,1-1-1 0 0,-1 1 1 0 0,0 0 0 0 0,-1 1 0 0 0,1-1 0 0 0,4 12 0 0 0,-6-13 34 0 0,-1 0 0 0 0,0 0 1 0 0,-1 1-1 0 0,1-1 1 0 0,-1 0-1 0 0,0 1 1 0 0,0-1-1 0 0,0 0 1 0 0,0 0-1 0 0,-1 1 0 0 0,0-1 1 0 0,0 0-1 0 0,0 0 1 0 0,0 0-1 0 0,-1 0 1 0 0,0 0-1 0 0,1 0 0 0 0,-2 0 1 0 0,1 0-1 0 0,0-1 1 0 0,-1 1-1 0 0,-3 3 1 0 0,0 1 99 0 0,-1 0 1 0 0,-1-1 0 0 0,1 0 0 0 0,-1 0-1 0 0,0-1 1 0 0,0 0 0 0 0,-1 0 0 0 0,-11 5-1 0 0,7-5-20 0 0,-1-1 0 0 0,1 0 0 0 0,-1-2 0 0 0,0 1 0 0 0,-19 1 0 0 0,24-4-17 0 0,0 0-1 0 0,-1-1 1 0 0,1 0-1 0 0,0 0 0 0 0,0-1 1 0 0,0-1-1 0 0,0 1 1 0 0,0-1-1 0 0,-12-5 1 0 0,18 6-80 0 0,1 0 1 0 0,0 0 0 0 0,-1 0-1 0 0,1-1 1 0 0,0 1 0 0 0,-1-1-1 0 0,1 0 1 0 0,0 1 0 0 0,0-1-1 0 0,0 0 1 0 0,0 0 0 0 0,1 0-1 0 0,-1 0 1 0 0,1-1 0 0 0,-1 1-1 0 0,1 0 1 0 0,0-1 0 0 0,-2-3-1 0 0,2 1-7 0 0,0 1 0 0 0,0 0-1 0 0,1 0 1 0 0,0-1 0 0 0,-1 1 0 0 0,2 0-1 0 0,-1-1 1 0 0,0 1 0 0 0,1 0-1 0 0,2-8 1 0 0,3-5-12 0 0,0-1 0 0 0,2 1 0 0 0,0 0 0 0 0,13-19-1 0 0,-18 31 4 0 0,122-173-15 0 0,-11 20-12 0 0,-107 147 46 0 0,0 0 0 0 0,0-1 0 0 0,-2 0 0 0 0,1-1-1 0 0,-1 1 1 0 0,5-25 0 0 0,-9 33-25 0 0,0 0 0 0 0,-1 0 0 0 0,0 0 0 0 0,0 0 0 0 0,0-1 1 0 0,-1 1-1 0 0,1 0 0 0 0,-1 0 0 0 0,0 0 0 0 0,0 0 0 0 0,0 0 0 0 0,-1 0 0 0 0,1 0 0 0 0,-1 0 0 0 0,0 1 1 0 0,0-1-1 0 0,0 1 0 0 0,-1-1 0 0 0,1 1 0 0 0,-1 0 0 0 0,0 0 0 0 0,0 0 0 0 0,0 0 0 0 0,0 0 1 0 0,-7-4-1 0 0,5 4-35 0 0,0 0 0 0 0,-1 0 1 0 0,1 1-1 0 0,-1-1 0 0 0,0 1 1 0 0,1 1-1 0 0,-1-1 0 0 0,0 1 1 0 0,0 0-1 0 0,0 0 0 0 0,0 1 1 0 0,0-1-1 0 0,-1 1 0 0 0,1 1 1 0 0,0-1-1 0 0,0 1 1 0 0,0 0-1 0 0,0 1 0 0 0,-7 2 1 0 0,8-3-251 0 0,0 1 0 0 0,1 0 0 0 0,-1 0 0 0 0,1 1 1 0 0,0-1-1 0 0,-1 1 0 0 0,1 0 0 0 0,1 0 0 0 0,-1 0 1 0 0,0 1-1 0 0,1-1 0 0 0,-1 1 0 0 0,1 0 1 0 0,0 0-1 0 0,0 0 0 0 0,1 0 0 0 0,-1 0 0 0 0,1 1 1 0 0,0-1-1 0 0,0 1 0 0 0,1 0 0 0 0,-1-1 0 0 0,-1 10 1 0 0,3-11-118 0 0,0-1 0 0 0,0 0 0 0 0,0 1 0 0 0,0-1 0 0 0,1 0 0 0 0,-1 1 0 0 0,1-1 0 0 0,-1 0 1 0 0,1 1-1 0 0,0-1 0 0 0,0 0 0 0 0,0 0 0 0 0,0 0 0 0 0,0 0 0 0 0,0 0 0 0 0,3 3 0 0 0,7 8-4354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36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41 209 4 0 0,'-2'-2'1920'0'0,"-2"-2"-604"0"0,0 0 1 0 0,1-1-1 0 0,0 1 0 0 0,-5-11 1 0 0,-7-19 1903 0 0,14 31-3045 0 0,1-1 1 0 0,0 1 0 0 0,-1-1 0 0 0,1 1-1 0 0,1-1 1 0 0,-1 1 0 0 0,0-1 0 0 0,1 1-1 0 0,0-1 1 0 0,0 1 0 0 0,2-7 0 0 0,0 5-112 0 0,0-1 0 0 0,0 1 0 0 0,0 0 1 0 0,0 0-1 0 0,1 0 0 0 0,0 0 0 0 0,0 0 1 0 0,0 1-1 0 0,1 0 0 0 0,-1 0 0 0 0,1 0 0 0 0,0 0 1 0 0,0 1-1 0 0,9-5 0 0 0,-6 5-52 0 0,0-1-1 0 0,1 1 0 0 0,-1 0 0 0 0,1 1 1 0 0,0 0-1 0 0,0 0 0 0 0,-1 1 1 0 0,1 0-1 0 0,16 1 0 0 0,-18 0-5 0 0,0 1-1 0 0,0 0 0 0 0,0 0 0 0 0,0 1 0 0 0,0 0 0 0 0,0 0 0 0 0,-1 0 1 0 0,1 1-1 0 0,-1 0 0 0 0,1 0 0 0 0,-1 1 0 0 0,6 4 0 0 0,-8-5 39 0 0,0 0-1 0 0,-1 1 0 0 0,1 0 1 0 0,-1-1-1 0 0,0 1 1 0 0,0 0-1 0 0,0 1 0 0 0,-1-1 1 0 0,1 0-1 0 0,-1 1 1 0 0,0-1-1 0 0,0 1 0 0 0,-1 0 1 0 0,0 0-1 0 0,1 0 1 0 0,-1 0-1 0 0,-1-1 0 0 0,1 8 1 0 0,-1 2 128 0 0,-1 0 1 0 0,0 0 0 0 0,-1 0 0 0 0,-1 0-1 0 0,0 0 1 0 0,-1 0 0 0 0,0-1-1 0 0,-1 1 1 0 0,-1-1 0 0 0,0-1-1 0 0,-10 17 1 0 0,-12 14 723 0 0,-59 68 0 0 0,76-98-710 0 0,-3 4 63 0 0,7-10-108 0 0,1 0-1 0 0,0 1 0 0 0,-8 12 1 0 0,13-18-57 0 0,2-1-80 0 0,0-1 0 0 0,0 0 0 0 0,0 1 1 0 0,0-1-1 0 0,0 1 0 0 0,0-1 0 0 0,0 0 0 0 0,0 0 1 0 0,0 1-1 0 0,0-1 0 0 0,0 0 0 0 0,0 0 0 0 0,0 0 0 0 0,0 0 1 0 0,0 0-1 0 0,0 0 0 0 0,0-1 0 0 0,0 1 0 0 0,1 0 1 0 0,17-4 13 0 0,257-71 38 0 0,-139 36-9 0 0,-67 18-1308 0 0,-1-3-9788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36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229 106 596 0 0,'-27'-6'8287'0'0,"26"5"-8088"0"0,-1 1 1 0 0,1-1-1 0 0,-1 0 0 0 0,1 0 1 0 0,-1 0-1 0 0,1 0 0 0 0,-1 0 1 0 0,1 0-1 0 0,0 0 0 0 0,0-1 1 0 0,-1 1-1 0 0,1 0 1 0 0,0-1-1 0 0,0 1 0 0 0,0-1 1 0 0,1 1-1 0 0,-1-1 0 0 0,0 0 1 0 0,0 1-1 0 0,1-1 1 0 0,-1 0-1 0 0,1 1 0 0 0,0-1 1 0 0,-1 0-1 0 0,1 0 0 0 0,0 1 1 0 0,0-1-1 0 0,0 0 0 0 0,0 0 1 0 0,0 0-1 0 0,1 1 1 0 0,-1-1-1 0 0,0 0 0 0 0,2-2 1 0 0,-1 1-171 0 0,0 1 0 0 0,0-1 0 0 0,1 0 0 0 0,-1 1 0 0 0,1-1 0 0 0,0 1 0 0 0,0-1 0 0 0,0 1 0 0 0,0 0 0 0 0,0 0 0 0 0,0 0 0 0 0,0 0 0 0 0,1 0 0 0 0,-1 1 0 0 0,1-1 0 0 0,-1 0 0 0 0,1 1 0 0 0,0 0 0 0 0,-1 0 0 0 0,1 0 0 0 0,0 0 0 0 0,4-1 0 0 0,-2 2-22 0 0,0-1 0 0 0,1 1 1 0 0,-1 0-1 0 0,0 0 0 0 0,1 0 0 0 0,-1 1 0 0 0,0-1 0 0 0,1 2 0 0 0,-1-1 1 0 0,7 3-1 0 0,-9-3 0 0 0,0 0 1 0 0,0 1-1 0 0,0-1 0 0 0,0 1 1 0 0,-1 0-1 0 0,1 0 1 0 0,-1 0-1 0 0,1 0 0 0 0,-1 0 1 0 0,0 0-1 0 0,1 1 1 0 0,-1-1-1 0 0,0 1 0 0 0,-1 0 1 0 0,1-1-1 0 0,0 1 1 0 0,-1 0-1 0 0,0 0 0 0 0,0 0 1 0 0,2 4-1 0 0,-2 2 28 0 0,0 0 0 0 0,0 0 0 0 0,-1 0 0 0 0,0 0-1 0 0,-1 0 1 0 0,0-1 0 0 0,0 1 0 0 0,-1 0 0 0 0,0 0 0 0 0,0-1-1 0 0,-1 1 1 0 0,0-1 0 0 0,-1 0 0 0 0,-7 12 0 0 0,-6 9 259 0 0,-1 0 0 0 0,-32 37 0 0 0,-4-2 929 0 0,-89 85 1 0 0,135-142-1093 0 0,2 0 1 0 0,-1 1-1 0 0,-6 8 1 0 0,12-14-82 0 0,4 0 31 0 0,-3-2-80 0 0,0 1 1 0 0,0-1 0 0 0,0 0-1 0 0,0 0 1 0 0,0 1 0 0 0,0-1-1 0 0,1 0 1 0 0,-1 0 0 0 0,0 0-1 0 0,0 1 1 0 0,0-1 0 0 0,0 0-1 0 0,1 0 1 0 0,-1 0 0 0 0,0 1-1 0 0,0-1 1 0 0,0 0 0 0 0,1 0-1 0 0,-1 0 1 0 0,0 0 0 0 0,0 0-1 0 0,0 0 1 0 0,1 1 0 0 0,-1-1-1 0 0,0 0 1 0 0,0 0 0 0 0,1 0 0 0 0,-1 0-1 0 0,0 0 1 0 0,0 0 0 0 0,1 0-1 0 0,-1 0 1 0 0,0 0 0 0 0,0 0-1 0 0,1 0 1 0 0,-1 0 0 0 0,0 0-1 0 0,0 0 1 0 0,1-1 0 0 0,-1 1-1 0 0,63-7 54 0 0,81-21 0 0 0,-68 12-47 0 0,2 0 9 0 0,213-46-24 0 0,-270 56-70 0 0,-11 3-628 0 0,0 0 0 0 0,0 1 0 0 0,0 0 0 0 0,0 1 0 0 0,20-1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37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81 1464 0 0,'-3'0'1476'0'0,"-83"-27"7704"0"0,84 27-8694 0 0,-5-4 300 0 0,6 4-719 0 0,1 0 0 0 0,-1 0 0 0 0,0 0 0 0 0,1 0 0 0 0,-1-1 0 0 0,0 1 0 0 0,1 0 0 0 0,-1 0 0 0 0,0-1 0 0 0,1 1 0 0 0,-1 0 0 0 0,0-1 0 0 0,1 1 0 0 0,-1-1 0 0 0,1 1 0 0 0,-1-1 0 0 0,1 1 0 0 0,-1-1 0 0 0,1 1 0 0 0,0-1 0 0 0,-1-1 0 0 0,1 1-52 0 0,1-1 0 0 0,0 1 0 0 0,-1 0 0 0 0,1-1 0 0 0,0 1 0 0 0,0-1 0 0 0,0 1 0 0 0,0 0 0 0 0,0 0 1 0 0,0-1-1 0 0,0 1 0 0 0,1 0 0 0 0,-1 0 0 0 0,0 0 0 0 0,1 1 0 0 0,-1-1 0 0 0,0 0 0 0 0,1 0 0 0 0,-1 1 0 0 0,1-1 0 0 0,1 0 0 0 0,40-10 65 0 0,-28 9-74 0 0,-1 0 0 0 0,1 1 1 0 0,0 0-1 0 0,0 1 0 0 0,0 1 0 0 0,0 1 0 0 0,0 0 0 0 0,0 1 0 0 0,0 0 0 0 0,-1 1 0 0 0,0 1 0 0 0,0 0 0 0 0,0 1 0 0 0,17 10 0 0 0,-28-14 14 0 0,0 0 0 0 0,0 0-1 0 0,0 1 1 0 0,-1-1 0 0 0,1 1-1 0 0,-1 0 1 0 0,1 0 0 0 0,-1 0 0 0 0,0 0-1 0 0,0 0 1 0 0,0 0 0 0 0,-1 0-1 0 0,1 1 1 0 0,-1-1 0 0 0,0 1 0 0 0,1 3-1 0 0,-1-1 40 0 0,0 0-1 0 0,-1 0 0 0 0,1 0 1 0 0,-1 0-1 0 0,-1 0 1 0 0,1 0-1 0 0,-1-1 0 0 0,0 1 1 0 0,-2 7-1 0 0,-3 3 130 0 0,0 0 0 0 0,-1-1-1 0 0,0 0 1 0 0,-2 0 0 0 0,1-1 0 0 0,-12 15 0 0 0,-27 35 1866 0 0,46-63-1663 0 0,4-1-361 0 0,28-1 34 0 0,-15 0-49 0 0,32 1 0 0 0,-36 2-18 0 0,-1 0 0 0 0,0 1 0 0 0,0 0 0 0 0,0 0 0 0 0,0 1 0 0 0,0 1-1 0 0,-1 0 1 0 0,0 0 0 0 0,0 1 0 0 0,10 8 0 0 0,-16-11 55 0 0,0-1 1 0 0,0 2-1 0 0,-1-1 0 0 0,1 0 1 0 0,-1 1-1 0 0,0-1 0 0 0,0 1 1 0 0,0 0-1 0 0,-1 0 0 0 0,1 0 1 0 0,-1 0-1 0 0,0 0 0 0 0,0 1 1 0 0,0-1-1 0 0,-1 1 0 0 0,1-1 1 0 0,-1 1-1 0 0,0 0 0 0 0,-1 0 1 0 0,1-1-1 0 0,-1 1 0 0 0,0 0 1 0 0,0 0-1 0 0,0-1 0 0 0,-1 1 1 0 0,-2 8-1 0 0,0-4 73 0 0,0 0 0 0 0,-1 0 1 0 0,0-1-1 0 0,-1 0 0 0 0,0 0 0 0 0,0 0 1 0 0,0 0-1 0 0,-1-1 0 0 0,0 0 0 0 0,-1 0 1 0 0,0 0-1 0 0,0-1 0 0 0,0 0 0 0 0,-1-1 1 0 0,0 1-1 0 0,0-2 0 0 0,0 1 0 0 0,-17 6 1 0 0,11-6-57 0 0,-1 0 1 0 0,1-1 0 0 0,-1-1 0 0 0,0 0-1 0 0,0-1 1 0 0,0 0 0 0 0,-1-1 0 0 0,1-1-1 0 0,0-1 1 0 0,-30-4 0 0 0,26 1-213 0 0,0-1 0 0 0,0 0 1 0 0,0-1-1 0 0,-19-10 0 0 0,31 13-524 0 0,1-1 0 0 0,-1 0 0 0 0,1-1 0 0 0,0 1 0 0 0,-11-11 0 0 0,14 12-262 0 0,1 0-1 0 0,-1 0 1 0 0,1-1-1 0 0,-1 1 1 0 0,1-1-1 0 0,0 1 1 0 0,1-1-1 0 0,-1 0 1 0 0,1 1-1 0 0,-1-1 1 0 0,0-8-1 0 0,1-5-5493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38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77 1588 0 0,'0'-3'1628'0'0,"-20"-53"7160"0"0,20 54-8292 0 0,-8-12 1411 0 0,2 12-505 0 0,4 12-253 0 0,21 250 4149 0 0,-6-128-4386 0 0,75 1556 3872 0 0,-118-853-3701 0 0,23-711-979 0 0,-19 217 258 0 0,28-320-585 0 0,-2-21 182 0 0,0 0 0 0 0,0 0 0 0 0,0 0 1 0 0,0 0-1 0 0,1 0 0 0 0,-1 0 0 0 0,0 0 1 0 0,0 0-1 0 0,0 0 0 0 0,1 0 0 0 0,-1 0 1 0 0,0 0-1 0 0,0 0 0 0 0,0 0 1 0 0,1 0-1 0 0,-1 0 0 0 0,0 0 0 0 0,0 0 1 0 0,0 0-1 0 0,1 0 0 0 0,-1 0 0 0 0,0 0 1 0 0,0 0-1 0 0,0 0 0 0 0,1 0 0 0 0,-1 0 1 0 0,0-1-1 0 0,0 1 0 0 0,0 0 0 0 0,0 0 1 0 0,1 0-1 0 0,-1 0 0 0 0,0 0 0 0 0,0-1 1 0 0,0 1-1 0 0,0 0 0 0 0,0 0 0 0 0,0 0 1 0 0,0-1-1 0 0,0 1 0 0 0,1 0 0 0 0,-1 0 1 0 0,18-35-4098 0 0,-16 32 3866 0 0,46-104-13005 0 0,-31 71 5842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39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77 1484 0 0,'-14'-2'5578'0'0,"-13"-1"-293"0"0,23 3-4062 0 0,-14-2 3675 0 0,-4 2-1028 0 0,41-1-2077 0 0,27-1-1092 0 0,232-28 338 0 0,-44 4-764 0 0,-229 25-432 0 0,1 1 1 0 0,-1-1-1 0 0,0 0 1 0 0,1-1-1 0 0,-1 1 1 0 0,6-3-1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39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22 1500 0 0,'-3'-1'2253'0'0,"-46"-17"10802"0"0,48 17-12930 0 0,1 1 1 0 0,-1 0 0 0 0,0 0 0 0 0,1-1 0 0 0,-1 1 0 0 0,0 0 0 0 0,1 0 0 0 0,-1 0-1 0 0,0 0 1 0 0,1-1 0 0 0,-1 1 0 0 0,0 0 0 0 0,1 0 0 0 0,-1 1 0 0 0,0-1 0 0 0,0 0 0 0 0,1 0-1 0 0,-1 0 1 0 0,0 0 0 0 0,1 1 0 0 0,-1-1 0 0 0,0 0 0 0 0,1 0 0 0 0,-1 1 0 0 0,1-1-1 0 0,-1 1 1 0 0,0-1 0 0 0,1 0 0 0 0,-1 1 0 0 0,0 0 0 0 0,-2 29 1184 0 0,1 0 0 0 0,4 46 0 0 0,0-14-386 0 0,-15 193 903 0 0,4-117-1553 0 0,7-114-877 0 0,-1 27-1854 0 0,4-36-2548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40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167 115 2104 0 0,'-26'-98'10201'0'0,"26"97"-9981"0"0,-6-15 2159 0 0,4 24-1960 0 0,0-1 0 0 0,0 1 0 0 0,1 0 0 0 0,1-1 0 0 0,-1 1 0 0 0,1 0 0 0 0,0 0 0 0 0,2 11 0 0 0,0 10 299 0 0,-38 479 2736 0 0,13-278-2812 0 0,-31 785 1502 0 0,48-838-2068 0 0,3-114-40 0 0,-6 490 467 0 0,18-320-1755 0 0,-9-231 386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44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223 177 1376 0 0,'0'0'1863'0'0,"14"-28"9159"0"0,-14 27-10968 0 0,0 0 0 0 0,0 1 0 0 0,0-1 0 0 0,0 0 0 0 0,-1 0 0 0 0,1 0 0 0 0,0 1 0 0 0,0-1 0 0 0,0 0 0 0 0,-1 0 0 0 0,1 0 0 0 0,-1 1 0 0 0,1-1-1 0 0,0 0 1 0 0,-1 1 0 0 0,1-1 0 0 0,-1 0 0 0 0,1 1 0 0 0,-1-1 0 0 0,0 1 0 0 0,1-1 0 0 0,-1 1 0 0 0,0-1 0 0 0,1 1 0 0 0,-1-1 0 0 0,0 1 0 0 0,1 0 0 0 0,-1-1 0 0 0,0 1-1 0 0,0 0 1 0 0,0 0 0 0 0,1-1 0 0 0,-1 1 0 0 0,0 0 0 0 0,0 0 0 0 0,0 0 0 0 0,1 0 0 0 0,-1 0 0 0 0,0 0 0 0 0,0 0 0 0 0,0 0 0 0 0,1 1 0 0 0,-1-1 0 0 0,0 0 0 0 0,0 0 0 0 0,0 1-1 0 0,-5 0-51 0 0,1 1-1 0 0,0 0 0 0 0,1 0 0 0 0,-1 0 0 0 0,0 0 0 0 0,-7 6 0 0 0,-5 4 7 0 0,1 0 0 0 0,0 1 0 0 0,1 1 0 0 0,1 1 0 0 0,0 0-1 0 0,1 1 1 0 0,0 1 0 0 0,2 0 0 0 0,0 0 0 0 0,-11 23 0 0 0,21-37-8 0 0,0-1 1 0 0,1 0-1 0 0,-1 1 0 0 0,0-1 1 0 0,1 1-1 0 0,-1-1 0 0 0,1 1 1 0 0,0-1-1 0 0,0 1 1 0 0,0 0-1 0 0,0-1 0 0 0,0 1 1 0 0,1-1-1 0 0,-1 1 0 0 0,1-1 1 0 0,0 1-1 0 0,-1-1 1 0 0,1 0-1 0 0,0 1 0 0 0,0-1 1 0 0,1 0-1 0 0,-1 0 0 0 0,0 1 1 0 0,1-1-1 0 0,0 0 1 0 0,-1 0-1 0 0,1-1 0 0 0,0 1 1 0 0,0 0-1 0 0,0-1 0 0 0,0 1 1 0 0,2 1-1 0 0,10 5 4 0 0,-1 1-1 0 0,1-2 0 0 0,1 0 1 0 0,16 6-1 0 0,-7-4-1 0 0,-11-3 7 0 0,13 5-8 0 0,39 23 1 0 0,-59-30 3 0 0,-1-1 1 0 0,1 1-1 0 0,-1 0 0 0 0,0 0 1 0 0,0 1-1 0 0,0-1 1 0 0,-1 1-1 0 0,0 0 1 0 0,0 0-1 0 0,0 1 0 0 0,0-1 1 0 0,4 12-1 0 0,-7-14 33 0 0,0 1-1 0 0,0-1 0 0 0,0 1 1 0 0,0-1-1 0 0,-1 1 0 0 0,0 0 1 0 0,1-1-1 0 0,-1 1 0 0 0,-1 0 1 0 0,1 0-1 0 0,0-1 0 0 0,-1 1 1 0 0,0-1-1 0 0,0 1 1 0 0,-2 4-1 0 0,1-3 45 0 0,-1 0 1 0 0,0 1 0 0 0,0-1-1 0 0,-1 0 1 0 0,1-1-1 0 0,-1 1 1 0 0,0-1-1 0 0,-8 8 1 0 0,2-4 14 0 0,0-1 0 0 0,-1 0 0 0 0,1-1 0 0 0,-1 0 0 0 0,-1 0 0 0 0,1-1 0 0 0,-1 0 0 0 0,-16 3 0 0 0,20-6-49 0 0,-1-1 1 0 0,1 0-1 0 0,0-1 0 0 0,0 0 1 0 0,-1 0-1 0 0,1 0 0 0 0,-14-4 1 0 0,18 4-32 0 0,0-1 1 0 0,1 0 0 0 0,-1 0-1 0 0,0 0 1 0 0,1-1-1 0 0,-1 1 1 0 0,1-1 0 0 0,-1 0-1 0 0,1 0 1 0 0,0 0-1 0 0,0-1 1 0 0,0 1 0 0 0,0-1-1 0 0,0 1 1 0 0,0-1-1 0 0,1 0 1 0 0,-1 0 0 0 0,-2-5-1 0 0,4 4-14 0 0,0 0-1 0 0,0 1 0 0 0,0-1 1 0 0,1 0-1 0 0,-1 0 0 0 0,1 1 1 0 0,0-1-1 0 0,0 0 1 0 0,0 0-1 0 0,1 0 0 0 0,0 1 1 0 0,-1-1-1 0 0,1 0 1 0 0,0 1-1 0 0,1-1 0 0 0,-1 1 1 0 0,1-1-1 0 0,3-6 1 0 0,4-6-10 0 0,1 1 0 0 0,18-22 0 0 0,103-118-27 0 0,3-4 26 0 0,-123 145 10 0 0,0-1-1 0 0,-1 0 0 0 0,-1 0 0 0 0,0-1 0 0 0,12-33 0 0 0,-19 44-1 0 0,-1 0 0 0 0,0 0-1 0 0,0 0 1 0 0,0 0-1 0 0,-1-1 1 0 0,1 1 0 0 0,-1 0-1 0 0,0 0 1 0 0,-1 0-1 0 0,1-1 1 0 0,-3-5-1 0 0,2 8-2 0 0,0 0 0 0 0,-1-1 0 0 0,1 1 0 0 0,-1 0 0 0 0,0 0 0 0 0,0-1 0 0 0,0 1 0 0 0,0 1 0 0 0,-1-1 0 0 0,1 0 0 0 0,-1 1 0 0 0,0-1 0 0 0,0 1 0 0 0,0 0 0 0 0,0 0 0 0 0,0 0 0 0 0,-5-3 0 0 0,-1 2-16 0 0,1 1-1 0 0,0-1 0 0 0,0 1 1 0 0,-1 1-1 0 0,1-1 0 0 0,-1 1 0 0 0,1 1 1 0 0,-1 0-1 0 0,0 0 0 0 0,1 1 0 0 0,-1-1 1 0 0,1 2-1 0 0,-1 0 0 0 0,1 0 0 0 0,0 0 1 0 0,-12 6-1 0 0,10-5-371 0 0,0 2 1 0 0,0 0-1 0 0,0 0 1 0 0,1 0-1 0 0,0 1 1 0 0,0 1-1 0 0,0-1 1 0 0,1 1-1 0 0,0 1 1 0 0,0 0-1 0 0,1 0 1 0 0,-10 14-1 0 0,16-20-12 0 0,0 0-1 0 0,0 1 1 0 0,0-1 0 0 0,0 1-1 0 0,0-1 1 0 0,0 1 0 0 0,1-1 0 0 0,-1 1-1 0 0,1-1 1 0 0,-1 1 0 0 0,1 0-1 0 0,0-1 1 0 0,0 1 0 0 0,1 0-1 0 0,-1-1 1 0 0,0 1 0 0 0,1-1 0 0 0,0 4-1 0 0,7 5-3987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44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55 2196 0 0,'-3'0'1681'0'0,"-54"17"13156"0"0,78-16-14553 0 0,0-2-1 0 0,0 0 0 0 0,0-1 0 0 0,33-8 1 0 0,0 0-128 0 0,238-32 250 0 0,-290 42-394 0 0,1-1-6 0 0,2 0-970 0 0,11-3 2054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45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80 1408 0 0,'52'-71'16678'0'0,"-52"71"-16590"0"0,0 0 0 0 0,0 0 1 0 0,0-1-1 0 0,1 1 0 0 0,-1 0 0 0 0,0 0 1 0 0,0-1-1 0 0,0 1 0 0 0,0 0 1 0 0,1-1-1 0 0,-1 1 0 0 0,0 0 1 0 0,0-1-1 0 0,0 1 0 0 0,0 0 0 0 0,0-1 1 0 0,0 1-1 0 0,0 0 0 0 0,0-1 1 0 0,0 1-1 0 0,0 0 0 0 0,0-1 0 0 0,0 1 1 0 0,0 0-1 0 0,-1 0 0 0 0,1-1 1 0 0,0 1-1 0 0,0 0 0 0 0,0-1 1 0 0,-9 5-7 0 0,0 1 0 0 0,1 0 0 0 0,-1 0 0 0 0,1 0 1 0 0,1 1-1 0 0,-1 1 0 0 0,1-1 0 0 0,-7 9 1 0 0,-51 64 256 0 0,61-74-314 0 0,-25 34 164 0 0,2 1-1 0 0,-31 62 0 0 0,48-82-136 0 0,1 1 0 0 0,1 0-1 0 0,0 0 1 0 0,2 1 0 0 0,1 0 0 0 0,1 0 0 0 0,-3 34 0 0 0,7-44-31 0 0,1 0-1 0 0,0 0 1 0 0,1 0 0 0 0,1-1 0 0 0,-1 1 0 0 0,2 0 0 0 0,0-1 0 0 0,0 0 0 0 0,1 0-1 0 0,0 0 1 0 0,1 0 0 0 0,13 18 0 0 0,-15-24-2 0 0,1 0 0 0 0,-1 0 0 0 0,1 0 0 0 0,0-1 0 0 0,0 1 0 0 0,0-1 1 0 0,1-1-1 0 0,-1 1 0 0 0,1-1 0 0 0,12 6 0 0 0,-14-8-3 0 0,1 0 0 0 0,0 0 0 0 0,0 0 0 0 0,0 0 1 0 0,0-1-1 0 0,0 1 0 0 0,-1-1 0 0 0,1 0 0 0 0,0-1 0 0 0,0 1 0 0 0,0-1 0 0 0,0 0 1 0 0,0-1-1 0 0,-1 1 0 0 0,1-1 0 0 0,5-2 0 0 0,-7 2-8 0 0,1 1 0 0 0,-1-1 0 0 0,1 0 0 0 0,-1 0 0 0 0,0-1 0 0 0,1 1 0 0 0,-1-1 1 0 0,-1 1-1 0 0,1-1 0 0 0,0 0 0 0 0,-1 0 0 0 0,1 0 0 0 0,-1-1 0 0 0,0 1 0 0 0,0 0 0 0 0,0-1 0 0 0,-1 1 0 0 0,1-1 0 0 0,-1 0 0 0 0,0 0 0 0 0,0 0 0 0 0,0 1 0 0 0,0-1 0 0 0,-1 0 0 0 0,1 0 0 0 0,-1 0 0 0 0,0 0 0 0 0,-1 0 0 0 0,0-5 1 0 0,0 7-110 0 0,0-1 1 0 0,-1 1 0 0 0,0 0 0 0 0,1-1 0 0 0,-1 1 0 0 0,0 0 0 0 0,0 0 0 0 0,0 0 0 0 0,0 0 0 0 0,-1 0 0 0 0,1 1 0 0 0,0-1 0 0 0,-1 1 0 0 0,1-1 0 0 0,-1 1 0 0 0,0 0 0 0 0,1 0 0 0 0,-6-1 0 0 0,0 0-606 0 0,-1 1 1 0 0,1 0-1 0 0,-1 0 1 0 0,1 1-1 0 0,-1 0 1 0 0,1 0-1 0 0,-15 3 1 0 0,-59 18-7139 0 0,79-20 7387 0 0,-25 8-5109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45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35 1484 0 0,'-45'23'17126'0'0,"61"-23"-16036"0"0,23-2 109 0 0,76-13 0 0 0,-60 6-976 0 0,53-8 8 0 0,-106 17-214 0 0,31-3 6 0 0,-30 2-28 0 0,3 0-175 0 0,10-6-6072 0 0,-10 4 3640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46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49 508 0 0,'65'-41'11584'0'0,"-63"40"-11092"0"0,3-1 25 0 0,-5 1-475 0 0,1 1 0 0 0,-1 0-1 0 0,0 0 1 0 0,0-1 0 0 0,0 1 0 0 0,0 0 0 0 0,1 0-1 0 0,-1 0 1 0 0,0-1 0 0 0,0 1 0 0 0,0 0 0 0 0,1 0 0 0 0,-1 0-1 0 0,0 0 1 0 0,0-1 0 0 0,1 1 0 0 0,-1 0 0 0 0,0 0-1 0 0,0 0 1 0 0,1 0 0 0 0,-1 0 0 0 0,0 0 0 0 0,1 0 0 0 0,-1 0-1 0 0,0 0 1 0 0,0 0 0 0 0,1 0 0 0 0,-1 0 0 0 0,0 0-1 0 0,1 0 1 0 0,-1 0 0 0 0,0 0 0 0 0,1 0 0 0 0,0 2 159 0 0,1-1 0 0 0,-1 1 0 0 0,0 0 1 0 0,1-1-1 0 0,-1 1 0 0 0,0 0 1 0 0,0 0-1 0 0,0 0 0 0 0,0-1 0 0 0,-1 1 1 0 0,1 0-1 0 0,0 0 0 0 0,-1 0 0 0 0,0 0 1 0 0,1 1-1 0 0,-1-1 0 0 0,0 0 1 0 0,0 0-1 0 0,0 0 0 0 0,0 0 0 0 0,-1 3 1 0 0,-6 51 1520 0 0,7-54-1628 0 0,-16 82 656 0 0,4 0 1 0 0,-2 91 0 0 0,15-155-687 0 0,0 0 0 0 0,2 0 0 0 0,0-1 0 0 0,1 1 0 0 0,6 18 0 0 0,-10-37-56 0 0,1 0 1 0 0,-1 1-1 0 0,0-1 1 0 0,1 0-1 0 0,0 0 1 0 0,-1 0-1 0 0,1 1 1 0 0,0-1-1 0 0,-1 0 1 0 0,1 0-1 0 0,0 0 0 0 0,0 0 1 0 0,0 0-1 0 0,0-1 1 0 0,0 1-1 0 0,0 0 1 0 0,0 0-1 0 0,0 0 1 0 0,0-1-1 0 0,0 1 1 0 0,0-1-1 0 0,1 1 1 0 0,-1-1-1 0 0,0 1 1 0 0,0-1-1 0 0,1 0 1 0 0,-1 1-1 0 0,0-1 0 0 0,1 0 1 0 0,-1 0-1 0 0,0 0 1 0 0,1 0-1 0 0,-1 0 1 0 0,0-1-1 0 0,0 1 1 0 0,1 0-1 0 0,-1 0 1 0 0,3-2-1 0 0,0 1 10 0 0,0-1 0 0 0,1 0-1 0 0,-1-1 1 0 0,0 1 0 0 0,0-1 0 0 0,-1 1 0 0 0,1-1-1 0 0,0 0 1 0 0,3-5 0 0 0,-3 5-7 0 0,-1-1 1 0 0,0-1 0 0 0,0 1-1 0 0,0 0 1 0 0,0-1 0 0 0,-1 1-1 0 0,1-1 1 0 0,-1 0-1 0 0,0 0 1 0 0,-1 0 0 0 0,1 0-1 0 0,-1 0 1 0 0,1-9 0 0 0,-2 12-13 0 0,0 1 0 0 0,0-1 0 0 0,-1 0 0 0 0,1 0 0 0 0,0 0 1 0 0,-1 0-1 0 0,1 0 0 0 0,-1 1 0 0 0,0-1 0 0 0,0 0 0 0 0,0 1 1 0 0,1-1-1 0 0,-1 0 0 0 0,-1 1 0 0 0,-1-3 0 0 0,-21-18-30 0 0,18 18 14 0 0,0 1 0 0 0,0 0 1 0 0,0 1-1 0 0,0-1 0 0 0,-1 1 0 0 0,1 1 0 0 0,-1-1 1 0 0,1 1-1 0 0,-1 0 0 0 0,-12 0 0 0 0,2 1-518 0 0,0 1 0 0 0,0 0 0 0 0,-20 4 0 0 0,34-4 67 0 0,-37 10-4278 0 0,22-2-320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48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28 520 0 0,'3'-1'1116'0'0,"42"-14"3917"0"0,-43 14-4440 0 0,12-3 2055 0 0,6-3 5600 0 0,-30 12-7312 0 0,-22 11-489 0 0,2 2-1 0 0,0 0 1 0 0,1 3 0 0 0,-40 34 0 0 0,44-32-338 0 0,1 2 1 0 0,1 0-1 0 0,1 1 1 0 0,1 1-1 0 0,-22 39 1 0 0,8-3 183 0 0,-38 97 1 0 0,63-133-269 0 0,1-1 0 0 0,2 1 0 0 0,1 0 0 0 0,1 1-1 0 0,1-1 1 0 0,0 39 0 0 0,4-59-12 0 0,0 0-1 0 0,1 0 1 0 0,0 0-1 0 0,0 0 1 0 0,0 0 0 0 0,1 0-1 0 0,0-1 1 0 0,1 1-1 0 0,-1 0 1 0 0,1-1-1 0 0,1 1 1 0 0,-1-1 0 0 0,1 0-1 0 0,6 8 1 0 0,-3-7 17 0 0,0 0 1 0 0,0 0 0 0 0,1-1 0 0 0,0 0-1 0 0,1 0 1 0 0,-1-1 0 0 0,1 0 0 0 0,0-1-1 0 0,15 7 1 0 0,-13-8 11 0 0,0 0 0 0 0,0 0 1 0 0,1-1-1 0 0,-1 0 0 0 0,0-1 0 0 0,1 0 0 0 0,-1-1 0 0 0,1 0 1 0 0,-1-1-1 0 0,1 0 0 0 0,-1-1 0 0 0,16-5 0 0 0,-12 3 164 0 0,0-1 0 0 0,-1-1 0 0 0,0 0 0 0 0,0-1 0 0 0,0-1-1 0 0,-1 0 1 0 0,0 0 0 0 0,20-19 0 0 0,-25 19 5 0 0,0-1 0 0 0,0 0-1 0 0,-1 0 1 0 0,0 0 0 0 0,-1-1 0 0 0,0 0-1 0 0,-1-1 1 0 0,0 1 0 0 0,0-1 0 0 0,-1 0-1 0 0,0 0 1 0 0,-1-1 0 0 0,-1 1 0 0 0,1 0 0 0 0,0-18-1 0 0,-3 22-177 0 0,0 0 0 0 0,0 1 0 0 0,0-1 0 0 0,-1 0 0 0 0,0 1 0 0 0,0-1 0 0 0,-1 0 0 0 0,0 1 0 0 0,0 0 0 0 0,0-1 0 0 0,-1 1 0 0 0,0 0 0 0 0,0 0 0 0 0,-1 0 0 0 0,0 1 0 0 0,0-1 0 0 0,0 1 0 0 0,0 0-1 0 0,-1 0 1 0 0,0 1 0 0 0,0-1 0 0 0,0 1 0 0 0,-1 0 0 0 0,1 0 0 0 0,-1 1 0 0 0,0-1 0 0 0,-11-3 0 0 0,8 4-36 0 0,-1 0 0 0 0,1 0 0 0 0,-1 1 0 0 0,0 1 0 0 0,0 0 0 0 0,0 0 0 0 0,0 1 1 0 0,0 0-1 0 0,0 1 0 0 0,0 0 0 0 0,-16 4 0 0 0,14-2-11 0 0,1 0 0 0 0,0 1-1 0 0,0 0 1 0 0,1 0 0 0 0,-1 1 0 0 0,1 1 0 0 0,0 0 0 0 0,1 0 0 0 0,-17 15-1 0 0,18-13-35 0 0,0 1-1 0 0,0 0 0 0 0,0 0 0 0 0,1 1 0 0 0,1 0 0 0 0,0 0 0 0 0,0 1 0 0 0,1-1 1 0 0,0 1-1 0 0,1 1 0 0 0,0-1 0 0 0,-3 23 0 0 0,6-28-208 0 0,0-1-1 0 0,0 1 1 0 0,1 0-1 0 0,0 0 1 0 0,1 0-1 0 0,-1 0 1 0 0,1 0 0 0 0,0 0-1 0 0,0-1 1 0 0,1 1-1 0 0,0 0 1 0 0,0-1-1 0 0,0 1 1 0 0,1-1 0 0 0,-1 0-1 0 0,1 0 1 0 0,1 0-1 0 0,-1 0 1 0 0,1 0-1 0 0,-1-1 1 0 0,1 0 0 0 0,1 1-1 0 0,-1-1 1 0 0,1-1-1 0 0,-1 1 1 0 0,1-1-1 0 0,9 5 1 0 0,-3-2-664 0 0,0-1-1 0 0,0-1 1 0 0,1 0-1 0 0,-1 0 1 0 0,18 2-1 0 0,32 0-5985 0 0,-24-5-73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49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231 157 2048 0 0,'-13'-4'5100'0'0,"-24"-4"3989"0"0,34 8-8562 0 0,-8 0-7 0 0,8 0 424 0 0,0 0-527 0 0,-26-2 1093 0 0,26 2-1288 0 0,-16-6 315 0 0,9 2-421 0 0,-1 0 0 0 0,1-1 0 0 0,0 0 0 0 0,-14-10 1 0 0,-9-5-16 0 0,32 19-112 0 0,-9-5 17 0 0,10 6-7 0 0,0 0 0 0 0,0 0 0 0 0,0 0 1 0 0,0 0-1 0 0,0 0 0 0 0,0 0 0 0 0,0 0 0 0 0,0 0 1 0 0,1 0-1 0 0,-1 0 0 0 0,0 0 0 0 0,0 0 0 0 0,0-1 1 0 0,0 1-1 0 0,0 0 0 0 0,0 0 0 0 0,0 0 1 0 0,0 0-1 0 0,0 0 0 0 0,0 0 0 0 0,1 0 0 0 0,-1 0 1 0 0,0 0-1 0 0,0 0 0 0 0,0-1 0 0 0,0 1 1 0 0,0 0-1 0 0,0 0 0 0 0,0 0 0 0 0,0 0 0 0 0,0 0 1 0 0,0 0-1 0 0,0 0 0 0 0,0 0 0 0 0,0-1 1 0 0,0 1-1 0 0,0 0 0 0 0,0 0 0 0 0,0 0 0 0 0,0 0 1 0 0,0 0-1 0 0,0 0 0 0 0,0 0 0 0 0,0-1 0 0 0,0 1 1 0 0,0 0-1 0 0,0 0 0 0 0,0 0 0 0 0,0 0 1 0 0,-1 0-1 0 0,1 0 0 0 0,0 0 0 0 0,0 0 0 0 0,0 0 1 0 0,0 0-1 0 0,0-1 0 0 0,0 1 0 0 0,0 0 1 0 0,0 0-1 0 0,0 0 0 0 0,-1 0 0 0 0,20-3 9 0 0,29 1 6 0 0,86-9-19 0 0,-5 0 1 0 0,-121 11 19 0 0,0 0 0 0 0,1-1 0 0 0,-1 0 0 0 0,0-1 0 0 0,-1 0 0 0 0,1 0 0 0 0,0 0 0 0 0,0-1 0 0 0,-1 0 0 0 0,0-1 0 0 0,8-4 0 0 0,-14 7 78 0 0,3-2 153 0 0,0 1 0 0 0,0-1 0 0 0,0 1 0 0 0,0 0 0 0 0,5-2 0 0 0,-8 6-212 0 0,-1 1 0 0 0,1-1-1 0 0,0 0 1 0 0,-1 1 0 0 0,1-1 0 0 0,-1 0 0 0 0,0 1-1 0 0,0-1 1 0 0,0 0 0 0 0,0 1 0 0 0,-1 3 0 0 0,-7 34 254 0 0,5-23-78 0 0,-105 536 1872 0 0,78-383-2672 0 0,24-113-2245 0 0,4-1-3456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50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47 129 1748 0 0,'-4'-104'10784'0'0,"4"91"-9989"0"0,0 11-518 0 0,-2-7 1293 0 0,0 55-57 0 0,3 54 0 0 0,1-26-697 0 0,-24 793 3600 0 0,2 126-1305 0 0,44 137-531 0 0,-24-1093-2486 0 0,0-21 36 0 0,0 0 0 0 0,4 25 0 0 0,-4-38-84 0 0,1 3-487 0 0,0-9-648 0 0,0-12-630 0 0,3-20-4213 0 0,-3 11-2419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51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12 788 0 0,'-2'1'3172'0'0,"-11"2"65"0"0,10-3-2389 0 0,-10 3 1133 0 0,1 3 1054 0 0,11-6-2956 0 0,1 0-1 0 0,-1 0 1 0 0,0 0 0 0 0,1 0 0 0 0,-1 0 0 0 0,0 0 0 0 0,1 0 0 0 0,-1 1 0 0 0,1-1 0 0 0,-1 0 0 0 0,0 0 0 0 0,1 1 0 0 0,-1-1 0 0 0,1 0 0 0 0,-1 1 0 0 0,1-1 0 0 0,-1 0 0 0 0,1 1 0 0 0,-1-1 0 0 0,1 1 0 0 0,-1-1 0 0 0,1 1 0 0 0,-1 0 0 0 0,16 1 350 0 0,26-4-487 0 0,164-19-19 0 0,-137 16-2328 0 0,0 1-3384 0 0,-50 2 1137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52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109 159 52 0 0,'-102'71'8559'0'0,"95"-60"-7033"0"0,7-11-1509 0 0,0 1 1 0 0,0-1-1 0 0,0 0 0 0 0,0 1 1 0 0,1-1-1 0 0,-1 0 1 0 0,0 0-1 0 0,0 1 1 0 0,0-1-1 0 0,0 0 1 0 0,0 1-1 0 0,0-1 0 0 0,0 0 1 0 0,1 0-1 0 0,-1 1 1 0 0,0-1-1 0 0,0 0 1 0 0,0 0-1 0 0,0 1 1 0 0,1-1-1 0 0,-1 0 0 0 0,0 0 1 0 0,0 0-1 0 0,1 0 1 0 0,-1 1-1 0 0,0-1 1 0 0,0 0-1 0 0,1 0 1 0 0,-1 0-1 0 0,0 0 0 0 0,1 0 1 0 0,-1 0-1 0 0,0 0 1 0 0,0 0-1 0 0,1 0 1 0 0,-1 0-1 0 0,0 0 1 0 0,1 0-1 0 0,-1 0 0 0 0,0 0 1 0 0,0 0-1 0 0,1 0 1 0 0,-1 0-1 0 0,1 0 1 0 0,26-5 172 0 0,-1 0 1 0 0,0-2 0 0 0,0-1 0 0 0,44-20 0 0 0,-14 6-103 0 0,193-68-972 0 0,-83 34-3772 0 0,-91 30 636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57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358 182 1176 0 0,'0'0'872'0'0,"-3"0"-66"0"0,-4 0-179 0 0,1-1 1 0 0,-1 0 0 0 0,1 0-1 0 0,-1-1 1 0 0,1 0 0 0 0,0 0-1 0 0,-1 0 1 0 0,1-1 0 0 0,0 0 0 0 0,-10-6-1 0 0,15 8-247 0 0,0 0-304 0 0,0 1 0 0 0,0-1-1 0 0,0 1 1 0 0,0-1 0 0 0,0 1 0 0 0,1-1 0 0 0,-1 0 0 0 0,0 0 0 0 0,0 1 0 0 0,1-1 0 0 0,-1 0 0 0 0,0 0 0 0 0,1 0 0 0 0,-1 0 0 0 0,1 0 0 0 0,-1 0 0 0 0,1 0 0 0 0,-1 0 0 0 0,1 0 0 0 0,0 0 0 0 0,0 0 0 0 0,-1 0 0 0 0,1 0 0 0 0,0-2 0 0 0,0 1-3 0 0,1-1 0 0 0,-1 0 0 0 0,1 0 1 0 0,-1 1-1 0 0,1-1 0 0 0,0 0 1 0 0,0 1-1 0 0,0-1 0 0 0,2-3 0 0 0,2-2 2 0 0,1 0 0 0 0,-1 0-1 0 0,1 1 1 0 0,12-12 0 0 0,-12 13-64 0 0,0 1 1 0 0,0 0-1 0 0,0 0 1 0 0,1 0-1 0 0,0 1 1 0 0,0 0-1 0 0,0 1 1 0 0,0-1 0 0 0,0 1-1 0 0,1 1 1 0 0,10-3-1 0 0,-16 5-13 0 0,1 0 0 0 0,0 0-1 0 0,0 1 1 0 0,-1-1 0 0 0,1 1-1 0 0,0-1 1 0 0,0 1 0 0 0,-1 0 0 0 0,1 0-1 0 0,-1 1 1 0 0,1-1 0 0 0,-1 0-1 0 0,1 1 1 0 0,-1-1 0 0 0,0 1 0 0 0,0 0-1 0 0,0 0 1 0 0,0 0 0 0 0,0 0-1 0 0,0 0 1 0 0,-1 0 0 0 0,3 4 0 0 0,-1 1 6 0 0,0 0 1 0 0,0 1 0 0 0,-1 0 0 0 0,0-1 0 0 0,0 1 0 0 0,-1 0 0 0 0,0 0 0 0 0,0 0 0 0 0,-1 0 0 0 0,0 0-1 0 0,0 0 1 0 0,-1 0 0 0 0,0 0 0 0 0,-3 8 0 0 0,-2 10 27 0 0,-1 0 0 0 0,-20 44 1 0 0,8-27 175 0 0,-2-2 1 0 0,-2 0-1 0 0,-2-2 1 0 0,-1 0 0 0 0,-3-2-1 0 0,0-1 1 0 0,-55 50-1 0 0,81-82-84 0 0,-1-1-1 0 0,0 0 0 0 0,0 0 0 0 0,0 0 0 0 0,0-1 1 0 0,-1 1-1 0 0,1-1 0 0 0,-1 0 0 0 0,1 0 1 0 0,-1-1-1 0 0,0 1 0 0 0,0-1 0 0 0,0 0 0 0 0,0-1 1 0 0,-6 1-1 0 0,8-1-95 0 0,0 0-1 0 0,0-1 1 0 0,0 0 0 0 0,0 1-1 0 0,0-1 1 0 0,0 0 0 0 0,0-1-1 0 0,1 1 1 0 0,-1 0 0 0 0,0-1-1 0 0,1 0 1 0 0,-1 1 0 0 0,1-1 0 0 0,0 0-1 0 0,-1 0 1 0 0,-1-4 0 0 0,-2 0 1 0 0,1 0 0 0 0,0-1 0 0 0,1 1 0 0 0,-7-12 1 0 0,9 13-33 0 0,-1 0 0 0 0,1 0-1 0 0,0 0 1 0 0,1 0 0 0 0,-1 0 0 0 0,1-1 0 0 0,0 1 0 0 0,0 0 0 0 0,1-1 0 0 0,-1 1 0 0 0,1 0 0 0 0,0-1 0 0 0,1 1 0 0 0,-1-1 0 0 0,1 1 0 0 0,0 0 0 0 0,0 0 0 0 0,1-1 0 0 0,0 1 0 0 0,0 0-1 0 0,0 0 1 0 0,0 0 0 0 0,4-4 0 0 0,-4 7-3 0 0,-1 0 0 0 0,1 0 0 0 0,0 0 0 0 0,1 0 0 0 0,-1 1 0 0 0,0-1-1 0 0,0 1 1 0 0,1-1 0 0 0,-1 1 0 0 0,1 0 0 0 0,-1 0 0 0 0,1 0 0 0 0,-1 0 0 0 0,1 0 0 0 0,0 0-1 0 0,-1 1 1 0 0,1 0 0 0 0,0-1 0 0 0,0 1 0 0 0,-1 0 0 0 0,6 1 0 0 0,0 0-10 0 0,0 0 1 0 0,0 0-1 0 0,0 1 1 0 0,-1 0-1 0 0,12 5 1 0 0,-1 2 7 0 0,1 1 0 0 0,-2 1-1 0 0,1 1 1 0 0,26 23 0 0 0,27 19 6 0 0,-54-43-220 0 0,67 39 623 0 0,-30-24-3668 0 0,-53-26 3032 0 0,-1 0 0 0 0,1 0 1 0 0,0 1-1 0 0,0-1 0 0 0,0 0 0 0 0,-1 0 0 0 0,1 0 0 0 0,0 0 1 0 0,0 0-1 0 0,0 0 0 0 0,0 0 0 0 0,0 0 0 0 0,-1 0 1 0 0,1 0-1 0 0,0 0 0 0 0,0-1 0 0 0,0 1 0 0 0,-1 0 0 0 0,1-1 1 0 0,1 0-1 0 0,15-5-6654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57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55 1980 0 0,'0'-2'2110'0'0,"-10"-51"14444"0"0,9 55-16491 0 0,0 1-1 0 0,0-1 1 0 0,1 0 0 0 0,-1 0 0 0 0,1 0 0 0 0,-1 1-1 0 0,1-1 1 0 0,0 0 0 0 0,0 5 0 0 0,0-5 12 0 0,-56 565 1016 0 0,44-436-147 0 0,11-129-854 0 0,1-1-45 0 0,-1 6 6 0 0,1-5-96 0 0,-6 4-727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58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71 2380 0 0,'-3'0'4384'0'0,"-25"4"2623"0"0,-1 0 1566 0 0,20-2-7504 0 0,33-2-1067 0 0,0-1 0 0 0,37-7 0 0 0,-8 1 17 0 0,124-19 126 0 0,-94 12-74 0 0,54-9 311 0 0,-134 23-352 0 0,10-2-322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59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47 1348 0 0,'-4'-31'11224'0'0,"-2"15"-7225"0"0,8 25-4001 0 0,4 43 743 0 0,-1 1-1 0 0,-4 93 1 0 0,-2-70-468 0 0,-9 92 104 0 0,1-58-259 0 0,-5 10-1089 0 0,30-153-9725 0 0,-8 20 5208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7:59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97 1316 0 0,'19'-34'6567'0'0,"-12"23"-3345"0"0,-1 0 1 0 0,8-20-1 0 0,-14 29-2665 0 0,2-5 1363 0 0,-27 42-1761 0 0,1 0 0 0 0,-24 51 0 0 0,23-41-118 0 0,-2 3-30 0 0,-28 73 0 0 0,47-99-7 0 0,1-1 0 0 0,0 1 0 0 0,2 0-1 0 0,1 1 1 0 0,1-1 0 0 0,-1 29-1 0 0,4-42 0 0 0,0 0-1 0 0,1 0 0 0 0,0 0 1 0 0,1-1-1 0 0,0 1 1 0 0,0 0-1 0 0,1-1 0 0 0,0 1 1 0 0,0-1-1 0 0,1 0 1 0 0,7 12-1 0 0,-7-15 6 0 0,0 1 0 0 0,1-1 1 0 0,-1 0-1 0 0,1 0 0 0 0,0-1 0 0 0,0 1 0 0 0,1-1 1 0 0,-1 0-1 0 0,1-1 0 0 0,0 1 0 0 0,0-1 0 0 0,0 0 1 0 0,1 0-1 0 0,-1-1 0 0 0,10 3 0 0 0,-9-4 18 0 0,-1 1 0 0 0,0-1-1 0 0,1 0 1 0 0,-1 0-1 0 0,1 0 1 0 0,-1-1 0 0 0,1 0-1 0 0,-1 0 1 0 0,1-1 0 0 0,-1 0-1 0 0,0 0 1 0 0,9-3 0 0 0,-13 4-1 0 0,0-1 1 0 0,1 0 0 0 0,-1 0 0 0 0,0 1 0 0 0,0-1-1 0 0,0-1 1 0 0,0 1 0 0 0,0 0 0 0 0,0 0 0 0 0,0-1-1 0 0,-1 1 1 0 0,1-1 0 0 0,0 1 0 0 0,-1-1 0 0 0,1 0-1 0 0,-1 0 1 0 0,0 0 0 0 0,0 1 0 0 0,1-1 0 0 0,-1-1-1 0 0,0 1 1 0 0,-1 0 0 0 0,1 0 0 0 0,0 0-1 0 0,0-4 1 0 0,-1 4-12 0 0,0-1 0 0 0,-1 1-1 0 0,1 0 1 0 0,-1 0 0 0 0,1 0-1 0 0,-1 0 1 0 0,0 0 0 0 0,0 0-1 0 0,0 0 1 0 0,0 0 0 0 0,0 0-1 0 0,-1 0 1 0 0,1 0 0 0 0,0 1-1 0 0,-1-1 1 0 0,0 1 0 0 0,1-1-1 0 0,-1 1 1 0 0,0-1 0 0 0,1 1-1 0 0,-1 0 1 0 0,0 0 0 0 0,0 0-1 0 0,0 0 1 0 0,-4-1 0 0 0,-5-2 11 0 0,-1 0 0 0 0,1 1 0 0 0,-1 0 0 0 0,1 1 0 0 0,-20-1 0 0 0,-58 2-664 0 0,49 2-1065 0 0,1 3-2852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71 127 2624 0 0,'-3'0'2168'0'0,"-31"5"4187"0"0,31-5-5183 0 0,-9 1-81 0 0,9 0-58 0 0,-13 1 2595 0 0,27-5-1280 0 0,105-27-811 0 0,320-66-1628 0 0,-411 89-2048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0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43 2224 0 0,'-17'-14'9435'0'0,"-11"-6"-3656"0"0,27 19-5530 0 0,0 0 0 0 0,0 0 0 0 0,0 1 0 0 0,0-1 0 0 0,0 0 0 0 0,0 1 0 0 0,0-1 0 0 0,0 1 0 0 0,0-1 0 0 0,-1 1 0 0 0,1-1-1 0 0,0 1 1 0 0,0 0 0 0 0,0 0 0 0 0,-1-1 0 0 0,1 1 0 0 0,0 0 0 0 0,-2 0 0 0 0,1 12 185 0 0,1-1 0 0 0,0 1 0 0 0,0-1 0 0 0,1 1 0 0 0,1-1 0 0 0,0 0 0 0 0,0 1 0 0 0,6 18 0 0 0,-1 5 80 0 0,21 129 590 0 0,9 79-582 0 0,-23-153-392 0 0,-7-54-2864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1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113 120 1760 0 0,'-12'-14'2598'0'0,"6"8"-1545"0"0,1 0 1 0 0,0 0 0 0 0,1 0-1 0 0,-1-1 1 0 0,1 1 0 0 0,0-1-1 0 0,-5-14 1 0 0,9 20-1022 0 0,0 0 0 0 0,0 0 1 0 0,0 0-1 0 0,0 0 0 0 0,0 0 0 0 0,1 0 0 0 0,-1 0 0 0 0,0 0 1 0 0,1 0-1 0 0,-1 0 0 0 0,1 0 0 0 0,-1 0 0 0 0,1 0 0 0 0,-1 0 1 0 0,1 0-1 0 0,0 0 0 0 0,-1 1 0 0 0,1-1 0 0 0,0 0 0 0 0,0 0 0 0 0,0 1 1 0 0,-1-1-1 0 0,2 0 0 0 0,22-13 227 0 0,-17 13-225 0 0,0 0 1 0 0,0 0 0 0 0,0 0-1 0 0,0 1 1 0 0,0 0-1 0 0,0 0 1 0 0,0 1-1 0 0,0 0 1 0 0,0 0-1 0 0,10 4 1 0 0,-8-3 35 0 0,-1 1 0 0 0,1 1 0 0 0,-1-1 0 0 0,0 1 0 0 0,0 1 0 0 0,-1-1 0 0 0,1 1 0 0 0,-1 1 0 0 0,0-1 0 0 0,-1 1 0 0 0,1 0 0 0 0,-1 1 0 0 0,9 12 0 0 0,-11-12 34 0 0,0-1 0 0 0,0 1 0 0 0,-1 0 0 0 0,0 0 1 0 0,-1 0-1 0 0,1 1 0 0 0,-1-1 0 0 0,-1 1 0 0 0,1-1 0 0 0,-1 1 0 0 0,-1 0 1 0 0,0-1-1 0 0,0 1 0 0 0,0 0 0 0 0,-1-1 0 0 0,-2 12 0 0 0,-2 4 72 0 0,-2 1 0 0 0,-1-1-1 0 0,-1-1 1 0 0,0 1 0 0 0,-2-1 0 0 0,-1-1 0 0 0,0 0-1 0 0,-20 24 1 0 0,-17 14 1350 0 0,-71 68 1 0 0,114-121-1355 0 0,4-4-104 0 0,0 0 0 0 0,0 0 1 0 0,0 0-1 0 0,0-1 0 0 0,0 1 1 0 0,0-1-1 0 0,0 1 0 0 0,0-1 1 0 0,-1 0-1 0 0,1 0 0 0 0,0 0 1 0 0,-1 0-1 0 0,1 0 0 0 0,-1-1 1 0 0,-4 1-1 0 0,9-4-52 0 0,-1 0 0 0 0,0 0-1 0 0,1 0 1 0 0,0 0 0 0 0,0 0-1 0 0,0 0 1 0 0,0 0 0 0 0,3-2-1 0 0,0-1-16 0 0,1 0 0 0 0,0 1-1 0 0,1 0 1 0 0,-1 0-1 0 0,1 1 1 0 0,0-1-1 0 0,0 1 1 0 0,0 1-1 0 0,1 0 1 0 0,-1 0-1 0 0,1 0 1 0 0,0 1-1 0 0,0 0 1 0 0,0 1-1 0 0,0-1 1 0 0,0 1-1 0 0,0 1 1 0 0,0 0-1 0 0,0 0 1 0 0,13 2 0 0 0,12 4-147 0 0,0 1 1 0 0,-1 1-1 0 0,54 21 1 0 0,-36-11-549 0 0,8 2-759 0 0,53 17-3068 0 0,-92-33 1825 0 0,0 0 1 0 0,20 1-1 0 0,-15-4-2500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1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53 117 828 0 0,'-20'-89'12589'0'0,"20"87"-12310"0"0,0 0-1 0 0,-1 0 1 0 0,1 0-1 0 0,-1 0 1 0 0,1 0-1 0 0,-1 0 1 0 0,0 0-1 0 0,0 0 1 0 0,0 1-1 0 0,0-1 1 0 0,0 0-1 0 0,-3-3 1 0 0,-1 8 849 0 0,1 10-664 0 0,-1 18-40 0 0,1 0 0 0 0,1 1-1 0 0,3 43 1 0 0,1-55-383 0 0,1-1 0 0 0,1 0 0 0 0,0-1 0 0 0,2 1 0 0 0,0-1 0 0 0,14 32 0 0 0,-16-44-28 0 0,1 0 0 0 0,-1 1 0 0 0,1-1 0 0 0,1-1 1 0 0,-1 1-1 0 0,1-1 0 0 0,0 0 0 0 0,1 0 0 0 0,-1 0 0 0 0,1 0 1 0 0,0-1-1 0 0,0 0 0 0 0,0-1 0 0 0,1 1 0 0 0,-1-1 0 0 0,1 0 0 0 0,7 2 1 0 0,-8-4-8 0 0,-1 0 1 0 0,0 0 0 0 0,0 0 0 0 0,0 0-1 0 0,0-1 1 0 0,0 0 0 0 0,1 0 0 0 0,-1 0 0 0 0,0 0-1 0 0,0-1 1 0 0,0 0 0 0 0,0 0 0 0 0,1-1-1 0 0,-2 0 1 0 0,1 1 0 0 0,0-1 0 0 0,0-1 0 0 0,-1 1-1 0 0,1-1 1 0 0,-1 0 0 0 0,1 0 0 0 0,-1 0-1 0 0,0-1 1 0 0,4-4 0 0 0,1-2-1 0 0,-1-1 0 0 0,1 0 0 0 0,-2 0-1 0 0,0-1 1 0 0,10-21 0 0 0,-1-7 1092 0 0,-8 23-558 0 0,-8 17-528 0 0,0-1-1 0 0,0 1 0 0 0,0 0 0 0 0,0 0 1 0 0,0 0-1 0 0,0-1 0 0 0,0 1 0 0 0,0 0 1 0 0,0 0-1 0 0,0 0 0 0 0,0 0 0 0 0,0-1 1 0 0,0 1-1 0 0,0 0 0 0 0,1 0 0 0 0,-1 0 0 0 0,0 0 1 0 0,0-1-1 0 0,0 1 0 0 0,0 0 0 0 0,0 0 1 0 0,1 0-1 0 0,-1 0 0 0 0,0 0 0 0 0,0 0 1 0 0,0 0-1 0 0,0-1 0 0 0,0 1 0 0 0,1 0 1 0 0,-1 0-1 0 0,0 0 0 0 0,0 0 0 0 0,0 0 1 0 0,1 0-1 0 0,-1 0 0 0 0,0 0 0 0 0,0 0 1 0 0,0 0-1 0 0,1 0 0 0 0,-1 0 0 0 0,0 0 1 0 0,0 0-1 0 0,0 0 0 0 0,0 0 0 0 0,1 0 1 0 0,-1 0-1 0 0,0 0 0 0 0,0 0 0 0 0,0 1 1 0 0,1-1-1 0 0,-1 0 0 0 0,0 0 0 0 0,0 0 1 0 0,0 0-1 0 0,0 0 0 0 0,0 0 0 0 0,1 1 1 0 0,-1-1-1 0 0,0 1 39 0 0,0 1-1 0 0,1-1 1 0 0,-1 1 0 0 0,0 0 0 0 0,0-1 0 0 0,0 1-1 0 0,0-1 1 0 0,-1 1 0 0 0,1-1 0 0 0,0 1 0 0 0,-1 2-1 0 0,-1 6 273 0 0,-34 229 2725 0 0,15-124-2845 0 0,17-86-390 0 0,-10 51 627 0 0,0-28-3530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1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65 103 2248 0 0,'-2'0'2302'0'0,"-58"-7"12436"0"0,57 7-14234 0 0,21-4 117 0 0,101-21-60 0 0,124-27-156 0 0,-199 43-265 0 0,-42 8-143 0 0,1 0-87 0 0,-1 1-388 0 0,12-4-167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2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85 208 0 0,'0'-3'2184'0'0,"-3"-23"4956"0"0,-7-30 0 0 0,1 83-5716 0 0,-15 72 405 0 0,13-56-1445 0 0,-6 44 0 0 0,15-74-346 0 0,1 0 1 0 0,0 0-1 0 0,1 0 1 0 0,1 0-1 0 0,0 0 1 0 0,1 0 0 0 0,6 24-1 0 0,-7-34-28 0 0,0 1-1 0 0,1 0 1 0 0,0 0 0 0 0,0-1-1 0 0,0 1 1 0 0,0-1 0 0 0,1 1-1 0 0,-1-1 1 0 0,1 0-1 0 0,0 0 1 0 0,0 0 0 0 0,0-1-1 0 0,0 1 1 0 0,7 4 0 0 0,-4-4 4 0 0,0 0 1 0 0,0 0 0 0 0,0-1 0 0 0,1 0 0 0 0,0 0 0 0 0,-1 0 0 0 0,1-1 0 0 0,10 1-1 0 0,-7-1 0 0 0,0-1 0 0 0,0 0-1 0 0,0-1 1 0 0,0 0 0 0 0,0 0-1 0 0,-1-1 1 0 0,1-1-1 0 0,0 1 1 0 0,-1-2 0 0 0,1 1-1 0 0,-1-1 1 0 0,11-6 0 0 0,-13 4-31 0 0,0 0 1 0 0,0 0 0 0 0,0 0 0 0 0,-1-1-1 0 0,0 0 1 0 0,0 0 0 0 0,-1 0 0 0 0,0-1-1 0 0,6-12 1 0 0,-4 6 917 0 0,0-1-1 0 0,-2-1 1 0 0,1 1-1 0 0,3-23 1 0 0,-6 30 721 0 0,-5 28-943 0 0,-4 34 121 0 0,-21 290 1612 0 0,19-173-2045 0 0,0-41-114 0 0,3-74-1699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3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126 114 1044 0 0,'-94'0'12089'0'0,"91"0"-11342"0"0,0 0-42 0 0,-8 0-49 0 0,8 0 534 0 0,-8 0 1545 0 0,37-8-2295 0 0,0 1 0 0 0,41-4 0 0 0,-11 1-281 0 0,269-45 148 0 0,-187 37-5092 0 0,-123 14 1833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50 296 0 0,'-52'-46'19618'0'0,"50"45"-19030"0"0,1 0 0 0 0,0 1 0 0 0,-4-1 0 0 0,4 9-89 0 0,-1 0-1 0 0,1 1 0 0 0,0-1 1 0 0,1 1-1 0 0,0 0 1 0 0,1-1-1 0 0,1 9 1 0 0,0 10 190 0 0,-2 253 1824 0 0,-1-130-2389 0 0,-4-80 54 0 0,1-8-1436 0 0,6-22-3705 0 0,-2-39 4697 0 0,1 0 1 0 0,-1 0-1 0 0,0-1 1 0 0,0 1-1 0 0,1 0 0 0 0,-1-1 1 0 0,0 1-1 0 0,1 0 1 0 0,-1 0-1 0 0,0-1 1 0 0,1 1-1 0 0,-1-1 1 0 0,5 4-1860 0 0,-4-3 1859 0 0,0-1 1 0 0,-1 0-1 0 0,1 1 1 0 0,1-1-1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5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589 50 888 0 0,'-6'-37'18528'0'0,"5"36"-18406"0"0,-36-9 282 0 0,27 9-390 0 0,0 1 2 0 0,0 0-1 0 0,0 0 0 0 0,-17 4 0 0 0,-32 6-42 0 0,57-10 24 0 0,-26 6 7 0 0,27-6-5 0 0,0 0 1 0 0,-1 0 0 0 0,1 0 0 0 0,0 0-1 0 0,-1 1 1 0 0,1-1 0 0 0,-1 0 0 0 0,1 1 0 0 0,0-1-1 0 0,0 1 1 0 0,-1 0 0 0 0,1-1 0 0 0,0 1-1 0 0,0 0 1 0 0,0 0 0 0 0,0 0 0 0 0,0 0 0 0 0,0 0-1 0 0,0 0 1 0 0,0 0 0 0 0,0 0 0 0 0,-1 2 0 0 0,-18 33-7 0 0,12-19 7 0 0,-20 47 34 0 0,23-54-24 0 0,-8 27 12 0 0,7-20-18 0 0,4-11 0 0 0,0 0 1 0 0,0 0 0 0 0,1 0-1 0 0,0 0 1 0 0,0 0 0 0 0,0 6-1 0 0,2-10 1 0 0,0-1 0 0 0,0 0-1 0 0,1 1 1 0 0,-1-1 0 0 0,1 0 0 0 0,-1 0 0 0 0,1 0-1 0 0,0 0 1 0 0,-1 0 0 0 0,1 0 0 0 0,0 0-1 0 0,0-1 1 0 0,0 1 0 0 0,-1-1 0 0 0,4 1 0 0 0,-3 0-12 0 0,39 10 38 0 0,62 21-17 0 0,-93-28-14 0 0,-1 0-1 0 0,1 1 0 0 0,-1 0 0 0 0,0 1 0 0 0,-1-1 1 0 0,1 2-1 0 0,-1-1 0 0 0,7 9 0 0 0,-12-12-15 0 0,7 7 119 0 0,-1 0 0 0 0,-1 1 0 0 0,14 20 0 0 0,-20-27-11 0 0,0 0 0 0 0,0 1 0 0 0,-1-1 0 0 0,1 1 0 0 0,-1-1 0 0 0,0 1 0 0 0,0 0 0 0 0,-1-1 0 0 0,1 1 0 0 0,-1 0 0 0 0,0 0 0 0 0,0-1 0 0 0,-1 1 0 0 0,-1 7 0 0 0,-1-3 0 0 0,0 1-1 0 0,0-1 1 0 0,-1 0 0 0 0,0 0-1 0 0,-1 0 1 0 0,0 0-1 0 0,-1-1 1 0 0,0 0-1 0 0,0 0 1 0 0,0 0-1 0 0,-1-1 1 0 0,0 0-1 0 0,-1 0 1 0 0,1-1-1 0 0,-1 0 1 0 0,-1 0 0 0 0,-12 7-1 0 0,6-5-3 0 0,-1-1 1 0 0,1 0-1 0 0,-1-1 0 0 0,0 0 1 0 0,-1-2-1 0 0,1 0 0 0 0,-1 0 1 0 0,0-2-1 0 0,-26 1 0 0 0,21-3-5 0 0,-1-2 0 0 0,1 0 0 0 0,0-1 0 0 0,-37-11 0 0 0,46 10-112 0 0,1 0 0 0 0,-1-1 0 0 0,1-1-1 0 0,0 0 1 0 0,1 0 0 0 0,0-1 0 0 0,0-1-1 0 0,0 0 1 0 0,-10-9 0 0 0,20 16-108 0 0,0 0 1 0 0,0 1-1 0 0,1-1 1 0 0,-1 0 0 0 0,0 0-1 0 0,0 0 1 0 0,0 1-1 0 0,1-1 1 0 0,-1 0-1 0 0,0 0 1 0 0,1 0-1 0 0,-1 0 1 0 0,1 0-1 0 0,0 0 1 0 0,-1 0-1 0 0,1 0 1 0 0,0-1-1 0 0,-1 1 1 0 0,1 0-1 0 0,0 0 1 0 0,0 0-1 0 0,0 0 1 0 0,0 0 0 0 0,0 0-1 0 0,0-1 1 0 0,0 1-1 0 0,0 0 1 0 0,1 0-1 0 0,-1 0 1 0 0,0 0-1 0 0,1 0 1 0 0,-1 0-1 0 0,1 0 1 0 0,-1 0-1 0 0,1 0 1 0 0,-1 0-1 0 0,1 0 1 0 0,0 0-1 0 0,-1 0 1 0 0,1 0-1 0 0,0 1 1 0 0,0-1 0 0 0,1-1-1 0 0,3-2-1497 0 0,1 1 0 0 0,0-1 0 0 0,0 1 0 0 0,1 0 0 0 0,9-3 1 0 0,-15 6 1479 0 0,17-6-6099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5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64 268 0 0,'0'0'1890'0'0,"9"-23"5624"0"0,-9 22-7323 0 0,0-1 1 0 0,0 1-1 0 0,0-1 0 0 0,0 0 0 0 0,0 1 0 0 0,0-1 1 0 0,-1 1-1 0 0,1-1 0 0 0,-1 1 0 0 0,1-1 0 0 0,-1 1 1 0 0,1-1-1 0 0,-1 1 0 0 0,0 0 0 0 0,0-1 0 0 0,0 1 1 0 0,0 0-1 0 0,0 0 0 0 0,0 0 0 0 0,0-1 0 0 0,0 1 1 0 0,0 0-1 0 0,0 0 0 0 0,-1 0 0 0 0,1 1 0 0 0,-3-2 1 0 0,1 1-122 0 0,0 0 0 0 0,0 0 0 0 0,0 1 0 0 0,0-1 1 0 0,-1 1-1 0 0,1 0 0 0 0,0 0 0 0 0,0 0 0 0 0,-1 1 1 0 0,1-1-1 0 0,0 1 0 0 0,0-1 0 0 0,-4 2 0 0 0,-13 6 76 0 0,-1 0 0 0 0,2 1 1 0 0,-1 1-1 0 0,1 1 0 0 0,1 0 0 0 0,0 1 0 0 0,1 2 0 0 0,0-1 0 0 0,-27 31 0 0 0,15-12-43 0 0,1 2 0 0 0,2 1 1 0 0,-42 73-1 0 0,59-90-83 0 0,0 1 0 0 0,1 0 0 0 0,0 0 0 0 0,2 1 0 0 0,0 0 0 0 0,1 0 1 0 0,2 0-1 0 0,0 0 0 0 0,-1 25 0 0 0,4-36-6 0 0,1-1 0 0 0,0 1 0 0 0,0-1 0 0 0,1 1 1 0 0,-1-1-1 0 0,2 0 0 0 0,-1 0 0 0 0,1 0 0 0 0,1 0 0 0 0,6 12 0 0 0,-6-14 0 0 0,1 0-1 0 0,-1 0 1 0 0,1-1-1 0 0,0 0 0 0 0,0 0 1 0 0,1 0-1 0 0,0-1 1 0 0,0 0-1 0 0,0 0 0 0 0,0 0 1 0 0,0-1-1 0 0,1 0 1 0 0,-1 0-1 0 0,10 2 0 0 0,-1-1 9 0 0,0-1-1 0 0,0 0 0 0 0,0-1 1 0 0,0 0-1 0 0,0-2 0 0 0,1 0 1 0 0,-1 0-1 0 0,0-1 0 0 0,0-1 1 0 0,1-1-1 0 0,16-5 0 0 0,-23 6-5 0 0,1-1-1 0 0,-1-1 0 0 0,0 1 1 0 0,-1-1-1 0 0,1-1 1 0 0,-1 1-1 0 0,0-2 1 0 0,0 1-1 0 0,0-1 0 0 0,-1 0 1 0 0,0-1-1 0 0,0 1 1 0 0,0-1-1 0 0,-1-1 0 0 0,0 1 1 0 0,-1-1-1 0 0,1 0 1 0 0,6-16-1 0 0,-10 21-13 0 0,-1 0 1 0 0,0 0-1 0 0,0 0 0 0 0,-1 0 1 0 0,1 0-1 0 0,-1 0 0 0 0,1-1 0 0 0,-1 1 1 0 0,0 0-1 0 0,0 0 0 0 0,-1 0 1 0 0,1 0-1 0 0,0 0 0 0 0,-1-1 1 0 0,0 1-1 0 0,0 0 0 0 0,-1-3 0 0 0,-1 1 1 0 0,1 1-1 0 0,-1 1 0 0 0,1-1 0 0 0,-1 0 0 0 0,0 1 1 0 0,-1-1-1 0 0,1 1 0 0 0,0 0 0 0 0,-1 0 0 0 0,-6-4 1 0 0,-2 0-2 0 0,-1 1 1 0 0,1 0 0 0 0,-1 0 0 0 0,0 2 0 0 0,0-1-1 0 0,-25-3 1 0 0,14 5-31 0 0,0 0 1 0 0,0 2-1 0 0,0 1 0 0 0,0 1 0 0 0,0 0 0 0 0,0 2 1 0 0,-26 7-1 0 0,20-3-1409 0 0,-44 18 0 0 0,41-10-2727 0 0,-32 17 0 0 0,45-20-870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6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60 1184 0 0,'-2'-1'1930'0'0,"-23"-1"2145"0"0,23 1-3091 0 0,-1 1-123 0 0,-25 0 2581 0 0,16-1-732 0 0,25-4-1759 0 0,264-32 949 0 0,-247 34-1225 0 0,16-4 393 0 0,-44 7-952 0 0,12-3-348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7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0 131 556 0 0,'4'-16'6060'0'0,"-3"11"-4936"0"0,0-1 1 0 0,0 0 0 0 0,1 0-1 0 0,0 1 1 0 0,4-9-1 0 0,-4 10-720 0 0,0 0 0 0 0,1 0 0 0 0,0 0 0 0 0,0 0 0 0 0,0 1 0 0 0,5-6 0 0 0,-3 5-271 0 0,1 0 0 0 0,0 0 0 0 0,0 0 0 0 0,1 1 0 0 0,-1 0-1 0 0,1 0 1 0 0,-1 0 0 0 0,1 1 0 0 0,0 0 0 0 0,8-1 0 0 0,-3 1-18 0 0,1 0-1 0 0,0 1 1 0 0,1 0 0 0 0,-1 1 0 0 0,0 1-1 0 0,0 0 1 0 0,0 0 0 0 0,0 2 0 0 0,-1 0 0 0 0,22 7-1 0 0,-29-8-78 0 0,1 0-1 0 0,-1 0 0 0 0,0 0 0 0 0,0 1 0 0 0,0 0 1 0 0,-1 0-1 0 0,1 0 0 0 0,-1 0 0 0 0,0 1 1 0 0,1 0-1 0 0,-2 0 0 0 0,1 0 0 0 0,0 0 0 0 0,-1 1 1 0 0,0-1-1 0 0,0 1 0 0 0,0 0 0 0 0,-1 0 1 0 0,1 0-1 0 0,-1 0 0 0 0,0 1 0 0 0,-1-1 1 0 0,1 0-1 0 0,-1 1 0 0 0,0-1 0 0 0,0 12 0 0 0,-1-4-3 0 0,-2 0 0 0 0,1 0 0 0 0,-2 0 0 0 0,1-1 0 0 0,-2 1 0 0 0,0-1-1 0 0,0 1 1 0 0,-1-1 0 0 0,-1-1 0 0 0,-12 22 0 0 0,-6 2 563 0 0,-57 62 1 0 0,60-73-29 0 0,19-21-439 0 0,0-1 1 0 0,0 1 0 0 0,-1-1-1 0 0,1 0 1 0 0,-1 0 0 0 0,1 0-1 0 0,-6 4 1 0 0,6-5 366 0 0,2-3-495 0 0,1 1 0 0 0,-1 0-1 0 0,0 0 1 0 0,1 0 0 0 0,-1-1 0 0 0,1 1 0 0 0,0 0 0 0 0,-1 0-1 0 0,1 0 1 0 0,0 0 0 0 0,-1 0 0 0 0,1 0 0 0 0,0 0 0 0 0,0 0 0 0 0,0 1-1 0 0,0-1 1 0 0,0 0 0 0 0,0 0 0 0 0,0 1 0 0 0,0-1 0 0 0,0 1-1 0 0,0-1 1 0 0,1 1 0 0 0,-1-1 0 0 0,0 1 0 0 0,2-1 0 0 0,3 0-15 0 0,0-1 0 0 0,0 1 0 0 0,0 0 0 0 0,10 0-1 0 0,-4 2 12 0 0,0 0 0 0 0,0 1 0 0 0,0 0 0 0 0,-1 1 0 0 0,1 0-1 0 0,-1 1 1 0 0,1 0 0 0 0,17 10 0 0 0,-19-9 13 0 0,-1 0 0 0 0,0 1 0 0 0,-1 0 0 0 0,0 0 0 0 0,0 1 0 0 0,0 0 0 0 0,0 1 0 0 0,-1-1 0 0 0,-1 1 0 0 0,11 15 0 0 0,-14-18 39 0 0,-1 0 0 0 0,0 1 0 0 0,1-1 0 0 0,-2 0 1 0 0,1 1-1 0 0,-1-1 0 0 0,1 1 0 0 0,-1 0 0 0 0,-1-1 0 0 0,1 1 1 0 0,-1 0-1 0 0,0-1 0 0 0,-1 1 0 0 0,1 0 0 0 0,-1 0 0 0 0,0-1 1 0 0,0 1-1 0 0,-1-1 0 0 0,0 1 0 0 0,0-1 0 0 0,0 0 0 0 0,0 0 1 0 0,-7 9-1 0 0,4-7 35 0 0,0 0 0 0 0,0 0 0 0 0,-1-1 0 0 0,0 0 0 0 0,0 0 0 0 0,-1 0 0 0 0,1-1 0 0 0,-1 0 0 0 0,0-1 0 0 0,-1 1 0 0 0,1-1 0 0 0,-1-1 0 0 0,0 1 0 0 0,0-1 0 0 0,-13 3 0 0 0,10-4-13 0 0,1-1-1 0 0,-1 0 1 0 0,0 0-1 0 0,1-1 1 0 0,-1 0-1 0 0,0-1 1 0 0,1 0-1 0 0,-1 0 1 0 0,-10-4-1 0 0,3-1-311 0 0,0 0 0 0 0,0-1 0 0 0,0-1 0 0 0,-16-11 0 0 0,26 15 960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7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463 113 1700 0 0,'2'-10'2077'0'0,"0"0"0"0"0,1 0-1 0 0,1 1 1 0 0,5-12 0 0 0,-4 10-266 0 0,-5 9-1471 0 0,1 0 0 0 0,-1 0 0 0 0,1 0 0 0 0,-1 0 0 0 0,0 0 0 0 0,0 0 0 0 0,0 0 0 0 0,0 0 0 0 0,0 0 0 0 0,0 0 0 0 0,-1 0 0 0 0,0-2 0 0 0,1 3-295 0 0,0 0 0 0 0,0 1 0 0 0,0-1 1 0 0,-1 0-1 0 0,1 1 0 0 0,0-1 0 0 0,0 1 0 0 0,-1-1 0 0 0,1 0 0 0 0,-1 1 0 0 0,1-1 1 0 0,0 1-1 0 0,-1-1 0 0 0,1 1 0 0 0,-1-1 0 0 0,1 1 0 0 0,-1 0 0 0 0,1-1 1 0 0,-1 1-1 0 0,0-1 0 0 0,1 1 0 0 0,-1 0 0 0 0,1 0 0 0 0,-1-1 0 0 0,0 1 0 0 0,1 0 1 0 0,-1 0-1 0 0,0 0 0 0 0,1 0 0 0 0,-1 0 0 0 0,0 0 0 0 0,1 0 0 0 0,-1 0 0 0 0,0 0 1 0 0,1 0-1 0 0,-1 0 0 0 0,0 0 0 0 0,1 0 0 0 0,-1 0 0 0 0,0 1 0 0 0,0-1 1 0 0,-18 9 246 0 0,1 0 1 0 0,1 1-1 0 0,0 0 1 0 0,0 2 0 0 0,1 0-1 0 0,-25 23 1 0 0,8-1 235 0 0,-53 68 0 0 0,52-56-110 0 0,-52 94-1 0 0,73-117-374 0 0,2 1 1 0 0,1 0-1 0 0,1 1 1 0 0,1 0-1 0 0,1 1 1 0 0,-4 35-1 0 0,10-51-25 0 0,0-1 0 0 0,1 1 0 0 0,0 0 0 0 0,1-1 0 0 0,0 1 0 0 0,0-1 0 0 0,1 1 0 0 0,0-1 0 0 0,1 0 0 0 0,6 17 0 0 0,-5-19 3 0 0,0 0-1 0 0,0-1 1 0 0,1 1-1 0 0,0-1 1 0 0,0 0 0 0 0,0 0-1 0 0,1 0 1 0 0,0-1-1 0 0,0 0 1 0 0,0 0 0 0 0,1 0-1 0 0,-1-1 1 0 0,11 5-1 0 0,-6-4 36 0 0,0-1-1 0 0,0 0 0 0 0,0 0 0 0 0,0-1 1 0 0,1-1-1 0 0,-1 0 0 0 0,1-1 1 0 0,-1 0-1 0 0,1-1 0 0 0,0 0 0 0 0,-1 0 1 0 0,1-2-1 0 0,0 1 0 0 0,-1-1 1 0 0,17-6-1 0 0,-21 6-9 0 0,1-1 0 0 0,-1 0 0 0 0,0 0 1 0 0,0-1-1 0 0,0 0 0 0 0,-1 0 0 0 0,0 0 0 0 0,1-1 0 0 0,-1 0 1 0 0,-1 0-1 0 0,1 0 0 0 0,-1-1 0 0 0,0 0 0 0 0,0 0 0 0 0,-1 0 1 0 0,0-1-1 0 0,0 0 0 0 0,0 1 0 0 0,-1-1 0 0 0,0-1 0 0 0,0 1 1 0 0,-1 0-1 0 0,0-1 0 0 0,1-9 0 0 0,-2 14-40 0 0,0-1-1 0 0,-1 0 1 0 0,0 0-1 0 0,0 0 1 0 0,0 0-1 0 0,0 0 1 0 0,-1 0 0 0 0,1 0-1 0 0,-1 1 1 0 0,0-1-1 0 0,0 0 1 0 0,-1 0-1 0 0,1 1 1 0 0,-1-1-1 0 0,1 1 1 0 0,-1-1 0 0 0,0 1-1 0 0,-1 0 1 0 0,1 0-1 0 0,0 0 1 0 0,-1 0-1 0 0,0 0 1 0 0,0 0 0 0 0,0 1-1 0 0,0-1 1 0 0,0 1-1 0 0,0 0 1 0 0,-1 0-1 0 0,1 0 1 0 0,-1 1-1 0 0,1-1 1 0 0,-8-1 0 0 0,-2-1-4 0 0,0 1 1 0 0,0 1-1 0 0,0 0 1 0 0,0 0-1 0 0,0 2 1 0 0,0-1 0 0 0,0 2-1 0 0,-19 2 1 0 0,16 0-452 0 0,1 0-1 0 0,0 1 1 0 0,0 0 0 0 0,0 1 0 0 0,1 1-1 0 0,0 0 1 0 0,0 1 0 0 0,-14 9 0 0 0,13-5-1981 0 0,-1 0 1 0 0,2 2-1 0 0,-20 20 1 0 0,20-19-2061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8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16 816 0 0,'-91'17'12237'0'0,"89"-17"-11767"0"0,-18 3 777 0 0,14 0-818 0 0,18-2-347 0 0,50-4-115 0 0,78-14-1 0 0,2-1-7903 0 0,-122 17 3064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9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54 1752 0 0,'-111'81'8772'0'0,"110"-81"-8731"0"0,1 0 0 0 0,0 0 0 0 0,-1 1 0 0 0,1-1 0 0 0,-1 0 0 0 0,1 0 0 0 0,-1 1 1 0 0,1-1-1 0 0,0 0 0 0 0,-1 1 0 0 0,1-1 0 0 0,0 0 0 0 0,-1 1 0 0 0,1-1 0 0 0,0 1 0 0 0,-1-1 0 0 0,1 0 0 0 0,0 1 0 0 0,0-1 0 0 0,0 1 0 0 0,-1-1 0 0 0,1 1 0 0 0,0-1 0 0 0,0 1 0 0 0,0 0 0 0 0,11 1 236 0 0,21-9-169 0 0,159-62-803 0 0,-55 19-4151 0 0,-79 30 815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09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71 116 468 0 0,'-3'-1'2078'0'0,"-42"-18"7348"0"0,42 18-8839 0 0,0 0-1 0 0,1 0 1 0 0,-1 0 0 0 0,0 0 0 0 0,1 0 0 0 0,-5-3-1 0 0,8 2-561 0 0,0 0-1 0 0,0 1 0 0 0,0-1 1 0 0,1 1-1 0 0,-1-1 0 0 0,0 1 0 0 0,0-1 1 0 0,1 1-1 0 0,-1 0 0 0 0,1 0 0 0 0,-1 0 1 0 0,1 0-1 0 0,-1 0 0 0 0,1 0 0 0 0,0 0 1 0 0,0 0-1 0 0,-1 1 0 0 0,1-1 0 0 0,2 0 1 0 0,41-13 118 0 0,23-4-1179 0 0,83-10 1 0 0,-148 27 675 0 0,0 1-1 0 0,0 0 0 0 0,1 0 1 0 0,-1 0-1 0 0,0 0 1 0 0,6 2-1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0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11 1156 0 0,'-3'-1'2069'0'0,"-13"-3"968"0"0,11 3-2158 0 0,-1-1-1 0 0,0 1 0 0 0,0 0 0 0 0,0 1 0 0 0,0-1 0 0 0,0 1 1 0 0,-10 1-1 0 0,14 1-794 0 0,0-1 0 0 0,0 1 0 0 0,0-1 0 0 0,0 1 0 0 0,0 0 0 0 0,0 0 0 0 0,1 0 0 0 0,-1 0 0 0 0,1 0 0 0 0,-1 0 0 0 0,1 0 0 0 0,0 0 0 0 0,-2 4 0 0 0,2-4 19 0 0,-12 26 113 0 0,1-1 1 0 0,1 2-1 0 0,1-1 1 0 0,2 2-1 0 0,-5 33 1 0 0,9-47-186 0 0,3-10 8 0 0,0 0-1 0 0,0 0 1 0 0,0 0 0 0 0,1 0 0 0 0,0 13-1 0 0,0-18 11 0 0,11 6 50 0 0,7-6-57 0 0,0 0-1 0 0,0-2 1 0 0,22-3-1 0 0,-16 1-37 0 0,35 1 1 0 0,-40 3 9 0 0,0 1 0 0 0,0 1 0 0 0,0 1 0 0 0,0 1 0 0 0,0 0 0 0 0,26 12 0 0 0,-35-13 137 0 0,0 1 0 0 0,-1 0 0 0 0,1 1 0 0 0,-1 0 0 0 0,0 0 1 0 0,-1 1-1 0 0,1 0 0 0 0,-2 1 0 0 0,1-1 0 0 0,-1 2 0 0 0,0-1 0 0 0,0 1 1 0 0,5 10-1 0 0,-10-13-55 0 0,1 0 1 0 0,-1 0 0 0 0,0 1 0 0 0,0-1-1 0 0,-1 1 1 0 0,0 0 0 0 0,0 0 0 0 0,0-1-1 0 0,-1 1 1 0 0,0 0 0 0 0,-1 0 0 0 0,1-1-1 0 0,-1 1 1 0 0,-1 0 0 0 0,1-1 0 0 0,-1 1-1 0 0,0-1 1 0 0,-1 1 0 0 0,1-1 0 0 0,-1 0-1 0 0,-1 0 1 0 0,1 0 0 0 0,-5 6 0 0 0,2-4-40 0 0,0 0 0 0 0,0 0 0 0 0,-1-1 0 0 0,0 1 1 0 0,0-2-1 0 0,-1 1 0 0 0,0-1 0 0 0,0 0 0 0 0,0 0 0 0 0,-1-1 1 0 0,0 0-1 0 0,0-1 0 0 0,0 0 0 0 0,0 0 0 0 0,-11 2 1 0 0,6-4-66 0 0,1 0 1 0 0,-1 0-1 0 0,0-1 0 0 0,0-1 1 0 0,0 0-1 0 0,1-1 1 0 0,-1 0-1 0 0,0-2 1 0 0,1 1-1 0 0,-1-2 0 0 0,1 1 1 0 0,0-2-1 0 0,0 0 1 0 0,0 0-1 0 0,1-2 1 0 0,-24-14-1 0 0,35 20-146 0 0,0 1 0 0 0,0-1 0 0 0,0 0 0 0 0,0 0 0 0 0,0 0 1 0 0,0 0-1 0 0,0 0 0 0 0,0 0 0 0 0,1 0 0 0 0,-1 0 0 0 0,0-1 0 0 0,1 1 0 0 0,-1 0 0 0 0,1 0 0 0 0,-1 0 0 0 0,1-1 1 0 0,-1 1-1 0 0,1 0 0 0 0,0-1 0 0 0,0 1 0 0 0,0 0 0 0 0,0-1 0 0 0,0 1 0 0 0,0 0 0 0 0,0-1 0 0 0,0 1 0 0 0,0 0 1 0 0,1-1-1 0 0,-1 1 0 0 0,0 0 0 0 0,1-1 0 0 0,0 0 0 0 0,1-2-697 0 0,0 0 0 0 0,1 1 1 0 0,0-1-1 0 0,-1 1 0 0 0,1 0 0 0 0,0 0 1 0 0,0 0-1 0 0,1 0 0 0 0,3-2 0 0 0,9-6-4932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0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80 2268 0 0,'-21'0'6214'0'0,"13"0"-3765"0"0,5 0-1558 0 0,-5-3 1732 0 0,29 2 335 0 0,-11 0-3593 0 0,310-44 1651 0 0,-188 15-6950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0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29 448 0 0,'-11'-4'4334'0'0,"1"-1"0"0"0,-20-12 903 0 0,15 14-1911 0 0,15 4-3255 0 0,-1 0 1 0 0,0-1-1 0 0,0 1 1 0 0,1-1-1 0 0,-1 1 1 0 0,0 0-1 0 0,1 0 1 0 0,-1-1-1 0 0,1 1 1 0 0,-1 0-1 0 0,1 0 1 0 0,-1 0-1 0 0,1 0 1 0 0,-1-1-1 0 0,1 1 1 0 0,0 0-1 0 0,-1 0 1 0 0,1 0-1 0 0,0 0 1 0 0,0 0-1 0 0,0 0 1 0 0,0 0-1 0 0,0 0 1 0 0,0 0-1 0 0,0 0 1 0 0,0 0-1 0 0,0 0 1 0 0,1 0-1 0 0,-1 0 1 0 0,1 1-1 0 0,10 42 899 0 0,-6-28-644 0 0,35 131 800 0 0,-13-51-810 0 0,20 130 0 0 0,-44-206-462 0 0,1 11-925 0 0,10 41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1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184 153 2156 0 0,'-22'-4'2041'0'0,"1"0"-1"0"0,0-2 1 0 0,0 0-1 0 0,0-2 1 0 0,-35-18-1 0 0,54 26-2001 0 0,1 0 0 0 0,0-1 1 0 0,0 1-1 0 0,0-1 0 0 0,0 1 0 0 0,0-1 0 0 0,-1 0 0 0 0,1 0 0 0 0,1 1 0 0 0,-1-1 0 0 0,0 0 0 0 0,0 0 0 0 0,0 0 0 0 0,0 0 0 0 0,0 0 0 0 0,1 0 0 0 0,-1 0 0 0 0,1 0 1 0 0,-1 0-1 0 0,1 0 0 0 0,-1-1 0 0 0,1 1 0 0 0,-1 0 0 0 0,1 0 0 0 0,0 0 0 0 0,0-1 0 0 0,-1 1 0 0 0,1 0 0 0 0,0 0 0 0 0,0-1 0 0 0,1 1 0 0 0,-1 0 0 0 0,0 0 0 0 0,0-1 1 0 0,0 1-1 0 0,1 0 0 0 0,-1 0 0 0 0,1 0 0 0 0,-1-1 0 0 0,1 1 0 0 0,-1 0 0 0 0,1 0 0 0 0,0 0 0 0 0,-1 0 0 0 0,1 0 0 0 0,0 0 0 0 0,2-1 0 0 0,1-2-23 0 0,0 0-1 0 0,0 0 0 0 0,1 1 1 0 0,-1 0-1 0 0,1-1 0 0 0,0 2 1 0 0,0-1-1 0 0,10-4 0 0 0,1 3-2 0 0,-1 0 0 0 0,0 1 1 0 0,1 1-1 0 0,-1 0 0 0 0,1 1 0 0 0,0 1 0 0 0,23 2 0 0 0,-28 0-13 0 0,0-1 0 0 0,0 2 0 0 0,0-1 1 0 0,0 1-1 0 0,-1 1 0 0 0,1 0 0 0 0,-1 1 0 0 0,0 0 0 0 0,0 0 0 0 0,-1 1 0 0 0,12 9 0 0 0,-17-12 11 0 0,-1 0 0 0 0,1 1-1 0 0,-1-1 1 0 0,0 1 0 0 0,0 0 0 0 0,0 0 0 0 0,-1 0-1 0 0,1 0 1 0 0,-1 0 0 0 0,0 1 0 0 0,0-1-1 0 0,0 1 1 0 0,-1-1 0 0 0,2 10 0 0 0,-2-7-1 0 0,-1 1 1 0 0,0 0 0 0 0,0-1 0 0 0,0 1-1 0 0,-1 0 1 0 0,-1-1 0 0 0,1 1-1 0 0,-4 10 1 0 0,-4 5 7 0 0,-1-2 1 0 0,0 1-1 0 0,-1-2 0 0 0,-29 39 1 0 0,-1-8 360 0 0,-3-1 1 0 0,-54 48 0 0 0,34-36 383 0 0,63-62-747 0 0,1 0 0 0 0,-1 1 0 0 0,1-1-1 0 0,-1 0 1 0 0,1 1 0 0 0,-1-1 0 0 0,1 1 0 0 0,0-1 0 0 0,-1 1 0 0 0,1-1 0 0 0,-1 1 0 0 0,1-1 0 0 0,0 1 0 0 0,0-1 0 0 0,-1 1 0 0 0,1-1 0 0 0,0 1-1 0 0,0 0 1 0 0,0-1 0 0 0,-1 1 0 0 0,1-1 0 0 0,0 1 0 0 0,0 0 0 0 0,0-1 0 0 0,0 1 0 0 0,0 0 0 0 0,1 0-6 0 0,0-1-1 0 0,-1 1 1 0 0,1-1 0 0 0,0 0 0 0 0,-1 0 0 0 0,1 1 0 0 0,0-1-1 0 0,0 0 1 0 0,0 0 0 0 0,-1 0 0 0 0,1 0 0 0 0,0 0-1 0 0,0 0 1 0 0,-1 0 0 0 0,1 0 0 0 0,0 0 0 0 0,1 0 0 0 0,41-10 76 0 0,-40 9-63 0 0,104-29 101 0 0,76-23-1795 0 0,-61 15-4592 0 0,-94 28 2475 0 0,0-2-1696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1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71 1020 0 0,'-20'-63'12279'0'0,"19"62"-12221"0"0,1 1 1 0 0,0-1 0 0 0,0 1 0 0 0,0 0-1 0 0,0-1 1 0 0,-1 1 0 0 0,1 0 0 0 0,0-1 0 0 0,0 1-1 0 0,0 0 1 0 0,-1-1 0 0 0,1 1 0 0 0,0 0-1 0 0,-1 0 1 0 0,1-1 0 0 0,0 1 0 0 0,-1 0 0 0 0,1 0-1 0 0,0 0 1 0 0,-1-1 0 0 0,1 1 0 0 0,0 0-1 0 0,-1 0 1 0 0,1 0 0 0 0,-1 0 0 0 0,1 0 0 0 0,0 0-1 0 0,-1 0 1 0 0,1 0 0 0 0,-1 0 0 0 0,1 0 0 0 0,0 0-1 0 0,-1 0 1 0 0,1 0 0 0 0,-1 0 0 0 0,1 0-1 0 0,0 0 1 0 0,-1 0 0 0 0,-13 9 970 0 0,3 3-803 0 0,1 2 0 0 0,0-1-1 0 0,1 1 1 0 0,0 1 0 0 0,2 0-1 0 0,0 0 1 0 0,0 0 0 0 0,1 1-1 0 0,1 0 1 0 0,1 0 0 0 0,0 0-1 0 0,1 1 1 0 0,1 0 0 0 0,0-1-1 0 0,2 1 1 0 0,1 32 0 0 0,0-42-205 0 0,1 1 0 0 0,-1 0 0 0 0,1-1 0 0 0,1 1 0 0 0,-1-1 1 0 0,1 0-1 0 0,0 0 0 0 0,1 0 0 0 0,0 0 0 0 0,0-1 1 0 0,0 1-1 0 0,1-1 0 0 0,8 8 0 0 0,-9-10-6 0 0,1 0 0 0 0,-1 0 0 0 0,1-1 0 0 0,0 0 0 0 0,0 0 0 0 0,1 0 0 0 0,-1 0 0 0 0,1-1 0 0 0,-1 0 0 0 0,1 0 0 0 0,0-1 0 0 0,-1 1 0 0 0,1-1 0 0 0,0 0 1 0 0,0-1-1 0 0,0 0 0 0 0,0 0 0 0 0,7 0 0 0 0,-3-2-4 0 0,1 1 0 0 0,-1-1 0 0 0,0-1 0 0 0,0 0 0 0 0,0-1 0 0 0,0 1 0 0 0,-1-2 0 0 0,0 1 0 0 0,1-1-1 0 0,-2-1 1 0 0,1 0 0 0 0,-1 0 0 0 0,1-1 0 0 0,-2 0 0 0 0,1 0 0 0 0,8-12 0 0 0,-11 14-4 0 0,-1-1 0 0 0,0 0 0 0 0,0 0 0 0 0,-1-1-1 0 0,0 1 1 0 0,0-1 0 0 0,-1 1 0 0 0,0-1 0 0 0,0 0-1 0 0,0 0 1 0 0,-1 0 0 0 0,0 0 0 0 0,0 0 0 0 0,-1 0-1 0 0,0-1 1 0 0,0 1 0 0 0,0 0 0 0 0,-1 0 0 0 0,0 0-1 0 0,-1 0 1 0 0,0 0 0 0 0,0 0 0 0 0,0 0 0 0 0,-6-11-1 0 0,4 11-200 0 0,-1 0 1 0 0,0 0-1 0 0,0 1 0 0 0,0-1 0 0 0,-1 1 0 0 0,1 0 0 0 0,-2 0 0 0 0,1 1 1 0 0,0 0-1 0 0,-1 0 0 0 0,-10-5 0 0 0,5 4-233 0 0,1 0 0 0 0,-1 1 0 0 0,0 0 0 0 0,-1 1 0 0 0,1 1 0 0 0,-20-4-1 0 0,28 7-799 0 0,0 0-1 0 0,-1 0 1 0 0,1 0-1 0 0,0 0 0 0 0,-1 1 1 0 0,-6 1-1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2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37 184 0 0,'-100'2'11392'0'0,"97"-2"-10935"0"0,0 1 54 0 0,-5 3 895 0 0,8-3-1360 0 0,0-1 0 0 0,0 0-1 0 0,0 0 1 0 0,0 1-1 0 0,1-1 1 0 0,-1 0-1 0 0,0 0 1 0 0,0 1 0 0 0,0-1-1 0 0,0 0 1 0 0,0 0-1 0 0,0 0 1 0 0,0 1 0 0 0,1-1-1 0 0,-1 0 1 0 0,0 0-1 0 0,0 0 1 0 0,0 0-1 0 0,0 1 1 0 0,1-1 0 0 0,-1 0-1 0 0,0 0 1 0 0,0 0-1 0 0,1 0 1 0 0,-1 0 0 0 0,0 0-1 0 0,0 1 1 0 0,0-1-1 0 0,1 0 1 0 0,-1 0-1 0 0,0 0 1 0 0,0 0 0 0 0,1 0-1 0 0,-1 0 1 0 0,0 0-1 0 0,0 0 1 0 0,1 0-1 0 0,-1 0 1 0 0,0 0 0 0 0,0 0-1 0 0,1-1 1 0 0,20 5 674 0 0,-1-1 0 0 0,1-2 1 0 0,39 0-1 0 0,68-13-198 0 0,-87 7-345 0 0,138-18-461 0 0,-104 11-4860 0 0,-62 6 1998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2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23 1644 0 0,'-14'-8'5235'0'0,"12"6"-4811"0"0,-1 0 459 0 0,0 1 1 0 0,1-1-1 0 0,-1 1 1 0 0,0-1-1 0 0,0 1 1 0 0,0 0-1 0 0,0 0 1 0 0,-4 0 0 0 0,6 1-734 0 0,1 0 1 0 0,-1 0-1 0 0,1 0 1 0 0,-1 0-1 0 0,1 0 1 0 0,-1 0-1 0 0,1 0 1 0 0,-1 0-1 0 0,1 1 1 0 0,-1-1-1 0 0,1 0 1 0 0,-1 0-1 0 0,1 1 1 0 0,0-1-1 0 0,-1 0 1 0 0,1 1-1 0 0,-1-1 1 0 0,1 0-1 0 0,0 1 1 0 0,-1-1-1 0 0,1 1 1 0 0,-6 18 573 0 0,1 110 3339 0 0,8 64-2769 0 0,0-29-1115 0 0,1-103-6246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3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82 2200 0 0,'5'-18'5283'0'0,"5"-12"1574"0"0,-9 28-6707 0 0,0 0 0 0 0,0 1-1 0 0,0-1 1 0 0,0 1 0 0 0,0-1-1 0 0,0 1 1 0 0,1 0 0 0 0,-1-1 0 0 0,0 1-1 0 0,1 0 1 0 0,-1 0 0 0 0,1 0-1 0 0,-1 0 1 0 0,1 0 0 0 0,2-1 0 0 0,4 0-33 0 0,1-1 1 0 0,0 1 0 0 0,0 0 0 0 0,0 1-1 0 0,0 0 1 0 0,0 0 0 0 0,1 1 0 0 0,-1 0 0 0 0,0 1-1 0 0,0 0 1 0 0,0 0 0 0 0,0 1 0 0 0,0 0-1 0 0,0 1 1 0 0,0 0 0 0 0,-1 0 0 0 0,0 1 0 0 0,16 9-1 0 0,-18-10-64 0 0,-1 1 0 0 0,1 0 0 0 0,-1 0-1 0 0,0 0 1 0 0,0 1 0 0 0,0-1-1 0 0,-1 1 1 0 0,0 0 0 0 0,0 1 0 0 0,0-1-1 0 0,0 1 1 0 0,-1 0 0 0 0,0 0 0 0 0,0 0-1 0 0,0 0 1 0 0,-1 0 0 0 0,0 0 0 0 0,0 1-1 0 0,-1-1 1 0 0,0 1 0 0 0,0 0 0 0 0,0-1-1 0 0,-1 1 1 0 0,0-1 0 0 0,0 1-1 0 0,-2 9 1 0 0,-3 4 96 0 0,-1 0 1 0 0,0 0-1 0 0,-2 0 0 0 0,0-1 0 0 0,-1 0 1 0 0,-1 0-1 0 0,-1-1 0 0 0,-23 30 0 0 0,-11 5 935 0 0,-66 62 0 0 0,72-76-348 0 0,-11 11 238 0 0,48-49-754 0 0,3 0-215 0 0,-1-1 0 0 0,0 1 0 0 0,1-1 0 0 0,-1 1-1 0 0,0-1 1 0 0,1 1 0 0 0,-1-1 0 0 0,0 0 0 0 0,1 1 0 0 0,-1-1 0 0 0,1 0 0 0 0,-1 1 0 0 0,1-1 0 0 0,-1 0 0 0 0,1 1 0 0 0,-1-1 0 0 0,1 0 0 0 0,-1 0 0 0 0,1 0 0 0 0,-1 0 0 0 0,1 0 0 0 0,-1 1 0 0 0,1-1 0 0 0,0 0-1 0 0,-1 0 1 0 0,1 0 0 0 0,-1-1 0 0 0,1 1 0 0 0,-1 0 0 0 0,1 0 0 0 0,0 0 0 0 0,22-3 44 0 0,172-49 952 0 0,-110 27-3683 0 0,-19 5-4373 0 0,-50 13 4092 0 0,-2 0-2852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3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257 115 2100 0 0,'-1'-3'2260'0'0,"1"-4"-175"0"0,-1 0-1 0 0,0 0 1 0 0,-1 1 0 0 0,1-1 0 0 0,-7-13 773 0 0,2 21-2522 0 0,0-1 1 0 0,1 2-1 0 0,-1-1 1 0 0,0 1 0 0 0,1 0-1 0 0,-1 0 1 0 0,1 0-1 0 0,-1 1 1 0 0,1 0-1 0 0,0 0 1 0 0,0 0 0 0 0,1 1-1 0 0,-1-1 1 0 0,-7 9-1 0 0,-5 5 138 0 0,0 2-1 0 0,-14 21 1 0 0,19-24-307 0 0,1 1 0 0 0,1 0 0 0 0,1 1 0 0 0,0 0 0 0 0,1 0 1 0 0,1 1-1 0 0,1 0 0 0 0,1 0 0 0 0,0 1 0 0 0,-3 36 0 0 0,7-46-121 0 0,1 0 0 0 0,1 0 0 0 0,-1 0 0 0 0,2 0 0 0 0,-1 0 0 0 0,1 0 0 0 0,1-1 0 0 0,0 1 0 0 0,0-1 0 0 0,6 11 0 0 0,-5-12-10 0 0,0-2 1 0 0,1 1-1 0 0,0 0 0 0 0,0-1 1 0 0,0 0-1 0 0,1 0 0 0 0,0-1 1 0 0,0 1-1 0 0,0-1 0 0 0,1 0 1 0 0,0-1-1 0 0,0 0 0 0 0,14 6 1 0 0,-4-3 2 0 0,1-1 0 0 0,-1-1 1 0 0,1-1-1 0 0,0-1 0 0 0,0 0 1 0 0,1-1-1 0 0,-1-1 0 0 0,0 0 1 0 0,1-2-1 0 0,-1 0 0 0 0,0-1 1 0 0,0-1-1 0 0,0-1 0 0 0,27-9 0 0 0,-30 8 4 0 0,0 0-1 0 0,-1-1 1 0 0,0-1-1 0 0,0 0 0 0 0,-1-1 1 0 0,0-1-1 0 0,0 0 1 0 0,-1 0-1 0 0,0-1 0 0 0,-1-1 1 0 0,0 0-1 0 0,-1-1 1 0 0,0 0-1 0 0,0 0 0 0 0,-2-1 1 0 0,1 0-1 0 0,8-21 1 0 0,-12 23-34 0 0,-1-1 0 0 0,0 0 0 0 0,-1 0 0 0 0,0 0 0 0 0,-1 0 1 0 0,-1 0-1 0 0,1-1 0 0 0,-2 1 0 0 0,0 0 0 0 0,0-1 0 0 0,-2 1 1 0 0,1 0-1 0 0,-1 0 0 0 0,-1 0 0 0 0,-6-17 0 0 0,4 16-26 0 0,-1 0-1 0 0,0 1 0 0 0,-1 0 1 0 0,0 0-1 0 0,-1 1 1 0 0,-1 0-1 0 0,0 0 1 0 0,0 1-1 0 0,-1 0 1 0 0,0 1-1 0 0,0 0 0 0 0,-1 1 1 0 0,-19-12-1 0 0,14 11-358 0 0,0 1-1 0 0,0 0 1 0 0,-1 1-1 0 0,0 0 1 0 0,0 2 0 0 0,-1 0-1 0 0,1 1 1 0 0,-29-3-1 0 0,33 6-529 0 0,0 1 0 0 0,0 1 0 0 0,0 0 0 0 0,0 0 0 0 0,-15 5 0 0 0,17-3-488 0 0,0 0 0 0 0,0 1 0 0 0,0 0 0 0 0,1 1 0 0 0,-1 1 0 0 0,-12 8 1 0 0,1 3-5839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4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 24 0 0,'-30'14'9900'0'0,"20"-4"-7643"0"0,12-6-987 0 0,20-6-748 0 0,-19 2-569 0 0,67-12 109 0 0,56-6-781 0 0,-110 17-976 0 0,-1 1 0 0 0,1 1 0 0 0,20 3 0 0 0,-23-1-2390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4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74 536 0 0,'-15'10'4057'0'0,"1"1"0"0"0,-12 11 0 0 0,43-24-3772 0 0,-11 2-238 0 0,16-6 37 0 0,37-15 0 0 0,-8 2-609 0 0,136-34-5651 0 0,-134 37 2074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5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50 1484 0 0,'-2'-11'5634'0'0,"-4"-28"4299"0"0,4 42-9902 0 0,1 0 1 0 0,0 1-1 0 0,1-1 1 0 0,-1 0-1 0 0,1 1 1 0 0,-1-1-1 0 0,1 1 1 0 0,0 3-1 0 0,0-2 1 0 0,-22 212 311 0 0,21-207-347 0 0,0 0 12 0 0,1-1 1 0 0,0 0-1 0 0,0 1 0 0 0,1-1 0 0 0,2 12 0 0 0,-2-19-2 0 0,-1 1 0 0 0,1 0 1 0 0,1-1-1 0 0,-1 1 0 0 0,0-1 0 0 0,1 1 1 0 0,-1-1-1 0 0,1 1 0 0 0,-1-1 1 0 0,1 0-1 0 0,0 0 0 0 0,0 0 0 0 0,0 0 1 0 0,1 0-1 0 0,-1-1 0 0 0,0 1 0 0 0,1 0 1 0 0,-1-1-1 0 0,1 0 0 0 0,-1 0 0 0 0,5 2 1 0 0,4 0 3 0 0,-1-1 1 0 0,0 0-1 0 0,1 0 0 0 0,0-1 1 0 0,-1 0-1 0 0,1-1 1 0 0,-1 0-1 0 0,21-4 1 0 0,-13 1 0 0 0,0-1 0 0 0,-1-1 0 0 0,1 0 0 0 0,23-11 1 0 0,-36 13-17 0 0,0 1 0 0 0,-1-1 1 0 0,1 1-1 0 0,-1-1 0 0 0,1-1 1 0 0,-1 1-1 0 0,0-1 1 0 0,0 1-1 0 0,-1-1 0 0 0,1 0 1 0 0,-1 0-1 0 0,0-1 0 0 0,0 1 1 0 0,0-1-1 0 0,0 0 0 0 0,3-9 1 0 0,-4 7 211 0 0,0-1 1 0 0,-1 1 0 0 0,0-1-1 0 0,0 1 1 0 0,-1-1 0 0 0,0 1-1 0 0,0-1 1 0 0,-1 1 0 0 0,1-1-1 0 0,-2 1 1 0 0,-3-15 0 0 0,-5-9 1512 0 0,10 28-1574 0 0,-6-7 279 0 0,5 3-362 0 0,1 5 31 0 0,-1 3-134 0 0,1 0 40 0 0,-1 0-1 0 0,0 0 0 0 0,1 0 1 0 0,-1 1-1 0 0,1-1 0 0 0,-1 0 0 0 0,1 0 1 0 0,-1 0-1 0 0,1 0 0 0 0,0 0 0 0 0,-1 2 1 0 0,3 45 12 0 0,-10 82-1 0 0,2-64-50 0 0,-14 202 433 0 0,14-194-125 0 0,6-73-212 0 0,-2 7 2343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5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33 138 2404 0 0,'-9'-8'6140'0'0,"-5"-1"-1791"0"0,13 8-4174 0 0,1 1 0 0 0,-1 0-1 0 0,1-1 1 0 0,-1 1-1 0 0,1 0 1 0 0,-1-1 0 0 0,1 1-1 0 0,-1 0 1 0 0,1-1-1 0 0,-1 1 1 0 0,1-1-1 0 0,-1 1 1 0 0,1-1 0 0 0,0 1-1 0 0,-1-1 1 0 0,1 0-1 0 0,0 1 1 0 0,-1-1 0 0 0,1 1-1 0 0,0-1 1 0 0,0 0-1 0 0,-1 0 1 0 0,10-6-79 0 0,1 1 0 0 0,0 0 1 0 0,0 1-1 0 0,0 0 0 0 0,0 1 1 0 0,1 0-1 0 0,14-3 0 0 0,7-4-21 0 0,90-25-662 0 0,-67 21-3417 0 0,-40 12 1411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17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0 1376 0 0,'-8'1'1423'0'0,"0"-1"52"0"0,0 1-1 0 0,1 0 0 0 0,-15 5 0 0 0,19-5-1309 0 0,1 0 0 0 0,-1 0 0 0 0,0 1 0 0 0,1-1-1 0 0,-1 1 1 0 0,1 0 0 0 0,0 0 0 0 0,-1 0 0 0 0,1 0 0 0 0,0 0 0 0 0,0 0 0 0 0,0 1-1 0 0,-2 3 1 0 0,-15 27 563 0 0,2 1-1 0 0,1 1 1 0 0,2 0 0 0 0,1 1-1 0 0,2 1 1 0 0,2 0-1 0 0,-6 46 1 0 0,14-82-653 0 0,0 1-1 0 0,1 0 1 0 0,0-1-1 0 0,-1 1 1 0 0,1-1 0 0 0,0 1-1 0 0,0 0 1 0 0,0 0 0 0 0,0-1-1 0 0,0 1 1 0 0,0 0 0 0 0,1-1-1 0 0,-1 1 1 0 0,0-1 0 0 0,1 1-1 0 0,-1 0 1 0 0,1-1 0 0 0,0 1-1 0 0,-1-1 1 0 0,1 1 0 0 0,0-1-1 0 0,0 1 1 0 0,0-1-1 0 0,0 0 1 0 0,0 0 0 0 0,0 1-1 0 0,1-1 1 0 0,1 1 0 0 0,-1-2-41 0 0,0 0 1 0 0,-1 0 0 0 0,1 0-1 0 0,0-1 1 0 0,0 1 0 0 0,0-1-1 0 0,-1 1 1 0 0,1-1-1 0 0,0 0 1 0 0,0 0 0 0 0,-1 1-1 0 0,1-1 1 0 0,-1 0 0 0 0,1-1-1 0 0,-1 1 1 0 0,2-1-1 0 0,3-2 86 0 0,42-28 278 0 0,-32 21-340 0 0,-1 1 0 0 0,1 0 0 0 0,18-7 1 0 0,-28 15-57 0 0,-1 1 1 0 0,1 0 0 0 0,-1 0 0 0 0,1 0 0 0 0,-1 1 0 0 0,1 0 0 0 0,0 0 0 0 0,-1 1 0 0 0,1-1 0 0 0,0 1 0 0 0,-1 0 0 0 0,0 1 0 0 0,1-1 0 0 0,-1 1 0 0 0,0 0 0 0 0,1 1 0 0 0,-1-1 0 0 0,0 1-1 0 0,6 4 1 0 0,4 4 53 0 0,0 0-1 0 0,0 1 0 0 0,-1 0 0 0 0,18 20 0 0 0,-21-20 146 0 0,-1 1-1 0 0,0 0 0 0 0,-1 0 1 0 0,0 1-1 0 0,-1 0 0 0 0,0 1 1 0 0,6 18-1 0 0,-11-25 4 0 0,-1-1 1 0 0,0 1 0 0 0,-1 0-1 0 0,1 0 1 0 0,-1 1-1 0 0,-1-1 1 0 0,0 0 0 0 0,0 0-1 0 0,0 0 1 0 0,-1 0-1 0 0,0 0 1 0 0,-1 0-1 0 0,0 0 1 0 0,0 0 0 0 0,-1 0-1 0 0,-4 9 1 0 0,2-7-10 0 0,0 0 1 0 0,-1 0-1 0 0,-1 0 0 0 0,0-1 1 0 0,0 0-1 0 0,0 0 1 0 0,-1-1-1 0 0,-1 0 0 0 0,1 0 1 0 0,-1-1-1 0 0,-1 0 1 0 0,1 0-1 0 0,-19 8 1 0 0,20-11-152 0 0,-1-1 0 0 0,0 0 0 0 0,0 0 0 0 0,0-1 1 0 0,0 0-1 0 0,-1 0 0 0 0,1-1 0 0 0,-1 0 0 0 0,1-1 1 0 0,-1 0-1 0 0,1-1 0 0 0,-1 0 0 0 0,1 0 0 0 0,0-1 1 0 0,-1 0-1 0 0,1 0 0 0 0,-9-5 0 0 0,-2-1-597 0 0,2-1 0 0 0,-1-1 0 0 0,1 0 0 0 0,-21-17 0 0 0,6-2-4901 0 0,5-4-5400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2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79 1348 0 0,'0'-3'1133'0'0,"3"-59"5878"0"0,-3 60-6564 0 0,0-9 2742 0 0,4 56-1528 0 0,-3 1 0 0 0,-4 46 1 0 0,-16 95 46 0 0,7-79-997 0 0,-24 184 196 0 0,34-267-838 0 0,-4 26-156 0 0,5-49-325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3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39 157 2032 0 0,'18'-34'13040'0'0,"-18"34"-13013"0"0,0 0 1 0 0,1 0-1 0 0,-1 0 0 0 0,0 0 1 0 0,0 0-1 0 0,1 0 0 0 0,-1 0 1 0 0,0 0-1 0 0,0 1 0 0 0,0-1 1 0 0,1 0-1 0 0,-1 0 0 0 0,0 0 0 0 0,0 0 1 0 0,0 0-1 0 0,0 1 0 0 0,1-1 1 0 0,-1 0-1 0 0,0 0 0 0 0,0 0 1 0 0,0 0-1 0 0,0 1 0 0 0,0-1 1 0 0,0 0-1 0 0,1 0 0 0 0,-1 0 1 0 0,0 1-1 0 0,0-1 0 0 0,0 0 1 0 0,0 0-1 0 0,0 1 0 0 0,0-1 1 0 0,0 0-1 0 0,0 0 0 0 0,0 0 0 0 0,0 1 1 0 0,0-1-1 0 0,4 141 3842 0 0,-21 74-2881 0 0,-3-71-285 0 0,20-142-614 0 0,0-1-78 0 0,0-1 0 0 0,-1 0-1 0 0,1 1 1 0 0,0-1-1 0 0,0 1 1 0 0,-1-1 0 0 0,1 0-1 0 0,0 1 1 0 0,0-1-1 0 0,-1 0 1 0 0,1 1 0 0 0,0-1-1 0 0,-1 0 1 0 0,1 1-1 0 0,-1-1 1 0 0,1 0 0 0 0,0 0-1 0 0,-1 0 1 0 0,1 1 0 0 0,-1-1-1 0 0,1 0 1 0 0,-1 0-1 0 0,-2-3-9 0 0,2 0 0 0 0,-1-1 0 0 0,0 1 1 0 0,0-1-1 0 0,1 1 0 0 0,0-1 0 0 0,0 0 0 0 0,0 1 0 0 0,0-1 0 0 0,1 0 0 0 0,-1-5 0 0 0,-2-54-61 0 0,3 47 53 0 0,-1-41-81 0 0,13-113-1 0 0,-7 137 43 0 0,2 0-1 0 0,1 0 1 0 0,1 1-1 0 0,24-55 1 0 0,-33 86 44 0 0,3-5-11 0 0,-1 1-1 0 0,1-1 1 0 0,0 1 0 0 0,1-1-1 0 0,-1 1 1 0 0,1 0 0 0 0,0 0-1 0 0,0 0 1 0 0,6-4 0 0 0,0 4 9 0 0,6 3 2 0 0,-11 3 6 0 0,-1 0 1 0 0,0 0-1 0 0,0 1 0 0 0,0-1 1 0 0,0 1-1 0 0,0 0 1 0 0,0 1-1 0 0,0-1 1 0 0,0 1-1 0 0,-1 0 1 0 0,1-1-1 0 0,-1 1 1 0 0,0 1-1 0 0,0-1 1 0 0,0 0-1 0 0,-1 1 0 0 0,1 0 1 0 0,-1-1-1 0 0,3 7 1 0 0,3 4 75 0 0,-1 1 0 0 0,0 0 1 0 0,-2 0-1 0 0,5 17 0 0 0,1 14 249 0 0,-2 0 0 0 0,5 79 0 0 0,-15 95 276 0 0,1-193 31 0 0,4 29 0 0 0,-1-21-3759 0 0,-1-1-9411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3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46 155 2520 0 0,'-3'0'1849'0'0,"-10"-3"1277"0"0,-3-1 1205 0 0,16 4-4252 0 0,-1 1 1 0 0,1-1-1 0 0,-1 0 0 0 0,1 0 1 0 0,-1 0-1 0 0,1 0 1 0 0,-1 0-1 0 0,1 0 1 0 0,-1 0-1 0 0,1-1 0 0 0,-1 1 1 0 0,1 0-1 0 0,0 0 1 0 0,-1 0-1 0 0,1 0 0 0 0,-1-1 1 0 0,1 1-1 0 0,-1 0 1 0 0,1 0-1 0 0,-1-1 1 0 0,1 1-1 0 0,0 0 0 0 0,-1-1 1 0 0,1 1-1 0 0,0 0 1 0 0,-1-1-1 0 0,1 1 1 0 0,0-1-1 0 0,0 1 0 0 0,-1-1 1 0 0,1 1-1 0 0,0 0 1 0 0,0-1-1 0 0,-1 1 0 0 0,1-2 1 0 0,1 1-18 0 0,-1 0-1 0 0,1 0 1 0 0,0 0 0 0 0,0 0-1 0 0,-1 0 1 0 0,1 0 0 0 0,0 0 0 0 0,0 0-1 0 0,0 0 1 0 0,0 0 0 0 0,0 0-1 0 0,3-1 1 0 0,40-21 86 0 0,90-27-1050 0 0,-29 10-6739 0 0,-78 29 2953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4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35 908 0 0,'-22'-34'16357'0'0,"22"34"-16294"0"0,-1 28 3555 0 0,1-20-3709 0 0,2 96 3530 0 0,-3 93-1049 0 0,-32 258-912 0 0,30-430-1850 0 0,-2 15 1710 0 0,4-29-3519 0 0,20-57-15989 0 0,-12 31 11797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4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71 668 0 0,'8'-23'22066'0'0,"-4"22"-21941"0"0,1 1 0 0 0,0-1 0 0 0,-1 1 1 0 0,1 0-1 0 0,0 0 0 0 0,8 2 0 0 0,25 0 103 0 0,0-6 83 0 0,73-17 0 0 0,-34 5-2538 0 0,-16 8-4336 0 0,-35 8-1027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4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22 1580 0 0,'-112'91'16058'0'0,"98"-77"-14760"0"0,14-14-1270 0 0,0 0 0 0 0,0 0 0 0 0,0 0 0 0 0,0 1 0 0 0,0-1 0 0 0,0 0 0 0 0,0 0 0 0 0,0 0 0 0 0,0 1 0 0 0,0-1 0 0 0,0 0 0 0 0,0 0 0 0 0,0 0 0 0 0,0 1 0 0 0,0-1 0 0 0,0 0 0 0 0,1 0 0 0 0,-1 0 1 0 0,0 1-1 0 0,0-1 0 0 0,0 0 0 0 0,0 0 0 0 0,0 0 0 0 0,0 0 0 0 0,0 0 0 0 0,1 1 0 0 0,-1-1 0 0 0,0 0 0 0 0,0 0 0 0 0,0 0 0 0 0,0 0 0 0 0,1 0 0 0 0,-1 0 0 0 0,0 0 0 0 0,0 1 0 0 0,0-1 0 0 0,0 0 0 0 0,1 0 1 0 0,-1 0-1 0 0,0 0 0 0 0,1 0 0 0 0,2 0 62 0 0,0 0 0 0 0,0 1 0 0 0,0-1 0 0 0,0-1 0 0 0,0 1 0 0 0,0 0 0 0 0,3-2 0 0 0,464-114-670 0 0,-416 101-3897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5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280 144 976 0 0,'1'-2'1947'0'0,"3"-6"58"0"0,-1-1 0 0 0,0 1 0 0 0,0-1 0 0 0,-1 0 0 0 0,0 0 0 0 0,1-17 0 0 0,-3 24-1483 0 0,0 1-447 0 0,0 0 0 0 0,-1 0 0 0 0,1 1-1 0 0,0-1 1 0 0,0 0 0 0 0,0 1 0 0 0,-1-1 0 0 0,1 0 0 0 0,0 0 0 0 0,-1 1 0 0 0,1-1 0 0 0,-1 1 0 0 0,1-1 0 0 0,0 0 0 0 0,-1 1 0 0 0,1-1 0 0 0,-1 1 0 0 0,0-1 0 0 0,-1-2 4 0 0,0 2 74 0 0,0 1-25 0 0,-7 0-97 0 0,0 2-1 0 0,0-1 0 0 0,0 1 0 0 0,0 1 0 0 0,1-1 1 0 0,-1 1-1 0 0,1 1 0 0 0,0 0 0 0 0,0 0 0 0 0,0 0 1 0 0,0 1-1 0 0,1 1 0 0 0,0-1 0 0 0,0 1 0 0 0,-12 13 1 0 0,-4 7-19 0 0,0 1 0 0 0,-33 52 0 0 0,50-69-9 0 0,1-1-1 0 0,-1 1 1 0 0,1 0 0 0 0,1 0-1 0 0,0 1 1 0 0,1-1 0 0 0,0 1-1 0 0,0 0 1 0 0,-1 13 0 0 0,4-19-2 0 0,-1 0 1 0 0,1-1 0 0 0,1 1-1 0 0,-1-1 1 0 0,1 1 0 0 0,-1 0-1 0 0,1-1 1 0 0,1 1 0 0 0,-1-1-1 0 0,0 0 1 0 0,1 1-1 0 0,0-1 1 0 0,0 0 0 0 0,1 0-1 0 0,-1 0 1 0 0,1 0 0 0 0,0-1-1 0 0,0 1 1 0 0,0-1 0 0 0,0 1-1 0 0,0-1 1 0 0,1 0 0 0 0,0 0-1 0 0,6 3 1 0 0,15 8 13 0 0,2-1 0 0 0,48 16 1 0 0,-47-20 19 0 0,0 2 0 0 0,44 25 1 0 0,-64-32 52 0 0,-1 1 1 0 0,1 1 0 0 0,-1-1-1 0 0,0 2 1 0 0,-1-1-1 0 0,1 0 1 0 0,-1 1-1 0 0,8 12 1 0 0,-12-15-30 0 0,0 0-1 0 0,0-1 1 0 0,0 1-1 0 0,0 0 1 0 0,-1 1 0 0 0,0-1-1 0 0,0 0 1 0 0,0 0 0 0 0,0 1-1 0 0,0-1 1 0 0,-1 0-1 0 0,0 1 1 0 0,0-1 0 0 0,0 0-1 0 0,-1 1 1 0 0,1-1-1 0 0,-1 0 1 0 0,0 1 0 0 0,-3 6-1 0 0,1-3-19 0 0,-1 0 0 0 0,0 0-1 0 0,-1-1 1 0 0,0 0 0 0 0,0 0-1 0 0,0 0 1 0 0,-1 0 0 0 0,0-1 0 0 0,-1 0-1 0 0,1 0 1 0 0,-1-1 0 0 0,0 0-1 0 0,-12 7 1 0 0,14-9-30 0 0,-1 0-1 0 0,1 0 0 0 0,-1-1 1 0 0,1 0-1 0 0,-1 0 1 0 0,0 0-1 0 0,0-1 1 0 0,0 0-1 0 0,0 0 1 0 0,0 0-1 0 0,0-1 1 0 0,0 0-1 0 0,0 0 1 0 0,0 0-1 0 0,0-1 0 0 0,0 0 1 0 0,0 0-1 0 0,0-1 1 0 0,0 0-1 0 0,-8-3 1 0 0,11 3-18 0 0,1 1 0 0 0,-1-1 0 0 0,0-1 0 0 0,1 1 0 0 0,-1 0 0 0 0,1-1 0 0 0,-1 1 0 0 0,1-1 0 0 0,0 1 0 0 0,0-1 0 0 0,0 0 0 0 0,1 0 0 0 0,-1 0 0 0 0,1 0 0 0 0,-1 0 0 0 0,1-1 1 0 0,0 1-1 0 0,0 0 0 0 0,1-1 0 0 0,-1 1 0 0 0,1 0 0 0 0,0-1 0 0 0,-1 1 0 0 0,1-1 0 0 0,1 1 0 0 0,0-7 0 0 0,1-4-7 0 0,1 0 1 0 0,0 0-1 0 0,1 0 1 0 0,0 0-1 0 0,8-15 0 0 0,23-42-69 0 0,81-123 0 0 0,19-38 61 0 0,-131 224 36 0 0,0 0 0 0 0,-1 0 0 0 0,0 0 0 0 0,-1-1 0 0 0,0 0 0 0 0,0 1 0 0 0,1-16 0 0 0,-3 20-7 0 0,0 1 1 0 0,-1 0-1 0 0,1-1 1 0 0,0 1 0 0 0,-1 0-1 0 0,0-1 1 0 0,0 1-1 0 0,0 0 1 0 0,0 0-1 0 0,0-1 1 0 0,-1 1-1 0 0,1 0 1 0 0,-1 1 0 0 0,0-1-1 0 0,0 0 1 0 0,0 0-1 0 0,0 1 1 0 0,-1-1-1 0 0,1 1 1 0 0,-1 0 0 0 0,1-1-1 0 0,-5-2 1 0 0,4 4-10 0 0,-1-1 0 0 0,1 1 0 0 0,0 0 0 0 0,-1 0 0 0 0,1 0 0 0 0,-1 0 0 0 0,1 1 0 0 0,-1-1 0 0 0,1 1 0 0 0,-1 0 0 0 0,0 0 0 0 0,1 0 1 0 0,-5 1-1 0 0,-1 0 16 0 0,-1 1 1 0 0,0 0-1 0 0,-15 6 1 0 0,15-4-80 0 0,1 1 0 0 0,-1-1-1 0 0,1 1 1 0 0,0 1 0 0 0,0 0-1 0 0,-11 10 1 0 0,16-12-376 0 0,0 0 0 0 0,0 0 0 0 0,0 0 0 0 0,0 1 0 0 0,1 0 0 0 0,0-1 0 0 0,0 1 0 0 0,0 0 0 0 0,0 1 0 0 0,1-1 0 0 0,0 0 0 0 0,0 1 0 0 0,-1 7 0 0 0,3-11-45 0 0,-1-1 0 0 0,1 1-1 0 0,0 0 1 0 0,1 0 0 0 0,-1 0-1 0 0,0 0 1 0 0,0 0-1 0 0,1 0 1 0 0,-1 0 0 0 0,1-1-1 0 0,0 1 1 0 0,-1 0 0 0 0,1 0-1 0 0,0-1 1 0 0,0 1-1 0 0,0-1 1 0 0,2 3 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6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552 144 2512 0 0,'3'-4'743'0'0,"0"1"1"0"0,0-1-1 0 0,0 0 0 0 0,-1 0 0 0 0,0 0 0 0 0,1-1 0 0 0,-2 1 0 0 0,1 0 1 0 0,0-1-1 0 0,-1 1 0 0 0,0-1 0 0 0,0 0 0 0 0,0 1 0 0 0,-1-1 0 0 0,0 0 0 0 0,0-6 1 0 0,0 6-310 0 0,-1 1 0 0 0,0-1 0 0 0,0 1-1 0 0,-1 0 1 0 0,1 0 0 0 0,-1-1 0 0 0,0 1 0 0 0,0 0 0 0 0,0 0 0 0 0,-1 1 0 0 0,-3-5 0 0 0,5 7-371 0 0,0 0 0 0 0,0 0 1 0 0,-1 0-1 0 0,1 0 0 0 0,0 1 0 0 0,0-1 0 0 0,-1 0 0 0 0,1 1 0 0 0,0-1 0 0 0,0 1 0 0 0,-1 0 1 0 0,1-1-1 0 0,-1 1 0 0 0,1 0 0 0 0,0 0 0 0 0,-1 0 0 0 0,1 0 0 0 0,-1 0 0 0 0,1 0 1 0 0,-3 1-1 0 0,-3 1-1 0 0,-1 0 1 0 0,1 1-1 0 0,0 0 1 0 0,1 0-1 0 0,-1 0 1 0 0,0 1-1 0 0,1 0 1 0 0,0 1 0 0 0,0-1-1 0 0,0 1 1 0 0,1 0-1 0 0,-1 1 1 0 0,-7 10-1 0 0,-8 11 126 0 0,-30 54 0 0 0,34-51-51 0 0,-33 57 298 0 0,-59 145-1 0 0,-10 106 154 0 0,101-278-439 0 0,3 1 1 0 0,-10 81 0 0 0,22-118-123 0 0,2 0 0 0 0,0 0 0 0 0,2 0-1 0 0,0 0 1 0 0,2 0 0 0 0,0 0 0 0 0,2-1 0 0 0,1 1 0 0 0,9 26 0 0 0,-9-38-105 0 0,0 1 0 0 0,1-1 0 0 0,0 0 1 0 0,0-1-1 0 0,2 0 0 0 0,-1 0 0 0 0,1 0 1 0 0,1-1-1 0 0,0-1 0 0 0,0 0 0 0 0,1 0 1 0 0,0-1-1 0 0,22 13 0 0 0,-16-12-1059 0 0,0-1 1 0 0,1-1-1 0 0,32 9 0 0 0,-27-11-2207 0 0,0 0 0 0 0,41 1 0 0 0,-27-5-3826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6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96 740 0 0,'-8'-19'15286'0'0,"3"7"-10486"0"0,-4-9-848 0 0,6 5-3981 0 0,3 14-525 0 0,1 0 1 0 0,-1 1-1 0 0,1-1 1 0 0,0 0-1 0 0,-1 1 1 0 0,1-1-1 0 0,0 1 1 0 0,0-1 0 0 0,0 1-1 0 0,0-1 1 0 0,0 1-1 0 0,0-1 1 0 0,1 1-1 0 0,-1 0 1 0 0,0 0 0 0 0,1 0-1 0 0,1-2 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8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66 114 1248 0 0,'-12'-5'4875'0'0,"-26"-17"3741"0"0,36 21-7936 0 0,-3-4 911 0 0,5 5-1541 0 0,-1-1 0 0 0,1 1 0 0 0,-1 0 0 0 0,0-1-1 0 0,1 1 1 0 0,-1-1 0 0 0,1 1 0 0 0,-1-1 0 0 0,1 1-1 0 0,0-1 1 0 0,-1 1 0 0 0,1-1 0 0 0,-1 0 0 0 0,1 1-1 0 0,0-1 1 0 0,0 1 0 0 0,-1-1 0 0 0,1 0 0 0 0,0-1-1 0 0,0-1-16 0 0,1 1 0 0 0,0-1-1 0 0,-1 0 1 0 0,1 0 0 0 0,1 0-1 0 0,-1 1 1 0 0,0-1 0 0 0,1 1-1 0 0,-1-1 1 0 0,1 1 0 0 0,0 0-1 0 0,0-1 1 0 0,0 1 0 0 0,0 0 0 0 0,0 0-1 0 0,0 0 1 0 0,1 1 0 0 0,-1-1-1 0 0,1 0 1 0 0,-1 1 0 0 0,1 0-1 0 0,-1-1 1 0 0,1 1 0 0 0,4-1-1 0 0,0-1-24 0 0,1 1-1 0 0,-1-1 0 0 0,1 1 1 0 0,0 1-1 0 0,-1-1 1 0 0,1 1-1 0 0,0 1 0 0 0,10 0 1 0 0,-10 1 15 0 0,0 0-1 0 0,0 0 1 0 0,0 1 0 0 0,0 1 0 0 0,-1-1-1 0 0,1 1 1 0 0,-1 0 0 0 0,1 1 0 0 0,-1 0-1 0 0,0 0 1 0 0,-1 1 0 0 0,1-1 0 0 0,-1 1-1 0 0,8 8 1 0 0,-10-8 1 0 0,1 0-1 0 0,-1 1 1 0 0,-1-1-1 0 0,1 1 1 0 0,-1 0-1 0 0,0 0 1 0 0,0 0-1 0 0,0 1 1 0 0,-1-1-1 0 0,0 1 0 0 0,0-1 1 0 0,-1 1-1 0 0,0 0 1 0 0,0-1-1 0 0,-1 1 1 0 0,1 0-1 0 0,-2 10 1 0 0,-2 2 2 0 0,0-1-1 0 0,-1 1 1 0 0,-1-1 0 0 0,-1 0 0 0 0,0 0 0 0 0,-1 0-1 0 0,-1-1 1 0 0,-1 0 0 0 0,-20 29 0 0 0,7-17 157 0 0,-1 0 0 0 0,-1-1 0 0 0,-2-1 0 0 0,-32 26 0 0 0,45-41 186 0 0,0 1 1 0 0,-14 17-1 0 0,27-29-291 0 0,34 0 1 0 0,310-68-40 0 0,-313 58 144 0 0,-28 9-145 0 0,-1-1-65 0 0,0 1-81 0 0,0 0 0 0 0,0 0 0 0 0,0 0 0 0 0,0 0 0 0 0,0-1 1 0 0,-1 1-1 0 0,1-1 0 0 0,0 0 0 0 0,0 1 0 0 0,3-3 0 0 0,11-12-6835 0 0,-4-2 776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8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68 2368 0 0,'6'-9'3752'0'0,"-1"-1"0"0"0,8-16 0 0 0,2 3 2955 0 0,-13 27-6392 0 0,-1-1 1 0 0,1 0 0 0 0,0 1 0 0 0,-1-1 0 0 0,1 1 0 0 0,-1-1 0 0 0,0 1-1 0 0,0 0 1 0 0,-1 0 0 0 0,1 7 0 0 0,0 45 1691 0 0,-2-31-1249 0 0,-3 40 349 0 0,-2 0 1 0 0,-17 72 0 0 0,6-42-687 0 0,-17 94 124 0 0,32-174 1495 0 0</inkml:trace>
  <inkml:trace contextRef="#ctx0" brushRef="#br0" timeOffset="1">477 389 640 0 0,'-15'-2'7387'0'0,"8"1"-6812"0"0,-18-2 7474 0 0,12 2-3023 0 0,22 10-3583 0 0,11-7-933 0 0,1-2 0 0 0,-1 0 0 0 0,30-4 0 0 0,63-14-276 0 0,-87 13-122 0 0,25-8-3054 0 0,-34 8-3040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9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80 608 0 0,'0'-14'5413'0'0,"-3"-31"3686"0"0,0 30-5677 0 0,-1 9-1468 0 0,4 16-1502 0 0,7 54 1290 0 0,-3 0 1 0 0,-5 90-1 0 0,-28 130-411 0 0,-7-63-2079 0 0,36-218-65 0 0,0 3-1232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29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369 125 2756 0 0,'1'-7'1390'0'0,"-1"-1"-1"0"0,0 0 1 0 0,0 1-1 0 0,-1-1 1 0 0,0 0-1 0 0,-4-14 1 0 0,4 19-1020 0 0,0-1 0 0 0,0 0-1 0 0,-1 0 1 0 0,1 1 0 0 0,-1-1 0 0 0,0 1 0 0 0,0 0 0 0 0,-1 0 0 0 0,1-1 0 0 0,-1 1 0 0 0,1 1 0 0 0,-1-1 0 0 0,0 0 0 0 0,-6-4 0 0 0,6 6-305 0 0,1 0 1 0 0,-1 1-1 0 0,0-1 1 0 0,0 1 0 0 0,1 0-1 0 0,-1-1 1 0 0,0 1-1 0 0,0 0 1 0 0,1 1 0 0 0,-1-1-1 0 0,0 0 1 0 0,0 1-1 0 0,1 0 1 0 0,-1-1-1 0 0,1 1 1 0 0,-1 0 0 0 0,0 0-1 0 0,-1 2 1 0 0,-6 2 31 0 0,1 1 0 0 0,0 0 1 0 0,1 0-1 0 0,0 1 0 0 0,0 0 1 0 0,0 0-1 0 0,-11 14 0 0 0,-43 65 428 0 0,53-72-439 0 0,-13 21 221 0 0,-33 68 1 0 0,46-83-237 0 0,1 1 0 0 0,1 1 1 0 0,1-1-1 0 0,0 1 1 0 0,-2 24-1 0 0,7-35-41 0 0,1 0 0 0 0,-1 1 1 0 0,2-1-1 0 0,0 0 0 0 0,0 1 0 0 0,1-1 1 0 0,4 14-1 0 0,-4-19-17 0 0,0 0 0 0 0,0 0 0 0 0,1 0 1 0 0,0-1-1 0 0,0 1 0 0 0,0-1 0 0 0,1 0 0 0 0,0 0 0 0 0,0 0 1 0 0,0 0-1 0 0,0-1 0 0 0,1 1 0 0 0,0-1 0 0 0,8 6 0 0 0,-4-5 2 0 0,-1-1-1 0 0,1 0 1 0 0,0 0-1 0 0,0-1 1 0 0,0 0-1 0 0,0 0 1 0 0,0-1-1 0 0,1 0 1 0 0,-1-1-1 0 0,15 1 1 0 0,-18-2 25 0 0,1-1-1 0 0,-1 1 1 0 0,1-1 0 0 0,-1 0 0 0 0,0-1-1 0 0,1 1 1 0 0,-1-1 0 0 0,0-1 0 0 0,0 1-1 0 0,0-1 1 0 0,-1 0 0 0 0,1 0 0 0 0,0 0-1 0 0,-1-1 1 0 0,0 0 0 0 0,6-5 0 0 0,-11 7-25 0 0,1 1 1 0 0,0 0-1 0 0,-1 0 0 0 0,1 0 1 0 0,0 0-1 0 0,-1-1 1 0 0,1 1-1 0 0,-1 0 0 0 0,0-1 1 0 0,0 1-1 0 0,1 0 1 0 0,-1 0-1 0 0,0-1 0 0 0,0 1 1 0 0,0 0-1 0 0,0-1 1 0 0,0 1-1 0 0,0 0 1 0 0,-1-1-1 0 0,1 1 0 0 0,-1-3 1 0 0,0 2-5 0 0,0 0 0 0 0,1 0-1 0 0,-1-1 1 0 0,0 1 0 0 0,-1 0 0 0 0,1 0 0 0 0,0 0 0 0 0,0 1 0 0 0,-1-1 0 0 0,1 0 0 0 0,-1 0 0 0 0,-2-1-1 0 0,-3-2 14 0 0,0 2-1 0 0,0-1 1 0 0,0 1-1 0 0,0 0 1 0 0,-1 0-1 0 0,1 1 0 0 0,-1 0 1 0 0,-14-2-1 0 0,-5 1-665 0 0,-33 2 0 0 0,43 1-351 0 0,14 0-42 0 0,-14 2-1383 0 0,14-2 1103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0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74 328 0 0,'-6'-16'4490'0'0,"1"-1"1"0"0,-4-23 1778 0 0,20 42-4458 0 0,-6 2-1506 0 0,0-1-1 0 0,0 1 1 0 0,0 0 0 0 0,-1 0-1 0 0,0 0 1 0 0,0 1 0 0 0,0 0-1 0 0,0 0 1 0 0,3 5 0 0 0,4 5 226 0 0,15 19-95 0 0,-1 0 0 0 0,-2 2 0 0 0,-1 0 0 0 0,-2 1 0 0 0,-1 1 0 0 0,-3 1 1 0 0,-1 1-1 0 0,-1 0 0 0 0,-3 1 0 0 0,-1 0 0 0 0,-2 1 0 0 0,-2 0 0 0 0,2 65 0 0 0,-10-44-350 0 0,-3-1 1 0 0,-2 1-1 0 0,-3-1 0 0 0,-2-1 1 0 0,-4 0-1 0 0,-2-1 0 0 0,-2-1 1 0 0,-33 66-1 0 0,-59 83-685 0 0,22-80-5212 0 0,67-102 1734 0 0,6-11-2527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0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57 115 1660 0 0,'-17'1'3967'0'0,"2"1"2233"0"0,-10-4 3188 0 0,54-10-9215 0 0,1 2-1 0 0,0 1 1 0 0,57-10 0 0 0,-44 10-128 0 0,50-11 25 0 0,15-3-1682 0 0,-38 9-4274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1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58 1652 0 0,'-48'-54'15121'0'0,"40"50"-12905"0"0,7 6-2044 0 0,0 0 1 0 0,0 1-1 0 0,1-1 0 0 0,-1 0 1 0 0,0 0-1 0 0,1 0 0 0 0,-1 0 1 0 0,1 1-1 0 0,0-1 0 0 0,0 0 0 0 0,0 1 1 0 0,0 1-1 0 0,4 37 1115 0 0,-1-16-660 0 0,-1 379 2682 0 0,-3-393-3371 0 0,-23 268-1309 0 0,23-277 1078 0 0,1-1 1 0 0,0 1-1 0 0,-1-1 1 0 0,1 1-1 0 0,0 0 1 0 0,0-1-1 0 0,0 1 0 0 0,0-1 1 0 0,1 1-1 0 0,-1 0 1 0 0,0-1-1 0 0,1 1 1 0 0,-1-1-1 0 0,1 1 0 0 0,0 1 1 0 0,21-10-7554 0 0,-11-6 3676 0 0,3-1-1748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1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67 2812 0 0,'9'-9'2712'0'0,"0"0"-1"0"0,0 0 1 0 0,-1-1 0 0 0,10-15 689 0 0,-18 25-3362 0 0,0 0-1 0 0,0 0 1 0 0,0 0-1 0 0,0-1 1 0 0,0 1 0 0 0,0 0-1 0 0,0 0 1 0 0,0 0-1 0 0,0 0 1 0 0,0-1-1 0 0,0 1 1 0 0,0 0-1 0 0,0 0 1 0 0,0 0-1 0 0,0 0 1 0 0,0-1 0 0 0,0 1-1 0 0,-1 0 1 0 0,1 0-1 0 0,0 0 1 0 0,0 0-1 0 0,0 0 1 0 0,0 0-1 0 0,0-1 1 0 0,0 1-1 0 0,-1 0 1 0 0,1 0 0 0 0,0 0-1 0 0,0 0 1 0 0,0 0-1 0 0,0 0 1 0 0,0 0-1 0 0,-1 0 1 0 0,1 0-1 0 0,0 0 1 0 0,0 0-1 0 0,0 0 1 0 0,0 0 0 0 0,-1 0-1 0 0,1 0 1 0 0,0 0-1 0 0,0 0 1 0 0,0 0-1 0 0,0 0 1 0 0,-1 0-1 0 0,1 0 1 0 0,0 0-1 0 0,0 0 1 0 0,0 0 0 0 0,0 0-1 0 0,-1 0 1 0 0,-12 8 611 0 0,-13 15-158 0 0,-17 22 143 0 0,2 3 0 0 0,-48 72 0 0 0,-49 118 42 0 0,132-228-656 0 0,-14 30 70 0 0,-23 61-1 0 0,39-90-82 0 0,0 0 0 0 0,1 0 0 0 0,1 1 1 0 0,0-1-1 0 0,0 0 0 0 0,1 1 0 0 0,1-1 0 0 0,0 1 0 0 0,0-1 0 0 0,1 1 0 0 0,3 12 0 0 0,-2-20 0 0 0,-1 1 0 0 0,1-1 0 0 0,0 0 0 0 0,0 0 0 0 0,0 0-1 0 0,0 0 1 0 0,1-1 0 0 0,0 1 0 0 0,0 0 0 0 0,0-1 0 0 0,0 0 0 0 0,0 0 0 0 0,1 0-1 0 0,-1 0 1 0 0,1-1 0 0 0,0 1 0 0 0,0-1 0 0 0,0 0 0 0 0,0 0 0 0 0,0 0 0 0 0,0-1 0 0 0,0 1-1 0 0,1-1 1 0 0,-1 0 0 0 0,1 0 0 0 0,-1-1 0 0 0,1 1 0 0 0,-1-1 0 0 0,1 0 0 0 0,-1 0-1 0 0,1-1 1 0 0,-1 1 0 0 0,5-2 0 0 0,-4 2 6 0 0,0-1-1 0 0,0 0 1 0 0,-1 0-1 0 0,1-1 1 0 0,-1 1-1 0 0,1-1 1 0 0,-1 0-1 0 0,1 0 1 0 0,-1 0-1 0 0,0-1 1 0 0,0 1-1 0 0,0-1 1 0 0,0 0-1 0 0,-1-1 1 0 0,1 1-1 0 0,-1 0 1 0 0,0-1-1 0 0,0 0 1 0 0,0 0-1 0 0,0 0 1 0 0,-1 0-1 0 0,1 0 1 0 0,-1 0-1 0 0,0-1 1 0 0,0 1-1 0 0,-1-1 1 0 0,0 1-1 0 0,1-1 1 0 0,-2 0-1 0 0,2-8 1 0 0,-2 10-12 0 0,0 0 0 0 0,0 0 0 0 0,-1 0 0 0 0,1 0 0 0 0,-1 0 1 0 0,0 0-1 0 0,1 0 0 0 0,-1 0 0 0 0,-1 0 0 0 0,1 0 0 0 0,0 1 0 0 0,-1-1 1 0 0,1 0-1 0 0,-1 1 0 0 0,0 0 0 0 0,0-1 0 0 0,-4-3 0 0 0,2 2 26 0 0,-1 1-1 0 0,1 0 1 0 0,-1 0-1 0 0,0 1 1 0 0,0-1-1 0 0,0 1 1 0 0,0 0-1 0 0,0 1 1 0 0,-8-3-1 0 0,-6 1-441 0 0,0 1 1 0 0,0 0-1 0 0,0 2 1 0 0,-34 2-1 0 0,27 2-2068 0 0,9-2-3575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2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781 139 996 0 0,'0'-12'2596'0'0,"0"0"-1"0"0,-1 0 1 0 0,-1 0-1 0 0,-3-16 1 0 0,2 21-1769 0 0,1 1 1 0 0,-1-1-1 0 0,1 1 1 0 0,-2-1-1 0 0,-4-6 0 0 0,7 12-752 0 0,0-1 0 0 0,0 1 0 0 0,0 0 0 0 0,-1 0 0 0 0,1-1 0 0 0,0 1-1 0 0,-1 0 1 0 0,1 0 0 0 0,0 1 0 0 0,-1-1 0 0 0,0 0 0 0 0,1 0 0 0 0,-1 1 0 0 0,1-1-1 0 0,-1 1 1 0 0,0-1 0 0 0,1 1 0 0 0,-1 0 0 0 0,0 0 0 0 0,0 0 0 0 0,1-1-1 0 0,-1 2 1 0 0,0-1 0 0 0,1 0 0 0 0,-1 0 0 0 0,0 1 0 0 0,1-1 0 0 0,-1 0 0 0 0,0 1-1 0 0,1 0 1 0 0,-3 1 0 0 0,-6 2 125 0 0,0 1-1 0 0,1 0 1 0 0,-16 13-1 0 0,16-12 24 0 0,-25 19 108 0 0,2 1-1 0 0,1 2 1 0 0,1 0-1 0 0,-33 42 1 0 0,-89 140 1228 0 0,108-138-935 0 0,3 3-1 0 0,4 0 1 0 0,3 3 0 0 0,3 1-1 0 0,3 1 1 0 0,5 1-1 0 0,-22 131 1 0 0,39-172-551 0 0,3 1 0 0 0,1-1 0 0 0,2 0 0 0 0,7 57 0 0 0,-4-74-367 0 0,1 0 0 0 0,1 0 0 0 0,1-1 0 0 0,2 1 0 0 0,0-1 0 0 0,1-1 0 0 0,1 0 0 0 0,25 39 0 0 0,-29-51-265 0 0,1 0 1 0 0,1 0-1 0 0,0-1 1 0 0,0 0-1 0 0,0-1 1 0 0,1 0-1 0 0,0 0 1 0 0,0-1 0 0 0,1 0-1 0 0,11 5 1 0 0,-11-7-1182 0 0,0 0 0 0 0,0 0 0 0 0,1-1 0 0 0,-1-1 1 0 0,1 0-1 0 0,14 1 0 0 0,1-1-5809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3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56 2056 0 0,'-72'-28'13109'0'0,"55"20"-8781"0"0,31 7-3701 0 0,28 0-627 0 0,-34 1 155 0 0,1 0-143 0 0,64 0 64 0 0,100-13-1 0 0,-168 12-268 0 0,15-2-2789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3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1684 0 0,'14'-18'8862'0'0,"-14"17"-8568"0"0,1 0 0 0 0,-1 0 1 0 0,1 0-1 0 0,-1 1 0 0 0,1-1 0 0 0,0 0 0 0 0,0 1 0 0 0,-1-1 0 0 0,1 0 0 0 0,0 1 0 0 0,0-1 0 0 0,0 1 0 0 0,-1-1 1 0 0,1 1-1 0 0,0-1 0 0 0,0 1 0 0 0,0 0 0 0 0,0 0 0 0 0,2-1 0 0 0,-2 1-182 0 0,0 1 0 0 0,0-1 0 0 0,0 1 0 0 0,0-1 0 0 0,0 1 0 0 0,-1 0 0 0 0,1-1 0 0 0,0 1 0 0 0,0 0 0 0 0,0 0 0 0 0,-1-1 0 0 0,1 1 0 0 0,0 0 0 0 0,-1 0 0 0 0,1 0 0 0 0,-1 0 0 0 0,1 0 0 0 0,-1 0 0 0 0,1 0 0 0 0,-1 1 0 0 0,9 21 452 0 0,-1 0 1 0 0,-2 1-1 0 0,0-1 1 0 0,-2 1-1 0 0,3 30 1 0 0,-4 126-22 0 0,-26 60-99 0 0,19-204-2029 0 0,4-29-159 0 0,0-1-304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4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96 176 788 0 0,'10'-18'4132'0'0,"0"-1"0"0"0,-2 0 1 0 0,9-26-1 0 0,-16 43-3698 0 0,1-11 563 0 0,-2 9-144 0 0,-11 14-738 0 0,-9 10-17 0 0,6-8-93 0 0,1 1 0 0 0,0 0 0 0 0,1 1 0 0 0,1 1 0 0 0,0-1 0 0 0,1 2 0 0 0,-13 25 0 0 0,22-38-4 0 0,0-1 1 0 0,0 1 0 0 0,0 0-1 0 0,1 0 1 0 0,-1 0 0 0 0,1 0-1 0 0,-1 0 1 0 0,1 0 0 0 0,0 0-1 0 0,0 0 1 0 0,0 0 0 0 0,1 0 0 0 0,-1 0-1 0 0,1 0 1 0 0,0 0 0 0 0,-1 0-1 0 0,3 4 1 0 0,-1-4 12 0 0,0 1 1 0 0,0-1-1 0 0,1 1 1 0 0,-1-1-1 0 0,1 0 1 0 0,0 0-1 0 0,0 0 1 0 0,0 0-1 0 0,0-1 1 0 0,1 1-1 0 0,6 3 1 0 0,11 6 112 0 0,103 67 282 0 0,-113-70-285 0 0,0 0 0 0 0,0 0-1 0 0,-1 1 1 0 0,-1 0 0 0 0,0 1-1 0 0,0 0 1 0 0,-1 0 0 0 0,9 17-1 0 0,-14-23-30 0 0,-1 1 1 0 0,0 0-1 0 0,0 0 0 0 0,0-1 0 0 0,-1 1 0 0 0,0 0 0 0 0,0 0 0 0 0,-1 1 0 0 0,1-1 0 0 0,-1 0 1 0 0,-1 0-1 0 0,1 0 0 0 0,-1 0 0 0 0,0 0 0 0 0,0 0 0 0 0,-1 0 0 0 0,1 0 0 0 0,-2-1 1 0 0,1 1-1 0 0,0 0 0 0 0,-1-1 0 0 0,0 0 0 0 0,0 0 0 0 0,-7 8 0 0 0,3-4 48 0 0,0-1 0 0 0,-1 0 0 0 0,0 0 0 0 0,-1-1 0 0 0,0 0 0 0 0,0 0 0 0 0,0-1 0 0 0,-1 0 0 0 0,0 0 0 0 0,0-1 0 0 0,0-1 0 0 0,-15 5 0 0 0,23-9-123 0 0,0 1-1 0 0,-1 0 0 0 0,1-1 1 0 0,0 0-1 0 0,-1 0 1 0 0,1 1-1 0 0,-1-1 0 0 0,1 0 1 0 0,0-1-1 0 0,-1 1 0 0 0,1 0 1 0 0,0-1-1 0 0,-1 1 1 0 0,1-1-1 0 0,0 0 0 0 0,0 0 1 0 0,-1 0-1 0 0,1 0 0 0 0,0 0 1 0 0,0 0-1 0 0,0-1 1 0 0,0 1-1 0 0,0-1 0 0 0,1 1 1 0 0,-1-1-1 0 0,0 0 0 0 0,1 0 1 0 0,-1 1-1 0 0,1-1 1 0 0,0 0-1 0 0,-2-4 0 0 0,0 1-21 0 0,1 0-1 0 0,0 0 0 0 0,0 0 0 0 0,1 0 0 0 0,0-1 0 0 0,-1 1 1 0 0,2-1-1 0 0,-1 1 0 0 0,1-1 0 0 0,0 1 0 0 0,0-1 1 0 0,1-8-1 0 0,4-10-52 0 0,2 1 1 0 0,0 0-1 0 0,1 0 0 0 0,13-25 1 0 0,51-86-58 0 0,-48 94 83 0 0,6-12-33 0 0,23-40 287 0 0,-46 79-196 0 0,-2-1 0 0 0,1 1-1 0 0,-2-1 1 0 0,0 0 0 0 0,3-16 0 0 0,-7 26-39 0 0,1 1 1 0 0,-1 0-1 0 0,0-1 0 0 0,0 1 1 0 0,0-1-1 0 0,0 1 1 0 0,0-1-1 0 0,-1 1 0 0 0,0 0 1 0 0,1-1-1 0 0,-1 1 1 0 0,-1 0-1 0 0,1-1 1 0 0,0 1-1 0 0,-1 0 0 0 0,0 0 1 0 0,1 0-1 0 0,-1 0 1 0 0,0 1-1 0 0,-1-1 0 0 0,1 0 1 0 0,0 1-1 0 0,-1-1 1 0 0,1 1-1 0 0,-1 0 0 0 0,0 0 1 0 0,0 0-1 0 0,0 0 1 0 0,0 1-1 0 0,0-1 0 0 0,0 1 1 0 0,0 0-1 0 0,-6-2 1 0 0,1 2-177 0 0,0-1 0 0 0,-1 2 1 0 0,1-1-1 0 0,-1 1 1 0 0,1 0-1 0 0,-1 1 0 0 0,1 0 1 0 0,0 0-1 0 0,-1 1 0 0 0,1 0 1 0 0,-10 4-1 0 0,14-4-249 0 0,0-1 0 0 0,0 1-1 0 0,0 0 1 0 0,0 0 0 0 0,0 1 0 0 0,0-1-1 0 0,0 1 1 0 0,1 0 0 0 0,0 0 0 0 0,-1 0 0 0 0,1 0-1 0 0,0 0 1 0 0,0 1 0 0 0,1 0 0 0 0,-1-1-1 0 0,1 1 1 0 0,0 0 0 0 0,0 0 0 0 0,0 0 0 0 0,0 1-1 0 0,1-1 1 0 0,-2 7 0 0 0,3-9-112 0 0,0-1 1 0 0,0 1-1 0 0,0 0 1 0 0,0-1-1 0 0,0 1 1 0 0,1 0-1 0 0,-1-1 1 0 0,0 1-1 0 0,1 0 1 0 0,0 2-1 0 0,4 8-4565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80 2956 0 0,'-65'10'11086'0'0,"63"-10"-10191"0"0,-16 6 2045 0 0,13-3-1285 0 0,20-6-944 0 0,114-18 389 0 0,-3 0-916 0 0,-60 9-267 0 0,35-8-1994 0 0,-88 16-1401 0 0,1 0 1 0 0,19-10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4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17 2460 0 0,'-58'-13'11955'0'0,"56"12"-11111"0"0,1 1-753 0 0,0 0-1 0 0,1-1 1 0 0,-1 1-1 0 0,0 0 0 0 0,0-1 1 0 0,0 1-1 0 0,1 0 1 0 0,-1 0-1 0 0,0 0 0 0 0,0 0 1 0 0,0 0-1 0 0,0 0 1 0 0,1 0-1 0 0,-1 0 0 0 0,0 0 1 0 0,0 0-1 0 0,0 0 0 0 0,0 0 1 0 0,1 1-1 0 0,-1-1 1 0 0,0 0-1 0 0,0 0 0 0 0,0 1 1 0 0,1-1-1 0 0,-1 1 1 0 0,0-1-1 0 0,1 1 0 0 0,-1-1 1 0 0,0 1-1 0 0,1-1 1 0 0,-1 1-1 0 0,1 0 0 0 0,-1-1 1 0 0,1 1-1 0 0,-1 0 1 0 0,1-1-1 0 0,-1 1 0 0 0,1 0 1 0 0,0 0-1 0 0,-1 0 1 0 0,1-1-1 0 0,0 1 0 0 0,0 0 1 0 0,-1 1-1 0 0,0 38 684 0 0,2 0 0 0 0,8 60 1 0 0,-2-23-547 0 0,-3-7-172 0 0,-3-30-703 0 0,2 1-1 0 0,15 70 1 0 0,-17-106 188 0 0,0-1 1 0 0,1 0-1 0 0,-1 0 0 0 0,1 0 1 0 0,0-1-1 0 0,0 1 0 0 0,0 0 1 0 0,5 5-1 0 0,-5-7-345 0 0,0 0-1 0 0,0 0 1 0 0,1 0 0 0 0,-1 0-1 0 0,0 0 1 0 0,1-1-1 0 0,0 1 1 0 0,3 1 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5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285 176 1144 0 0,'-1'-14'5242'0'0,"-3"-55"5774"0"0,4 68-10953 0 0,1 1 1 0 0,-1-1-1 0 0,0 0 1 0 0,0 0-1 0 0,-1 0 1 0 0,1 0 0 0 0,0 0-1 0 0,0 0 1 0 0,0 0-1 0 0,-1 0 1 0 0,1 0 0 0 0,0 0-1 0 0,-1 0 1 0 0,1 0-1 0 0,-1 0 1 0 0,1 0-1 0 0,-1 1 1 0 0,1-1 0 0 0,-1 0-1 0 0,0 0 1 0 0,1 1-1 0 0,-1-1 1 0 0,0 0-1 0 0,0 1 1 0 0,0-1 0 0 0,1 1-1 0 0,-1-1 1 0 0,0 1-1 0 0,0-1 1 0 0,0 1-1 0 0,0-1 1 0 0,0 1 0 0 0,0 0-1 0 0,0 0 1 0 0,0-1-1 0 0,0 1 1 0 0,0 0-1 0 0,0 0 1 0 0,0 0 0 0 0,0 0-1 0 0,0 0 1 0 0,0 0-1 0 0,0 1 1 0 0,0-1 0 0 0,0 0-1 0 0,0 0 1 0 0,-1 2-1 0 0,-7 0-101 0 0,0 1-1 0 0,1 1 1 0 0,-1-1 0 0 0,-8 6-1 0 0,15-8 104 0 0,-13 7-81 0 0,0 1-1 0 0,0 0 1 0 0,1 1 0 0 0,0 0-1 0 0,1 1 1 0 0,0 1 0 0 0,0 0-1 0 0,2 0 1 0 0,-1 2 0 0 0,2-1-1 0 0,0 1 1 0 0,0 1-1 0 0,-14 30 1 0 0,22-43 12 0 0,0 29-2 0 0,2-29 8 0 0,1 1-1 0 0,-1 0 1 0 0,1-1-1 0 0,-1 1 0 0 0,1-1 1 0 0,0 1-1 0 0,0-1 1 0 0,0 1-1 0 0,1-1 1 0 0,-1 0-1 0 0,1 1 1 0 0,-1-1-1 0 0,1 0 1 0 0,0 0-1 0 0,-1 0 0 0 0,1 0 1 0 0,0-1-1 0 0,0 1 1 0 0,1 0-1 0 0,-1-1 1 0 0,0 0-1 0 0,0 1 1 0 0,1-1-1 0 0,-1 0 1 0 0,1 0-1 0 0,2 1 0 0 0,11 3 13 0 0,0 0 0 0 0,1-1-1 0 0,17 2 1 0 0,-10-1-9 0 0,-2-1-1 0 0,86 22-114 0 0,-94-22 129 0 0,0 1-1 0 0,-1 1 1 0 0,1 0-1 0 0,-1 1 1 0 0,16 10-1 0 0,-27-16 31 0 0,-1 1 0 0 0,1-1-1 0 0,0 0 1 0 0,0 0 0 0 0,-1 1 0 0 0,1-1-1 0 0,-1 0 1 0 0,1 1 0 0 0,-1 0 0 0 0,0-1 0 0 0,0 1-1 0 0,0 0 1 0 0,1 0 0 0 0,-1 0 0 0 0,-1-1-1 0 0,1 1 1 0 0,0 0 0 0 0,0 0 0 0 0,-1 0-1 0 0,0 1 1 0 0,1-1 0 0 0,-1 0 0 0 0,0 0-1 0 0,0 0 1 0 0,0 0 0 0 0,0 0 0 0 0,0 0-1 0 0,0 0 1 0 0,-1 4 0 0 0,-1-3 1 0 0,0 1 0 0 0,0-1-1 0 0,0 0 1 0 0,0 1 0 0 0,0-1 0 0 0,-1 0 0 0 0,0 0 0 0 0,1-1-1 0 0,-1 1 1 0 0,0-1 0 0 0,0 1 0 0 0,0-1 0 0 0,-1 0 0 0 0,-4 3-1 0 0,-10 3 6 0 0,-1 0-1 0 0,0-1 0 0 0,0-1 0 0 0,0 0 1 0 0,-24 3-1 0 0,6-4 167 0 0,-67 1 0 0 0,102-6-209 0 0,0 0-1 0 0,0 0 1 0 0,0 0 0 0 0,0 0 0 0 0,0-1-1 0 0,0 1 1 0 0,0 0 0 0 0,0-1 0 0 0,0 1-1 0 0,0-1 1 0 0,1 0 0 0 0,-1 1 0 0 0,0-1-1 0 0,0 0 1 0 0,0 0 0 0 0,1 0-1 0 0,-1-1 1 0 0,1 1 0 0 0,-1 0 0 0 0,-2-3 0 0 0,3 2-9 0 0,0 0 0 0 0,1 0 1 0 0,-1 0-1 0 0,0 0 0 0 0,1 0 1 0 0,-1 0-1 0 0,1 0 0 0 0,0 0 1 0 0,-1 0-1 0 0,1 0 0 0 0,0 0 1 0 0,0 0-1 0 0,0 0 0 0 0,1 0 1 0 0,-1 0-1 0 0,1-3 0 0 0,3-7-29 0 0,0 0 0 0 0,0 1 0 0 0,1-1 0 0 0,13-20 0 0 0,6-4-31 0 0,2 1-1 0 0,56-59 1 0 0,-8 9 109 0 0,-58 66-24 0 0,-1-2 0 0 0,18-31 0 0 0,-29 43-9 0 0,0 1-1 0 0,0-1 0 0 0,0 0 1 0 0,-1-1-1 0 0,-1 1 0 0 0,1 0 1 0 0,-2-1-1 0 0,1 0 0 0 0,-1-9 0 0 0,-1 17-24 0 0,0-1-1 0 0,0 1 1 0 0,-1 0-1 0 0,1 0 1 0 0,-1 0-1 0 0,0 0 0 0 0,1 0 1 0 0,-1 0-1 0 0,0 0 1 0 0,0 0-1 0 0,-1 0 1 0 0,1 0-1 0 0,0 1 0 0 0,0-1 1 0 0,-1 0-1 0 0,1 1 1 0 0,-1-1-1 0 0,0 1 1 0 0,1 0-1 0 0,-1-1 0 0 0,0 1 1 0 0,0 0-1 0 0,0 0 1 0 0,0 0-1 0 0,0 0 1 0 0,0 0-1 0 0,0 1 0 0 0,0-1 1 0 0,-4 0-1 0 0,-3-1-25 0 0,0 0-1 0 0,-1 1 1 0 0,1 0-1 0 0,-1 1 1 0 0,-10 0-1 0 0,8 1-435 0 0,-1 0 0 0 0,1 1 0 0 0,-1 0-1 0 0,1 1 1 0 0,-22 8 0 0 0,27-8-405 0 0,1 0 0 0 0,-1 1 1 0 0,1-1-1 0 0,-9 8 0 0 0,10-7-636 0 0,1 0 1 0 0,0 1-1 0 0,-1-1 0 0 0,2 1 1 0 0,-8 10-1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6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88 2784 0 0,'-59'-64'14221'0'0,"58"63"-13726"0"0,-20-22 1160 0 0,84 88-907 0 0,-3 2 0 0 0,-3 3 0 0 0,91 145 0 0 0,-134-188-702 0 0,0 0 1 0 0,-2 1 0 0 0,-2 0 0 0 0,0 0 0 0 0,-2 2-1 0 0,-1-1 1 0 0,-1 1 0 0 0,-2-1 0 0 0,1 38 0 0 0,-5-32-67 0 0,-1 0 0 0 0,-2 1 0 0 0,-1-1 0 0 0,-2-1 1 0 0,-2 1-1 0 0,-1-1 0 0 0,-22 55 0 0 0,0-20-1453 0 0,-2-1-1 0 0,-62 92 1 0 0,-40 21-7666 0 0,83-120 2646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6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9 3772 0 0,'-3'0'9886'0'0,"-19"-4"-4657"0"0,-5-1-8857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7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95 268 0 0,'-32'-7'12275'0'0,"13"6"-7446"0"0,36-4-4244 0 0,230-25 470 0 0,-71 10-916 0 0,-94 11-56 0 0,8-2-695 0 0,-33 2-2767 0 0,-53 8 1704 0 0,3 0 1523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8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35 1420 0 0,'-37'-27'10806'0'0,"30"24"-9639"0"0,-7-1 806 0 0,14 4-1946 0 0,-1 0 1 0 0,1 0 0 0 0,0 0 0 0 0,-1 0 0 0 0,1 0 0 0 0,0 0 0 0 0,-1 1 0 0 0,1-1 0 0 0,0 0 0 0 0,-1 0 0 0 0,1 0 0 0 0,0 1 0 0 0,-1-1 0 0 0,1 0 0 0 0,0 1 0 0 0,0-1 0 0 0,-1 0 0 0 0,1 0 0 0 0,0 1 0 0 0,0-1 0 0 0,0 0 0 0 0,-1 1 0 0 0,1-1 0 0 0,0 1 0 0 0,0-1 0 0 0,0 0 0 0 0,0 1 0 0 0,0-1-1 0 0,0 0 1 0 0,0 1 0 0 0,0-1 0 0 0,0 1 0 0 0,0-1 0 0 0,0 0 0 0 0,0 1 0 0 0,0-1 0 0 0,0 1 0 0 0,4 116 2280 0 0,-1 46-1367 0 0,-7 28-688 0 0,5-161-1899 0 0,5-3-3414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38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1244 0 0,'16'-27'8526'0'0,"2"3"-4532"0"0,-13 19-3797 0 0,1 0 0 0 0,-1 0 0 0 0,0 1 0 0 0,1 0 0 0 0,0 0 0 0 0,0 0 0 0 0,0 1 0 0 0,1 0 0 0 0,-1 0 0 0 0,14-4 0 0 0,-4 3-84 0 0,0 0 0 0 0,0 1 1 0 0,0 0-1 0 0,1 2 0 0 0,16 0 0 0 0,-28 0-98 0 0,0 1 0 0 0,0 1-1 0 0,0-1 1 0 0,0 1-1 0 0,0 0 1 0 0,0 0 0 0 0,0 0-1 0 0,0 1 1 0 0,-1-1-1 0 0,1 1 1 0 0,-1 0 0 0 0,1 1-1 0 0,-1-1 1 0 0,0 1-1 0 0,1 0 1 0 0,-1 0 0 0 0,-1 0-1 0 0,1 1 1 0 0,0-1-1 0 0,5 9 1 0 0,-7-8 3 0 0,0 1 1 0 0,0 0-1 0 0,0 0 1 0 0,-1 0 0 0 0,1 1-1 0 0,-1-1 1 0 0,-1 0-1 0 0,1 0 1 0 0,-1 1-1 0 0,0-1 1 0 0,0 0-1 0 0,0 1 1 0 0,-1-1-1 0 0,0 0 1 0 0,-2 6-1 0 0,-1 8 50 0 0,-2-1-1 0 0,-14 33 1 0 0,-16 18 645 0 0,-3-3 1 0 0,-92 121 0 0 0,120-173-599 0 0,-15 24 111 0 0,25-36-176 0 0,2-2-44 0 0,-1 1 0 0 0,1-1 0 0 0,-1 1 0 0 0,1-1 0 0 0,-1 1 0 0 0,1-1 0 0 0,-1 0 0 0 0,1 1 0 0 0,0-1 0 0 0,-1 0 0 0 0,1 0 0 0 0,-1 1 0 0 0,1-1 0 0 0,0 0 0 0 0,-1 0 1 0 0,1 0-1 0 0,0 0 0 0 0,-1 0 0 0 0,1 0 0 0 0,0 0 0 0 0,-1 0 0 0 0,1 0 0 0 0,1 0 0 0 0,15-2 28 0 0,-17 2-33 0 0,38-6 38 0 0,0-1 0 0 0,0-2 1 0 0,41-17-1 0 0,-47 16-27 0 0,21-8-11 0 0,122-34 198 0 0,-174 52-295 0 0,0 0 1 0 0,1-1-1 0 0,-1 1 1 0 0,0-1-1 0 0,0 1 1 0 0,1-1-1 0 0,-1 1 1 0 0,0-1-1 0 0,0 0 1 0 0,0 1-1 0 0,0-1 1 0 0,2-1-1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0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87 728 0 0,'34'-67'14937'0'0,"-34"60"-12959"0"0,1-4-278 0 0,-1 11-1697 0 0,0 0 0 0 0,0 0 0 0 0,-1-1 0 0 0,1 1 0 0 0,0 0-1 0 0,0 0 1 0 0,0 0 0 0 0,-1 0 0 0 0,1 0 0 0 0,0 0 0 0 0,0 0 0 0 0,-1 0 0 0 0,1-1-1 0 0,0 1 1 0 0,0 0 0 0 0,-1 0 0 0 0,1 0 0 0 0,0 0 0 0 0,0 0 0 0 0,-1 0 0 0 0,1 0-1 0 0,0 1 1 0 0,0-1 0 0 0,-1 0 0 0 0,1 0 0 0 0,0 0 0 0 0,0 0 0 0 0,0 0 0 0 0,-1 0-1 0 0,1 0 1 0 0,0 0 0 0 0,0 1 0 0 0,-1-1 0 0 0,1 0 0 0 0,0 0 0 0 0,0 0-1 0 0,0 0 1 0 0,0 1 0 0 0,-1-1 0 0 0,1 0 0 0 0,0 0 0 0 0,0 1 0 0 0,0-1 0 0 0,0 0-1 0 0,-13 12 235 0 0,1 0-1 0 0,0 1 0 0 0,1 0 1 0 0,-17 27-1 0 0,5-8 23 0 0,-10 16 83 0 0,2 0 1 0 0,3 2-1 0 0,-31 72 1 0 0,27-41-31 0 0,-33 129 0 0 0,58-185-286 0 0,2 0 0 0 0,1 0-1 0 0,0 1 1 0 0,2-1-1 0 0,1 1 1 0 0,3 31-1 0 0,-1-47-9 0 0,0 0 0 0 0,1 0 0 0 0,0 0 0 0 0,1 0 0 0 0,0 0 0 0 0,1-1 0 0 0,0 1 0 0 0,1-1 1 0 0,-1 0-1 0 0,2 0 0 0 0,-1-1 0 0 0,1 0 0 0 0,1 0 0 0 0,-1 0 0 0 0,1 0 0 0 0,1-1 0 0 0,-1-1 0 0 0,11 9 0 0 0,-3-6 8 0 0,0-1 1 0 0,1 0-1 0 0,0-1 1 0 0,0-1-1 0 0,0 0 0 0 0,1-1 1 0 0,19 3-1 0 0,118 12-1429 0 0,-154-20 1394 0 0,34-2-2143 0 0,-32 2 1340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2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94 176 640 0 0,'14'-4'13373'0'0,"-1"-6"-10311"0"0,7-18-2775 0 0,-5 6-277 0 0,-6 12-29 0 0,1-1 1 0 0,0 1 0 0 0,1 1-1 0 0,0 0 1 0 0,1 0 0 0 0,0 1-1 0 0,0 1 1 0 0,1 0 0 0 0,0 1 0 0 0,0 0-1 0 0,0 1 1 0 0,21-5 0 0 0,-32 9 10 0 0,0 0 1 0 0,1 0-1 0 0,0 1 1 0 0,-1-1-1 0 0,1 1 0 0 0,-1 0 1 0 0,1 0-1 0 0,0 0 1 0 0,-1 0-1 0 0,1 0 1 0 0,-1 0-1 0 0,1 1 1 0 0,-1-1-1 0 0,1 1 1 0 0,-1 0-1 0 0,1 0 1 0 0,-1 0-1 0 0,1 0 1 0 0,-1 0-1 0 0,0 1 1 0 0,0-1-1 0 0,1 0 1 0 0,-1 1-1 0 0,0 0 1 0 0,-1-1-1 0 0,1 1 1 0 0,0 0-1 0 0,0 0 1 0 0,-1 0-1 0 0,1 1 1 0 0,1 3-1 0 0,-1-1 11 0 0,0 0-1 0 0,0 0 1 0 0,-1 0-1 0 0,0 0 1 0 0,0 0-1 0 0,0 0 1 0 0,0 1-1 0 0,-1-1 1 0 0,0 0-1 0 0,0 1 1 0 0,-1-1-1 0 0,1 0 1 0 0,-1 0-1 0 0,-2 7 1 0 0,-4 9 9 0 0,-1 0 1 0 0,-1-1-1 0 0,-1 0 1 0 0,0 0-1 0 0,-2-1 1 0 0,0-1-1 0 0,-1 0 1 0 0,-19 20-1 0 0,-19 15 14 0 0,-61 51-1 0 0,111-103-25 0 0,-94 74 140 0 0,61-47 242 0 0,32-26-248 0 0,3 1 23 0 0,-1-3-153 0 0,-1 0 0 0 0,1 0 0 0 0,0 0 1 0 0,0 1-1 0 0,0-1 0 0 0,0 0 1 0 0,0 0-1 0 0,0 0 0 0 0,0 1 0 0 0,0-1 1 0 0,0 0-1 0 0,0 0 0 0 0,0 0 1 0 0,0 1-1 0 0,0-1 0 0 0,0 0 1 0 0,1 0-1 0 0,-1 0 0 0 0,0 0 0 0 0,0 1 1 0 0,0-1-1 0 0,0 0 0 0 0,0 0 1 0 0,0 0-1 0 0,0 0 0 0 0,0 1 0 0 0,1-1 1 0 0,-1 0-1 0 0,0 0 0 0 0,0 0 1 0 0,0 0-1 0 0,0 0 0 0 0,1 0 1 0 0,-1 0-1 0 0,0 1 0 0 0,0-1 0 0 0,0 0 1 0 0,0 0-1 0 0,1 0 0 0 0,-1 0 1 0 0,0 0-1 0 0,0 0 0 0 0,0 0 0 0 0,1 0 1 0 0,-1 0-1 0 0,0 0 0 0 0,0 0 1 0 0,1 0-1 0 0,36-3 57 0 0,0-1 1 0 0,-1-2-1 0 0,38-11 0 0 0,35-5 29 0 0,-24 13-1695 0 0,-30 5-8031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2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32 107 616 0 0,'1'-21'6919'0'0,"-2"-31"-1"0"0,1 20-3643 0 0,0 30-2891 0 0,-13 19-131 0 0,8 0-211 0 0,1 0-1 0 0,0 0 1 0 0,2 1-1 0 0,0-1 1 0 0,0 22-1 0 0,2-33-36 0 0,0 0-1 0 0,1 0 1 0 0,-1 0 0 0 0,1 0 0 0 0,1 0-1 0 0,-1 0 1 0 0,1 0 0 0 0,0 0-1 0 0,0 0 1 0 0,0-1 0 0 0,1 1-1 0 0,0-1 1 0 0,0 0 0 0 0,1 0-1 0 0,-1 0 1 0 0,1 0 0 0 0,0 0-1 0 0,0-1 1 0 0,6 5 0 0 0,-7-7 4 0 0,0 0-1 0 0,1 0 1 0 0,-1 0 0 0 0,1 0 0 0 0,-1-1 0 0 0,1 1-1 0 0,0-1 1 0 0,0 0 0 0 0,0 0 0 0 0,0 0 0 0 0,0 0 0 0 0,0-1-1 0 0,0 0 1 0 0,0 0 0 0 0,0 0 0 0 0,0 0 0 0 0,0-1-1 0 0,-1 1 1 0 0,1-1 0 0 0,0 0 0 0 0,0 0 0 0 0,0 0 0 0 0,0-1-1 0 0,-1 0 1 0 0,1 1 0 0 0,-1-1 0 0 0,1 0 0 0 0,2-3-1 0 0,2-1 3 0 0,-1 1-1 0 0,0-1 1 0 0,-1-1-1 0 0,0 0 1 0 0,0 0-1 0 0,0 0 0 0 0,-1 0 1 0 0,0-1-1 0 0,0 0 1 0 0,-1 0-1 0 0,5-11 0 0 0,1-4 262 0 0,-7 15-6 0 0,1 0 0 0 0,-1-1 0 0 0,2-10 0 0 0,-1 10-198 0 0,-2 15 89 0 0,1 14 93 0 0,-8 32 348 0 0,-16 67 0 0 0,11-67-454 0 0,-11 47 54 0 0,-7 44-5 0 0,24-122-420 0 0,0 3-1895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2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1244 0 0,'0'-12'10515'0'0,"4"-4"-5583"0"0,-3 15-4839 0 0,0 0 0 0 0,0-1 0 0 0,1 1 0 0 0,-1 0 0 0 0,0 0 0 0 0,1 0 0 0 0,-1 0-1 0 0,1 1 1 0 0,-1-1 0 0 0,1 0 0 0 0,-1 1 0 0 0,1-1 0 0 0,-1 1 0 0 0,1-1 0 0 0,3 0 0 0 0,83-18 839 0 0,74-18-390 0 0,-155 35-523 0 0,26-3 20 0 0,-25 2-35 0 0,-6 3 2 0 0,12-2-766 0 0,28-9-10779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3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48 1244 0 0,'8'-12'6128'0'0,"-6"7"-5777"0"0,7-17 8632 0 0,-5 13-5939 0 0,1 30-2111 0 0,-1 51-129 0 0,-4 0 1 0 0,-2-1 0 0 0,-14 78 0 0 0,-33 113-2404 0 0,46-253-1447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4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77 2412 0 0,'23'-51'11468'0'0,"-13"25"-4922"0"0,-13 37-6234 0 0,-20 49 585 0 0,-2 0-1 0 0,-2-2 1 0 0,-38 58 0 0 0,21-37-559 0 0,20-32-278 0 0,23-45-81 0 0,2 1 30 0 0,-1-2-8 0 0,0-1 0 0 0,-1 0 0 0 0,1 1 0 0 0,0-1 1 0 0,0 0-1 0 0,0 1 0 0 0,0-1 0 0 0,0 1 0 0 0,0-1 1 0 0,1 0-1 0 0,-1 1 0 0 0,0-1 0 0 0,0 0 0 0 0,0 1 0 0 0,0-1 1 0 0,0 0-1 0 0,0 1 0 0 0,1-1 0 0 0,-1 0 0 0 0,0 1 1 0 0,0-1-1 0 0,0 0 0 0 0,1 1 0 0 0,-1-1 0 0 0,1 0 1 0 0,5 2-3 0 0,0 0 0 0 0,1 0 1 0 0,-1-1-1 0 0,1 0 1 0 0,-1-1-1 0 0,1 1 1 0 0,6-2-1 0 0,52-4 55 0 0,-45 3-46 0 0,0-2 1 0 0,0 0-1 0 0,-1-1 1 0 0,1-1-1 0 0,-1-1 1 0 0,19-9-1 0 0,-26 10-23 0 0,-1-1 0 0 0,0 0-1 0 0,0-1 1 0 0,0 1 0 0 0,-1-2-1 0 0,0 0 1 0 0,-1 0 0 0 0,0-1-1 0 0,-1 0 1 0 0,10-15 0 0 0,18-32 838 0 0,-35 55-619 0 0,1-2 90 0 0,8-14 283 0 0,-8 16-408 0 0,-3 12-149 0 0,-27 139 490 0 0,12-56-447 0 0,12-69-183 0 0,-16 87 423 0 0,12-37-3421 0 0,7-72 2746 0 0,2 31-4028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4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135 163 820 0 0,'-83'-136'20808'0'0,"71"118"-18830"0"0,8 9-70 0 0,18 21-1250 0 0,27 31-292 0 0,-1 1 0 0 0,-3 2 0 0 0,-1 1 0 0 0,-2 2 0 0 0,39 78 0 0 0,-46-74-298 0 0,-3 1 1 0 0,-3 1 0 0 0,-2 0-1 0 0,-2 2 1 0 0,-3 0-1 0 0,-2 1 1 0 0,6 84-1 0 0,-15-95-354 0 0,-2 0 1 0 0,-3 0-1 0 0,-1 0 0 0 0,-2 0 0 0 0,-3 0 1 0 0,-1-1-1 0 0,-3 0 0 0 0,-1-1 0 0 0,-35 76 0 0 0,23-71-1069 0 0,-2-2 1 0 0,-3-1-1 0 0,-52 65 0 0 0,41-64-3514 0 0,-58 52 1 0 0,37-44-3630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4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42 6501 0 0,'-19'-14'10445'0'0,"12"8"-7937"0"0,2-1-3936 0 0,-2 2-1045 0 0,-10-4-3795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5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0 1060 0 0,'-8'10'4562'0'0,"-20"34"3869"0"0,27-43-7962 0 0,2 0-460 0 0,-1-1-1 0 0,0 1 1 0 0,0 0-1 0 0,0-1 1 0 0,0 1 0 0 0,1 0-1 0 0,-1-1 1 0 0,0 1-1 0 0,1 0 1 0 0,-1-1-1 0 0,0 1 1 0 0,1-1 0 0 0,-1 1-1 0 0,1 0 1 0 0,0 0-1 0 0,17 2 26 0 0,0-1 0 0 0,0-1 0 0 0,0 0 0 0 0,0-1-1 0 0,0-1 1 0 0,19-4 0 0 0,22 0-1021 0 0,-14 4-1131 0 0,-19 0-2548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5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36 244 0 0,'-122'64'15662'0'0,"135"-64"-15505"0"0,24-2 4 0 0,256-60-1057 0 0,-221 45-1862 0 0,-29 5-2463 0 0,-22 5 276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6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42 2244 0 0,'-2'-29'6464'0'0,"1"16"-1674"0"0,9 35-4175 0 0,-4-3-276 0 0,-1 0 0 0 0,0 1 0 0 0,-1-1 1 0 0,-1 1-1 0 0,-3 37 0 0 0,-21 95 337 0 0,-18-3 207 0 0,35-126-226 0 0,4-17-442 0 0,0 1-1 0 0,1 0 1 0 0,0 0 0 0 0,-1 9-1 0 0,16-17-195 0 0,-5-1-7 0 0,0 0-1 0 0,-1 0 0 0 0,1-1 1 0 0,14-6-1 0 0,3-1 7 0 0,56-15 18 0 0,-25 9-322 0 0,-2-3-1 0 0,0-1 0 0 0,65-36 0 0 0,-115 54 277 0 0,-1-1-1 0 0,1 1 1 0 0,-1-1 0 0 0,0 0-1 0 0,1-1 1 0 0,-1 1-1 0 0,-1-1 1 0 0,1 0-1 0 0,-1 0 1 0 0,1 0 0 0 0,-1 0-1 0 0,0 0 1 0 0,0-1-1 0 0,-1 1 1 0 0,0-1-1 0 0,1 0 1 0 0,-2 0-1 0 0,1 0 1 0 0,0 0 0 0 0,-1 0-1 0 0,0 0 1 0 0,0 0-1 0 0,-1-1 1 0 0,1 1-1 0 0,-1 0 1 0 0,0 0 0 0 0,-1-1-1 0 0,1 1 1 0 0,-1 0-1 0 0,0 0 1 0 0,-2-7-1 0 0,-22-51 1107 0 0,11 31-402 0 0,13 30-693 0 0,0 1 11 0 0,-4-4-21 0 0,5 5 12 0 0,-1 0-1 0 0,1 0 1 0 0,0 0 0 0 0,-1 1 0 0 0,1-1-1 0 0,0 0 1 0 0,0 0 0 0 0,-1 0-1 0 0,1 1 1 0 0,0-1 0 0 0,0 0-1 0 0,0 0 1 0 0,-1 1 0 0 0,1-1-1 0 0,0 0 1 0 0,0 1 0 0 0,0-1-1 0 0,0 0 1 0 0,0 1 0 0 0,-1-1-1 0 0,1 0 1 0 0,0 1 0 0 0,0-1-1 0 0,0 0 1 0 0,0 1 0 0 0,0-1-1 0 0,0 0 1 0 0,0 1 0 0 0,0-1-1 0 0,0 0 1 0 0,1 1 0 0 0,-3 30 285 0 0,2 0 0 0 0,4 36-1 0 0,1 19 158 0 0,3 76-63 0 0,1-1-152 0 0,-5-81-182 0 0,0-48-2891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7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34 2804 0 0,'-1'-1'445'0'0,"0"0"0"0"0,0 0 1 0 0,0-1-1 0 0,0 1 0 0 0,-1 0 0 0 0,1 0 0 0 0,0 0 0 0 0,-1 1 0 0 0,1-1 0 0 0,0 0 0 0 0,-1 0 1 0 0,1 1-1 0 0,-1-1 0 0 0,1 1 0 0 0,-1-1 0 0 0,0 1 0 0 0,1 0 0 0 0,-1-1 0 0 0,1 1 0 0 0,-3 0 1 0 0,2 1-275 0 0,0 0 1 0 0,1 0 0 0 0,-1 0 0 0 0,0 0-1 0 0,1 0 1 0 0,-1 0 0 0 0,1 0 0 0 0,0 0 0 0 0,-1 1-1 0 0,1-1 1 0 0,0 1 0 0 0,0-1 0 0 0,0 1-1 0 0,0-1 1 0 0,0 1 0 0 0,0 0 0 0 0,0-1 0 0 0,-1 4-1 0 0,-2 6-10 0 0,0 1 0 0 0,0-1 0 0 0,1 1 0 0 0,0-1 0 0 0,1 1 0 0 0,0 0 0 0 0,1 0 0 0 0,1 0 0 0 0,0 0 0 0 0,0 0 0 0 0,1 0 0 0 0,1 0 0 0 0,0 0 0 0 0,1 0 0 0 0,0 0 0 0 0,5 12 0 0 0,-5-16-131 0 0,1 0 0 0 0,-1 0-1 0 0,2-1 1 0 0,-1 1 0 0 0,1-1-1 0 0,0 0 1 0 0,0 0 0 0 0,1-1-1 0 0,0 1 1 0 0,0-1 0 0 0,0-1-1 0 0,1 1 1 0 0,0-1 0 0 0,0 0-1 0 0,0-1 1 0 0,1 0 0 0 0,0 0-1 0 0,0 0 1 0 0,0-1 0 0 0,0 0-1 0 0,0-1 1 0 0,0 0 0 0 0,11 2-1 0 0,-7-3-2 0 0,0-1 0 0 0,1 0-1 0 0,-1 0 1 0 0,1-1 0 0 0,-1-1-1 0 0,0 0 1 0 0,0-1-1 0 0,0 0 1 0 0,0 0 0 0 0,0-2-1 0 0,-1 1 1 0 0,0-2 0 0 0,22-12-1 0 0,-27 14-19 0 0,0 0 0 0 0,0-1 0 0 0,-1 1 0 0 0,1-1 0 0 0,-1-1 1 0 0,0 1-1 0 0,-1-1 0 0 0,1 1 0 0 0,-1-2 0 0 0,0 1 0 0 0,0 0 0 0 0,-1-1 0 0 0,0 1 0 0 0,0-1 0 0 0,-1 0 0 0 0,0 0 0 0 0,0 0 0 0 0,0 0 0 0 0,-1 0 0 0 0,0-1 0 0 0,0 1 1 0 0,-1 0-1 0 0,0-1 0 0 0,-2-11 0 0 0,1 11 1 0 0,-1 0 0 0 0,-1 0 1 0 0,1 1-1 0 0,-1-1 1 0 0,-1 0-1 0 0,1 1 0 0 0,-1 0 1 0 0,0 0-1 0 0,-1 0 0 0 0,0 1 1 0 0,0-1-1 0 0,0 1 0 0 0,-1 0 1 0 0,0 0-1 0 0,0 1 1 0 0,-1 0-1 0 0,1 0 0 0 0,-1 1 1 0 0,0-1-1 0 0,-13-4 0 0 0,5 2-365 0 0,0 0 0 0 0,-1 2 0 0 0,0 0 0 0 0,0 1 0 0 0,-1 0 0 0 0,1 2 0 0 0,-1 0 0 0 0,1 0 0 0 0,-23 2 0 0 0,12 4-2085 0 0,12 0-2532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47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81 1316 0 0,'-3'1'2236'0'0,"-119"24"13499"0"0,120-25-15160 0 0,-37 7 2165 0 0,37-7-2573 0 0,34-7 89 0 0,462-76-92 0 0,-431 70 128 0 0,-61 13-394 0 0,-1 0-544 0 0,0-1 518 0 0,0 1 0 0 0,-1 0 0 0 0,1 0 0 0 0,-1 0 0 0 0,1-1 0 0 0,-1 1 0 0 0,0 0 0 0 0,1-1 0 0 0,-1 1 0 0 0,1 0 0 0 0,-1-1 0 0 0,1 1 0 0 0,-1-1 0 0 0,0 1 0 0 0,1 0 0 0 0,-1-1 0 0 0,0 1 0 0 0,0-1 0 0 0,1 1 0 0 0,-1-1 0 0 0,0 1-1 0 0,0-1 1 0 0,1 0 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50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452 112 1740 0 0,'5'-13'1849'0'0,"0"-1"0"0"0,0 0 0 0 0,-2 0 0 0 0,4-20-1 0 0,-7 34-1778 0 0,0-1 0 0 0,1 0 0 0 0,-1 0 0 0 0,0 1 0 0 0,0-1 0 0 0,0 0 0 0 0,0 0 0 0 0,-1 0-1 0 0,1 1 1 0 0,0-1 0 0 0,0 0 0 0 0,0 0 0 0 0,-1 1 0 0 0,1-1 0 0 0,0 0 0 0 0,-1 0 0 0 0,1 1-1 0 0,0-1 1 0 0,-1 0 0 0 0,1 1 0 0 0,-1-1 0 0 0,1 1 0 0 0,-1-1 0 0 0,1 1 0 0 0,-1-1 0 0 0,0 1 0 0 0,1-1-1 0 0,-1 1 1 0 0,0-1 0 0 0,1 1 0 0 0,-1 0 0 0 0,0-1 0 0 0,1 1 0 0 0,-1 0 0 0 0,0 0 0 0 0,0-1-1 0 0,0 1 1 0 0,-1 0 0 0 0,0 0 16 0 0,-1 0-1 0 0,1 0 1 0 0,-1 0 0 0 0,0 0-1 0 0,1 0 1 0 0,-1 1-1 0 0,0-1 1 0 0,-2 2 0 0 0,-10 5 96 0 0,1 0 1 0 0,0 1 0 0 0,0 0 0 0 0,1 1-1 0 0,0 0 1 0 0,-17 17 0 0 0,-62 73 306 0 0,45-43-258 0 0,-42 67-1 0 0,75-100-192 0 0,0 0 1 0 0,2 2-1 0 0,1-1 0 0 0,0 1 0 0 0,2 1 0 0 0,-8 32 0 0 0,16-50-27 0 0,-1 0 0 0 0,1 0-1 0 0,1 0 1 0 0,-1 0 0 0 0,1 0 0 0 0,1 0 0 0 0,-1 0 0 0 0,1-1-1 0 0,1 1 1 0 0,0 0 0 0 0,0 0 0 0 0,0 0 0 0 0,1-1 0 0 0,0 0 0 0 0,7 14-1 0 0,-5-15-1 0 0,-1-1-1 0 0,1 1 0 0 0,-1-1 1 0 0,1 0-1 0 0,1 0 0 0 0,-1-1 1 0 0,1 1-1 0 0,0-1 0 0 0,0 0 1 0 0,0-1-1 0 0,0 1 0 0 0,1-1 1 0 0,-1-1-1 0 0,1 1 0 0 0,0-1 1 0 0,0 0-1 0 0,13 1 0 0 0,-5-1 3 0 0,1-1 0 0 0,-1 0 0 0 0,0-1 0 0 0,0-1-1 0 0,20-3 1 0 0,-27 3 0 0 0,0-1 0 0 0,-1 0-1 0 0,1 0 1 0 0,0-1 0 0 0,-1 0 0 0 0,0 0-1 0 0,1-1 1 0 0,-1 0 0 0 0,-1 0 0 0 0,1 0 0 0 0,10-10-1 0 0,-15 12-3 0 0,0 1 0 0 0,-1-1 0 0 0,1 1-1 0 0,-1-1 1 0 0,1 0 0 0 0,-1 0 0 0 0,1 0-1 0 0,-1 0 1 0 0,0 0 0 0 0,0 0 0 0 0,0 0-1 0 0,0 0 1 0 0,-1 0 0 0 0,1 0 0 0 0,0-1-1 0 0,-1 1 1 0 0,0 0 0 0 0,1 0 0 0 0,-1-1-1 0 0,0 1 1 0 0,0 0 0 0 0,0-1 0 0 0,-1 1-1 0 0,1 0 1 0 0,0 0 0 0 0,-1-1 0 0 0,0 1-1 0 0,1 0 1 0 0,-1 0 0 0 0,0 0 0 0 0,0 0-1 0 0,0 0 1 0 0,0 0 0 0 0,-1 0 0 0 0,1 0-1 0 0,-3-3 1 0 0,0 1 3 0 0,0 1 0 0 0,0-1 0 0 0,0 1 0 0 0,-1 0 0 0 0,1 0 0 0 0,-1 0 0 0 0,1 1 0 0 0,-1-1 0 0 0,0 1 0 0 0,0 1 0 0 0,0-1 0 0 0,-1 1 0 0 0,1-1 0 0 0,0 1 0 0 0,-6 0 0 0 0,-2 1-44 0 0,1 0 0 0 0,-1 1 0 0 0,1 0 0 0 0,0 1 0 0 0,-1 0 0 0 0,1 1 0 0 0,0 1 0 0 0,0 0 1 0 0,1 0-1 0 0,-1 1 0 0 0,-20 12 0 0 0,31-16-126 0 0,0 0-1 0 0,-1 0 1 0 0,1 0 0 0 0,0 0 0 0 0,0 0-1 0 0,-1 0 1 0 0,1 0 0 0 0,0 0 0 0 0,0 0-1 0 0,0 0 1 0 0,0 1 0 0 0,0-1 0 0 0,1 0-1 0 0,-1 1 1 0 0,0-1 0 0 0,1 1 0 0 0,-1-1-1 0 0,1 0 1 0 0,-1 1 0 0 0,1-1 0 0 0,0 1-1 0 0,-1 0 1 0 0,1-1 0 0 0,0 3 0 0 0,0-3 56 0 0,1-1 0 0 0,-1 1 0 0 0,0-1 0 0 0,1 0-1 0 0,-1 1 1 0 0,0-1 0 0 0,1 0 0 0 0,-1 1 0 0 0,0-1 0 0 0,1 0 0 0 0,-1 1 0 0 0,0-1 0 0 0,1 0 0 0 0,-1 0 0 0 0,1 1 0 0 0,-1-1 0 0 0,1 0 0 0 0,-1 0 0 0 0,1 0 0 0 0,-1 0 0 0 0,1 0 0 0 0,21-1-8694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50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71 1416 0 0,'2'-3'524'0'0,"-1"0"0"0"0,0 0 0 0 0,0 0 0 0 0,0 1 0 0 0,0-1 0 0 0,-1 0 0 0 0,1 0 0 0 0,-1 0 0 0 0,0 0 0 0 0,0 0 0 0 0,0 0 0 0 0,0 0 0 0 0,0 0 0 0 0,-1 0-1 0 0,1 0 1 0 0,-1 0 0 0 0,0 0 0 0 0,0 0 0 0 0,0 0 0 0 0,0 0 0 0 0,-4-6 638 0 0,1 9-596 0 0,0 1-422 0 0,1 1 0 0 0,-1-1 0 0 0,0 0 0 0 0,0 1 0 0 0,1 0 0 0 0,-1 0 0 0 0,1 0 0 0 0,0 0 0 0 0,-1 1 0 0 0,1-1 0 0 0,0 1 0 0 0,0 0 0 0 0,1 0 0 0 0,-1 0 0 0 0,0 0 0 0 0,1 0 1 0 0,-4 7-1 0 0,-7 12 450 0 0,-17 39 0 0 0,23-44-466 0 0,-3 4 7 0 0,2 1 0 0 0,0 0 0 0 0,2 0 0 0 0,-8 46 0 0 0,12-56-102 0 0,1 0 1 0 0,1 0 0 0 0,-1 0-1 0 0,2 0 1 0 0,0 0-1 0 0,0 0 1 0 0,1 0-1 0 0,1 0 1 0 0,0-1-1 0 0,0 1 1 0 0,7 14-1 0 0,-8-22-14 0 0,1 1-1 0 0,-1-1 1 0 0,1 0-1 0 0,0 0 1 0 0,0 0-1 0 0,0 0 1 0 0,1-1-1 0 0,-1 1 1 0 0,1-1 0 0 0,0 0-1 0 0,0 0 1 0 0,0 0-1 0 0,0-1 1 0 0,1 1-1 0 0,-1-1 1 0 0,6 2-1 0 0,-3-2 17 0 0,-1 0 0 0 0,1-1 0 0 0,-1 0 0 0 0,1 0-1 0 0,-1-1 1 0 0,1 0 0 0 0,0 0 0 0 0,-1 0 0 0 0,1-1-1 0 0,-1 0 1 0 0,8-2 0 0 0,-4 0 27 0 0,0 0 0 0 0,0-1 1 0 0,-1 0-1 0 0,1 0 0 0 0,-1-1 0 0 0,0 0 1 0 0,0-1-1 0 0,-1 0 0 0 0,0 0 0 0 0,0-1 1 0 0,0 0-1 0 0,-1 0 0 0 0,0-1 0 0 0,0 0 1 0 0,8-13-1 0 0,-10 12-31 0 0,-1 1 0 0 0,0-1 0 0 0,-1 0 0 0 0,0-1 0 0 0,0 1 0 0 0,-1 0 0 0 0,0-1 0 0 0,-1 1 0 0 0,0-1 0 0 0,0 0 0 0 0,-1 1 0 0 0,0-1 0 0 0,-1 0 0 0 0,0 1 0 0 0,-1-1 0 0 0,0 1 0 0 0,-5-17 0 0 0,4 18-23 0 0,-1 0 1 0 0,0 0-1 0 0,0 1 1 0 0,0 0-1 0 0,-1-1 1 0 0,0 1 0 0 0,0 1-1 0 0,-1-1 1 0 0,0 1-1 0 0,0 0 1 0 0,-1 1-1 0 0,1-1 1 0 0,-1 1-1 0 0,0 1 1 0 0,-1-1 0 0 0,1 1-1 0 0,-1 0 1 0 0,0 1-1 0 0,0 0 1 0 0,-11-3-1 0 0,4 2-69 0 0,1 2 0 0 0,-1-1 0 0 0,0 2 0 0 0,0 0-1 0 0,1 1 1 0 0,-1 0 0 0 0,0 1 0 0 0,-18 4 0 0 0,24-3-502 0 0,-1 1 1 0 0,1 0 0 0 0,-1 0 0 0 0,1 1 0 0 0,-14 8 0 0 0,17-8-476 0 0,0 0 0 0 0,0 0 0 0 0,0 1 0 0 0,1 0-1 0 0,0 0 1 0 0,0 0 0 0 0,1 0 0 0 0,-7 10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52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184 179 2092 0 0,'-2'0'1892'0'0,"-112"-18"11652"0"0,112 17-12987 0 0,-1 1-43 0 0,-9 0-41 0 0,9 0-46 0 0,-13-1 1635 0 0,-13 1-324 0 0,26 0-1194 0 0,7-1-481 0 0,315-48 105 0 0,-144 18-124 0 0,72-9-46 0 0,-144 22 2739 0 0,-72 11-1362 0 0,-28 7-1106 0 0,28-6 525 0 0,-23 4-1157 0 0,13-3 1034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52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1512 0 0,'0'-16'4143'0'0,"2"-35"2152"0"0,-1 19 771 0 0,-1 46-6789 0 0,1 1-1 0 0,0-1 0 0 0,0 0 0 0 0,5 14 0 0 0,-1 9 2 0 0,40 509 886 0 0,-40-411-765 0 0,-5-133-609 0 0,0 5-551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53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89 1324 0 0,'-2'-25'7253'0'0,"2"21"-6787"0"0,0 0-1 0 0,0-1 1 0 0,0 1 0 0 0,0 0-1 0 0,1 0 1 0 0,0 0 0 0 0,0-1 0 0 0,0 1-1 0 0,3-6 1 0 0,-3 9-436 0 0,0-1 1 0 0,0 1-1 0 0,1 0 0 0 0,-1 0 0 0 0,0 0 1 0 0,1-1-1 0 0,-1 1 0 0 0,1 1 0 0 0,-1-1 1 0 0,1 0-1 0 0,0 0 0 0 0,-1 1 0 0 0,1-1 1 0 0,0 0-1 0 0,-1 1 0 0 0,1 0 0 0 0,0-1 1 0 0,0 1-1 0 0,-1 0 0 0 0,1 0 0 0 0,0 0 1 0 0,0 0-1 0 0,0 0 0 0 0,-1 1 0 0 0,4 0 1 0 0,2 0 4 0 0,-1 0 0 0 0,1 1 0 0 0,-1 0 1 0 0,0 0-1 0 0,1 1 0 0 0,-1 0 1 0 0,0 0-1 0 0,0 0 0 0 0,-1 1 0 0 0,1-1 1 0 0,-1 2-1 0 0,0-1 0 0 0,0 0 0 0 0,0 1 1 0 0,0 0-1 0 0,-1 0 0 0 0,0 0 1 0 0,0 1-1 0 0,0 0 0 0 0,-1-1 0 0 0,5 13 1 0 0,-2-5 63 0 0,-1 0 0 0 0,-1 0-1 0 0,0 0 1 0 0,-1 0 0 0 0,0 0 0 0 0,-1 1 0 0 0,0 0 0 0 0,-1-1 0 0 0,-2 25 0 0 0,-2-17 108 0 0,-1 0-1 0 0,0-1 0 0 0,-1 0 1 0 0,-2 0-1 0 0,0 0 1 0 0,-1-1-1 0 0,-1 0 0 0 0,0 0 1 0 0,-2-1-1 0 0,-18 24 1 0 0,3-8 462 0 0,-2-2 1 0 0,-2-1 0 0 0,-1-1 0 0 0,-36 27-1 0 0,65-56-611 0 0,0 0 1 0 0,1 1-1 0 0,-1-1 0 0 0,0 0 0 0 0,0 0 0 0 0,1-1 0 0 0,-1 1 0 0 0,0 0 0 0 0,0-1 1 0 0,-3 1-1 0 0,5-1-53 0 0,0 0 0 0 0,0 0 0 0 0,0 0 0 0 0,-1 1 0 0 0,1-1 0 0 0,0 0 0 0 0,0-1 0 0 0,0 1 0 0 0,0 0 0 0 0,-1 0 0 0 0,1 0 0 0 0,0 0 0 0 0,0 0 1 0 0,0 0-1 0 0,0 0 0 0 0,-1 0 0 0 0,1 0 0 0 0,0 0 0 0 0,0 0 0 0 0,0 0 0 0 0,0 0 0 0 0,0-1 0 0 0,-1 1 0 0 0,1 0 0 0 0,0 0 0 0 0,0 0 0 0 0,0 0 0 0 0,0 0 0 0 0,0-1 0 0 0,0 1 1 0 0,0 0-1 0 0,0 0 0 0 0,-1 0 0 0 0,1 0 0 0 0,0 0 0 0 0,0-1 0 0 0,0 1 0 0 0,6-13 11 0 0,-2 8-24 0 0,0 0-1 0 0,1 0 1 0 0,0 0-1 0 0,0 1 1 0 0,0-1-1 0 0,0 1 0 0 0,1 0 1 0 0,0 1-1 0 0,-1-1 1 0 0,1 1-1 0 0,1 0 1 0 0,-1 1-1 0 0,0 0 0 0 0,1 0 1 0 0,-1 0-1 0 0,1 0 1 0 0,0 1-1 0 0,-1 0 1 0 0,1 1-1 0 0,8 0 1 0 0,-4 0-3 0 0,-1 0 0 0 0,1 1 1 0 0,-1 0-1 0 0,1 1 1 0 0,-1 0-1 0 0,0 1 0 0 0,0 0 1 0 0,0 1-1 0 0,0 0 1 0 0,0 0-1 0 0,-1 1 1 0 0,13 8-1 0 0,93 85-224 0 0,-54-44-2610 0 0,-55-49 1763 0 0,1 0 1 0 0,-1 0-1 0 0,16 8 0 0 0,9-3-6076 0 0,-16-8 2191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53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250 157 1964 0 0,'-1'-19'4652'0'0,"-1"1"0"0"0,-6-29 0 0 0,7 42-3334 0 0,-1 6-925 0 0,-2 4-238 0 0,0-1-1 0 0,0 1 1 0 0,1 0 0 0 0,0 0-1 0 0,0 0 1 0 0,0 0 0 0 0,1 0-1 0 0,0 1 1 0 0,0-1-1 0 0,0 1 1 0 0,-1 8 0 0 0,-10 68 590 0 0,13-80-732 0 0,-2 18 90 0 0,0 0 0 0 0,2 0 1 0 0,0 0-1 0 0,2 0 1 0 0,0 0-1 0 0,1-1 0 0 0,1 1 1 0 0,13 37-1 0 0,-14-50 3 0 0,-1-1 0 0 0,1 1 0 0 0,1 0 0 0 0,0-1 0 0 0,-1 1 0 0 0,2-1-1 0 0,-1 0 1 0 0,1-1 0 0 0,0 1 0 0 0,0-1 0 0 0,1 0 0 0 0,-1 0 0 0 0,1 0 0 0 0,0-1 0 0 0,0 0-1 0 0,1 0 1 0 0,-1-1 0 0 0,1 0 0 0 0,0 0 0 0 0,0 0 0 0 0,0-1 0 0 0,0 0 0 0 0,1 0 0 0 0,-1-1 0 0 0,0 0-1 0 0,1 0 1 0 0,7-1 0 0 0,-9 0 31 0 0,0 0 0 0 0,0-1 1 0 0,0 0-1 0 0,0 0 0 0 0,0 0 0 0 0,0-1 0 0 0,0 0 0 0 0,-1 0 0 0 0,1-1 0 0 0,-1 1 1 0 0,1-1-1 0 0,-1 0 0 0 0,8-6 0 0 0,-6 3-48 0 0,0-1 0 0 0,-1 1-1 0 0,0-1 1 0 0,0-1 0 0 0,0 1 0 0 0,-1-1 0 0 0,0 0 0 0 0,5-10 0 0 0,-3 1-56 0 0,0-1 1 0 0,0-1 0 0 0,-2 1 0 0 0,0-1-1 0 0,-2 0 1 0 0,0 0 0 0 0,1-38 0 0 0,-4 45-27 0 0,0-1 1 0 0,-2 1 0 0 0,1 0-1 0 0,-1 0 1 0 0,-1 0-1 0 0,0 0 1 0 0,-1 1 0 0 0,0-1-1 0 0,-1 1 1 0 0,0 0 0 0 0,-1 0-1 0 0,0 0 1 0 0,-11-14-1 0 0,11 18-86 0 0,-1-1-1 0 0,-1 1 1 0 0,1 0-1 0 0,-1 0 0 0 0,0 1 1 0 0,-1 0-1 0 0,1 1 1 0 0,-1 0-1 0 0,0 0 1 0 0,0 1-1 0 0,-1 0 1 0 0,0 0-1 0 0,1 1 0 0 0,-1 1 1 0 0,0-1-1 0 0,-15 0 1 0 0,14 2-416 0 0,-1 1-1 0 0,1 1 1 0 0,-1-1 0 0 0,1 2 0 0 0,0 0 0 0 0,-1 0 0 0 0,1 1 0 0 0,0 0-1 0 0,0 1 1 0 0,-19 10 0 0 0,-5 5-3667 0 0,-58 42 1 0 0,67-42 1319 0 0,-20 13-4026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54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43 2252 0 0,'-20'-10'12138'0'0,"-5"6"-6314"0"0,28 5-5800 0 0,28-1-2 0 0,0-1-1 0 0,0-1 1 0 0,38-8 0 0 0,39-4-3876 0 0,-98 13 2425 0 0,6 0-963 0 0,-5 2-2251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54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74 1604 0 0,'-139'81'15033'0'0,"137"-80"-14780"0"0,1 1 72 0 0,1-2-311 0 0,0 0 1 0 0,0 0 0 0 0,0 0 0 0 0,0 0-1 0 0,0 0 1 0 0,-1 0 0 0 0,1 0-1 0 0,0 0 1 0 0,0 0 0 0 0,0 0 0 0 0,0 1-1 0 0,0-1 1 0 0,0 0 0 0 0,0 0-1 0 0,0 0 1 0 0,0 0 0 0 0,-1 0-1 0 0,1 0 1 0 0,0 0 0 0 0,0 0 0 0 0,0 0-1 0 0,0 1 1 0 0,0-1 0 0 0,0 0-1 0 0,0 0 1 0 0,0 0 0 0 0,0 0 0 0 0,0 0-1 0 0,0 0 1 0 0,0 0 0 0 0,0 1-1 0 0,0-1 1 0 0,0 0 0 0 0,0 0-1 0 0,0 0 1 0 0,0 0 0 0 0,0 0 0 0 0,0 0-1 0 0,0 1 1 0 0,0-1 0 0 0,0 0-1 0 0,0 0 1 0 0,0 0 0 0 0,0 0-1 0 0,0 0 1 0 0,0 0 0 0 0,1 0 0 0 0,-1 0-1 0 0,0 1 1 0 0,0-1 0 0 0,0 0-1 0 0,0 0 1 0 0,0 0 0 0 0,0 0 0 0 0,0 0-1 0 0,0 0 1 0 0,29-2 261 0 0,0-2 1 0 0,-1-1-1 0 0,39-11 0 0 0,-26 5-153 0 0,494-103 16 0 0,-487 103-3744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57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67 1264 0 0,'0'0'1367'0'0,"4"-12"2376"0"0,-4 8-3130 0 0,0 0 1 0 0,0-1 0 0 0,0 1-1 0 0,-1 0 1 0 0,1 0-1 0 0,-1 0 1 0 0,-1-5-1 0 0,1 8-295 0 0,0-1-187 0 0,0 1 1 0 0,-1 0-1 0 0,1 0 1 0 0,0 0-1 0 0,0-1 1 0 0,-1 1-1 0 0,1 0 0 0 0,0 1 1 0 0,-1-1-1 0 0,1 0 1 0 0,-1 0-1 0 0,1 1 1 0 0,-1-1-1 0 0,0 0 1 0 0,1 1-1 0 0,-3-1 1 0 0,-4 2-101 0 0,0 0 1 0 0,0 1 0 0 0,1 0 0 0 0,-1 0 0 0 0,0 0 0 0 0,1 1 0 0 0,0 0 0 0 0,-1 1 0 0 0,1 0-1 0 0,1 0 1 0 0,-1 0 0 0 0,0 1 0 0 0,1 0 0 0 0,0 0 0 0 0,-6 7 0 0 0,-12 13 4 0 0,2 0-1 0 0,-22 33 1 0 0,18-22 30 0 0,2 2 0 0 0,2 1 0 0 0,1 0 0 0 0,3 2 0 0 0,1 0 0 0 0,1 1 0 0 0,3 0 0 0 0,-10 52 0 0 0,20-77-36 0 0,1 0 0 0 0,1 1-1 0 0,0-1 1 0 0,2 0 0 0 0,0 1 0 0 0,0-1-1 0 0,2 0 1 0 0,0 0 0 0 0,7 23 0 0 0,-7-32-17 0 0,0 0 1 0 0,1 0 0 0 0,-1 0 0 0 0,2-1 0 0 0,-1 1 0 0 0,1-1-1 0 0,0 0 1 0 0,0 0 0 0 0,1-1 0 0 0,0 1 0 0 0,0-1 0 0 0,0-1-1 0 0,1 1 1 0 0,0-1 0 0 0,0 0 0 0 0,1-1 0 0 0,-1 0 0 0 0,1 0-1 0 0,0 0 1 0 0,14 4 0 0 0,-8-5 10 0 0,0-1 0 0 0,0 0 0 0 0,0 0 0 0 0,0-2 0 0 0,0 1 0 0 0,1-2 0 0 0,-1 0 1 0 0,0-1-1 0 0,0 0 0 0 0,14-5 0 0 0,-7 1 107 0 0,1-1 0 0 0,-1-1-1 0 0,0-1 1 0 0,-1-1 0 0 0,31-20 0 0 0,-35 18-28 0 0,-1 0 0 0 0,0-1 0 0 0,-1 0 0 0 0,0-1 0 0 0,-1-1 0 0 0,19-28 0 0 0,-14 14 2 0 0,-1 0-1 0 0,-1-1 1 0 0,12-34-1 0 0,-22 47 1 0 0,0 0 0 0 0,-1-1 0 0 0,-1 1 0 0 0,0-1 0 0 0,-1 0 0 0 0,0-26 0 0 0,-3 32-66 0 0,0 1 1 0 0,-1-1 0 0 0,-1 1-1 0 0,0 0 1 0 0,-1-1 0 0 0,0 1-1 0 0,0 0 1 0 0,-1 0 0 0 0,-1 1-1 0 0,1-1 1 0 0,-9-11 0 0 0,1 4 2 0 0,-1 0-1 0 0,0 1 1 0 0,-2 0 0 0 0,0 1 0 0 0,-1 1 0 0 0,0 0 0 0 0,-1 1 0 0 0,0 1-1 0 0,-2 1 1 0 0,-30-17 0 0 0,36 24-145 0 0,1 0 0 0 0,-1 0 0 0 0,0 1 0 0 0,0 1 0 0 0,0 0 0 0 0,-1 1 0 0 0,-25-2-1 0 0,27 4-285 0 0,1 1 0 0 0,0 0 0 0 0,0 1 0 0 0,0 0 0 0 0,0 1 0 0 0,1 0 0 0 0,-1 0 0 0 0,1 1 0 0 0,0 1-1 0 0,-16 8 1 0 0,-30 21-6022 0 0,29-14 837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8:59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1 424 0 0,'0'0'3341'0'0,"-9"8"-2934"0"0,16 217 1575 0 0,-7-209-1275 0 0,0 10 938 0 0,0-22-2705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26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819 4 36 0 0,'13'-3'12759'0'0,"-12"4"-12749"0"0,0 0 1 0 0,-1-1 0 0 0,1 1-1 0 0,0 0 1 0 0,0 0 0 0 0,0 0-1 0 0,-1 0 1 0 0,1 0 0 0 0,0 0-1 0 0,-1 0 1 0 0,1 0 0 0 0,-1 0-1 0 0,1 1 1 0 0,-1-1 0 0 0,0 0 0 0 0,0 0-1 0 0,1 0 1 0 0,-1 1 0 0 0,0-1-1 0 0,0 0 1 0 0,0 0 0 0 0,0 0-1 0 0,0 2 1 0 0,-2 41 40 0 0,1-33 3 0 0,-54 442 905 0 0,52-431-946 0 0,-2 13 177 0 0,3-26 44 0 0,2-13 131 0 0,1-16-356 0 0,2 1 0 0 0,0-1 0 0 0,9-26 0 0 0,-3 8-15 0 0,-5 30 7 0 0,-1 5-3 0 0,1-23-21 0 0,-2 7-45 0 0,-6 20 68 0 0,-2 0 3 0 0,-1 1 1 0 0,1 0-1 0 0,-1 0 1 0 0,1 1 0 0 0,0 0-1 0 0,-11 6 1 0 0,-38 31-2 0 0,25-18-32 0 0,-491 340 55 0 0,496-344-26 0 0,-77 52 108 0 0,100-69-67 0 0,-19 10-934 0 0,21-12 682 0 0,0 0-1 0 0,-1 0 1 0 0,1-1-1 0 0,0 1 1 0 0,0 0-1 0 0,0 0 0 0 0,0 0 1 0 0,1 0-1 0 0,-1 0 1 0 0,0 0-1 0 0,0 0 1 0 0,1 0-1 0 0,-1 0 1 0 0,1 0-1 0 0,-1 0 1 0 0,1 0-1 0 0,-1 0 0 0 0,1 0 1 0 0,-1 0-1 0 0,1 0 1 0 0,0 0-1 0 0,0 0 1 0 0,-1 0-1 0 0,1 1 1 0 0,1-2-1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27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34 133 792 0 0,'-7'-10'4044'0'0,"-20"-38"3530"0"0,29 40-7170 0 0,-2 7-395 0 0,0 1-1 0 0,0-1 1 0 0,0 0 0 0 0,1 1-1 0 0,-1-1 1 0 0,0 1 0 0 0,0-1-1 0 0,0 0 1 0 0,1 1-1 0 0,-1-1 1 0 0,0 1 0 0 0,1-1-1 0 0,-1 1 1 0 0,0-1 0 0 0,1 1-1 0 0,-1-1 1 0 0,1 1-1 0 0,-1 0 1 0 0,1-1 0 0 0,-1 1-1 0 0,1-1 1 0 0,-1 1 0 0 0,1 0-1 0 0,0-1 1 0 0,12-7 37 0 0,0 1-1 0 0,0 1 1 0 0,1-1 0 0 0,0 2 0 0 0,0 0-1 0 0,20-4 1 0 0,-25 7-49 0 0,-1 1-1 0 0,0-1 1 0 0,1 1-1 0 0,-1 1 1 0 0,1 0-1 0 0,-1 0 1 0 0,1 1-1 0 0,-1 0 1 0 0,0 0-1 0 0,1 1 1 0 0,-1 0-1 0 0,16 6 1 0 0,-22-6 4 0 0,0-1 0 0 0,0 0 1 0 0,0 1-1 0 0,0-1 1 0 0,0 1-1 0 0,0-1 1 0 0,0 1-1 0 0,0 0 0 0 0,-1 0 1 0 0,1 0-1 0 0,-1 0 1 0 0,1 0-1 0 0,-1 0 1 0 0,0 1-1 0 0,0-1 0 0 0,0 0 1 0 0,0 1-1 0 0,0-1 1 0 0,-1 0-1 0 0,1 1 1 0 0,-1-1-1 0 0,1 1 0 0 0,-1-1 1 0 0,0 1-1 0 0,0-1 1 0 0,0 1-1 0 0,0-1 1 0 0,-1 1-1 0 0,0 4 1 0 0,-3 7 18 0 0,0 0 0 0 0,-1 0 0 0 0,0-1 1 0 0,-8 15-1 0 0,1-1-22 0 0,10-24 11 0 0,-11 21-5 0 0,11-22-5 0 0,1-1 0 0 0,0 1 1 0 0,0-1-1 0 0,1 1 0 0 0,-1 0 0 0 0,0 0 0 0 0,0-1 0 0 0,1 1 0 0 0,-1 0 0 0 0,1 0 0 0 0,0 0 0 0 0,-1 3 0 0 0,1-4 7 0 0,1 1-6 0 0,-1-1 1 0 0,0 1 0 0 0,0-1-1 0 0,1 0 1 0 0,-1 1-1 0 0,1-1 1 0 0,-1 0-1 0 0,1 1 1 0 0,0-1-1 0 0,-1 0 1 0 0,1 1-1 0 0,0-1 1 0 0,0 0 0 0 0,0 0-1 0 0,0 0 1 0 0,0 0-1 0 0,0 0 1 0 0,0 0-1 0 0,0 0 1 0 0,1 0-1 0 0,-1-1 1 0 0,0 1 0 0 0,0 0-1 0 0,3 0 1 0 0,13 10-6 0 0,-9-6 3 0 0,0 1 0 0 0,0 0 0 0 0,0 0 1 0 0,-1 1-1 0 0,0 0 0 0 0,0 0 1 0 0,6 11-1 0 0,-11-16 65 0 0,0 1 1 0 0,-1-1-1 0 0,1 1 1 0 0,-1 0-1 0 0,0 0 1 0 0,0 0-1 0 0,0 0 0 0 0,-1-1 1 0 0,1 1-1 0 0,0 0 1 0 0,-1 1-1 0 0,0-1 0 0 0,0 0 1 0 0,0 0-1 0 0,0 0 1 0 0,0 0-1 0 0,-1 0 1 0 0,1 0-1 0 0,-1 0 0 0 0,0 0 1 0 0,0 0-1 0 0,0-1 1 0 0,0 1-1 0 0,-1 0 0 0 0,1 0 1 0 0,-1-1-1 0 0,-3 5 1 0 0,1-1 168 0 0,-1-1 1 0 0,0 0-1 0 0,0 0 0 0 0,0 0 1 0 0,-1-1-1 0 0,1 0 1 0 0,-1 0-1 0 0,0 0 0 0 0,0-1 1 0 0,-1 1-1 0 0,-11 3 1 0 0,4-3 170 0 0,-1 0 0 0 0,1-1 0 0 0,-1 0 0 0 0,-18 0-1 0 0,25-3-319 0 0,-1 0-1 0 0,1-1 1 0 0,0 0-1 0 0,0 0 0 0 0,0-1 1 0 0,0 0-1 0 0,0-1 0 0 0,1 1 1 0 0,-9-5-1 0 0,11 5-83 0 0,2 1-16 0 0,0-1 0 0 0,0 1 0 0 0,0 0 0 0 0,0-1 0 0 0,0 1 0 0 0,0-1 0 0 0,1 0 0 0 0,-1 0 0 0 0,-3-4 0 0 0,5 5-328 0 0,1 0 244 0 0,-1 1 1 0 0,1-1-1 0 0,0 1 0 0 0,0-1 1 0 0,0 0-1 0 0,0 1 0 0 0,0-1 1 0 0,1 1-1 0 0,-1-1 1 0 0,0 1-1 0 0,0-1 0 0 0,0 1 1 0 0,0-1-1 0 0,0 1 0 0 0,1-1 1 0 0,-1 1-1 0 0,0-1 0 0 0,1 1 1 0 0,-1-1-1 0 0,0 1 1 0 0,1-1-1 0 0,-1 1 0 0 0,0 0 1 0 0,1-1-1 0 0,-1 1 0 0 0,1-1 1 0 0,1-1-475 0 0,0 0-93 0 0,0 1 0 0 0,0 0 0 0 0,0 0 0 0 0,0 0 0 0 0,0 0-1 0 0,0 0 1 0 0,0 1 0 0 0,0-1 0 0 0,0 1 0 0 0,1-1 0 0 0,-1 1 0 0 0,0 0-1 0 0,3 0 1 0 0,14-2-4618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27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47 392 0 0,'-3'1'1671'0'0,"-53"27"6800"0"0,54-28-7753 0 0,-10 7 2837 0 0,-5 4 1258 0 0,11-8-4107 0 0,124-31-448 0 0,0 0-226 0 0,-10 4 31 0 0,-106 23-65 0 0,11 0-1671 0 0,-8 0 303 0 0,-1-1 1 0 0,0 1 0 0 0,0-1 0 0 0,0 0 0 0 0,0 0 0 0 0,3-3 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28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57 364 0 0,'2'-1'396'0'0,"-1"-1"1"0"0,1 1-1 0 0,-1-1 0 0 0,1 1 1 0 0,-1-1-1 0 0,0 0 0 0 0,1 0 0 0 0,-1 0 1 0 0,0 1-1 0 0,0-1 0 0 0,0 0 1 0 0,0 0-1 0 0,-1-1 0 0 0,1 1 0 0 0,-1 0 1 0 0,1 0-1 0 0,-1 0 0 0 0,0 0 1 0 0,0 0-1 0 0,1-1 0 0 0,-2 1 1 0 0,1-4-1 0 0,-1 5-363 0 0,-1 0 0 0 0,1 0 1 0 0,0 0-1 0 0,-1 1 0 0 0,1-1 0 0 0,-1 0 1 0 0,1 1-1 0 0,-1-1 0 0 0,1 0 1 0 0,-1 1-1 0 0,1 0 0 0 0,-1-1 0 0 0,1 1 1 0 0,-1 0-1 0 0,0 0 0 0 0,1 0 0 0 0,-1 0 1 0 0,1 0-1 0 0,-4 1 0 0 0,-5 1 14 0 0,0 1 0 0 0,1 1 1 0 0,-1-1-1 0 0,0 1 0 0 0,1 1 0 0 0,-14 9 0 0 0,-53 41 24 0 0,51-36-64 0 0,20-14-1 0 0,0-1 0 0 0,0 1 0 0 0,0 0 0 0 0,0 0 0 0 0,1 0 0 0 0,-1 1 0 0 0,1-1 0 0 0,1 1 0 0 0,-1 0-1 0 0,1 0 1 0 0,0 0 0 0 0,1 1 0 0 0,-1-1 0 0 0,1 1 0 0 0,-1 8 0 0 0,3-12 3 0 0,1 1 1 0 0,0-1-1 0 0,0 0 1 0 0,0 0-1 0 0,1 0 1 0 0,-1 0-1 0 0,1 0 1 0 0,0 0-1 0 0,-1 0 1 0 0,1 0-1 0 0,1-1 1 0 0,-1 1-1 0 0,0-1 1 0 0,5 4-1 0 0,-7-6-8 0 0,11 10 59 0 0,-1-2 1 0 0,1 0-1 0 0,24 13 0 0 0,-22-13-35 0 0,0 0-1 0 0,23 19 1 0 0,-25-17-19 0 0,-1 0 1 0 0,0 0-1 0 0,0 1 0 0 0,-1 1 1 0 0,11 18-1 0 0,-17-25 59 0 0,-1 0 1 0 0,0 0-1 0 0,0 0 0 0 0,0 0 1 0 0,0 0-1 0 0,-1 1 0 0 0,0-1 1 0 0,0 1-1 0 0,0-1 0 0 0,-1 1 1 0 0,0-1-1 0 0,0 1 0 0 0,0-1 1 0 0,-1 1-1 0 0,0-1 0 0 0,0 1 1 0 0,-2 7-1 0 0,-1-4 183 0 0,0-1-1 0 0,0 1 1 0 0,0-1-1 0 0,-1 0 1 0 0,-1-1-1 0 0,1 1 1 0 0,-1-1-1 0 0,0 0 1 0 0,-1 0 0 0 0,0-1-1 0 0,0 0 1 0 0,0 0-1 0 0,-1-1 1 0 0,1 0-1 0 0,-1 0 1 0 0,-1-1-1 0 0,1 1 1 0 0,-1-2 0 0 0,1 0-1 0 0,-16 4 1 0 0,18-6-152 0 0,0 0 0 0 0,0 0 0 0 0,0-1 0 0 0,-1 0 0 0 0,1 0 0 0 0,0 0 0 0 0,0-1 0 0 0,0 0 0 0 0,0 0 0 0 0,0-1 0 0 0,-11-4 1 0 0,14 6-79 0 0,-39-18-973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29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4 700 0 0,'7'-3'14665'0'0,"-7"12"-14338"0"0,0 1 0 0 0,0-1 0 0 0,-1 0 0 0 0,-1 0 0 0 0,0 0 0 0 0,0 1 0 0 0,-5 11 0 0 0,-3 17 178 0 0,-43 171 762 0 0,22-92-4857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29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633 46 496 0 0,'-6'-25'8149'0'0,"1"11"-3816"0"0,2 8-1999 0 0,1 16-1937 0 0,1 109 1714 0 0,2-24-903 0 0,-7-1-595 0 0,2-42-327 0 0,4 92 0 0 0,3-108 340 0 0,-5-64-627 0 0,2 24-3 0 0,-1-1 1 0 0,1 0 0 0 0,-1 0-1 0 0,0 0 1 0 0,-1 1-1 0 0,1-1 1 0 0,-1 1-1 0 0,0-1 1 0 0,0 1-1 0 0,0-1 1 0 0,0 1-1 0 0,-1 0 1 0 0,0 0-1 0 0,0 0 1 0 0,0 1-1 0 0,0-1 1 0 0,-1 1 0 0 0,1-1-1 0 0,-6-2 1 0 0,3 4 1 0 0,0 1 2 0 0,0 0-1 0 0,0 1 1 0 0,0 0 0 0 0,0 0 0 0 0,0 1 0 0 0,0 0 0 0 0,0 0 0 0 0,1 0 0 0 0,-1 0 0 0 0,0 1 0 0 0,0 0 0 0 0,-6 4 0 0 0,-5 1 5 0 0,-3 2 1 0 0,0 1 1 0 0,0 0-1 0 0,-34 25 1 0 0,-50 49 20 0 0,50-39 25 0 0,-38 40 310 0 0,1-3-3902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38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19 172 672 0 0,'-19'-20'15668'0'0,"19"19"-15337"0"0,21-9 412 0 0,79-23-646 0 0,157-28 0 0 0,-152 39-93 0 0,-62 13 32 0 0,-25 6-318 0 0,30-9 0 0 0,-46 11-263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38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8 888 0 0,'-16'-4'12139'0'0,"3"1"-10009"0"0,0 10-1566 0 0,10 11-42 0 0,1-1-1 0 0,0 1 0 0 0,2 0 0 0 0,1 31 0 0 0,1-2 157 0 0,-6 310 979 0 0,4-355-1970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39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302 157 152 0 0,'6'-14'4797'0'0,"-2"9"-4118"0"0,-1-1-1 0 0,0 1 1 0 0,0-1-1 0 0,0 1 1 0 0,-1-1-1 0 0,1 0 1 0 0,-2 0-1 0 0,1 0 1 0 0,-1 0 0 0 0,1 0-1 0 0,-2-1 1 0 0,1 1-1 0 0,-1-9 1 0 0,0 13-610 0 0,-1 0 0 0 0,1-1 1 0 0,-1 1-1 0 0,0 0 0 0 0,1 0 1 0 0,-1 0-1 0 0,0-1 1 0 0,-1 1-1 0 0,1 0 0 0 0,0 0 1 0 0,-1 1-1 0 0,1-1 0 0 0,-1 0 1 0 0,1 0-1 0 0,-1 1 1 0 0,0-1-1 0 0,0 1 0 0 0,0-1 1 0 0,-4-1-1 0 0,3 1-53 0 0,-1 0 1 0 0,0 1-1 0 0,0-1 1 0 0,0 1-1 0 0,0 0 1 0 0,0 0-1 0 0,0 1 1 0 0,0-1-1 0 0,-5 1 1 0 0,4 0-14 0 0,0 0-1 0 0,1 1 1 0 0,-1 0 0 0 0,0 0-1 0 0,0 1 1 0 0,0-1 0 0 0,1 1 0 0 0,-1 0-1 0 0,1 0 1 0 0,-7 4 0 0 0,-36 30 5 0 0,43-32-12 0 0,-5 3 10 0 0,1 1 1 0 0,0 1 0 0 0,0-1 0 0 0,1 1-1 0 0,0 1 1 0 0,0-1 0 0 0,1 1-1 0 0,1 0 1 0 0,-7 15 0 0 0,11-21-4 0 0,-1 0 0 0 0,1 0 0 0 0,0 1 0 0 0,0-1 0 0 0,0 1 1 0 0,0-1-1 0 0,1 0 0 0 0,-1 1 0 0 0,1-1 0 0 0,1 1 0 0 0,-1-1 1 0 0,1 1-1 0 0,-1-1 0 0 0,1 1 0 0 0,0-1 0 0 0,1 0 0 0 0,-1 1 0 0 0,1-1 1 0 0,0 0-1 0 0,0 0 0 0 0,0 0 0 0 0,0-1 0 0 0,1 1 0 0 0,0 0 1 0 0,0-1-1 0 0,6 6 0 0 0,72 55 69 0 0,-52-42-37 0 0,28 26 1 0 0,-47-39-10 0 0,-1 1-1 0 0,-1 0 1 0 0,0 0-1 0 0,0 1 1 0 0,-1 0-1 0 0,10 20 1 0 0,-15-27 167 0 0,0 0 0 0 0,-1 1 0 0 0,1-1-1 0 0,-1 1 1 0 0,0-1 0 0 0,-1 1 0 0 0,1-1 0 0 0,-1 1 0 0 0,0 0 0 0 0,0-1 0 0 0,0 1 0 0 0,0 0 0 0 0,-1-1 0 0 0,-2 7 0 0 0,1-4 40 0 0,-1 0 1 0 0,1 0 0 0 0,-2 0 0 0 0,1 0-1 0 0,-1-1 1 0 0,0 0 0 0 0,0 0 0 0 0,-8 8 0 0 0,2-3 72 0 0,-1-1 0 0 0,0 0 1 0 0,0-1-1 0 0,-1 0 1 0 0,0-1-1 0 0,-1 0 0 0 0,0-1 1 0 0,-21 8-1 0 0,24-12-265 0 0,-1 0 0 0 0,1 0 0 0 0,-1-2 0 0 0,0 1 0 0 0,0-1 0 0 0,0-1 0 0 0,0 0 0 0 0,0 0 0 0 0,1-1 0 0 0,-1 0 0 0 0,0-1 0 0 0,0-1 0 0 0,-14-4 0 0 0,25 7-172 0 0,-1 0 0 0 0,0-1 1 0 0,0 1-1 0 0,1 0 0 0 0,-1 0 1 0 0,1-1-1 0 0,-1 1 1 0 0,0-1-1 0 0,1 1 0 0 0,-1-1 1 0 0,1 1-1 0 0,-1-1 0 0 0,1 1 1 0 0,-1-1-1 0 0,1 1 0 0 0,-1-1 1 0 0,1 1-1 0 0,-1-1 1 0 0,1 0-1 0 0,0 1 0 0 0,-1-1 1 0 0,1 0-1 0 0,0 1 0 0 0,0-1 1 0 0,0 0-1 0 0,-1 0 1 0 0,1 0-1 0 0,1-1-89 0 0,-1 1 0 0 0,0 0 0 0 0,1-1 1 0 0,-1 1-1 0 0,1 0 0 0 0,-1-1 0 0 0,1 1 0 0 0,0 0 0 0 0,-1 0 0 0 0,1 0 1 0 0,0-1-1 0 0,0 1 0 0 0,1-1 0 0 0,5-4-1977 0 0,-1 0-1 0 0,1 1 1 0 0,11-7 0 0 0,-1 2-4712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3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57 1644 0 0,'-15'-3'2710'0'0,"-1"0"-1"0"0,1 0 1 0 0,-15-7 0 0 0,-2 0 1187 0 0,30 10-3746 0 0,1-1 0 0 0,-1 1 0 0 0,0-1 0 0 0,1 0 0 0 0,-1 0 0 0 0,1 0 0 0 0,-1 0 0 0 0,1 0 1 0 0,-1 0-1 0 0,1 0 0 0 0,0 0 0 0 0,-1 0 0 0 0,1-1 0 0 0,0 1 0 0 0,0 0 0 0 0,-2-3 0 0 0,3 2-69 0 0,11-1 9 0 0,-2-1-5 0 0,20 5-46 0 0,-23-1-36 0 0,1 1 0 0 0,0 1-1 0 0,0-1 1 0 0,0 1 0 0 0,-1 1 0 0 0,1-1 0 0 0,-1 1-1 0 0,0 0 1 0 0,0 0 0 0 0,0 1 0 0 0,0 0-1 0 0,0 0 1 0 0,-1 0 0 0 0,8 8 0 0 0,-10-9-1 0 0,0 1 0 0 0,0-1 0 0 0,0 1 0 0 0,-1 0 0 0 0,1 0 0 0 0,-1 0 0 0 0,0 0 0 0 0,0 1 0 0 0,0-1 0 0 0,-1 1 0 0 0,0-1 0 0 0,0 1 0 0 0,0-1 0 0 0,0 1 0 0 0,-1 0 0 0 0,1-1 0 0 0,-1 1 0 0 0,0 0 0 0 0,-1-1-1 0 0,1 1 1 0 0,-1 0 0 0 0,-2 6 0 0 0,-2 3 72 0 0,0 1 0 0 0,-1-1 0 0 0,-1 0 0 0 0,-1-1 0 0 0,0 0 0 0 0,0 0 0 0 0,-15 17 0 0 0,-81 75 1308 0 0,57-60-623 0 0,40-38-649 0 0,-5 6 42 0 0,12-13-147 0 0,0 0 0 0 0,-1 0 0 0 0,1 1 1 0 0,0-1-1 0 0,0 0 0 0 0,0 1 0 0 0,0-1 0 0 0,-1 1 0 0 0,1-1 1 0 0,0 0-1 0 0,0 1 0 0 0,0-1 0 0 0,0 0 0 0 0,0 1 0 0 0,0-1 0 0 0,0 1 1 0 0,0-1-1 0 0,0 0 0 0 0,0 1 0 0 0,0-1 0 0 0,0 1 0 0 0,0-1 1 0 0,1 0-1 0 0,-1 1 0 0 0,0-1 0 0 0,0 0 0 0 0,0 1 0 0 0,0-1 0 0 0,1 0 1 0 0,-1 1-1 0 0,0-1 0 0 0,1 1 0 0 0,1-1-2 0 0,0 1 0 0 0,0-1 0 0 0,0 0 0 0 0,0 0 0 0 0,-1 0 0 0 0,1 0 0 0 0,0 0 0 0 0,0 0 0 0 0,0 0 0 0 0,0-1 0 0 0,4 0 0 0 0,-1 0 7 0 0,292-59 377 0 0,-294 59-545 0 0,0 0-1 0 0,0 0 0 0 0,0-1 0 0 0,0 1 0 0 0,-1-1 0 0 0,1 0 1 0 0,0 0-1 0 0,-1 0 0 0 0,1 0 0 0 0,-1 0 0 0 0,0 0 0 0 0,4-5 1 0 0,21-35-7306 0 0,-20 29 3488 0 0,2-5-3161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40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86 504 0 0,'26'-64'14329'0'0,"-21"47"-11613"0"0,-5 17-2699 0 0,1 0-1 0 0,-1-1 0 0 0,0 1 1 0 0,0 0-1 0 0,0 0 0 0 0,0 0 0 0 0,0-1 1 0 0,0 1-1 0 0,0 0 0 0 0,0 0 1 0 0,0 0-1 0 0,0-1 0 0 0,0 1 0 0 0,0 0 1 0 0,1 0-1 0 0,-1 0 0 0 0,0 0 0 0 0,0 0 1 0 0,0-1-1 0 0,0 1 0 0 0,1 0 1 0 0,-1 0-1 0 0,0 0 0 0 0,0 0 0 0 0,0 0 1 0 0,0 0-1 0 0,1 0 0 0 0,-1 0 1 0 0,0 0-1 0 0,0 0 0 0 0,0-1 0 0 0,1 1 1 0 0,-1 0-1 0 0,0 0 0 0 0,0 0 1 0 0,0 0-1 0 0,1 0 0 0 0,-1 0 0 0 0,0 0 1 0 0,0 1-1 0 0,0-1 0 0 0,1 0 1 0 0,-1 0-1 0 0,0 0 0 0 0,0 0 0 0 0,0 0 1 0 0,0 0-1 0 0,1 0 0 0 0,-1 0 0 0 0,0 0 1 0 0,0 1-1 0 0,0-1 0 0 0,0 0 1 0 0,1 0-1 0 0,-1 0 0 0 0,0 0 0 0 0,0 0 1 0 0,0 1-1 0 0,0-1 0 0 0,0 0 1 0 0,0 0-1 0 0,0 0 0 0 0,0 1 0 0 0,1-1 1 0 0,-1 0-1 0 0,0 0 0 0 0,0 0 1 0 0,0 0-1 0 0,0 1 0 0 0,54 180 1646 0 0,-33-94-985 0 0,11 103 1 0 0,-29-162-476 0 0,2-1 1 0 0,9 32-1 0 0,-14-57-22 0 0,9-24-140 0 0,-8 1-27 0 0,0 0 1 0 0,-1-1 0 0 0,-5-36-1 0 0,5 57-18 0 0,-1 0-1 0 0,1 0 0 0 0,0 0 0 0 0,0-1 1 0 0,-1 1-1 0 0,1 0 0 0 0,0 0 0 0 0,-1 0 1 0 0,1 0-1 0 0,-1 0 0 0 0,1 0 0 0 0,-1 0 0 0 0,0 0 1 0 0,0 0-1 0 0,1 0 0 0 0,-1 0 0 0 0,0 0 1 0 0,0 0-1 0 0,0 1 0 0 0,0-1 0 0 0,0 0 1 0 0,0 1-1 0 0,0-1 0 0 0,0 1 0 0 0,0-1 1 0 0,0 1-1 0 0,0-1 0 0 0,0 1 0 0 0,0 0 1 0 0,-1-1-1 0 0,1 1 0 0 0,0 0 0 0 0,0 0 0 0 0,0 0 1 0 0,-1 0-1 0 0,1 0 0 0 0,0 0 0 0 0,-2 1 1 0 0,-4 0-11 0 0,1 0 0 0 0,-1 1 0 0 0,1-1 1 0 0,0 2-1 0 0,-7 2 0 0 0,-44 24 12 0 0,3 1 0 0 0,-100 75 0 0 0,130-87 13 0 0,17-13-93 0 0,-118 89-30 0 0,50-24-5365 0 0,66-59 2956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41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88 1324 0 0,'-2'1'3454'0'0,"-32"13"8037"0"0,21-6-8127 0 0,12-8-3338 0 0,1 0-1 0 0,0 0 0 0 0,0 0 1 0 0,0 1-1 0 0,0-1 0 0 0,0 0 1 0 0,0 0-1 0 0,0 0 1 0 0,0 0-1 0 0,0 0 0 0 0,0 0 1 0 0,0 0-1 0 0,0 0 0 0 0,0 0 1 0 0,0 0-1 0 0,0 1 0 0 0,0-1 1 0 0,0 0-1 0 0,0 0 1 0 0,0 0-1 0 0,0 0 0 0 0,0 0 1 0 0,0 0-1 0 0,0 0 0 0 0,0 0 1 0 0,0 0-1 0 0,0 0 0 0 0,0 1 1 0 0,0-1-1 0 0,0 0 1 0 0,0 0-1 0 0,1 0 0 0 0,-1 0 1 0 0,0 0-1 0 0,0 0 0 0 0,0 0 1 0 0,0 0-1 0 0,0 0 0 0 0,0 0 1 0 0,0 0-1 0 0,0 0 1 0 0,0 0-1 0 0,0 0 0 0 0,0 0 1 0 0,0 0-1 0 0,1 0 0 0 0,-1 0 1 0 0,0 0-1 0 0,0 1 1 0 0,0-1-1 0 0,0 0 0 0 0,0 0 1 0 0,0 0-1 0 0,0 0 0 0 0,0-1 1 0 0,0 1-1 0 0,1 0 0 0 0,-1 0 1 0 0,0 0-1 0 0,0 0 1 0 0,0 0-1 0 0,0 0 0 0 0,0 0 1 0 0,0 0-1 0 0,31-3 466 0 0,-18 1-514 0 0,167-32 220 0 0,-178 33-171 0 0,1 1-5 0 0,30-7-22 0 0,-31 6-200 0 0,16-17-6360 0 0,0-16-1083 0 0,-11 20 2461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41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69 848 0 0,'28'-69'16877'0'0,"-32"92"-15331"0"0,-46 399 5177 0 0,39 5-5395 0 0,11-394-1291 0 0,-4 185 218 0 0,-3-130-937 0 0,6-82-906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42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30 203 528 0 0,'24'-24'9955'0'0,"-15"37"-8015"0"0,-3 135 3687 0 0,-9-81-4754 0 0,-15 92-1 0 0,2-61 634 0 0,15-96-1108 0 0,-1 0 59 0 0,2-2-443 0 0,0 0 0 0 0,0 0 0 0 0,0 0 0 0 0,0 1 0 0 0,0-1 0 0 0,0 0 0 0 0,0 0 0 0 0,-1 0 0 0 0,1 0-1 0 0,0 0 1 0 0,0 1 0 0 0,0-1 0 0 0,0 0 0 0 0,0 0 0 0 0,0 0 0 0 0,-1 0 0 0 0,1 0 0 0 0,0 0 0 0 0,0 1 0 0 0,0-1 0 0 0,0 0 0 0 0,-1 0 0 0 0,1 0 0 0 0,0 0 0 0 0,0 0 0 0 0,0 0 0 0 0,0 0 0 0 0,-1 0 0 0 0,1 0 0 0 0,0 0-1 0 0,0 0 1 0 0,0 0 0 0 0,-1 0 0 0 0,1 0 0 0 0,0 0 0 0 0,0 0 0 0 0,0 0 0 0 0,-1 0 0 0 0,1-1 0 0 0,-3-5 43 0 0,-1 0-1 0 0,1-1 1 0 0,1 0-1 0 0,-1 1 1 0 0,1-1 0 0 0,1 0-1 0 0,-1 0 1 0 0,1-1 0 0 0,0 1-1 0 0,1-9 1 0 0,-1-11-62 0 0,5-39 1 0 0,3 15 42 0 0,2 1-1 0 0,2-1 0 0 0,3 2 1 0 0,1 0-1 0 0,3 1 1 0 0,2 0-1 0 0,37-64 0 0 0,-52 103-79 0 0,11-15-211 0 0,-15 23 242 0 0,2 1-5 0 0,-1 0 1 0 0,0 0-1 0 0,1 0 1 0 0,-1 1 0 0 0,0-1-1 0 0,0 1 1 0 0,1 0-1 0 0,-1-1 1 0 0,0 1-1 0 0,0 0 1 0 0,0 0-1 0 0,0 0 1 0 0,0 1 0 0 0,0-1-1 0 0,3 3 1 0 0,0 1 0 0 0,-1 1 0 0 0,1-1 0 0 0,-1 1 0 0 0,4 8 0 0 0,7 12-24 0 0,-2 2 0 0 0,-1-1 0 0 0,-1 2 0 0 0,-1-1 0 0 0,8 44 0 0 0,16 152 225 0 0,-30-188-154 0 0,6 43-4565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42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77 163 908 0 0,'-3'0'2270'0'0,"-64"-18"11262"0"0,65 18-12693 0 0,-3-4-341 0 0,5 4-490 0 0,1 0-1 0 0,-1 0 1 0 0,0 0-1 0 0,0 0 1 0 0,0 0 0 0 0,1 0-1 0 0,-1 0 1 0 0,0 0 0 0 0,0 0-1 0 0,0-1 1 0 0,0 1 0 0 0,0 0-1 0 0,1 0 1 0 0,-1 0 0 0 0,0 0-1 0 0,0 0 1 0 0,0 0 0 0 0,0 0-1 0 0,0-1 1 0 0,0 1 0 0 0,1 0-1 0 0,-1 0 1 0 0,0 0 0 0 0,0 0-1 0 0,0-1 1 0 0,0 1 0 0 0,0 0-1 0 0,0 0 1 0 0,0 0-1 0 0,0 0 1 0 0,0-1 0 0 0,0 1-1 0 0,0 0 1 0 0,0 0 0 0 0,0 0-1 0 0,0 0 1 0 0,0-1 0 0 0,0 1-1 0 0,0 0 1 0 0,0 0 0 0 0,0 0-1 0 0,0-1 1 0 0,0 1 0 0 0,0 0-1 0 0,0 0 1 0 0,0 0 0 0 0,0 0-1 0 0,-1 0 1 0 0,1-1 0 0 0,0 1-1 0 0,0 0 1 0 0,0 0 0 0 0,0 0-1 0 0,0 0 1 0 0,0 0 0 0 0,-1 0-1 0 0,1-1 1 0 0,0 1-1 0 0,0 0 1 0 0,0 0 0 0 0,0 0-1 0 0,-1 0 1 0 0,1 0 0 0 0,0 0-1 0 0,0 0 1 0 0,-1 0 0 0 0,14-9-101 0 0,0 1 1 0 0,0 0 0 0 0,1 1-1 0 0,0 1 1 0 0,0 0 0 0 0,1 1-1 0 0,23-6 1 0 0,15-5-1670 0 0,60-26-5928 0 0,-73 27 1725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42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50 1340 0 0,'-31'-43'12999'0'0,"31"42"-12855"0"0,-1 1 0 0 0,1 0 1 0 0,0-1-1 0 0,-1 1 0 0 0,1-1 1 0 0,0 1-1 0 0,-1 0 1 0 0,1-1-1 0 0,0 1 0 0 0,-1 0 1 0 0,1-1-1 0 0,-1 1 0 0 0,1 0 1 0 0,-1 0-1 0 0,1 0 0 0 0,-1-1 1 0 0,1 1-1 0 0,-1 0 1 0 0,0 2 3 0 0,0-1 1 0 0,0 1 0 0 0,0 0 0 0 0,0 0 0 0 0,0 0 0 0 0,1 0 0 0 0,-1 0 0 0 0,1 0 0 0 0,0 0 0 0 0,-1 0 0 0 0,1 0 0 0 0,0 0-1 0 0,0 0 1 0 0,0 0 0 0 0,0 0 0 0 0,1 0 0 0 0,0 3 0 0 0,7 46 1383 0 0,-7-43-1251 0 0,55 458 4559 0 0,-42-319-4441 0 0,-5 132-22 0 0,-9-248-422 0 0,0-30-290 0 0,29-49-16888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43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110 104 656 0 0,'-93'-44'17048'0'0,"91"43"-16414"0"0,-13-6 1198 0 0,15 7-1818 0 0,1 0 0 0 0,-1 0-1 0 0,0 0 1 0 0,0 0 0 0 0,1 0 0 0 0,-1 0-1 0 0,0 0 1 0 0,0 0 0 0 0,1-1-1 0 0,-1 1 1 0 0,0 0 0 0 0,0 0 0 0 0,0 0-1 0 0,1 0 1 0 0,-1 0 0 0 0,0 0 0 0 0,0 0-1 0 0,0-1 1 0 0,1 1 0 0 0,-1 0 0 0 0,0 0-1 0 0,0 0 1 0 0,0 0 0 0 0,0-1 0 0 0,0 1-1 0 0,1 0 1 0 0,-1 0 0 0 0,0 0-1 0 0,0-1 1 0 0,0 1 0 0 0,0 0 0 0 0,0 0-1 0 0,0 0 1 0 0,0-1 0 0 0,0 1 0 0 0,0 0-1 0 0,0 0 1 0 0,0-1 0 0 0,0 1 0 0 0,0 0-1 0 0,0 0 1 0 0,0 0 0 0 0,0-1 0 0 0,0 1-1 0 0,0 0 1 0 0,0 0 0 0 0,0-1 0 0 0,0 1-1 0 0,0 0 1 0 0,0 0 0 0 0,0 0-1 0 0,-1-1 1 0 0,1 1 0 0 0,0 0 0 0 0,0 0-1 0 0,0 0 1 0 0,0-1 0 0 0,0 1 0 0 0,-1 0-1 0 0,1 0 1 0 0,0 0 0 0 0,0 0 0 0 0,0 0-1 0 0,-1 0 1 0 0,1-1 0 0 0,0 1 0 0 0,289-32-561 0 0,-241 29-640 0 0,2 0-1626 0 0,-4 1-6436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6:44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53 2056 0 0,'-88'58'13354'0'0,"88"-57"-13276"0"0,0-1 0 0 0,1 1-1 0 0,-1-1 1 0 0,0 1 0 0 0,0-1 0 0 0,1 1-1 0 0,-1-1 1 0 0,0 1 0 0 0,1-1 0 0 0,-1 1 0 0 0,1-1-1 0 0,-1 1 1 0 0,0-1 0 0 0,1 0 0 0 0,-1 1-1 0 0,1-1 1 0 0,-1 0 0 0 0,1 1 0 0 0,0-1 0 0 0,20 2 292 0 0,0-1 0 0 0,0-1 1 0 0,0-1-1 0 0,0-1 1 0 0,33-7-1 0 0,-2 1-151 0 0,-51 7-215 0 0,78-9 177 0 0,0-3 1 0 0,80-25-1 0 0,-146 34-1112 0 0,0 0 0 0 0,17-9 1 0 0,1-7-7875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03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52 502 16 0 0,'0'0'2368'0'0,"-3"0"-1822"0"0,-10 0 1198 0 0,-3-2 355 0 0,12 3-1985 0 0,-10 2 990 0 0,13-5-683 0 0,9-3-472 0 0,32-13 147 0 0,1 2-1 0 0,73-19 0 0 0,91-9-164 0 0,-193 41 78 0 0,119-16 20 0 0,194-3 1 0 0,-210 17-23 0 0,1053-19 133 0 0,-537 17 585 0 0,-463 3-633 0 0,813-31 73 0 0,136 10 130 0 0,-123 24 482 0 0,-458-18-653 0 0,-334 10-70 0 0,362-22 33 0 0,-332 16-33 0 0,974-17 36 0 0,-788 28-194 0 0,469-28 226 0 0,-646 18-164 0 0,277-19 50 0 0,-267 6 4 0 0,-241 26 0 0 0,24-3 168 0 0,42-8-1 0 0,-74 11 59 0 0,0 1-165 0 0,23-3 407 0 0,-23 3 259 0 0,5-1-524 0 0,-4 0-447 0 0,-48 6-6011 0 0,18-5 1754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04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1 148 0 0,'0'0'4150'0'0,"0"0"-4102"0"0,0 1 0 0 0,0-1 0 0 0,0 1 0 0 0,0-1 0 0 0,0 1 1 0 0,0-1-1 0 0,0 1 0 0 0,-1-1 0 0 0,1 1 0 0 0,0-1 0 0 0,0 1 0 0 0,0-1 1 0 0,-1 0-1 0 0,1 1 0 0 0,0-1 0 0 0,-1 1 0 0 0,1-1 0 0 0,0 0 0 0 0,-1 1 1 0 0,1-1-1 0 0,0 0 0 0 0,-1 1 0 0 0,0-1 0 0 0,-1 1-238 0 0,-4-1 468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05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0 744 0 0,'0'0'1504'0'0,"3"0"-1001"0"0,7 3-136 0 0,12 1 1779 0 0,-9-7-4768 0 0,-11 3 2384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05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1 392 0 0,'0'0'1562'0'0,"-8"5"-1656"0"0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13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858 9 1904 0 0,'-1'-9'14276'0'0,"-2"17"-14005"0"0,1-1 1 0 0,1 1-1 0 0,0-1 0 0 0,0 1 0 0 0,0 0 0 0 0,1-1 1 0 0,0 1-1 0 0,2 12 0 0 0,-1 6 283 0 0,0 102 691 0 0,-2 116-273 0 0,-2-160-783 0 0,1-2 111 0 0,-22 134 0 0 0,23-210-78 0 0,-2 12-1115 0 0,-1-15 187 0 0,-1-12 162 0 0,-1-9 87 0 0,1-1 0 0 0,1 0 0 0 0,1 0 0 0 0,-1-38 0 0 0,1 23 224 0 0,-6-28 392 0 0,9 60-96 0 0,-9-7 110 0 0,7 9-146 0 0,-1 0 1 0 0,0 0-1 0 0,0 0 0 0 0,1 0 1 0 0,-1 0-1 0 0,0 1 0 0 0,0-1 1 0 0,1 1-1 0 0,-1 0 0 0 0,0 0 1 0 0,1 0-1 0 0,-1 0 0 0 0,1 0 1 0 0,-4 2-1 0 0,-42 28 365 0 0,29-17-263 0 0,-216 147 700 0 0,67-43-509 0 0,-57 27-734 0 0,225-145 161 0 0,-1 1 0 0 0,0 0 0 0 0,0-1 0 0 0,0 1 0 0 0,0-1 0 0 0,0 0-1 0 0,0 1 1 0 0,0-1 0 0 0,0 0 0 0 0,0 1 0 0 0,-1-1 0 0 0,1 0 0 0 0,0 0 0 0 0,0 0 0 0 0,0 0 0 0 0,0 0-1 0 0,0 0 1 0 0,0-1 0 0 0,0 1 0 0 0,0 0 0 0 0,0 0 0 0 0,-2-1 0 0 0,1 0 483 0 0,2 0-582 0 0,0 0-1 0 0,0 0 1 0 0,0 0 0 0 0,0 0 0 0 0,0 0-1 0 0,0 0 1 0 0,0 0 0 0 0,0 0 0 0 0,0 0-1 0 0,0 0 1 0 0,0 0 0 0 0,1 0-1 0 0,-1 0 1 0 0,0 0 0 0 0,1 0 0 0 0,0 0-1 0 0,4-14-5466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13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98 116 164 0 0,'0'-14'5881'0'0,"-5"-26"2639"0"0,5 28-6349 0 0,1 10-2106 0 0,0 0 0 0 0,0-1 1 0 0,0 1-1 0 0,0 0 0 0 0,1-1 1 0 0,-1 1-1 0 0,1 0 0 0 0,-1 0 1 0 0,1 0-1 0 0,0 0 0 0 0,-1 1 1 0 0,1-1-1 0 0,0 0 0 0 0,0 1 1 0 0,1-1-1 0 0,-1 1 0 0 0,0 0 1 0 0,0 0-1 0 0,1 0 0 0 0,-1 0 1 0 0,0 0-1 0 0,6-1 0 0 0,1-1-50 0 0,0 1 1 0 0,0 1-1 0 0,0-1 0 0 0,15 1 0 0 0,-19 1-7 0 0,0 0-1 0 0,0 0 1 0 0,0 1 0 0 0,0 0-1 0 0,0 0 1 0 0,-1 0-1 0 0,1 1 1 0 0,0-1-1 0 0,-1 1 1 0 0,1 0 0 0 0,-1 0-1 0 0,1 1 1 0 0,-1 0-1 0 0,0-1 1 0 0,6 7-1 0 0,-7-7 7 0 0,-1 1 1 0 0,0 0-1 0 0,1 0 0 0 0,-1 0 0 0 0,0 0 0 0 0,0 0 0 0 0,-1 0 0 0 0,1 1 0 0 0,-1-1 0 0 0,1 0 0 0 0,-1 1 0 0 0,0 0 0 0 0,-1-1 0 0 0,1 1 0 0 0,-1-1 0 0 0,1 1 0 0 0,-1 0 0 0 0,0-1 0 0 0,0 1 0 0 0,-1 5 0 0 0,-2 4 50 0 0,0 1 0 0 0,-1-1 0 0 0,0 0 0 0 0,-1 0 0 0 0,0-1 0 0 0,-1 0 0 0 0,-9 14 0 0 0,14-25-62 0 0,0 0 0 0 0,1 1 0 0 0,-1-1 0 0 0,0 0 0 0 0,0 0 0 0 0,1 0 0 0 0,-1 1-1 0 0,1-1 1 0 0,-1 0 0 0 0,1 1 0 0 0,0-1 0 0 0,-1 0 0 0 0,1 1 0 0 0,0-1 0 0 0,0 1-1 0 0,0-1 1 0 0,0 0 0 0 0,0 1 0 0 0,0-1 0 0 0,1 1 0 0 0,-1-1 0 0 0,0 0 0 0 0,1 1-1 0 0,-1-1 1 0 0,1 0 0 0 0,-1 0 0 0 0,1 1 0 0 0,1 1 0 0 0,1 0-20 0 0,0 1 0 0 0,1-1 0 0 0,0 1 1 0 0,0-1-1 0 0,0 0 0 0 0,7 3 0 0 0,13 11 30 0 0,-14-8 145 0 0,0 0-1 0 0,-1 0 1 0 0,0 1-1 0 0,13 18 0 0 0,-22-27-71 0 0,1 1-1 0 0,0 0 0 0 0,-1 0 0 0 0,1 0 0 0 0,-1 0 1 0 0,1 0-1 0 0,-1 0 0 0 0,0 0 0 0 0,0 0 0 0 0,0 0 1 0 0,0 0-1 0 0,0-1 0 0 0,-1 1 0 0 0,1 0 0 0 0,0 0 1 0 0,-1 0-1 0 0,0 0 0 0 0,1 0 0 0 0,-1 0 0 0 0,0-1 1 0 0,0 1-1 0 0,0 0 0 0 0,0-1 0 0 0,-3 4 0 0 0,0 0 79 0 0,0 1-1 0 0,-1-1 1 0 0,0 0 0 0 0,-1 0-1 0 0,-6 4 1 0 0,-2 0-101 0 0,0 0 0 0 0,0-1 1 0 0,-1-1-1 0 0,0-1 0 0 0,0 0 0 0 0,-1 0 1 0 0,0-2-1 0 0,1 0 0 0 0,-2-1 0 0 0,1 0 1 0 0,0-1-1 0 0,-1-1 0 0 0,1-1 0 0 0,0 0 1 0 0,-1-2-1 0 0,1 1 0 0 0,-21-6 1 0 0,36 7-256 0 0,-1 0 0 0 0,1-1 1 0 0,0 1-1 0 0,0 0 0 0 0,-1 0 1 0 0,1-1-1 0 0,0 1 1 0 0,0-1-1 0 0,0 1 0 0 0,0-1 1 0 0,-1 1-1 0 0,1-1 0 0 0,0 0 1 0 0,0 1-1 0 0,0-1 1 0 0,0 0-1 0 0,1 0 0 0 0,-1 0 1 0 0,0 0-1 0 0,0 0 1 0 0,0 0-1 0 0,1 0 0 0 0,-1 0 1 0 0,1 0-1 0 0,-1 0 0 0 0,0-3 1 0 0,1 3-387 0 0,0-1 0 0 0,0 1-1 0 0,1 0 1 0 0,-1-1 0 0 0,0 1 0 0 0,1-1 0 0 0,-1 1 0 0 0,1 0 0 0 0,8-11-4054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15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77 268 0 0,'-5'3'16913'0'0,"43"-9"-15798"0"0,48-14 0 0 0,-42 9-931 0 0,119-25-384 0 0,-161 36-216 0 0,24-6-5186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15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58 115 2728 0 0,'7'-25'16968'0'0,"-7"36"-17289"0"0,5 191 4161 0 0,-50 185-1223 0 0,39-350-2550 0 0,-13 76-551 0 0</inkml:trace>
  <inkml:trace contextRef="#ctx0" brushRef="#br0" timeOffset="1">555 191 740 0 0,'7'-10'3364'0'0,"1"0"0"0"0,-2 0 0 0 0,9-16 0 0 0,-14 23-2883 0 0,1 0 1 0 0,-1-1 0 0 0,1 1-1 0 0,-1-1 1 0 0,0 1-1 0 0,-1-1 1 0 0,1 0-1 0 0,0 1 1 0 0,-1-1-1 0 0,0 0 1 0 0,0 1-1 0 0,0-1 1 0 0,-1 0 0 0 0,1 1-1 0 0,-2-5 1 0 0,2 6-453 0 0,-1 1 0 0 0,0-1 0 0 0,1 1 0 0 0,-1 0-1 0 0,0-1 1 0 0,0 1 0 0 0,0 0 0 0 0,0-1 0 0 0,-1 1 0 0 0,1 0 0 0 0,0 0 0 0 0,0 0 0 0 0,-1 0 0 0 0,1 0 0 0 0,-1 0 0 0 0,1 1 0 0 0,-1-1 0 0 0,1 0 0 0 0,-1 1 0 0 0,1-1 0 0 0,-1 1 0 0 0,1-1 0 0 0,-1 1 0 0 0,0 0 0 0 0,1 0 0 0 0,-1 0 0 0 0,0 0 0 0 0,1 0 0 0 0,-1 0-1 0 0,0 0 1 0 0,-1 1 0 0 0,-3 0-31 0 0,-1 0-1 0 0,1 1 0 0 0,0 0 1 0 0,0 0-1 0 0,0 0 0 0 0,0 1 1 0 0,0 0-1 0 0,1 0 0 0 0,-1 0 1 0 0,1 1-1 0 0,0 0 0 0 0,0 0 1 0 0,0 0-1 0 0,0 0 0 0 0,1 1 1 0 0,-5 6-1 0 0,0-1-15 0 0,1 2 1 0 0,0-1-1 0 0,1 1 1 0 0,0 0-1 0 0,0 1 0 0 0,-6 19 1 0 0,11-25 9 0 0,-1 0 0 0 0,2 0 0 0 0,-1 0-1 0 0,1 0 1 0 0,0 0 0 0 0,0 1 0 0 0,1-1 0 0 0,0 0 0 0 0,0 0 0 0 0,2 9 0 0 0,-1-11 9 0 0,1 0 0 0 0,-1-1 0 0 0,1 1 0 0 0,0-1 0 0 0,1 1 0 0 0,-1-1-1 0 0,1 0 1 0 0,-1 0 0 0 0,1 0 0 0 0,0 0 0 0 0,1 0 0 0 0,-1-1 0 0 0,1 0 0 0 0,0 1 0 0 0,7 4 0 0 0,22 12-15 0 0,0-2 0 0 0,66 26 0 0 0,-54-26-42 0 0,43 26-1 0 0,-78-39 69 0 0,0 2 1 0 0,0-1-1 0 0,0 1 1 0 0,-1 1-1 0 0,0 0 0 0 0,14 16 1 0 0,-21-22 4 0 0,0 0-1 0 0,-1 0 1 0 0,1 1 0 0 0,-1-1 0 0 0,0 1 0 0 0,0-1 0 0 0,0 1 0 0 0,0 0-1 0 0,0-1 1 0 0,0 1 0 0 0,-1 0 0 0 0,1-1 0 0 0,-1 1 0 0 0,0 0-1 0 0,0 0 1 0 0,0-1 0 0 0,0 1 0 0 0,0 0 0 0 0,-1 0 0 0 0,1-1 0 0 0,-1 1-1 0 0,0 0 1 0 0,1-1 0 0 0,-1 1 0 0 0,-1 0 0 0 0,1-1 0 0 0,0 1 0 0 0,-1-1-1 0 0,1 0 1 0 0,-1 1 0 0 0,1-1 0 0 0,-1 0 0 0 0,0 0 0 0 0,0 0 0 0 0,-3 1-1 0 0,-4 6 18 0 0,-1-2 0 0 0,0 1 0 0 0,-1-1 0 0 0,1-1 0 0 0,-2 0 0 0 0,1 0 0 0 0,0-1 0 0 0,-1-1 0 0 0,0 0 0 0 0,0 0 0 0 0,-1-1 0 0 0,-20 2 0 0 0,30-4-30 0 0,0-1 1 0 0,0 0-1 0 0,0 1 1 0 0,0-1-1 0 0,0 0 1 0 0,0 0-1 0 0,0-1 1 0 0,0 1-1 0 0,0-1 1 0 0,0 1-1 0 0,0-1 1 0 0,0 0-1 0 0,0 0 1 0 0,1 0-1 0 0,-1-1 1 0 0,0 1-1 0 0,1-1 1 0 0,-1 1-1 0 0,1-1 1 0 0,-1 0-1 0 0,1 0 1 0 0,-3-3-1 0 0,3 2-9 0 0,0 0-1 0 0,1 0 0 0 0,-1 0 1 0 0,1 0-1 0 0,0 0 0 0 0,0 0 1 0 0,0-1-1 0 0,0 1 0 0 0,1 0 1 0 0,0-1-1 0 0,-1 1 0 0 0,1 0 1 0 0,0-1-1 0 0,0 1 0 0 0,1 0 1 0 0,-1-1-1 0 0,1 1 0 0 0,0 0 0 0 0,1-5 1 0 0,8-19-17 0 0,1 0 0 0 0,2 1 0 0 0,0 0-1 0 0,2 1 1 0 0,19-25 0 0 0,-12 17 3 0 0,5-8-2 0 0,56-93-22 0 0,-71 112 31 0 0,-2 0 0 0 0,0 0 0 0 0,-1-1-1 0 0,8-32 1 0 0,-16 50 6 0 0,0 0-1 0 0,-1 0 1 0 0,1 0 0 0 0,-1-1-1 0 0,0 1 1 0 0,0 0 0 0 0,-1 0-1 0 0,0 0 1 0 0,1 0 0 0 0,-2 0-1 0 0,1 0 1 0 0,0 1 0 0 0,-1-1-1 0 0,0 0 1 0 0,-4-6 0 0 0,5 9-4 0 0,-1-1 0 0 0,0 1 1 0 0,0 0-1 0 0,0-1 1 0 0,0 1-1 0 0,0 0 1 0 0,-1 0-1 0 0,1 0 0 0 0,0 1 1 0 0,-1-1-1 0 0,0 1 1 0 0,1-1-1 0 0,-1 1 1 0 0,0 0-1 0 0,0 0 0 0 0,0 0 1 0 0,1 0-1 0 0,-1 0 1 0 0,0 1-1 0 0,0 0 1 0 0,0-1-1 0 0,0 1 0 0 0,0 0 1 0 0,0 0-1 0 0,0 1 1 0 0,-6 0-1 0 0,-2 2-302 0 0,0 0-1 0 0,1 0 1 0 0,-1 1 0 0 0,1 1-1 0 0,-1 0 1 0 0,1 0-1 0 0,1 1 1 0 0,-1 0 0 0 0,1 1-1 0 0,0 0 1 0 0,1 1-1 0 0,-11 10 1 0 0,11-10-1123 0 0,1 1-1 0 0,0 0 1 0 0,0 1 0 0 0,1 0 0 0 0,0-1-1 0 0,1 2 1 0 0,-5 13 0 0 0,7-12-3536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16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27 2520 0 0,'13'-18'9958'0'0,"-13"17"-9843"0"0,0 1 0 0 0,1-1 1 0 0,-1 1-1 0 0,0-1 0 0 0,1 1 1 0 0,-1-1-1 0 0,0 1 0 0 0,1 0 0 0 0,-1-1 1 0 0,0 1-1 0 0,1 0 0 0 0,-1-1 1 0 0,1 1-1 0 0,-1 0 0 0 0,1-1 0 0 0,-1 1 1 0 0,0 0-1 0 0,1 0 0 0 0,-1 0 1 0 0,1-1-1 0 0,0 1 0 0 0,-1 0 0 0 0,1 0 1 0 0,-1 0-1 0 0,1 0 0 0 0,-1 0 1 0 0,1 0-1 0 0,-1 0 0 0 0,1 0 0 0 0,-1 0 1 0 0,1 0-1 0 0,-1 0 0 0 0,1 0 1 0 0,-1 1-1 0 0,1-1 0 0 0,-1 0 0 0 0,1 0 1 0 0,-1 1-1 0 0,1-1 0 0 0,-1 0 1 0 0,1 0-1 0 0,-1 1 0 0 0,0-1 0 0 0,1 0 1 0 0,-1 1-1 0 0,1-1 0 0 0,-1 1 1 0 0,0-1-1 0 0,1 0 0 0 0,-1 1 0 0 0,0-1 1 0 0,0 1-1 0 0,1-1 0 0 0,-1 1 1 0 0,0-1-1 0 0,0 1 0 0 0,0-1 0 0 0,0 1 1 0 0,1 0-1 0 0,11 43 1367 0 0,-9-31-642 0 0,9 47 26 0 0,-2 0 0 0 0,-3 1 1 0 0,-3 0-1 0 0,-4 76 0 0 0,-1-104-981 0 0,-3 88-320 0 0,3-70-6078 0 0,0-74 6010 0 0,0 0 0 0 0,-5-25 0 0 0,5 40 480 0 0,-1 0 0 0 0,0 0 0 0 0,0 0 0 0 0,-1 0 0 0 0,0 0 0 0 0,-1 1 1 0 0,1-1-1 0 0,-1 1 0 0 0,-9-11 0 0 0,11 15 47 0 0,0 2 0 0 0,0-1 0 0 0,-1 0 0 0 0,1 0-1 0 0,-1 1 1 0 0,0-1 0 0 0,1 1 0 0 0,-1 0 0 0 0,0 0 0 0 0,0 0 0 0 0,0 0 0 0 0,0 0 0 0 0,1 1 0 0 0,-1-1 0 0 0,0 1 0 0 0,0 0-1 0 0,0 0 1 0 0,0 0 0 0 0,0 0 0 0 0,0 0 0 0 0,0 1 0 0 0,0-1 0 0 0,0 1 0 0 0,0 0 0 0 0,-3 1 0 0 0,-6 3 170 0 0,0-1 0 0 0,1 2 0 0 0,-1-1 1 0 0,-16 12-1 0 0,-9 9 238 0 0,1 1 1 0 0,-38 38-1 0 0,55-46-392 0 0,0 1-1 0 0,1 1 0 0 0,1 1 1 0 0,-25 44-1 0 0,40-63-495 0 0,1 0 1 0 0,-1 0-1 0 0,1 0 0 0 0,0 0 0 0 0,0 0 1 0 0,0 0-1 0 0,1 1 0 0 0,-1-1 1 0 0,1 0-1 0 0,0 6 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16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1 169 1608 0 0,'0'-12'3506'0'0,"0"1"1"0"0,1-1-1 0 0,4-21 0 0 0,-4 29-3206 0 0,0 0 1 0 0,1 0-1 0 0,-1 0 0 0 0,1 0 0 0 0,0 1 0 0 0,0-1 0 0 0,1 0 1 0 0,-1 1-1 0 0,1 0 0 0 0,-1-1 0 0 0,1 1 0 0 0,0 0 1 0 0,7-5-1 0 0,-2 2-127 0 0,2 1 0 0 0,-1 0 0 0 0,0 0 0 0 0,1 1 0 0 0,0 0 0 0 0,0 0-1 0 0,0 1 1 0 0,0 1 0 0 0,21-3 0 0 0,-25 4-134 0 0,0 0 0 0 0,1 1 0 0 0,-1 0 0 0 0,0 0 0 0 0,0 1 0 0 0,1-1-1 0 0,-1 1 1 0 0,0 1 0 0 0,0-1 0 0 0,0 1 0 0 0,0 0 0 0 0,0 1 0 0 0,-1-1 0 0 0,1 1 0 0 0,-1 0-1 0 0,0 1 1 0 0,1-1 0 0 0,4 6 0 0 0,-7-6 65 0 0,0 1-1 0 0,0-1 1 0 0,-1 1-1 0 0,0 0 1 0 0,1 0-1 0 0,-2 0 1 0 0,1 0-1 0 0,0 0 1 0 0,-1 0 0 0 0,0 0-1 0 0,0 0 1 0 0,0 1-1 0 0,0-1 1 0 0,-1 1-1 0 0,1-1 1 0 0,-1 0-1 0 0,0 1 1 0 0,-1-1 0 0 0,1 1-1 0 0,-1-1 1 0 0,0 0-1 0 0,-2 8 1 0 0,-4 8 500 0 0,0 0-1 0 0,-1-1 1 0 0,-17 28 0 0 0,16-29-176 0 0,-35 52 1070 0 0,28-48-979 0 0,-13 27 0 0 0,29-49-513 0 0,0 1 0 0 0,0-1-1 0 0,-1 1 1 0 0,1-1-1 0 0,0 0 1 0 0,0 1-1 0 0,0-1 1 0 0,0 1-1 0 0,0-1 1 0 0,-1 1-1 0 0,1-1 1 0 0,0 1 0 0 0,0-1-1 0 0,0 1 1 0 0,0-1-1 0 0,0 0 1 0 0,0 1-1 0 0,0-1 1 0 0,1 1-1 0 0,-1-1 1 0 0,0 1 0 0 0,0-1-1 0 0,0 1 1 0 0,0-1-1 0 0,1 1 1 0 0,-1-1-1 0 0,0 0 1 0 0,0 1-1 0 0,1-1 1 0 0,-1 0-1 0 0,0 1 1 0 0,0-1 0 0 0,1 0-1 0 0,-1 1 1 0 0,1-1-1 0 0,-1 0 1 0 0,0 1-1 0 0,1-1 1 0 0,-1 0-1 0 0,1 0 1 0 0,-1 0 0 0 0,0 1-1 0 0,1-1 1 0 0,-1 0-1 0 0,1 0 1 0 0,-1 0-1 0 0,1 0 1 0 0,-1 0-1 0 0,1 0 1 0 0,-1 0 0 0 0,1 0-1 0 0,-1 0 1 0 0,1 0-1 0 0,28-2 69 0 0,32-12 2 0 0,79-30 0 0 0,57-34-3168 0 0,-161 64 1536 0 0,-28 10 869 0 0,29-12-3750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21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1992 0 0,'16'12'18723'0'0,"-15"-11"-18700"0"0,-1-1 1 0 0,1 1-1 0 0,-1 0 0 0 0,1-1 0 0 0,0 1 1 0 0,-1 0-1 0 0,1-1 0 0 0,0 1 0 0 0,-1-1 0 0 0,1 1 1 0 0,0-1-1 0 0,0 1 0 0 0,-1-1 0 0 0,1 0 1 0 0,0 1-1 0 0,0-1 0 0 0,0 0 0 0 0,0 0 1 0 0,0 0-1 0 0,-1 1 0 0 0,1-1 0 0 0,0 0 0 0 0,0 0 1 0 0,0 0-1 0 0,2-1 0 0 0,31 0 142 0 0,-23 0-114 0 0,351-20 418 0 0,-211 4-3257 0 0,-149 17 2051 0 0,1-1 31 0 0,6-2-1532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21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17 1908 0 0,'-21'-15'9447'0'0,"21"15"-9314"0"0,-1 0 0 0 0,0 0 0 0 0,1-1 0 0 0,-1 1 0 0 0,1 0 1 0 0,-1 0-1 0 0,0 0 0 0 0,1 0 0 0 0,-1 0 0 0 0,0 0 0 0 0,1 0 0 0 0,-1 0 0 0 0,1 0 0 0 0,-1 0 0 0 0,0 0 0 0 0,1 0 0 0 0,-1 0 1 0 0,0 0-1 0 0,1 0 0 0 0,-1 1 0 0 0,1-1 0 0 0,-1 0 0 0 0,0 1 0 0 0,1-1 0 0 0,-1 0 0 0 0,1 1 0 0 0,-1 0 0 0 0,-12 19 1916 0 0,0 32-161 0 0,12-47-1562 0 0,-39 276 2352 0 0,27-93-4908 0 0,12-161 476 0 0,1-4-1570 0 0,-2-4-4182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27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10 688 0 0,'15'-9'15534'0'0,"-19"19"-15071"0"0,1 1-1 0 0,-1 0 1 0 0,2 0 0 0 0,-2 14-1 0 0,-5 19 58 0 0,-98 306 816 0 0,78-241-1020 0 0,29-109-314 0 0,-1 0-1 0 0,1 1 1 0 0,0-1-1 0 0,0 0 1 0 0,0 1-1 0 0,0-1 1 0 0,1 0-1 0 0,-1 1 1 0 0,0-1-1 0 0,0 0 0 0 0,0 0 1 0 0,0 1-1 0 0,0-1 1 0 0,0 0-1 0 0,0 1 1 0 0,0-1-1 0 0,1 0 1 0 0,-1 0-1 0 0,0 1 1 0 0,0-1-1 0 0,0 0 1 0 0,1 0-1 0 0,-1 1 1 0 0,0-1-1 0 0,0 0 1 0 0,1 0-1 0 0,-1 0 1 0 0,0 0-1 0 0,0 1 1 0 0,1-1-1 0 0,-1 0 0 0 0,0 0 1 0 0,1 0-1 0 0,-1 0 1 0 0,0 0-1 0 0,0 0 1 0 0,1 0-1 0 0,-1 0 1 0 0,0 0-1 0 0,1 0 1 0 0,-1 0-1 0 0,0 0 1 0 0,1 0-1 0 0,-1 0 1 0 0,0 0-1 0 0,1 0 1 0 0,-1 0-1 0 0,0 0 1 0 0,0 0-1 0 0,1 0 1 0 0,-1 0-1 0 0,1-1 0 0 0,21-5 25 0 0,-19 5-24 0 0,380-123-2266 0 0,-370 119 1753 0 0,1 0 1 0 0,0-1-1 0 0,-1 0 1 0 0,0-1-1 0 0,14-11 1 0 0,-23 16 404 0 0,0-1 1 0 0,0-1-1 0 0,-1 1 1 0 0,1-1 0 0 0,-1 1-1 0 0,0-1 1 0 0,0 0-1 0 0,0 0 1 0 0,-1 0-1 0 0,1-1 1 0 0,-1 1 0 0 0,0-1-1 0 0,0 1 1 0 0,-1-1-1 0 0,1 0 1 0 0,-1 1-1 0 0,0-1 1 0 0,-1 0 0 0 0,1-10-1 0 0,-1-6 1476 0 0,-2-1 0 0 0,-6-28 0 0 0,8 48-1079 0 0,-1 1-137 0 0,1 1-129 0 0,0 0-1 0 0,0 0 0 0 0,0 1 0 0 0,0-1 0 0 0,0 0 1 0 0,0 0-1 0 0,-1 1 0 0 0,1-1 0 0 0,0 0 1 0 0,0 0-1 0 0,0 0 0 0 0,0 1 0 0 0,-1-1 0 0 0,1 0 1 0 0,0 0-1 0 0,0 0 0 0 0,0 1 0 0 0,-1-1 0 0 0,1 0 1 0 0,0 0-1 0 0,0 0 0 0 0,-1 0 0 0 0,1 0 0 0 0,0 0 1 0 0,0 0-1 0 0,-1 0 0 0 0,1 1 0 0 0,0-1 1 0 0,0 0-1 0 0,-1 0 0 0 0,1 0 0 0 0,0 0 0 0 0,-1 0 1 0 0,1 0-1 0 0,0-1 0 0 0,0 1 0 0 0,-1 0 0 0 0,1 0 1 0 0,0 0-1 0 0,0 0 0 0 0,-1 0 0 0 0,1 0 1 0 0,0 0-1 0 0,0 0 0 0 0,-1-1 0 0 0,1 1 0 0 0,0 0 1 0 0,0 0-1 0 0,0 0 0 0 0,-1-1 0 0 0,1 1 0 0 0,0 0 1 0 0,0 0-1 0 0,0 0 0 0 0,0-1 0 0 0,0 1 0 0 0,-1 0 1 0 0,1 0-1 0 0,0-1 0 0 0,0 1 0 0 0,0 0 1 0 0,0-1-1 0 0,0 1 0 0 0,0 0 0 0 0,0-1 0 0 0,-7 15 415 0 0,1-1 0 0 0,0 1 0 0 0,1 0-1 0 0,-3 18 1 0 0,-11 66 922 0 0,8-37-827 0 0,-51 249 575 0 0,36-169-1885 0 0,26-131-1989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27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1944 0 0,'5'-33'13751'0'0,"-1"30"-13244"0"0,1-1-1 0 0,0 1 1 0 0,-1 0-1 0 0,1 0 1 0 0,0 1-1 0 0,1-1 1 0 0,-1 1-1 0 0,11-3 1 0 0,52-10 320 0 0,-37 9-455 0 0,63-15 138 0 0,-8 2-922 0 0,-31 7-3141 0 0,-46 9 2268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27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0 1976 0 0,'-3'0'1996'0'0,"-5"1"-584"0"0,-1 0 363 0 0,-1 0-1 0 0,1 0 1 0 0,-11 4 0 0 0,16-4-1441 0 0,1 0 1 0 0,0 1-1 0 0,-1-1 1 0 0,1 1 0 0 0,0 0-1 0 0,0 0 1 0 0,0 0-1 0 0,1 0 1 0 0,-1 0-1 0 0,0 1 1 0 0,1-1 0 0 0,-4 6-1 0 0,-10 15 338 0 0,1 2-1 0 0,2 0 1 0 0,1 1-1 0 0,0 0 1 0 0,2 1-1 0 0,1 0 1 0 0,-10 56-1 0 0,17-76-630 0 0,1 0 1 0 0,1 0-1 0 0,-1 0 0 0 0,1 1 1 0 0,0-1-1 0 0,3 14 0 0 0,-3-20-35 0 0,1 0-1 0 0,-1 0 1 0 0,1 0-1 0 0,-1-1 0 0 0,1 1 1 0 0,-1 0-1 0 0,1 0 0 0 0,0-1 1 0 0,-1 1-1 0 0,1 0 0 0 0,0-1 1 0 0,-1 1-1 0 0,1-1 1 0 0,0 1-1 0 0,0-1 0 0 0,0 1 1 0 0,0-1-1 0 0,-1 0 0 0 0,1 1 1 0 0,0-1-1 0 0,0 0 1 0 0,0 0-1 0 0,0 1 0 0 0,0-1 1 0 0,0 0-1 0 0,0 0 0 0 0,0 0 1 0 0,0 0-1 0 0,0 0 1 0 0,0 0-1 0 0,-1-1 0 0 0,1 1 1 0 0,2-1-1 0 0,22-7 5 0 0,-1-1 0 0 0,0-1 0 0 0,29-17 1 0 0,-28 14-9 0 0,0 0 0 0 0,1 2 0 0 0,27-8 0 0 0,-46 16-4 0 0,-3 2 4 0 0,0 0 0 0 0,0 1 1 0 0,1-1-1 0 0,-1 1 0 0 0,0 0 0 0 0,0 0 0 0 0,7 1 0 0 0,-6-1 42 0 0,-1 0 0 0 0,0 1 0 0 0,0-1 0 0 0,0 1 0 0 0,1 0 0 0 0,-1 0 0 0 0,0 1 0 0 0,0-1 0 0 0,0 1 0 0 0,-1 0 0 0 0,1 0 0 0 0,0 0 0 0 0,-1 0 0 0 0,1 1 0 0 0,-1-1 0 0 0,0 1 0 0 0,0 0 0 0 0,0 0 0 0 0,0 0 0 0 0,0 1 0 0 0,-1-1 0 0 0,1 0 0 0 0,-1 1-1 0 0,0 0 1 0 0,0 0 0 0 0,0-1 0 0 0,-1 1 0 0 0,1 0 0 0 0,-1 0 0 0 0,1 9 0 0 0,0-4 97 0 0,0-1-1 0 0,-1 1 0 0 0,-1 0 0 0 0,0 0 1 0 0,0 0-1 0 0,0-1 0 0 0,-1 1 0 0 0,-1 0 1 0 0,1 0-1 0 0,-1-1 0 0 0,-1 1 0 0 0,1-1 1 0 0,-2 0-1 0 0,-4 10 0 0 0,2-8-70 0 0,-1 1-1 0 0,0-2 1 0 0,-1 1 0 0 0,0-1 0 0 0,-1 0-1 0 0,1 0 1 0 0,-2-1 0 0 0,1-1-1 0 0,-1 1 1 0 0,0-2 0 0 0,-1 1-1 0 0,0-1 1 0 0,0-1 0 0 0,0 0-1 0 0,0-1 1 0 0,-1 0 0 0 0,0 0-1 0 0,1-1 1 0 0,-1-1 0 0 0,-1 0 0 0 0,1-1-1 0 0,0 0 1 0 0,0-1 0 0 0,-16-1-1 0 0,14-1-194 0 0,2 2-58 0 0,0-1-1 0 0,1 0 0 0 0,-1-1 0 0 0,1-1 0 0 0,-1 1 1 0 0,1-2-1 0 0,0 0 0 0 0,0 0 0 0 0,-16-10 0 0 0,26 14-51 0 0,0 0 0 0 0,0-1 0 0 0,0 0-1 0 0,1 1 1 0 0,-1-1 0 0 0,0 0-1 0 0,0 1 1 0 0,1-1 0 0 0,-1 0 0 0 0,0 0-1 0 0,1 1 1 0 0,-1-1 0 0 0,1 0 0 0 0,-1 0-1 0 0,1 0 1 0 0,-1 0 0 0 0,1 0 0 0 0,0 0-1 0 0,0 0 1 0 0,-1 0 0 0 0,1 0-1 0 0,0 0 1 0 0,0 0 0 0 0,0 0 0 0 0,0 0-1 0 0,0 0 1 0 0,0 0 0 0 0,0 0 0 0 0,0 0-1 0 0,0 0 1 0 0,1 0 0 0 0,-1 0 0 0 0,0 0-1 0 0,1-1 1 0 0,1-1-966 0 0,0 0 0 0 0,0 0 0 0 0,0 1 0 0 0,13-12-3602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28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603 72 908 0 0,'37'-72'20897'0'0,"-35"78"-20462"0"0,0-1-1 0 0,-1 1 1 0 0,0-1 0 0 0,0 1 0 0 0,-1 0 0 0 0,1 0 0 0 0,-2 9 0 0 0,-6 49 840 0 0,3-32-885 0 0,-9 81 367 0 0,-7 97-226 0 0,15-105-336 0 0,4-94-745 0 0,-2-16 180 0 0,-5-24-19 0 0,6 21 298 0 0,0 0 55 0 0,0 1 0 0 0,-1-1 0 0 0,0 0 1 0 0,0 1-1 0 0,-1 0 0 0 0,0 0 0 0 0,0 0 0 0 0,-6-7 0 0 0,8 11 30 0 0,-1 1 0 0 0,1-1 1 0 0,-1 1-1 0 0,0 0 1 0 0,1 0-1 0 0,-1 0 1 0 0,0 0-1 0 0,0 0 1 0 0,-1 1-1 0 0,1-1 0 0 0,0 1 1 0 0,0 0-1 0 0,-1 0 1 0 0,1 0-1 0 0,-1 0 1 0 0,1 1-1 0 0,-1 0 1 0 0,1-1-1 0 0,-1 1 1 0 0,1 0-1 0 0,-5 1 0 0 0,-7 2 19 0 0,0 0 0 0 0,0 1-1 0 0,0 0 1 0 0,0 1-1 0 0,1 1 1 0 0,0 1 0 0 0,-19 11-1 0 0,-88 66 77 0 0,78-50 129 0 0,-69 70 0 0 0,55-38-3649 0 0,56-66 3300 0 0,1 1 1 0 0,-1-1 0 0 0,1 0-1 0 0,0 0 1 0 0,-1 1-1 0 0,1-1 1 0 0,0 0-1 0 0,-1 1 1 0 0,1-1-1 0 0,0 0 1 0 0,0 1 0 0 0,-1-1-1 0 0,1 0 1 0 0,0 1-1 0 0,0-1 1 0 0,0 1-1 0 0,-1-1 1 0 0,1 0-1 0 0,0 1 1 0 0,0-1-1 0 0,0 1 1 0 0,0-1 0 0 0,0 1-1 0 0,0-1 1 0 0,0 1-1 0 0,0-1 1 0 0,0 0-1 0 0,0 1 1 0 0,0-1-1 0 0,0 1 1 0 0,0-1 0 0 0,0 1-1 0 0,0-1 1 0 0,1 0-1 0 0,-1 1 1 0 0,0-1-1 0 0,0 1 1 0 0,0-1-1 0 0,1 0 1 0 0,-1 1 0 0 0,0-1-1 0 0,1 0 1 0 0,-1 1-1 0 0,0-1 1 0 0,1 0-1 0 0,-1 1 1 0 0,0-1-1 0 0,1 0 1 0 0,-1 0 0 0 0,0 1-1 0 0,1-1 1 0 0,-1 0-1 0 0,1 0 1 0 0,-1 0-1 0 0,1 0 1 0 0,-1 1-1 0 0,0-1 1 0 0,2 0 0 0 0,0 0-706 0 0,1 0 0 0 0,0 1 1 0 0,-1-1-1 0 0,1 0 0 0 0,0-1 0 0 0,0 1 1 0 0,-1 0-1 0 0,4-2 0 0 0,11-4-5323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34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67 1628 0 0,'-13'-21'13874'0'0,"13"20"-13523"0"0,0 0 1 0 0,18-4 1803 0 0,-11 3-2371 0 0,237-27 77 0 0,-178 22-2180 0 0,-56 6 1118 0 0,0 1 1 0 0,0 0-1 0 0,0 1 0 0 0,19 4 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3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65 1340 0 0,'-43'21'4725'0'0,"-40"21"3891"0"0,81-41-8326 0 0,-5 4 1709 0 0,29-7-1763 0 0,0-1-1 0 0,-1 0 0 0 0,24-9 1 0 0,3 1-130 0 0,90-19 55 0 0,91-17-35 0 0,-151 32-122 0 0,-45 6-2666 0 0,-22 7-231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35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397 189 2260 0 0,'2'-2'2051'0'0,"-1"-1"-1503"0"0,1 1 0 0 0,-1 0 0 0 0,1-1 0 0 0,-1 1 0 0 0,0-1 0 0 0,0 1 0 0 0,0-1 0 0 0,0 0 0 0 0,0 0 0 0 0,-1 1 0 0 0,1-1 0 0 0,-1 0 0 0 0,0 0 0 0 0,0 1 0 0 0,0-6 0 0 0,0 4-346 0 0,-1 1 0 0 0,1-1-1 0 0,-1 1 1 0 0,0 0 0 0 0,0-1-1 0 0,0 1 1 0 0,0 0 0 0 0,0 0 0 0 0,-1 0-1 0 0,1 0 1 0 0,-1 0 0 0 0,0 0 0 0 0,0 0-1 0 0,0 1 1 0 0,0-1 0 0 0,-1 1 0 0 0,1-1-1 0 0,-1 1 1 0 0,1 0 0 0 0,-5-3 0 0 0,5 4-189 0 0,-1 1 1 0 0,1-1 0 0 0,0 1 0 0 0,0 0 0 0 0,0-1 0 0 0,0 1-1 0 0,0 0 1 0 0,0 0 0 0 0,-1 0 0 0 0,1 1 0 0 0,0-1 0 0 0,0 0 0 0 0,-3 2-1 0 0,-26 9 33 0 0,16-3-32 0 0,0 0 0 0 0,0 1 0 0 0,1 1 0 0 0,1 0 0 0 0,0 1-1 0 0,0 0 1 0 0,1 1 0 0 0,-12 14 0 0 0,4-1 15 0 0,1 1 0 0 0,0 1 0 0 0,-18 37 0 0 0,23-36 10 0 0,1 0 1 0 0,2 1 0 0 0,1 1 0 0 0,1-1 0 0 0,1 1 0 0 0,-6 49 0 0 0,13-63 50 0 0,0-1 1 0 0,0 0-1 0 0,1 1 1 0 0,1-1-1 0 0,1 0 1 0 0,0 0-1 0 0,1 0 1 0 0,1 0-1 0 0,0 0 1 0 0,1 0 0 0 0,1-1-1 0 0,0 0 1 0 0,1 0-1 0 0,0-1 1 0 0,11 16-1 0 0,-13-24 18 0 0,-1 1 0 0 0,1-1-1 0 0,0 0 1 0 0,1 0 0 0 0,-1 0-1 0 0,1-1 1 0 0,0 0 0 0 0,0 0-1 0 0,1 0 1 0 0,-1-1 0 0 0,1 0-1 0 0,9 3 1 0 0,-6-3 43 0 0,1-1-1 0 0,0 0 0 0 0,-1 0 1 0 0,1-1-1 0 0,0-1 1 0 0,0 0-1 0 0,18-2 1 0 0,-9-1 48 0 0,1-1 1 0 0,-1-1-1 0 0,1-1 1 0 0,-1-1 0 0 0,-1-1-1 0 0,0 0 1 0 0,0-2-1 0 0,19-12 1 0 0,-16 7-94 0 0,0-2 1 0 0,-2 0 0 0 0,0-2-1 0 0,0 0 1 0 0,-2-1-1 0 0,30-42 1 0 0,-28 31-1 0 0,-2 0 1 0 0,-1-1 0 0 0,-1 0-1 0 0,19-58 1 0 0,-31 76-112 0 0,0 0 1 0 0,-1 0 0 0 0,-1 0 0 0 0,0 0-1 0 0,-1 0 1 0 0,0 0 0 0 0,-2 0 0 0 0,1 0-1 0 0,-2-1 1 0 0,0 1 0 0 0,0 0 0 0 0,-1 0-1 0 0,-1 1 1 0 0,-1-1 0 0 0,0 1 0 0 0,0 0-1 0 0,-1 0 1 0 0,-1 1 0 0 0,0-1 0 0 0,-1 1 0 0 0,0 1-1 0 0,-1 0 1 0 0,0 0 0 0 0,-1 0 0 0 0,0 1-1 0 0,-1 1 1 0 0,0 0 0 0 0,0 0 0 0 0,-22-11-1 0 0,16 10-151 0 0,-2 1 0 0 0,1 1 0 0 0,-1 1 0 0 0,0 1-1 0 0,0 1 1 0 0,-1 0 0 0 0,1 1 0 0 0,-1 1 0 0 0,0 1-1 0 0,-35 1 1 0 0,40 2-592 0 0,-1 0 0 0 0,0 1 0 0 0,1 1 0 0 0,0 0 1 0 0,0 1-1 0 0,0 0 0 0 0,0 1 0 0 0,0 1 0 0 0,1 1 0 0 0,0 0 0 0 0,0 0 0 0 0,1 2 0 0 0,0-1 0 0 0,-15 15 0 0 0,3 2-3227 0 0,-1 1-1783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0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953 50 1944 0 0,'3'-12'4326'0'0,"9"-24"2965"0"0,-12 35-7005 0 0,4 34 572 0 0,-4 423 1531 0 0,-4-202-2257 0 0,3-179-263 0 0,-1 3 3193 0 0,6-226-2271 0 0,-4-111-1088 0 0,0 256 288 0 0,0 0 0 0 0,-1 0 0 0 0,1 0-1 0 0,-1 0 1 0 0,1 0 0 0 0,-1 0 0 0 0,0 0-1 0 0,0 1 1 0 0,0-1 0 0 0,-1 0 0 0 0,1 1 0 0 0,-1-1-1 0 0,1 1 1 0 0,-1-1 0 0 0,0 1 0 0 0,0-1-1 0 0,-3-2 1 0 0,4 5 7 0 0,0-1 1 0 0,0 1-1 0 0,0-1 0 0 0,-1 1 0 0 0,1 0 0 0 0,0-1 1 0 0,0 1-1 0 0,0 0 0 0 0,-1 0 0 0 0,1 0 0 0 0,0 0 1 0 0,0 0-1 0 0,-1 0 0 0 0,1 0 0 0 0,0 0 0 0 0,0 0 1 0 0,-1 1-1 0 0,1-1 0 0 0,-2 1 0 0 0,-23 10 5 0 0,23-10-5 0 0,-26 16-4 0 0,0 1-1 0 0,1 1 1 0 0,-39 35 0 0 0,29-23 8 0 0,-121 93 20 0 0,-239 142-1 0 0,267-188-234 0 0,129-77 19 0 0,-8 3-191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0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603 105 2168 0 0,'3'-4'854'0'0,"0"0"1"0"0,-1-1-1 0 0,1 0 0 0 0,-1 0 0 0 0,0 0 0 0 0,0 0 1 0 0,0 0-1 0 0,-1 0 0 0 0,1 0 0 0 0,-1 0 0 0 0,-1-1 1 0 0,1 1-1 0 0,-1-1 0 0 0,0 1 0 0 0,0 0 0 0 0,-2-10 1 0 0,2 13-467 0 0,0 1-362 0 0,0 1 1 0 0,0 0-1 0 0,0 0 1 0 0,0-1-1 0 0,0 1 1 0 0,0 0 0 0 0,0 0-1 0 0,0 0 1 0 0,0-1-1 0 0,0 1 1 0 0,0 0-1 0 0,0 0 1 0 0,0-1 0 0 0,0 1-1 0 0,0 0 1 0 0,0 0-1 0 0,0-1 1 0 0,0 1-1 0 0,0 0 1 0 0,0 0 0 0 0,0 0-1 0 0,-1-1 1 0 0,1 1-1 0 0,0 0 1 0 0,0 0 0 0 0,0 0-1 0 0,0 0 1 0 0,0-1-1 0 0,-1 1 1 0 0,1 0-1 0 0,0 0 1 0 0,0 0 0 0 0,0 0-1 0 0,-1 0 1 0 0,1 0-1 0 0,0-1 1 0 0,0 1-1 0 0,0 0 1 0 0,-1 0 0 0 0,1 0-1 0 0,0 0 1 0 0,-1 0-1 0 0,-2 2-14 0 0,-1 1 0 0 0,1-1 0 0 0,0 0 0 0 0,0 1 0 0 0,0 0 0 0 0,0 0-1 0 0,0 0 1 0 0,1 0 0 0 0,-1 1 0 0 0,1-1 0 0 0,-3 5 0 0 0,-25 50 45 0 0,23-42-40 0 0,-293 679 469 0 0,170-343 180 0 0,96-244-421 0 0,-26 145 0 0 0,52-202-164 0 0,1 0-1 0 0,1 81 0 0 0,6-114-100 0 0,1 0-1 0 0,1 0 1 0 0,0 0-1 0 0,2 0 1 0 0,0 0-1 0 0,1-1 1 0 0,0 0-1 0 0,2 0 1 0 0,0 0-1 0 0,17 28 1 0 0,-22-41-256 0 0,1-1 0 0 0,0 1 0 0 0,0-1 0 0 0,0 1 0 0 0,0-1 0 0 0,1 0 0 0 0,-1 0 1 0 0,1 0-1 0 0,-1-1 0 0 0,8 4 0 0 0,-9-5-397 0 0,1 0 1 0 0,-1 0-1 0 0,1 0 1 0 0,0-1-1 0 0,0 1 1 0 0,0-1-1 0 0,-1 1 1 0 0,1-1-1 0 0,0 0 1 0 0,0 0-1 0 0,4-1 0 0 0,11-2-5912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1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567 83 1324 0 0,'28'-72'11895'0'0,"-27"70"-11405"0"0,-1 2-430 0 0,0 0 1 0 0,0-1-1 0 0,-1 1 0 0 0,1 0 0 0 0,0-1 0 0 0,0 1 0 0 0,0 0 0 0 0,0-1 1 0 0,1 1-1 0 0,-1 0 0 0 0,0-1 0 0 0,0 1 0 0 0,0 0 0 0 0,0-1 0 0 0,0 1 1 0 0,0 0-1 0 0,0-1 0 0 0,1 1 0 0 0,-1 0 0 0 0,0 0 0 0 0,0-1 1 0 0,0 1-1 0 0,1 0 0 0 0,-1 0 0 0 0,0-1 0 0 0,0 1 0 0 0,1 0 0 0 0,4 8-27 0 0,-1 1-1 0 0,0-1 1 0 0,0 1-1 0 0,-1 0 1 0 0,0 1-1 0 0,-1-1 1 0 0,1 0 0 0 0,0 18-1 0 0,2 2 224 0 0,13 83 1580 0 0,5 169 1 0 0,-13-114-1301 0 0,-6-12 974 0 0,-4-133 55 0 0,0-20-969 0 0,0 8 2334 0 0,-4-29-2855 0 0,1 0 0 0 0,-1-20 0 0 0,-3-20-281 0 0,2 26 130 0 0,5 28 54 0 0,0 0 1 0 0,-1 0-1 0 0,0 0 0 0 0,0-1 1 0 0,0 1-1 0 0,0 0 0 0 0,-1 0 0 0 0,0 1 1 0 0,0-1-1 0 0,-4-7 0 0 0,5 11-22 0 0,1 1 42 0 0,-1-1-1 0 0,1 1 0 0 0,-1-1 0 0 0,1 1 1 0 0,-1-1-1 0 0,1 1 0 0 0,-1 0 0 0 0,1 0 1 0 0,-1-1-1 0 0,1 1 0 0 0,-1 0 0 0 0,0 0 0 0 0,1-1 1 0 0,-1 1-1 0 0,1 0 0 0 0,-1 0 0 0 0,0 0 1 0 0,1 0-1 0 0,-1 0 0 0 0,0 0 0 0 0,1 0 1 0 0,-1 0-1 0 0,1 0 0 0 0,-1 0 0 0 0,0 0 0 0 0,1 1 1 0 0,-1-1-1 0 0,1 0 0 0 0,-2 1 0 0 0,-20 4 22 0 0,-6 9-23 0 0,1 0 0 0 0,0 2-1 0 0,-29 22 1 0 0,5-3 21 0 0,-297 226-481 0 0,312-233 58 0 0,1 3-4723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7 187 1740 0 0,'-3'-36'7913'0'0,"1"25"-6312"0"0,1 0 1 0 0,0 1-1 0 0,1-1 0 0 0,2-18 0 0 0,-2 25-1555 0 0,1 1 0 0 0,-1-1-1 0 0,1 1 1 0 0,0-1 0 0 0,0 1 0 0 0,1 0 0 0 0,-1-1-1 0 0,1 1 1 0 0,-1 0 0 0 0,1 0 0 0 0,0 0 0 0 0,0 0 0 0 0,1 0-1 0 0,-1 1 1 0 0,0-1 0 0 0,1 1 0 0 0,0-1 0 0 0,-1 1-1 0 0,1 0 1 0 0,0 0 0 0 0,0 0 0 0 0,0 0 0 0 0,1 1 0 0 0,2-2-1 0 0,-3 1-44 0 0,0 0 0 0 0,20-1-1 0 0,-19 2 0 0 0,0 1 0 0 0,1 0 0 0 0,-1 0 0 0 0,0 0 0 0 0,0 0 0 0 0,0 1 0 0 0,0 0-1 0 0,0 0 1 0 0,0 0 0 0 0,0 0 0 0 0,0 0 0 0 0,0 1 0 0 0,0 0 0 0 0,0 0 0 0 0,-1 0 0 0 0,1 0 0 0 0,-1 0 0 0 0,0 1 0 0 0,1 0 0 0 0,-1 0 0 0 0,4 4 0 0 0,-4-2 6 0 0,0-1 1 0 0,0 1-1 0 0,-1 0 1 0 0,1 0-1 0 0,-1 0 1 0 0,0 0-1 0 0,-1 0 0 0 0,1 0 1 0 0,-1 1-1 0 0,0-1 1 0 0,0 0-1 0 0,-1 1 0 0 0,1-1 1 0 0,-1 1-1 0 0,-1 9 1 0 0,-1 0 99 0 0,-1 1 1 0 0,-1-1-1 0 0,0 0 0 0 0,-1 0 1 0 0,-1 0-1 0 0,-9 19 1 0 0,-54 81 1191 0 0,16-29-548 0 0,32-50-526 0 0,21-34-200 0 0,1 0 12 0 0,-1-2-35 0 0,0 1 0 0 0,0-1 0 0 0,0 0 0 0 0,0 0 0 0 0,0 0 0 0 0,0 0 0 0 0,0 1 0 0 0,0-1 0 0 0,0 0 0 0 0,0 0 0 0 0,0 0 0 0 0,0 1 0 0 0,0-1 0 0 0,1 0 0 0 0,-1 0 0 0 0,0 0 0 0 0,0 0 0 0 0,0 1 0 0 0,0-1 0 0 0,0 0 0 0 0,0 0 0 0 0,1 0 0 0 0,-1 0 0 0 0,0 0 0 0 0,0 0 0 0 0,0 0 0 0 0,0 1 0 0 0,0-1 0 0 0,1 0 0 0 0,-1 0 0 0 0,0 0-1 0 0,0 0 1 0 0,0 0 0 0 0,1 0 0 0 0,-1 0 0 0 0,0 0 0 0 0,0 0 0 0 0,0 0 0 0 0,1 0 0 0 0,-1 0 0 0 0,17 0 27 0 0,0-1 1 0 0,1 0-1 0 0,-1-1 0 0 0,16-5 0 0 0,7 0-5 0 0,71-15 11 0 0,24-3 71 0 0,-95 15-5809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3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70 952 0 0,'-87'6'12147'0'0,"90"-6"-11861"0"0,65-4 693 0 0,90-15 1 0 0,-3-1-655 0 0,-103 11-202 0 0,-50 9-107 0 0,0 0 9 0 0,9-1-2 0 0,-9 0-6 0 0,14-3-185 0 0,-7 1-637 0 0,18-11-7100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3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38 2472 0 0,'15'-29'13950'0'0,"-15"29"-13779"0"0,0-1 0 0 0,1 1 0 0 0,-1-1 0 0 0,0 1 0 0 0,0-1 1 0 0,1 1-1 0 0,-1-1 0 0 0,0 1 0 0 0,1-1 0 0 0,-1 1 0 0 0,1-1 1 0 0,-1 1-1 0 0,1 0 0 0 0,-1-1 0 0 0,0 1 0 0 0,1 0 0 0 0,-1 0 1 0 0,1-1-1 0 0,-1 1 0 0 0,2 0 0 0 0,2 8 921 0 0,-4 30-1712 0 0,0-26 1004 0 0,-6 107 1066 0 0,-25 149 1 0 0,16-165-1068 0 0,-27 118 233 0 0,33-180 232 0 0,7-35 239 0 0,-1 4-5088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4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305 101 3304 0 0,'5'-4'1207'0'0,"2"-3"1464"0"0,0 0 1 0 0,-1 0-1 0 0,1-1 1 0 0,7-12-1 0 0,-14 18-2023 0 0,1-10 1175 0 0,-1 12-1803 0 0,-1-1 1 0 0,1 0-1 0 0,-1 1 1 0 0,1-1 0 0 0,-1 0-1 0 0,1 1 1 0 0,-1-1-1 0 0,0 1 1 0 0,1-1 0 0 0,-1 1-1 0 0,0-1 1 0 0,1 1-1 0 0,-1 0 1 0 0,0-1 0 0 0,0 1-1 0 0,0 0 1 0 0,1-1-1 0 0,-1 1 1 0 0,0 0 0 0 0,0 0-1 0 0,0 0 1 0 0,1 0-1 0 0,-2 0 1 0 0,-27 4 141 0 0,19 0-160 0 0,-1 0 0 0 0,1 1 1 0 0,-12 6-1 0 0,-9 9 11 0 0,2 1 0 0 0,-45 40 1 0 0,57-45-22 0 0,0 1 0 0 0,2 1 0 0 0,0 0 0 0 0,1 1 0 0 0,-13 24 0 0 0,27-43 8 0 0,-2 4-6 0 0,0-1 0 0 0,0 0 0 0 0,1 0 0 0 0,0 0 0 0 0,0 1 0 0 0,0-1-1 0 0,0 1 1 0 0,0-1 0 0 0,0 5 0 0 0,2 5 5 0 0,5 12-7 0 0,2-18 4 0 0,-4-5 4 0 0,17 12 0 0 0,0 0 1 0 0,1-1 0 0 0,47 18-1 0 0,-37-16 1 0 0,33 19-1 0 0,-46-23 14 0 0,-1 1 0 0 0,0 1 0 0 0,0 1 0 0 0,-2 0-1 0 0,20 23 1 0 0,-32-33 104 0 0,0 1 0 0 0,0 0-1 0 0,0 0 1 0 0,-1 0 0 0 0,1 0 0 0 0,-2 1-1 0 0,1-1 1 0 0,0 1 0 0 0,-1 0 0 0 0,0 0-1 0 0,-1 0 1 0 0,1 0 0 0 0,-1 0 0 0 0,0 0-1 0 0,0 0 1 0 0,-1 1 0 0 0,0-1 0 0 0,0 0-1 0 0,-1 0 1 0 0,1 1 0 0 0,-1-1 0 0 0,-1 0-1 0 0,-2 9 1 0 0,2-11-23 0 0,0 0-1 0 0,0 0 1 0 0,0 0-1 0 0,0 0 0 0 0,-1 0 1 0 0,0 0-1 0 0,0-1 1 0 0,0 1-1 0 0,0-1 1 0 0,0 0-1 0 0,-1 0 0 0 0,1 0 1 0 0,-1-1-1 0 0,-4 3 1 0 0,2-2-33 0 0,-1 0 1 0 0,1 0 0 0 0,-1-1-1 0 0,0 1 1 0 0,0-2-1 0 0,0 1 1 0 0,0-1 0 0 0,-10 1-1 0 0,6-2-26 0 0,0 0-1 0 0,0-1 1 0 0,0 0-1 0 0,0 0 1 0 0,1-1-1 0 0,-1 0 1 0 0,1-1-1 0 0,-1-1 1 0 0,1 0-1 0 0,0 0 1 0 0,-18-10-1 0 0,25 11-35 0 0,-1 0-1 0 0,1 0 1 0 0,0 0-1 0 0,0 0 0 0 0,0 0 1 0 0,0-1-1 0 0,0 1 1 0 0,1-1-1 0 0,0 0 0 0 0,-1 0 1 0 0,1 0-1 0 0,1 0 1 0 0,-1 0-1 0 0,1 0 0 0 0,-1 0 1 0 0,1 0-1 0 0,0-1 0 0 0,1 1 1 0 0,-1-1-1 0 0,1 1 1 0 0,0 0-1 0 0,0-1 0 0 0,0 1 1 0 0,1-1-1 0 0,-1 1 1 0 0,3-8-1 0 0,3-9-30 0 0,0 0-1 0 0,2 1 1 0 0,0 0 0 0 0,12-21-1 0 0,-19 39 29 0 0,105-180-132 0 0,-69 125 182 0 0,-3-1 1 0 0,38-90-1 0 0,-70 143-88 0 0,0 0 0 0 0,-1 0 0 0 0,1 0 0 0 0,-1 1 1 0 0,-1-1-1 0 0,1 0 0 0 0,-1-1 0 0 0,0 1 0 0 0,0-7 0 0 0,0 10-45 0 0,-1 0-1 0 0,1 0 1 0 0,-1 1 0 0 0,1-1-1 0 0,-1 0 1 0 0,0 1 0 0 0,1-1-1 0 0,-1 0 1 0 0,0 1 0 0 0,0-1-1 0 0,0 1 1 0 0,0 0 0 0 0,0-1-1 0 0,0 1 1 0 0,-1 0 0 0 0,1-1-1 0 0,0 1 1 0 0,-1 0 0 0 0,1 0-1 0 0,-1 0 1 0 0,1 0 0 0 0,-1 1-1 0 0,0-1 1 0 0,1 0 0 0 0,-1 1-1 0 0,0-1 1 0 0,1 1 0 0 0,-1-1-1 0 0,-3 1 1 0 0,-2-1-463 0 0,-1 1 1 0 0,1 0-1 0 0,-1 0 0 0 0,1 1 1 0 0,-1 0-1 0 0,1 0 0 0 0,0 0 1 0 0,-1 1-1 0 0,1 1 0 0 0,0-1 1 0 0,0 1-1 0 0,1 0 0 0 0,-8 5 1 0 0,-26 20-7042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4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38 2052 0 0,'-26'-33'14256'0'0,"17"29"-11512"0"0,8 5-2710 0 0,0 0 0 0 0,0-1-1 0 0,0 1 1 0 0,0 0 0 0 0,0 1-1 0 0,1-1 1 0 0,-1 0 0 0 0,0 0-1 0 0,1 0 1 0 0,-1 0 0 0 0,0 1-1 0 0,1-1 1 0 0,0 0-1 0 0,-1 0 1 0 0,1 1 0 0 0,0-1-1 0 0,-1 0 1 0 0,1 1 0 0 0,0-1-1 0 0,0 0 1 0 0,0 1 0 0 0,0 1-1 0 0,1 45 1259 0 0,0-29-795 0 0,-18 408 4938 0 0,15-362-5251 0 0,1-35-23 0 0,-8 52 0 0 0,9-78-143 0 0,0 32 277 0 0,0-35-268 0 0,0 8-605 0 0,0-20-434 0 0,3-48-835 0 0,-1 41 1658 0 0,-1 0-1 0 0,-1 0 1 0 0,-1 0 0 0 0,0 0-1 0 0,-6-30 1 0 0,6 47 186 0 0,1 0 1 0 0,-1-1-1 0 0,1 1 1 0 0,-1 0-1 0 0,0 0 1 0 0,0 0-1 0 0,0-1 0 0 0,0 1 1 0 0,0 0-1 0 0,0 0 1 0 0,0 0-1 0 0,0 0 1 0 0,0 1-1 0 0,0-1 1 0 0,-1 0-1 0 0,1 0 0 0 0,0 1 1 0 0,-1-1-1 0 0,1 0 1 0 0,0 1-1 0 0,-1 0 1 0 0,1-1-1 0 0,-1 1 1 0 0,1 0-1 0 0,0 0 1 0 0,-1 0-1 0 0,1 0 0 0 0,-1 0 1 0 0,1 0-1 0 0,-1 0 1 0 0,1 0-1 0 0,-1 0 1 0 0,1 1-1 0 0,0-1 1 0 0,-3 1-1 0 0,-5 2-7 0 0,1-1 0 0 0,-1 1 0 0 0,-15 8 0 0 0,-2 3 40 0 0,0 2 0 0 0,2 0 0 0 0,-37 32 0 0 0,-60 66-1409 0 0,110-102 916 0 0,5-4-1055 0 0,-4 6-2253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5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99 476 0 0,'-3'0'7117'0'0,"-25"1"3990"0"0,25-1-10637 0 0,-11 0 1174 0 0,17 0-1579 0 0,229-36 282 0 0,-171 24-329 0 0,-31 6-156 0 0,64-12-7 0 0,-36 4-4283 0 0,-31 0-4365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5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4 2188 0 0,'-16'-2'7959'0'0,"-11"1"-2539"0"0,24 1-4330 0 0,-1 2-375 0 0,3-2-612 0 0,0 1 0 0 0,0-1 0 0 0,0 0 0 0 0,0 1 1 0 0,0-1-1 0 0,0 1 0 0 0,1-1 0 0 0,-1 1 0 0 0,0-1 0 0 0,0 1 1 0 0,0-1-1 0 0,1 1 0 0 0,-1 0 0 0 0,0-1 0 0 0,1 1 0 0 0,-1 0 1 0 0,1 0-1 0 0,-1-1 0 0 0,0 2 0 0 0,-8 49 1788 0 0,2 0 0 0 0,-1 59 0 0 0,4-49-1456 0 0,-17 184 247 0 0,20-231-974 0 0,0 25-5443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6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85 3060 0 0,'6'-52'14557'0'0,"-5"22"-9979"0"0,-1 28-4010 0 0,0 19-533 0 0,-11 77 73 0 0,5-52-64 0 0,1 0 0 0 0,3 0 1 0 0,3 56-1 0 0,-1-93-34 0 0,0 1 0 0 0,1-1-1 0 0,0 1 1 0 0,0-1 0 0 0,1 0 0 0 0,0 1 0 0 0,0-1 0 0 0,0 0 0 0 0,0 0 0 0 0,1 0 0 0 0,-1 0 0 0 0,2-1-1 0 0,-1 1 1 0 0,0-1 0 0 0,1 0 0 0 0,0 0 0 0 0,-1 0 0 0 0,2 0 0 0 0,4 3 0 0 0,-8-6-9 0 0,-1 0-1 0 0,1 0 1 0 0,1 0 0 0 0,-1 0 0 0 0,0-1 0 0 0,0 1-1 0 0,0 0 1 0 0,0-1 0 0 0,0 1 0 0 0,1-1 0 0 0,-1 1-1 0 0,0-1 1 0 0,0 0 0 0 0,1 0 0 0 0,-1 1-1 0 0,0-1 1 0 0,1 0 0 0 0,2 0 0 0 0,5-1 31 0 0,-2 0-39 0 0,0 0 0 0 0,0 0 0 0 0,0-1-1 0 0,0 0 1 0 0,-1 0 0 0 0,1 0 0 0 0,0-1 0 0 0,-1 0 0 0 0,0-1-1 0 0,0 1 1 0 0,0-1 0 0 0,0-1 0 0 0,0 1 0 0 0,-1-1 0 0 0,0 0-1 0 0,9-9 1 0 0,7-12-71 0 0,-1-1 0 0 0,22-37 0 0 0,-31 48 97 0 0,-3 2 313 0 0,0 0 1 0 0,8-20 0 0 0,-15 32-296 0 0,3-4 219 0 0,-179 609 3732 0 0,174-597-3977 0 0,-9 37 255 0 0,5-23-2379 0 0,0 2-5797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6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26 116 1516 0 0,'-14'-24'11541'0'0,"3"3"-5138"0"0,10 20-5861 0 0,11-7-57 0 0,274-43-1164 0 0,-264 50-467 0 0,5-1-2281 0 0,0-2-4111 0 0,-12 1 2245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7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1 452 0 0,'-25'5'4507'0'0,"-37"14"0"0"0,45-12-3395 0 0,1 0 0 0 0,0 0 0 0 0,-16 12 0 0 0,22-13-912 0 0,1 1-1 0 0,0 0 0 0 0,1 0 1 0 0,0 0-1 0 0,0 1 1 0 0,1 0-1 0 0,0 1 1 0 0,0 0-1 0 0,1 0 0 0 0,0 0 1 0 0,0 1-1 0 0,1 0 1 0 0,1 0-1 0 0,-5 14 1 0 0,7-20-93 0 0,1 1-1 0 0,0-1 1 0 0,0 1 0 0 0,0-1 0 0 0,1 1 0 0 0,0-1 0 0 0,-1 1 0 0 0,2-1 0 0 0,-1 1 0 0 0,0-1 0 0 0,1 1 0 0 0,0-1 0 0 0,0 1 0 0 0,0-1 0 0 0,1 0 0 0 0,-1 0 0 0 0,1 1 0 0 0,5 6 0 0 0,-6-9-15 0 0,1 0-1 0 0,-1 0 1 0 0,1-1 0 0 0,0 1 0 0 0,0-1-1 0 0,0 1 1 0 0,0-1 0 0 0,0 0 0 0 0,0 1-1 0 0,0-1 1 0 0,0 0 0 0 0,1 0 0 0 0,-1-1-1 0 0,0 1 1 0 0,1 0 0 0 0,2-1 0 0 0,43 2 631 0 0,-31-2-583 0 0,37-3 28 0 0,29 0-53 0 0,-72 4-106 0 0,-1 0 0 0 0,0 0 0 0 0,1 0 0 0 0,-1 2 1 0 0,18 5-1 0 0,-22-5 8 0 0,0 0 0 0 0,0 0 0 0 0,-1 0 1 0 0,1 1-1 0 0,-1 0 0 0 0,0 0 0 0 0,0 0 0 0 0,0 0 1 0 0,-1 1-1 0 0,0 0 0 0 0,0 0 0 0 0,0 0 0 0 0,0 1 1 0 0,-1-1-1 0 0,0 1 0 0 0,0 0 0 0 0,0 0 0 0 0,-1 0 1 0 0,0 0-1 0 0,0 0 0 0 0,-1 1 0 0 0,2 9 1 0 0,-2-5 263 0 0,0 1 1 0 0,0 0 0 0 0,-1-1 0 0 0,-1 1 0 0 0,0 0-1 0 0,-1-1 1 0 0,0 1 0 0 0,-1-1 0 0 0,0 0 0 0 0,0 0 0 0 0,-9 18-1 0 0,8-22-66 0 0,0 0 0 0 0,0 0 1 0 0,-1 0-1 0 0,0 0 0 0 0,0-1 0 0 0,0 0 0 0 0,-1 0 0 0 0,0-1 0 0 0,0 1 0 0 0,0-1 0 0 0,-1-1 0 0 0,0 1 0 0 0,0-1 0 0 0,0 0 0 0 0,-15 5 0 0 0,16-7-324 0 0,0 0 0 0 0,0-1 0 0 0,0 0-1 0 0,0 0 1 0 0,0-1 0 0 0,-1 0 0 0 0,1 0 0 0 0,0 0-1 0 0,0-1 1 0 0,-1 1 0 0 0,1-2 0 0 0,0 1-1 0 0,0-1 1 0 0,0 0 0 0 0,0 0 0 0 0,1 0 0 0 0,-1-1-1 0 0,0 0 1 0 0,1 0 0 0 0,0 0 0 0 0,-6-6-1 0 0,6 6-564 0 0,1-1 0 0 0,-1 0 0 0 0,1 0-1 0 0,0-1 1 0 0,1 1 0 0 0,-1-1 0 0 0,1 0-1 0 0,0 0 1 0 0,0 0 0 0 0,-3-6 0 0 0,5 6-546 0 0,-1 0 0 0 0,1 0 0 0 0,0 0 0 0 0,0 0 0 0 0,0 0 0 0 0,1 0 0 0 0,-1-8 0 0 0,3-11-5714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7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30 3128 0 0,'-54'-19'9854'0'0,"22"11"-6835"0"0,30 7-2608 0 0,1 1-364 0 0,1 0 0 0 0,-1-1 0 0 0,1 1 0 0 0,-1 0 1 0 0,1 0-1 0 0,-1 0 0 0 0,1 0 0 0 0,-1 0 0 0 0,1 0 1 0 0,-1 0-1 0 0,0 0 0 0 0,1 0 0 0 0,-1 0 0 0 0,1 0 1 0 0,-1 0-1 0 0,1 0 0 0 0,-1 0 0 0 0,1 1 1 0 0,-1-1-1 0 0,0 0 0 0 0,2 8 123 0 0,1-1 1 0 0,-1 0 0 0 0,1-1-1 0 0,1 1 1 0 0,-1 0-1 0 0,1 0 1 0 0,1-1-1 0 0,5 10 1 0 0,7 14 323 0 0,21 54 781 0 0,47 162 0 0 0,-69-185-1106 0 0,-2-1 0 0 0,-3 1-1 0 0,3 106 1 0 0,-13-81-22 0 0,-4 1 0 0 0,-24 144 0 0 0,16-174-112 0 0,-3 0-1 0 0,-2-1 1 0 0,-2-1-1 0 0,-52 101 1 0 0,48-113-876 0 0,-3-1 1 0 0,-43 53 0 0 0,49-70-1480 0 0,-2-2 0 0 0,-35 31 0 0 0,22-31-2326 0 0,3-3-2094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8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95 2576 0 0,'-24'-11'8229'0'0,"-19"-17"23"0"0,41 28-7723 0 0,17-6-492 0 0,0 1 0 0 0,0 1 0 0 0,0 0 1 0 0,0 1-1 0 0,31-1 0 0 0,-1-1-44 0 0,136-13-2725 0 0,-61 13-7004 0 0,-99 4 4806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8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11 480 0 0,'-107'78'11983'0'0,"106"-78"-11926"0"0,0 1 0 0 0,1-1 0 0 0,-1 0 0 0 0,1 1 0 0 0,-1-1 0 0 0,1 1 0 0 0,-1-1 0 0 0,1 1 0 0 0,-1-1 0 0 0,1 1 0 0 0,-1-1 0 0 0,1 1 0 0 0,-1-1 0 0 0,1 1 0 0 0,0 0 0 0 0,-1-1 0 0 0,1 1 1 0 0,0-1-1 0 0,0 1 0 0 0,0 0 0 0 0,-1-1 0 0 0,1 1 0 0 0,0 0 0 0 0,0-1 0 0 0,0 1 0 0 0,0 0 0 0 0,0 0 0 0 0,0-1 0 0 0,0 1 0 0 0,0 0 0 0 0,0-1 0 0 0,1 1 0 0 0,-1 0 0 0 0,0-1 0 0 0,0 1 0 0 0,0 0 0 0 0,1-1 0 0 0,-1 1 0 0 0,0-1 0 0 0,1 1 0 0 0,-1-1 0 0 0,1 1 0 0 0,-1 0 0 0 0,1-1 0 0 0,-1 1 0 0 0,1-1 0 0 0,-1 0 0 0 0,1 1 0 0 0,-1-1 0 0 0,1 1 0 0 0,0-1 0 0 0,2 2 40 0 0,0 0-1 0 0,0 0 1 0 0,0-1-1 0 0,1 0 0 0 0,-1 1 1 0 0,0-1-1 0 0,0 0 1 0 0,5 0-1 0 0,32 0 144 0 0,0-1 0 0 0,-1-3 0 0 0,72-13 0 0 0,123-32-3035 0 0,-81 4-4049 0 0,-96 24 1631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39:48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357 102 1036 0 0,'21'-22'13437'0'0,"-13"9"-10258"0"0,-9 13-3124 0 0,0 0 1 0 0,0-1-1 0 0,0 1 1 0 0,0 0-1 0 0,0 0 1 0 0,0-1-1 0 0,0 1 1 0 0,0 0-1 0 0,0 0 1 0 0,0 0-1 0 0,0 0 1 0 0,0 0-1 0 0,0 1 1 0 0,0-1-1 0 0,0 0 1 0 0,0 0-1 0 0,1 1 1 0 0,-1-1-1 0 0,0 0 1 0 0,0 1-1 0 0,0-1 1 0 0,0 1-1 0 0,0-1 1 0 0,0 2 0 0 0,-24 14 696 0 0,23-15-683 0 0,-24 20 382 0 0,0 1-1 0 0,2 1 1 0 0,0 1 0 0 0,-39 54-1 0 0,37-42-222 0 0,3 2 0 0 0,1 1 0 0 0,-23 53-1 0 0,39-76-185 0 0,0 0-1 0 0,1 1 0 0 0,0-1 1 0 0,1 1-1 0 0,1 0 0 0 0,1 0 1 0 0,1 0-1 0 0,0 25 0 0 0,1-36-19 0 0,1-1 1 0 0,-1 1-1 0 0,1-1 0 0 0,0 1 0 0 0,1 0 0 0 0,-1-1 0 0 0,1 0 1 0 0,0 1-1 0 0,0-1 0 0 0,1 0 0 0 0,0 0 0 0 0,0 0 0 0 0,0-1 1 0 0,0 1-1 0 0,1-1 0 0 0,-1 1 0 0 0,1-1 0 0 0,0 0 0 0 0,1-1 1 0 0,-1 1-1 0 0,1-1 0 0 0,-1 0 0 0 0,1 0 0 0 0,0 0 1 0 0,0 0-1 0 0,1-1 0 0 0,-1 0 0 0 0,11 3 0 0 0,-5-3 102 0 0,1-1 1 0 0,0 1-1 0 0,0-2 0 0 0,0 0 1 0 0,0 0-1 0 0,0-1 0 0 0,0 0 1 0 0,0-1-1 0 0,-1-1 0 0 0,1 0 1 0 0,-1 0-1 0 0,14-7 0 0 0,-5 1 102 0 0,-1 0 0 0 0,0-1 0 0 0,0-1 0 0 0,-1-1 0 0 0,31-28 0 0 0,-30 22-129 0 0,-1-1 0 0 0,0 0 0 0 0,-2-2 1 0 0,0 0-1 0 0,-2-1 0 0 0,0 0 0 0 0,-1-1 0 0 0,12-33 0 0 0,-17 36-9 0 0,-1 0-1 0 0,-1 0 0 0 0,-1 0 1 0 0,-1-1-1 0 0,-1 0 1 0 0,0 0-1 0 0,-2 0 0 0 0,0 0 1 0 0,-2 0-1 0 0,-5-39 0 0 0,5 52-108 0 0,-1-1-1 0 0,-1 1 0 0 0,1 0 1 0 0,-1 0-1 0 0,-1 0 0 0 0,1 0 1 0 0,-1 0-1 0 0,-1 1 0 0 0,1 0 1 0 0,-1 0-1 0 0,-1 0 0 0 0,1 0 1 0 0,-1 1-1 0 0,0 0 0 0 0,-1 0 1 0 0,1 1-1 0 0,-1-1 0 0 0,0 2 1 0 0,-1-1-1 0 0,1 1 1 0 0,-1 0-1 0 0,0 0 0 0 0,0 1 1 0 0,0 0-1 0 0,0 1 0 0 0,0-1 1 0 0,-1 2-1 0 0,1-1 0 0 0,-1 1 1 0 0,-12 0-1 0 0,1 1-624 0 0,0 1 0 0 0,-1 0 0 0 0,1 2 0 0 0,0 0 1 0 0,0 1-1 0 0,0 2 0 0 0,-23 8 0 0 0,-1 4-4748 0 0,-80 46-1 0 0,54-24-4421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8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41 128 1904 0 0,'-2'1'3825'0'0,"-11"1"-557"0"0,-3 0 2524 0 0,15-1-5743 0 0,1-1 0 0 0,0 0 0 0 0,0 0 0 0 0,0 0 0 0 0,-1 0 0 0 0,1 0 0 0 0,0 1 0 0 0,0-1 0 0 0,0 0 1 0 0,-1 0-1 0 0,1 0 0 0 0,0 0 0 0 0,0 0 0 0 0,-1 0 0 0 0,1 0 0 0 0,0 0 0 0 0,0 0 0 0 0,0 0 0 0 0,-1 0 0 0 0,1 0 1 0 0,0 0-1 0 0,0 0 0 0 0,-1 0 0 0 0,1 0 0 0 0,0 0 0 0 0,0 0 0 0 0,-1 0 0 0 0,1-1 0 0 0,0 1 0 0 0,0 0 0 0 0,0 0 1 0 0,-1 0-1 0 0,1 0 0 0 0,0 0 0 0 0,0-1 0 0 0,0 1 0 0 0,0 0 0 0 0,-1 0 0 0 0,1 0 0 0 0,0 0 0 0 0,0-1 0 0 0,0 1 1 0 0,0 0-1 0 0,10-9 459 0 0,22-7-506 0 0,200-57 318 0 0,-134 51-5848 0 0,-74 15 326 0 0,-10 3 557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9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143 141 1672 0 0,'-11'-28'7939'0'0,"-1"-7"-3007"0"0,11 33-4867 0 0,1 1 0 0 0,0 0 0 0 0,0-1 0 0 0,1 1 0 0 0,-1 0-1 0 0,0-1 1 0 0,0 1 0 0 0,1-1 0 0 0,-1 1 0 0 0,1 0 0 0 0,-1-1-1 0 0,1 1 1 0 0,0 0 0 0 0,-1 0 0 0 0,1 0 0 0 0,0-1 0 0 0,0 1 0 0 0,0 0-1 0 0,0 0 1 0 0,1-1 0 0 0,23-17 369 0 0,-14 13-407 0 0,1 1 0 0 0,0 1 0 0 0,0 0 1 0 0,0 1-1 0 0,0 0 0 0 0,0 1 0 0 0,1 0 1 0 0,-1 1-1 0 0,1 0 0 0 0,0 1 0 0 0,-1 1 0 0 0,1 0 1 0 0,-1 0-1 0 0,1 1 0 0 0,-1 1 0 0 0,0 0 0 0 0,0 1 1 0 0,0 0-1 0 0,0 1 0 0 0,-1 0 0 0 0,18 11 1 0 0,-26-14-21 0 0,0 1 0 0 0,0-1 0 0 0,0 1 0 0 0,-1-1 0 0 0,1 1 1 0 0,-1 0-1 0 0,1 0 0 0 0,-1 1 0 0 0,0-1 0 0 0,0 0 0 0 0,0 1 1 0 0,-1-1-1 0 0,1 1 0 0 0,-1-1 0 0 0,0 1 0 0 0,1 6 0 0 0,-1-4 7 0 0,-1 0-1 0 0,0 0 1 0 0,0 0-1 0 0,-1 0 1 0 0,1 0-1 0 0,-1 0 0 0 0,-1 0 1 0 0,1 0-1 0 0,-5 10 1 0 0,0-1 15 0 0,-2-1 0 0 0,0 1 1 0 0,0-1-1 0 0,-2-1 0 0 0,1 1 1 0 0,-24 22-1 0 0,2-8 259 0 0,-48 34 0 0 0,24-20 455 0 0,54-41-708 0 0,1-1-49 0 0,1 1 11 0 0,0-1 0 0 0,0 1 0 0 0,0-1-1 0 0,-1 1 1 0 0,1-1 0 0 0,0 1 0 0 0,0-1-1 0 0,0 0 1 0 0,0 0 0 0 0,0 1 0 0 0,0-1 0 0 0,0 0-1 0 0,0 0 1 0 0,0 0 0 0 0,1 0 0 0 0,6-1-3 0 0,0 1 0 0 0,0 0 0 0 0,0 1 1 0 0,0 0-1 0 0,0 0 0 0 0,0 0 0 0 0,-1 1 0 0 0,1 0 1 0 0,0 1-1 0 0,-1 0 0 0 0,0 0 0 0 0,1 0 0 0 0,-1 1 1 0 0,7 5-1 0 0,-2-1 3 0 0,-6-5 52 0 0,-1 0 1 0 0,0 1-1 0 0,-1-1 1 0 0,1 1-1 0 0,-1 0 1 0 0,0 0-1 0 0,0 1 1 0 0,0 0-1 0 0,0-1 1 0 0,-1 1-1 0 0,0 0 1 0 0,0 1 0 0 0,0-1-1 0 0,0 0 1 0 0,1 8-1 0 0,-3-9-3 0 0,0 1 1 0 0,0 0-1 0 0,0 0 0 0 0,-1-1 1 0 0,0 1-1 0 0,0 0 0 0 0,0 0 1 0 0,-1-1-1 0 0,1 1 0 0 0,-1 0 1 0 0,0 0-1 0 0,-1-1 0 0 0,1 1 1 0 0,-1-1-1 0 0,0 1 0 0 0,0-1 1 0 0,0 0-1 0 0,-1 0 0 0 0,-3 5 1 0 0,-3 2 73 0 0,0 0 0 0 0,-1-1 0 0 0,-1 0 1 0 0,0-1-1 0 0,0 0 0 0 0,-1-1 0 0 0,0 0 1 0 0,0-1-1 0 0,0 0 0 0 0,-1-1 0 0 0,0-1 1 0 0,-1 0-1 0 0,1 0 0 0 0,-1-2 0 0 0,0 1 1 0 0,0-2-1 0 0,0 0 0 0 0,0 0 0 0 0,-1-2 1 0 0,1 0-1 0 0,0 0 0 0 0,0-1 0 0 0,0-1 1 0 0,-1 0-1 0 0,2-1 0 0 0,-23-8 0 0 0,33 10-279 0 0,0 0-1 0 0,0 0 0 0 0,1 0 0 0 0,-1-1 0 0 0,0 1 0 0 0,0-1 0 0 0,1 0 0 0 0,-1 0 0 0 0,1 0 0 0 0,0 0 0 0 0,0 0 0 0 0,0 0 0 0 0,0-1 0 0 0,0 1 0 0 0,0-1 0 0 0,0 1 0 0 0,-1-4 0 0 0,2 4-170 0 0,1-1-1 0 0,-1 1 1 0 0,1 0 0 0 0,0 0-1 0 0,0 0 1 0 0,0 0 0 0 0,0 0-1 0 0,0-1 1 0 0,1 1 0 0 0,-1 0-1 0 0,0 0 1 0 0,1 0 0 0 0,0 0-1 0 0,-1 0 1 0 0,1 0 0 0 0,0 0-1 0 0,0 0 1 0 0,0 0 0 0 0,0 0-1 0 0,1 0 1 0 0,-1 1 0 0 0,0-1-1 0 0,1 0 1 0 0,1-1 0 0 0,11-9-3735 0 0,1-3-1892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10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609 49 3352 0 0,'28'-44'11517'0'0,"-28"44"-11486"0"0,0 0-1 0 0,0 0 1 0 0,0 0-1 0 0,0 1 1 0 0,0-1-1 0 0,1 0 1 0 0,-1 0-1 0 0,0 0 1 0 0,0 1-1 0 0,0-1 1 0 0,1 0-1 0 0,-1 0 1 0 0,0 0-1 0 0,0 0 1 0 0,0 0-1 0 0,1 1 1 0 0,-1-1-1 0 0,0 0 1 0 0,0 0-1 0 0,1 0 1 0 0,-1 0-1 0 0,0 0 1 0 0,0 0-1 0 0,1 0 1 0 0,-1 0-1 0 0,0 0 1 0 0,0 0-1 0 0,1 0 1 0 0,-1 0-1 0 0,0 0 1 0 0,1 0-1 0 0,-1 0 1 0 0,0 0-1 0 0,0 0 1 0 0,0-1-1 0 0,1 1 1 0 0,-1 0-1 0 0,0 0 1 0 0,0 0-1 0 0,1 0 1 0 0,-1 0-1 0 0,0-1 1 0 0,0 1-1 0 0,0 0 1 0 0,1 0-1 0 0,-1 0 1 0 0,0-1-1 0 0,0 1 0 0 0,0 0 1 0 0,0 0-1 0 0,0 0 1 0 0,0-1-1 0 0,1 1 1 0 0,-1 0-1 0 0,0 0 1 0 0,0-1-1 0 0,0 1 1 0 0,0 0-1 0 0,0 0 1 0 0,0-1-1 0 0,0 1 1 0 0,0 0-1 0 0,0-1 1 0 0,0 1-1 0 0,0 0 1 0 0,0-1-1 0 0,12 17 639 0 0,-2 9-430 0 0,-1 0 0 0 0,-2 0 0 0 0,-1 1 0 0 0,5 33 0 0 0,2 108 67 0 0,-8-91-174 0 0,-4-59-107 0 0,15 151-1462 0 0,-16-166 1121 0 0,-11-40-1362 0 0,8 28 1698 0 0,-1 0 0 0 0,0 0-1 0 0,0 1 1 0 0,-1 0 0 0 0,0 0 0 0 0,0 0-1 0 0,-1 0 1 0 0,-1 1 0 0 0,1 0 0 0 0,-14-13-1 0 0,18 20-11 0 0,0 1-1 0 0,0-1 1 0 0,0 0-1 0 0,0 1 1 0 0,1-1-1 0 0,-1 1 1 0 0,0-1-1 0 0,0 1 0 0 0,0 0 1 0 0,0 0-1 0 0,0 0 1 0 0,0 0-1 0 0,0 0 1 0 0,0 1-1 0 0,0-1 1 0 0,-3 1-1 0 0,-29 12 185 0 0,-17 21 224 0 0,1 1 0 0 0,-53 52 0 0 0,33-28-196 0 0,-34 24 18 0 0,-89 77-1350 0 0,177-141-795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10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47 159 1740 0 0,'-23'0'6481'0'0,"15"0"-3390"0"0,5 0-2262 0 0,-9 0 1947 0 0,25-10-1886 0 0,247-78 111 0 0,-115 43-7570 0 0,-126 38 3256 0 0,-1-1-1209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10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16 1220 0 0,'-36'-13'10155'0'0,"30"12"-9772"0"0,3 0 522 0 0,-11 0 1695 0 0,13 2-2460 0 0,-1 1 0 0 0,1-1 0 0 0,-1 0 0 0 0,1 1 0 0 0,0-1 0 0 0,0 1-1 0 0,-1-1 1 0 0,1 1 0 0 0,0 0 0 0 0,0-1 0 0 0,1 1 0 0 0,-1 0 0 0 0,0 0 0 0 0,0 0-1 0 0,1 0 1 0 0,-1-1 0 0 0,1 1 0 0 0,0 3 0 0 0,-6 46 1336 0 0,5-35-1123 0 0,0-11-272 0 0,-20 338 1631 0 0,20-327-2143 0 0,2-1-1 0 0,3 21 1 0 0,7-4-2653 0 0,-10-30 2428 0 0,0 0-1 0 0,0-1 1 0 0,1 1-1 0 0,-1 0 1 0 0,0-1-1 0 0,1 1 1 0 0,-1-1-1 0 0,1 1 0 0 0,0-1 1 0 0,-1 0-1 0 0,5 3 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12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14 120 152 0 0,'5'-16'4576'0'0,"-1"-1"1"0"0,2-19-1 0 0,-3 21-1503 0 0,-3 24-2755 0 0,1-1 1 0 0,-1 1 0 0 0,-1 0-1 0 0,0-1 1 0 0,0 1 0 0 0,-4 16-1 0 0,0-2-37 0 0,-3 23-12 0 0,3 0 1 0 0,-1 77-1 0 0,6-112-250 0 0,2 0-1 0 0,-1 0 0 0 0,1 0 1 0 0,0 0-1 0 0,1 0 1 0 0,8 17-1 0 0,-10-24-16 0 0,1 0 0 0 0,1 0 0 0 0,-1 0 0 0 0,0 0 0 0 0,1 0 0 0 0,0 0 0 0 0,0-1 1 0 0,0 1-1 0 0,0-1 0 0 0,1 0 0 0 0,-1 0 0 0 0,1-1 0 0 0,0 1 0 0 0,0 0 0 0 0,0-1 0 0 0,0 0 0 0 0,0 0 0 0 0,6 1 0 0 0,-6-2-37 0 0,0 0 1 0 0,0-1-1 0 0,0 0 0 0 0,0 0 0 0 0,0 0 0 0 0,0 0 0 0 0,0-1 0 0 0,0 1 1 0 0,0-1-1 0 0,-1 0 0 0 0,1 0 0 0 0,0-1 0 0 0,0 1 0 0 0,-1-1 1 0 0,7-3-1 0 0,1-2-137 0 0,-1 0 0 0 0,0 0 0 0 0,14-14 0 0 0,-10 7 189 0 0,-1 0-1 0 0,-1-1 1 0 0,-1 0 0 0 0,0-1 0 0 0,-1 0 0 0 0,0 0-1 0 0,-1-1 1 0 0,-1-1 0 0 0,10-32 0 0 0,-6 7 1218 0 0,-8 33-851 0 0,-8 31-219 0 0,-49 207 1006 0 0,-28 143-3556 0 0,77-332-1145 0 0,4-15-5127 0 0</inkml:trace>
  <inkml:trace contextRef="#ctx0" brushRef="#br0" timeOffset="1">925 280 640 0 0,'2'-10'2026'0'0,"0"0"-1"0"0,0 0 1 0 0,-1 0 0 0 0,-1 0-1 0 0,0-14 1 0 0,0 9 572 0 0,0-1-38 0 0,0 12-2332 0 0,0 0 555 0 0,0 0-1 0 0,0-1 1 0 0,0 1-1 0 0,-1 0 0 0 0,-1-7 1 0 0,1 10-472 0 0,-10-5-7 0 0,3 5-300 0 0,-1 0 0 0 0,1 1 0 0 0,0 1 1 0 0,-1-1-1 0 0,1 1 0 0 0,0 1 0 0 0,-1-1 0 0 0,1 1 0 0 0,0 1 0 0 0,0 0 0 0 0,0 0 0 0 0,1 0 0 0 0,-13 8 1 0 0,-7 5-7 0 0,1 1 0 0 0,-33 27 0 0 0,51-38-15 0 0,0 1 1 0 0,0 1-1 0 0,1-1 0 0 0,0 1 1 0 0,1 0-1 0 0,-1 1 0 0 0,-6 12 1 0 0,11-18 12 0 0,1 0 0 0 0,-1 0 0 0 0,1 0 0 0 0,0 0 0 0 0,0 0 1 0 0,0 1-1 0 0,1-1 0 0 0,-1 0 0 0 0,1 0 0 0 0,0 1 0 0 0,0-1 1 0 0,0 0-1 0 0,0 0 0 0 0,0 1 0 0 0,1-1 0 0 0,-1 0 0 0 0,1 0 0 0 0,0 0 1 0 0,0 0-1 0 0,0 1 0 0 0,1-1 0 0 0,-1-1 0 0 0,1 1 0 0 0,-1 0 0 0 0,1 0 1 0 0,0-1-1 0 0,5 6 0 0 0,14 12 2 0 0,1-1 0 0 0,1 0 0 0 0,39 23 0 0 0,-40-28-1 0 0,0 1-1 0 0,-1 0 1 0 0,-1 2 0 0 0,0 0-1 0 0,17 21 1 0 0,-30-30 39 0 0,-1 0 0 0 0,0 0 1 0 0,-1 1-1 0 0,1-1 0 0 0,-2 1 0 0 0,1 0 1 0 0,2 11-1 0 0,-6-16 27 0 0,0-1 1 0 0,0 0-1 0 0,-1 0 1 0 0,1 1-1 0 0,-1-1 1 0 0,0 0-1 0 0,0 1 1 0 0,0-1-1 0 0,-1 0 1 0 0,1 1-1 0 0,-1-1 0 0 0,0 0 1 0 0,1 1-1 0 0,-2-1 1 0 0,1 0-1 0 0,0 0 1 0 0,-1 0-1 0 0,1 0 1 0 0,-1 0-1 0 0,0 0 1 0 0,0-1-1 0 0,0 1 1 0 0,0-1-1 0 0,0 1 1 0 0,-4 2-1 0 0,-3 2 52 0 0,0 0 0 0 0,0-1 0 0 0,-1 0-1 0 0,1-1 1 0 0,-2 1 0 0 0,1-2 0 0 0,0 0 0 0 0,-1 0 0 0 0,0-1 0 0 0,0 0 0 0 0,0-1-1 0 0,-13 2 1 0 0,14-3-274 0 0,0 0 0 0 0,1-1 0 0 0,-1 0-1 0 0,0-1 1 0 0,1 0 0 0 0,-1 0 0 0 0,1-1 0 0 0,-1 0-1 0 0,1-1 1 0 0,0 0 0 0 0,0 0 0 0 0,0-1 0 0 0,0 0-1 0 0,-12-9 1 0 0,18 11-332 0 0,0 0-1 0 0,0-1 1 0 0,0 1-1 0 0,1-1 0 0 0,-1 0 1 0 0,1 1-1 0 0,0-1 1 0 0,-1-1-1 0 0,-1-3 1 0 0,3 4-643 0 0,-1 0 1 0 0,1 0-1 0 0,0 0 1 0 0,0 0-1 0 0,1-1 1 0 0,-1 1-1 0 0,1-3 1 0 0</inkml:trace>
  <inkml:trace contextRef="#ctx0" brushRef="#br0" timeOffset="2">803 191 3200 0 0,'-5'-7'5514'0'0,"7"4"-5273"0"0,0 0-1 0 0,0 0 1 0 0,0 0 0 0 0,0 0 0 0 0,0 0-1 0 0,1 1 1 0 0,-1-1 0 0 0,1 1-1 0 0,-1 0 1 0 0,1 0 0 0 0,0 0-1 0 0,0 0 1 0 0,0 0 0 0 0,4-1-1 0 0,54-23 188 0 0,-42 18-128 0 0,35-12-190 0 0,70-16 0 0 0,-2 7-2943 0 0,-49 12-1392 0 0,-29 7 415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17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1908 0 0,'4'-10'4963'0'0,"-1"4"-4150"0"0,-3 5-495 0 0,0 0-1 0 0,1 0 1 0 0,-1 0-1 0 0,0 0 1 0 0,1 0-1 0 0,-1 0 1 0 0,1 0-1 0 0,-1 1 1 0 0,1-1-1 0 0,0 0 0 0 0,0 0 318 0 0,0 0-317 0 0,0 0-1 0 0,-1 1 1 0 0,2-2-1 0 0,0 2-183 0 0,-1 1-1 0 0,1-1 1 0 0,-1 0 0 0 0,0 1-1 0 0,1-1 1 0 0,-1 1-1 0 0,0 0 1 0 0,1-1-1 0 0,-1 1 1 0 0,0 0-1 0 0,0-1 1 0 0,0 1-1 0 0,0 0 1 0 0,0 0 0 0 0,1 1-1 0 0,49 41 182 0 0,-3 2 0 0 0,-1 2-1 0 0,-2 2 1 0 0,-3 1 0 0 0,-2 3 0 0 0,61 106-1 0 0,-66-93 15 0 0,-3 1 1 0 0,-4 1-1 0 0,-2 1 0 0 0,-4 2 0 0 0,26 137 0 0 0,-39-142-198 0 0,-2 1 0 0 0,-4-1 0 0 0,-3 1 0 0 0,-2 0-1 0 0,-4-1 1 0 0,-16 79 0 0 0,9-84-129 0 0,-3-2-1 0 0,-2 0 1 0 0,-3-1 0 0 0,-2-1-1 0 0,-3-1 1 0 0,-61 97 0 0 0,63-117-724 0 0,-31 33 1 0 0,40-53-2378 0 0,-31 27 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17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90 720 0 0,'-18'-22'13459'0'0,"13"18"-12568"0"0,-8-2 1711 0 0,11 6-1952 0 0,5 0-621 0 0,33-3 123 0 0,0-1 0 0 0,0-1 1 0 0,39-13-1 0 0,1 2-2349 0 0,-3 5-5238 0 0,-55 11 511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17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18 816 0 0,'-143'107'14832'0'0,"142"-106"-14489"0"0,1 2-80 0 0,0-3-254 0 0,0 0 0 0 0,0 0 0 0 0,0 0 0 0 0,0 0 0 0 0,0 1 0 0 0,0-1 0 0 0,0 0 0 0 0,0 0 0 0 0,0 0 0 0 0,0 1 0 0 0,0-1 0 0 0,0 0 0 0 0,0 0 0 0 0,0 0 0 0 0,0 1 0 0 0,0-1 0 0 0,1 0 0 0 0,-1 0 0 0 0,0 0 0 0 0,0 0 0 0 0,0 1 0 0 0,0-1 0 0 0,0 0 0 0 0,0 0 0 0 0,0 0 0 0 0,1 0 0 0 0,-1 0 0 0 0,0 0 0 0 0,0 1 0 0 0,0-1 1 0 0,0 0-1 0 0,1 0 0 0 0,-1 0 0 0 0,0 0 0 0 0,0 0 0 0 0,0 0 0 0 0,0 0 0 0 0,1 0 0 0 0,-1 0 0 0 0,0 0 0 0 0,0 0 0 0 0,0 0 0 0 0,1 0 0 0 0,-1 0 0 0 0,0 0 0 0 0,65-9-111 0 0,0-4 0 0 0,117-38 0 0 0,-112 30-2628 0 0,-2-4-3124 0 0,-32 11 479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18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267 103 496 0 0,'-2'-6'2139'0'0,"-1"-1"0"0"0,0 1 0 0 0,0 0 0 0 0,-6-7 0 0 0,-17-22 4222 0 0,17 24-5066 0 0,8 9-994 0 0,-10 0 302 0 0,10 2-592 0 0,1 0 0 0 0,-1-1 0 0 0,1 1 0 0 0,-1 0 0 0 0,1 0 0 0 0,-1 0-1 0 0,0 0 1 0 0,1 0 0 0 0,-1 0 0 0 0,1 0 0 0 0,-1 0 0 0 0,1 0 0 0 0,-1 0-1 0 0,0 0 1 0 0,1 0 0 0 0,-1 0 0 0 0,1 0 0 0 0,-1 0 0 0 0,1 1 0 0 0,-1-1-1 0 0,1 0 1 0 0,-2 1 0 0 0,-2 2 21 0 0,0-1-1 0 0,0 2 1 0 0,0-1-1 0 0,0 0 1 0 0,0 1-1 0 0,1 0 1 0 0,0 0-1 0 0,-6 8 1 0 0,-19 39 269 0 0,20-36-78 0 0,-12 24-1 0 0,3 0 0 0 0,1 1 1 0 0,2 0-1 0 0,2 1 1 0 0,1 1-1 0 0,-7 61 0 0 0,16-88-175 0 0,1 1 0 0 0,1 0 0 0 0,1 0 0 0 0,0-1 0 0 0,1 1 0 0 0,0-1 0 0 0,1 1 0 0 0,8 21 0 0 0,-9-30-30 0 0,1-1-1 0 0,0 0 0 0 0,1 0 0 0 0,-1 0 0 0 0,1-1 0 0 0,0 1 0 0 0,0-1 0 0 0,1 0 0 0 0,-1 0 1 0 0,1 0-1 0 0,1-1 0 0 0,-1 1 0 0 0,0-1 0 0 0,1-1 0 0 0,0 1 0 0 0,0-1 0 0 0,0 0 0 0 0,0 0 0 0 0,0-1 1 0 0,1 0-1 0 0,12 3 0 0 0,-6-3 51 0 0,1 0-1 0 0,-1-1 1 0 0,0 0 0 0 0,1-1-1 0 0,-1-1 1 0 0,0 0 0 0 0,1-1 0 0 0,-1-1-1 0 0,0 1 1 0 0,0-2 0 0 0,0 0 0 0 0,-1-1-1 0 0,1 0 1 0 0,-1-1 0 0 0,0 0 0 0 0,-1-1-1 0 0,0 0 1 0 0,0-1 0 0 0,20-17 0 0 0,-17 11 143 0 0,-1 0 1 0 0,0-1-1 0 0,0 0 1 0 0,-2-1-1 0 0,0 0 1 0 0,0-1-1 0 0,-2 0 1 0 0,0-1-1 0 0,-1 0 1 0 0,-1 0-1 0 0,-1-1 1 0 0,0 0-1 0 0,3-20 1 0 0,-7 21-27 0 0,0-1 0 0 0,0 1 1 0 0,-2-1-1 0 0,0 1 1 0 0,-2-1-1 0 0,0 1 0 0 0,0 0 1 0 0,-2-1-1 0 0,-10-29 1 0 0,10 37-171 0 0,0 1 0 0 0,0 0 0 0 0,-1 1 0 0 0,-1-1 0 0 0,0 1 0 0 0,0 0 0 0 0,-1 1 0 0 0,0-1 0 0 0,0 1 0 0 0,-1 0 0 0 0,0 1 1 0 0,0 0-1 0 0,-1 0 0 0 0,0 1 0 0 0,0 0 0 0 0,0 1 0 0 0,-18-8 0 0 0,9 7-101 0 0,1 1 0 0 0,-1 0-1 0 0,0 2 1 0 0,0 0 0 0 0,-1 1 0 0 0,1 0-1 0 0,-22 2 1 0 0,27 1-673 0 0,-1 0 0 0 0,1 1 0 0 0,0 0 1 0 0,-1 1-1 0 0,1 1 0 0 0,-14 5 0 0 0,22-7 221 0 0,1 0 0 0 0,0 1 0 0 0,0-1 0 0 0,0 1 0 0 0,0-1 0 0 0,1 1 0 0 0,-1 0 0 0 0,1 1 0 0 0,-4 3 0 0 0,4-4-939 0 0,1 1 0 0 0,-1 0 0 0 0,1 0 0 0 0,0 0-1 0 0,-3 6 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2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114 192 872 0 0,'4'-23'2080'0'0,"-2"1"0"0"0,-1-1 0 0 0,0 1 0 0 0,-2-1 0 0 0,-6-36 0 0 0,7 57-1671 0 0,0 1-177 0 0,0 0 0 0 0,-1-1 0 0 0,1 1 1 0 0,-1 0-1 0 0,0-1 0 0 0,1 1 0 0 0,-1 0 0 0 0,0 0 0 0 0,1 0 0 0 0,-1 0 0 0 0,0 0 0 0 0,0 0 0 0 0,-1-2 0 0 0,-1 5-143 0 0,1 0 0 0 0,1 0 1 0 0,-1 0-1 0 0,0 1 0 0 0,0-1 0 0 0,1 0 0 0 0,-1 1 0 0 0,1-1 0 0 0,0 1 0 0 0,0-1 1 0 0,0 1-1 0 0,0 0 0 0 0,0-1 0 0 0,-1 5 0 0 0,-7 50 650 0 0,7-41-559 0 0,-35 387 1521 0 0,33-339-1566 0 0,-1 79 55 0 0,-4 55 29 0 0,8-184-159 0 0,-5 18 160 0 0,6-31-212 0 0,-8 1-76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3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947 70 1648 0 0,'0'0'2854'0'0,"-1"-35"7009"0"0,1 35-9815 0 0,0-2 283 0 0,-1 0-1 0 0,1 0 1 0 0,-1 0-1 0 0,0 0 1 0 0,1 0-1 0 0,-1 0 1 0 0,0 1 0 0 0,0-1-1 0 0,0 0 1 0 0,-1 1-1 0 0,1-1 1 0 0,0 0-1 0 0,-1 1 1 0 0,1-1 0 0 0,-1 1-1 0 0,1 0 1 0 0,-1 0-1 0 0,-4-3 639 0 0,-10 4-782 0 0,13 0-174 0 0,0 1 1 0 0,1-1-1 0 0,-1 1 0 0 0,0 0 0 0 0,1 0 0 0 0,-1 0 0 0 0,0 0 0 0 0,1 1 1 0 0,-1-1-1 0 0,1 1 0 0 0,0 0 0 0 0,-1-1 0 0 0,-2 4 0 0 0,-6 3 20 0 0,-187 126 133 0 0,17-10-107 0 0,78-57-51 0 0,-200 122-13 0 0,289-182-27 0 0,8-4 16 0 0,0 0 0 0 0,1 1 0 0 0,-1-1 0 0 0,1 1 0 0 0,-7 6-1 0 0,6-4-2 0 0,3-4 11 0 0,-3 3 11 0 0,5-4 5 0 0,12 1-4557 0 0,-10-2 4234 0 0,0 0-1 0 0,1 0 1 0 0,-1 0-1 0 0,0 0 1 0 0,0-1 0 0 0,1 1-1 0 0,-1 0 1 0 0,0-1-1 0 0,2 0 1 0 0,20-14-3892 0 0,-14 9 949 0 0,1 1-989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1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54 184 0 0,'0'0'624'0'0,"2"-17"312"0"0,0 3-412 0 0,-2 2-376 0 0,1 2-352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4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43 84 0 0,'0'-2'1756'0'0,"18"-39"5673"0"0,-18 44-7013 0 0,-6 32 713 0 0,-18 64 0 0 0,6-33-539 0 0,-69 275 1610 0 0,-67 320-109 0 0,91-169-1484 0 0,55-356-418 0 0,14 222 1 0 0,-1-297-199 0 0,2 1 0 0 0,3-2 0 0 0,20 64 0 0 0,-22-99-217 0 0,1 0 0 0 0,2-1 1 0 0,25 44-1 0 0,-27-54-86 0 0,1 0 0 0 0,1 0-1 0 0,0-1 1 0 0,1-1 0 0 0,0 0 0 0 0,26 20 0 0 0,-26-24-246 0 0,1-1 0 0 0,0 0 0 0 0,1 0-1 0 0,-1-2 1 0 0,1 1 0 0 0,0-2 0 0 0,1 0 0 0 0,-1-1 0 0 0,1 0 0 0 0,-1-1-1 0 0,1 0 1 0 0,0-2 0 0 0,28-1 0 0 0,26-6-3910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5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64 1728 0 0,'4'-17'3300'0'0,"-3"10"-2014"0"0,1 0 1 0 0,-1 0 0 0 0,-1 1-1 0 0,1-14 1 0 0,2 57 670 0 0,-1 0 0 0 0,-7 72 0 0 0,-20 74-438 0 0,14-113-1029 0 0,-15 94 91 0 0,-34 325-100 0 0,63-413-3630 0 0,0-68 889 0 0,11-25-3566 0 0,-11 5 2883 0 0,-2-3-878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5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801 47 40 0 0,'-5'-8'3184'0'0,"3"3"-1846"0"0,-2-1-1 0 0,1 2 0 0 0,0-1 1 0 0,-8-7-1 0 0,10 11-1198 0 0,0 0 0 0 0,-1 0-1 0 0,1 1 1 0 0,0-1 0 0 0,-1 1 0 0 0,1-1 0 0 0,-1 1 0 0 0,1-1 0 0 0,-1 1-1 0 0,0 0 1 0 0,1-1 0 0 0,-1 1 0 0 0,1 0 0 0 0,-1 0 0 0 0,0 0 0 0 0,1 0-1 0 0,-1 1 1 0 0,1-1 0 0 0,-1 0 0 0 0,1 1 0 0 0,-1-1 0 0 0,1 1 0 0 0,-1-1-1 0 0,1 1 1 0 0,-1 0 0 0 0,1 0 0 0 0,-2 1 0 0 0,-7 4 344 0 0,0 0 0 0 0,-14 12 0 0 0,17-12-192 0 0,-170 134 1623 0 0,-116 86-1226 0 0,85-78-2694 0 0,209-153 303 0 0,0 3 1435 0 0,0 0-1 0 0,0 0 1 0 0,1 1 0 0 0,-1-1-1 0 0,1 0 1 0 0,-1 1 0 0 0,1-1-1 0 0,-1 1 1 0 0,4-2 0 0 0,-1 0-509 0 0,17-16-2759 0 0,4-4-1496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5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2340 0 0,'6'-13'2739'0'0,"0"-1"-1"0"0,3-18 1 0 0,10-21 2574 0 0,-17 50-5251 0 0,-1 1-1 0 0,0 0 0 0 0,1 0 0 0 0,0 0 0 0 0,-1 0 1 0 0,1 0-1 0 0,0 1 0 0 0,0-1 0 0 0,0 0 0 0 0,0 1 0 0 0,0 0 1 0 0,0-1-1 0 0,1 1 0 0 0,-1 0 0 0 0,0 0 0 0 0,1 0 1 0 0,-1 0-1 0 0,1 1 0 0 0,-1-1 0 0 0,1 1 0 0 0,3-1 0 0 0,0 1-24 0 0,0-1 0 0 0,-1 1-1 0 0,1 1 1 0 0,0-1 0 0 0,-1 1-1 0 0,1 0 1 0 0,-1 1-1 0 0,9 2 1 0 0,-12-3-9 0 0,1 0 0 0 0,0 1-1 0 0,0-1 1 0 0,-1 0 0 0 0,1 1 0 0 0,-1 0 0 0 0,1 0 0 0 0,-1 0-1 0 0,0 0 1 0 0,0 0 0 0 0,0 0 0 0 0,0 1 0 0 0,0-1 0 0 0,0 1-1 0 0,0-1 1 0 0,1 4 0 0 0,-1-1 17 0 0,-1-1-1 0 0,0 1 0 0 0,1-1 1 0 0,-2 1-1 0 0,1-1 1 0 0,0 1-1 0 0,-1 0 0 0 0,0-1 1 0 0,0 8-1 0 0,-2 3 42 0 0,-1-1-1 0 0,0 1 0 0 0,-1-1 0 0 0,-1-1 1 0 0,-9 22-1 0 0,-5 2 120 0 0,-1-2 1 0 0,-36 47-1 0 0,-6 10 74 0 0,62-91-277 0 0,-1-1-1 0 0,1 0 1 0 0,0 1-1 0 0,0-1 1 0 0,0 0-1 0 0,0 0 1 0 0,0 1-1 0 0,-1-1 1 0 0,1 0-1 0 0,0 1 1 0 0,0-1-1 0 0,0 0 1 0 0,0 1-1 0 0,0-1 1 0 0,0 0-1 0 0,0 1 1 0 0,0-1-1 0 0,0 0 1 0 0,0 1-1 0 0,0-1 1 0 0,0 0-1 0 0,0 1 1 0 0,1-1-1 0 0,-1 0 1 0 0,0 1-1 0 0,0-1 1 0 0,0 0-1 0 0,0 1 1 0 0,0-1-1 0 0,1 0 1 0 0,-1 0-1 0 0,0 1 1 0 0,0-1-1 0 0,1 0 1 0 0,-1 0-1 0 0,0 1 1 0 0,0-1-1 0 0,1 0 1 0 0,-1 0-1 0 0,0 0 1 0 0,0 1-1 0 0,1-1 1 0 0,-1 0-1 0 0,0 0 1 0 0,1 0-1 0 0,-1 0 1 0 0,0 0-1 0 0,1 0 1 0 0,-1 0-1 0 0,0 0 1 0 0,1 0-1 0 0,-1 0 1 0 0,0 0-1 0 0,1 0 1 0 0,-1 0-1 0 0,0 0 1 0 0,1 0-1 0 0,-1 0 1 0 0,1 0-1 0 0,21-3 27 0 0,173-54-205 0 0,106-26-6606 0 0,-249 77 552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6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30 2604 0 0,'-80'40'7276'0'0,"-38"21"2840"0"0,132-59-9428 0 0,4-4-507 0 0,-1-1 0 0 0,1-1 0 0 0,19-7 0 0 0,-2 0-70 0 0,132-30 168 0 0,56-15-49 0 0,-207 53-231 0 0,-4 1 181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6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59 1460 0 0,'-8'-10'4341'0'0,"0"0"-1"0"0,-22-29 4785 0 0,29 41-8973 0 0,0 0-1 0 0,0-1 0 0 0,0 1 0 0 0,0 0 0 0 0,0 0 0 0 0,0 0 0 0 0,1 0 0 0 0,-1 0 0 0 0,0 0 0 0 0,1 0 0 0 0,0 0 0 0 0,-1 3 0 0 0,0 33 954 0 0,0-14-461 0 0,-18 122 1436 0 0,-57 211 0 0 0,67-319-1925 0 0,4-17-90 0 0,-5 22 138 0 0,-18 50-1 0 0,22-76-1477 0 0,23-42-9150 0 0,-6 9 4354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7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1 175 820 0 0,'0'-2'2811'0'0,"3"-46"9546"0"0,7 27-10505 0 0,-2 14-1726 0 0,1 2 0 0 0,0-1-1 0 0,0 1 1 0 0,1 0-1 0 0,0 1 1 0 0,-1 0 0 0 0,2 1-1 0 0,19-4 1 0 0,-11 2-32 0 0,120-30 3 0 0,-47 17-7666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7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1 304 0 0,'-17'6'1684'0'0,"-1"2"-1"0"0,2 0 1 0 0,-1 1 0 0 0,1 0-1 0 0,0 1 1 0 0,-14 13 0 0 0,14-9-1298 0 0,0-1 0 0 0,2 2 1 0 0,0 0-1 0 0,1 0 1 0 0,0 2-1 0 0,1-1 0 0 0,1 1 1 0 0,0 1-1 0 0,-8 22 0 0 0,16-34-336 0 0,1 0-1 0 0,0 0 1 0 0,0 0-1 0 0,1 1 0 0 0,0-1 1 0 0,0 1-1 0 0,0 10 0 0 0,1-14-24 0 0,0-1 0 0 0,1 0 0 0 0,-1 1-1 0 0,0-1 1 0 0,1 0 0 0 0,-1 1-1 0 0,1-1 1 0 0,0 0 0 0 0,0 0 0 0 0,0 0-1 0 0,0 0 1 0 0,0 1 0 0 0,1-2-1 0 0,-1 1 1 0 0,0 0 0 0 0,1 0 0 0 0,-1 0-1 0 0,1-1 1 0 0,0 1 0 0 0,0-1-1 0 0,0 1 1 0 0,0-1 0 0 0,0 0-1 0 0,3 2 1 0 0,0-1 7 0 0,1 0 0 0 0,-1 0-1 0 0,1-1 1 0 0,0 0 0 0 0,0 0-1 0 0,0 0 1 0 0,0-1 0 0 0,0 0-1 0 0,7 0 1 0 0,59-12 50 0 0,-21 4-56 0 0,-6 3-20 0 0,-39 5 6 0 0,0 0 0 0 0,0 0-1 0 0,0 0 1 0 0,1 1 0 0 0,-1 0 0 0 0,0 0 0 0 0,-1 1 0 0 0,1 0 0 0 0,11 4-1 0 0,-14-4 36 0 0,0 0-1 0 0,1 0 1 0 0,-1 0 0 0 0,0 1-1 0 0,-1-1 1 0 0,1 1-1 0 0,0 0 1 0 0,-1-1-1 0 0,1 1 1 0 0,-1 0-1 0 0,0 1 1 0 0,0-1-1 0 0,0 0 1 0 0,0 0-1 0 0,-1 1 1 0 0,1-1-1 0 0,1 7 1 0 0,-2-2 86 0 0,1 0-1 0 0,-1 0 1 0 0,-1 0 0 0 0,0 0 0 0 0,0 0-1 0 0,0 0 1 0 0,-1 0 0 0 0,0 0-1 0 0,0 0 1 0 0,-1 0 0 0 0,0-1-1 0 0,-1 1 1 0 0,0-1 0 0 0,0 1 0 0 0,0-1-1 0 0,-1 0 1 0 0,0 0 0 0 0,-9 11-1 0 0,8-11-47 0 0,-1 0 0 0 0,0-1 0 0 0,0 0 0 0 0,-1 0 0 0 0,1 0 0 0 0,-2 0 0 0 0,1-1 0 0 0,0 0 0 0 0,-1-1 0 0 0,0 0 0 0 0,0 0 0 0 0,0-1 0 0 0,-1 0 0 0 0,1 0 0 0 0,-1-1 0 0 0,0 0 0 0 0,-10 1 0 0 0,7-2-107 0 0,-1 0-1 0 0,0-1 1 0 0,0-1-1 0 0,-15-2 1 0 0,-7-8-3564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7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57 684 0 0,'-2'-11'3231'0'0,"-6"-20"8691"0"0,4 17-8245 0 0,9 44-2011 0 0,8 57-17 0 0,1 91 0 0 0,-10-45-2215 0 0,-4 0-5054 0 0,0-96 2852 0 0,-1-13-4235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08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2 564 0 0,'-2'0'2626'0'0,"-3"-1"-1939"0"0,0 1 0 0 0,0 0 0 0 0,0 0 0 0 0,0 0 0 0 0,0 0 0 0 0,0 1 0 0 0,0 0 0 0 0,0 0 0 0 0,0 1 0 0 0,1-1 0 0 0,-1 1 0 0 0,0 0-1 0 0,1 0 1 0 0,0 0 0 0 0,-5 4 0 0 0,-12 7 874 0 0,-34 31 0 0 0,32-25-646 0 0,-256 230 1733 0 0,180-158-3891 0 0,95-87 455 0 0,-14 13-529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0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1042 65 1864 0 0,'0'-37'10532'0'0,"-6"9"-4197"0"0,2 50-6300 0 0,1 0-1 0 0,1 0 1 0 0,1 0 0 0 0,1 0-1 0 0,4 31 1 0 0,-1 4 0 0 0,8 214 46 0 0,1 110 401 0 0,-13-362-350 0 0,0-23-85 0 0,-2-34-62 0 0,2 29 18 0 0,-6-203-61 0 0,2 163 1090 0 0,5 47-807 0 0,-1-1-77 0 0,1 3-136 0 0,0 0 1 0 0,0-1-1 0 0,0 1 0 0 0,0 0 0 0 0,0 0 0 0 0,0 0 0 0 0,0-1 0 0 0,0 1 0 0 0,0 0 0 0 0,0 0 0 0 0,0-1 0 0 0,0 1 0 0 0,0 0 0 0 0,0 0 0 0 0,0 0 1 0 0,0-1-1 0 0,0 1 0 0 0,0 0 0 0 0,0 0 0 0 0,-1 0 0 0 0,1 0 0 0 0,0-1 0 0 0,0 1 0 0 0,0 0 0 0 0,0 0 0 0 0,0 0 0 0 0,-1 0 0 0 0,1 0 1 0 0,0-1-1 0 0,0 1 0 0 0,0 0 0 0 0,0 0 0 0 0,-1 0 0 0 0,1 0 0 0 0,0 0 0 0 0,0 0 0 0 0,0 0 0 0 0,-1 0 0 0 0,1 0 0 0 0,0 0 0 0 0,0 0 0 0 0,-1 0 1 0 0,1 0-1 0 0,-10 3 6 0 0,1 1 1 0 0,0 0 0 0 0,0 0-1 0 0,0 1 1 0 0,0 0 0 0 0,1 1-1 0 0,-12 10 1 0 0,-4 1 4 0 0,-336 218 204 0 0,76-51-196 0 0,94-64-44 0 0,107-69-140 0 0,81-50 78 0 0,-3 2-1246 0 0,14-7-397 0 0,25-17-1981 0 0,1-5-3624 0 0,-19 14 2016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3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11 749 452 0 0,'-2'10'13528'0'0,"-6"7"-7023"0"0,8-17-6452 0 0,0 0 1 0 0,0 0-1 0 0,0 0 1 0 0,1 0-1 0 0,-1 0 1 0 0,0 0 0 0 0,0 0-1 0 0,0 0 1 0 0,0 0-1 0 0,1 0 1 0 0,27-4 684 0 0,-26 4-801 0 0,1009-189 1631 0 0,-184 66-1327 0 0,442-77-226 0 0,-949 139-44 0 0,252-46-1 0 0,-401 70 123 0 0,-3 2-89 0 0,-107 23 61 0 0,-58 11-55 0 0,19-5 98 0 0,-20 5-127 0 0,-16 6-4822 0 0,10-4 4137 0 0,0 1-1 0 0,0 1 0 0 0,0-1 1 0 0,-7 6-1 0 0,1-2-1311 0 0,-6 5-2375 0 0,-2-1-2209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0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16 1428 0 0,'-6'-16'17514'0'0,"0"21"-17439"0"0,1 0 0 0 0,1 0 0 0 0,-1 1 0 0 0,1-1 1 0 0,0 1-1 0 0,0 0 0 0 0,-4 10 0 0 0,-21 52 327 0 0,16-34-148 0 0,-47 127 671 0 0,-48 205-1 0 0,26-11-92 0 0,63-250-755 0 0,-6 150-1 0 0,23-215-58 0 0,3-1 0 0 0,9 72 0 0 0,-7-96-18 0 0,-1-1-1 0 0,2-1 0 0 0,0 1 0 0 0,1 0 1 0 0,0-1-1 0 0,1 0 0 0 0,0 0 1 0 0,1-1-1 0 0,0 0 0 0 0,1 0 0 0 0,11 13 1 0 0,-14-21-249 0 0,-1 0 1 0 0,1 1 0 0 0,-1-2-1 0 0,1 1 1 0 0,1-1-1 0 0,-1 1 1 0 0,0-1-1 0 0,1-1 1 0 0,0 1 0 0 0,-1-1-1 0 0,1 0 1 0 0,0 0-1 0 0,0-1 1 0 0,11 2 0 0 0,-9-3-1135 0 0,0 0 1 0 0,0 0-1 0 0,0 0 1 0 0,0-1-1 0 0,0-1 1 0 0,14-3 0 0 0,6-4-5890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1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1110 148 1456 0 0,'-5'-122'14797'0'0,"1"101"-12905"0"0,1 16-1697 0 0,1 14 635 0 0,2 29 101 0 0,-19 422 3000 0 0,-7-242-3469 0 0,21-192-323 0 0,-1 14 244 0 0,6-39-321 0 0,-2 2 6 0 0,2-3-65 0 0,0 0-1 0 0,0 1 1 0 0,0-1-1 0 0,0 0 1 0 0,-1 0 0 0 0,1 0-1 0 0,0 0 1 0 0,0 0-1 0 0,0 1 1 0 0,0-1 0 0 0,0 0-1 0 0,0 0 1 0 0,0 0-1 0 0,0 0 1 0 0,0 0 0 0 0,0 1-1 0 0,-1-1 1 0 0,1 0-1 0 0,0 0 1 0 0,0 0 0 0 0,0 0-1 0 0,0 0 1 0 0,0 0-1 0 0,0 0 1 0 0,-1 0 0 0 0,1 0-1 0 0,0 0 1 0 0,0 1-1 0 0,0-1 1 0 0,0 0-1 0 0,-1 0 1 0 0,1 0 0 0 0,0 0-1 0 0,0 0 1 0 0,0 0-1 0 0,0 0 1 0 0,-1 0 0 0 0,1 0-1 0 0,0 0 1 0 0,0 0-1 0 0,0-1 1 0 0,-2 1-2 0 0,1 0-1 0 0,0 0 1 0 0,0-1-1 0 0,0 1 1 0 0,0-1 0 0 0,0 1-1 0 0,0-1 1 0 0,0 1 0 0 0,0-1-1 0 0,0 1 1 0 0,0-1-1 0 0,0 0 1 0 0,1 0 0 0 0,-1 1-1 0 0,0-1 1 0 0,0 0 0 0 0,1 0-1 0 0,-1 0 1 0 0,0 0-1 0 0,1 0 1 0 0,-1 0 0 0 0,1 0-1 0 0,-1 0 1 0 0,1-2 0 0 0,-3-3-7 0 0,-1-3-4 0 0,0-1 0 0 0,0 1 0 0 0,1-1 0 0 0,0 0 0 0 0,1 0 0 0 0,0 0 0 0 0,-1-19 0 0 0,0 0 1 0 0,0 9 33 0 0,1 1-19 0 0,-1 0 0 0 0,-1 1 1 0 0,-7-20-1 0 0,10 37-1 0 0,1 0 1 0 0,-1 0-1 0 0,0 0 0 0 0,0 0 1 0 0,1 0-1 0 0,-1 0 0 0 0,0 0 1 0 0,0 0-1 0 0,0 1 0 0 0,0-1 1 0 0,0 0-1 0 0,0 1 0 0 0,0-1 1 0 0,0 1-1 0 0,0-1 1 0 0,0 1-1 0 0,0-1 0 0 0,-1 1 1 0 0,1 0-1 0 0,0 0 0 0 0,0-1 1 0 0,0 1-1 0 0,0 0 0 0 0,-2 0 1 0 0,-26 3 88 0 0,28-3-94 0 0,-13 3-16 0 0,1 1 1 0 0,0 0-1 0 0,0 1 0 0 0,-20 10 0 0 0,-48 33-6 0 0,56-32 16 0 0,-514 347 221 0 0,480-321-206 0 0,-38 26-9 0 0,96-67-8 0 0,-12 5 718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3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910 56 104 0 0,'7'-22'8313'0'0,"-1"-8"2748"0"0,-14 27-10026 0 0,-3 4-988 0 0,0 0 1 0 0,0 1 0 0 0,1 1 0 0 0,-1 0 0 0 0,0 0 0 0 0,1 1-1 0 0,0 0 1 0 0,0 1 0 0 0,0 0 0 0 0,1 0 0 0 0,-1 1 0 0 0,-11 10-1 0 0,-11 10 16 0 0,-56 59-1 0 0,48-39 19 0 0,2 1 0 0 0,1 1 0 0 0,-29 57 0 0 0,-79 165 494 0 0,-55 188 356 0 0,169-368-857 0 0,4 1 0 0 0,5 1 0 0 0,-15 119 0 0 0,33-179-82 0 0,3 0 0 0 0,0 0-1 0 0,2 0 1 0 0,8 52 0 0 0,-6-69 19 0 0,1 1 0 0 0,0-1 1 0 0,1-1-1 0 0,13 27 0 0 0,-14-32 9 0 0,1-1 1 0 0,0-1-1 0 0,1 1 0 0 0,0 0 1 0 0,0-1-1 0 0,0-1 1 0 0,1 1-1 0 0,14 10 0 0 0,-14-12-177 0 0,0-1 0 0 0,0-1 0 0 0,0 0-1 0 0,1 0 1 0 0,-1 0 0 0 0,1-1 0 0 0,-1 0-1 0 0,1 0 1 0 0,0-1 0 0 0,0 0 0 0 0,0-1-1 0 0,0 1 1 0 0,0-1 0 0 0,0-1 0 0 0,9-1-1 0 0,4-2-1939 0 0,-1 0 0 0 0,0-2 0 0 0,-1 0 0 0 0,34-16 0 0 0,-8 1-6081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4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644 117 2596 0 0,'4'-20'4968'0'0,"-2"-1"0"0"0,1-34 0 0 0,-3 53-4526 0 0,1-11 596 0 0,0 7-306 0 0,0 19 11 0 0,2 64 817 0 0,-13 146-1 0 0,2-137-1553 0 0,6 106-1 0 0,2-170-695 0 0,1 14-744 0 0,0-28 94 0 0,2-13-657 0 0,-2-5 1837 0 0,0-1 0 0 0,-1 1 0 0 0,0 0 0 0 0,-1 0 0 0 0,0-1 0 0 0,-1 1 0 0 0,0 0 0 0 0,0 0 0 0 0,-1 0 0 0 0,0 1 0 0 0,-6-12 0 0 0,7 17 221 0 0,1 1 1 0 0,-1-1-1 0 0,0 1 0 0 0,0-1 1 0 0,0 1-1 0 0,-1 0 1 0 0,1 0-1 0 0,-1 0 0 0 0,0 0 1 0 0,0 0-1 0 0,0 0 0 0 0,0 1 1 0 0,0 0-1 0 0,-1-1 0 0 0,1 1 1 0 0,-4-1-1 0 0,2 1-10 0 0,0 1-1 0 0,0 0 1 0 0,1 0 0 0 0,-1 1 0 0 0,0 0-1 0 0,0 0 1 0 0,0 0 0 0 0,0 0 0 0 0,0 1 0 0 0,1-1-1 0 0,-1 1 1 0 0,0 0 0 0 0,-6 3 0 0 0,-11 4 174 0 0,1 0 0 0 0,0 2 0 0 0,0 0 1 0 0,-23 16-1 0 0,-73 58 601 0 0,86-60-631 0 0,-102 84 418 0 0,48-39-471 0 0,79-64-313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4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1808 0 0,'16'-2'8104'0'0,"18"-1"-407"0"0,0 7-4766 0 0,-29-3-2715 0 0,0-1 1 0 0,1 0-1 0 0,-1-1 1 0 0,1 1-1 0 0,-1-1 1 0 0,11-2-1 0 0,3-1 49 0 0,94-17 403 0 0,-65 11-521 0 0,31-7-2173 0 0,-77 17 1042 0 0,1-1-219 0 0,3-1 1009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5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19 2904 0 0,'15'-19'18678'0'0,"-17"33"-13579"0"0,-1 8-3369 0 0,-44 311 2335 0 0,36-267-3774 0 0,-32 152-291 0 0,36-188-16 0 0,6-21 2768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5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27 176 2364 0 0,'-10'-22'9934'0'0,"-2"3"-5603"0"0,10 8-2453 0 0,1 10-1831 0 0,1 1-1 0 0,0-1 1 0 0,0 0 0 0 0,-1 0 0 0 0,1 1 0 0 0,0-1 0 0 0,0 0 0 0 0,0 0-1 0 0,0 1 1 0 0,0-1 0 0 0,0 0 0 0 0,0 1 0 0 0,0-1 0 0 0,0 0-1 0 0,0 0 1 0 0,1 1 0 0 0,-1-1 0 0 0,0 0 0 0 0,0 0 0 0 0,1 1 0 0 0,-1-1-1 0 0,0 0 1 0 0,1 1 0 0 0,-1-1 0 0 0,1 1 0 0 0,-1-1 0 0 0,1 1 0 0 0,-1-1-1 0 0,1 0 1 0 0,-1 1 0 0 0,1 0 0 0 0,-1-1 0 0 0,1 1 0 0 0,1-1 0 0 0,18-12-41 0 0,0 1 0 0 0,1 0 0 0 0,1 2 0 0 0,0 1 0 0 0,0 0 0 0 0,27-5 0 0 0,-13 2-1665 0 0,-20 7-51 0 0,7 0-6069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5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 1008 0 0,'-10'4'1669'0'0,"0"1"0"0"0,1 1-1 0 0,-1 0 1 0 0,1 0 0 0 0,0 1 0 0 0,-10 10 0 0 0,9-6-645 0 0,-1 0 1 0 0,2 1 0 0 0,-1 0 0 0 0,-7 14-1 0 0,3 1-429 0 0,1 0 0 0 0,0 1 0 0 0,3 0-1 0 0,-10 35 1 0 0,18-55-529 0 0,0 0-1 0 0,1 1 1 0 0,0-1-1 0 0,0 10 0 0 0,1-15-42 0 0,0 1 0 0 0,0-1-1 0 0,0 0 1 0 0,1 0 0 0 0,-1 0-1 0 0,1 0 1 0 0,0 0-1 0 0,0 0 1 0 0,0 0 0 0 0,0 0-1 0 0,0 0 1 0 0,1 0 0 0 0,2 3-1 0 0,-3-5-13 0 0,1 0-1 0 0,-1-1 0 0 0,0 1 0 0 0,1 0 0 0 0,-1-1 1 0 0,1 1-1 0 0,-1-1 0 0 0,1 1 0 0 0,-1-1 0 0 0,1 0 1 0 0,-1 0-1 0 0,1 0 0 0 0,-1 0 0 0 0,1 0 0 0 0,-1 0 1 0 0,1 0-1 0 0,0 0 0 0 0,-1-1 0 0 0,0 1 0 0 0,3-1 1 0 0,29-11 44 0 0,38-23-4 0 0,24-14-21 0 0,-92 48-29 0 0,0 0 0 0 0,0 0 1 0 0,0 0-1 0 0,0 1 0 0 0,1-1 0 0 0,-1 1 1 0 0,0 0-1 0 0,0 0 0 0 0,1 0 0 0 0,-1 0 1 0 0,0 1-1 0 0,0-1 0 0 0,0 1 0 0 0,0 0 1 0 0,1-1-1 0 0,-1 2 0 0 0,0-1 0 0 0,0 0 0 0 0,4 3 1 0 0,-1 0 123 0 0,-1 0 0 0 0,1 0 1 0 0,-1 1-1 0 0,1 0 0 0 0,-1 0 1 0 0,-1 0-1 0 0,1 0 0 0 0,-1 1 1 0 0,0 0-1 0 0,0 0 0 0 0,0 0 1 0 0,-1 0-1 0 0,0 1 0 0 0,0-1 1 0 0,-1 1-1 0 0,0 0 0 0 0,0-1 1 0 0,-1 1-1 0 0,1 0 0 0 0,-1 10 1 0 0,0-7 64 0 0,-1 1-1 0 0,0 0 1 0 0,-1-1 0 0 0,0 1-1 0 0,-1-1 1 0 0,0 0 0 0 0,-1 1-1 0 0,0-1 1 0 0,0 0 0 0 0,-1 0-1 0 0,0-1 1 0 0,-1 1 0 0 0,-6 8-1 0 0,1-3-40 0 0,0-1-1 0 0,-1-1 0 0 0,0 0 0 0 0,-1 0 0 0 0,-19 14 0 0 0,24-21-189 0 0,-1-1 0 0 0,0 0 0 0 0,0 0 0 0 0,-1 0 0 0 0,1-1 0 0 0,-1-1 0 0 0,0 1 0 0 0,0-1 1 0 0,-1-1-1 0 0,1 0 0 0 0,-10 1 0 0 0,14-2-359 0 0,0-1 0 0 0,0 0 1 0 0,0 0-1 0 0,0 0 0 0 0,0-1 0 0 0,0 0 1 0 0,0 0-1 0 0,0 0 0 0 0,0 0 1 0 0,0-1-1 0 0,0 0 0 0 0,-5-3 0 0 0,7 3-340 0 0,-1 0 0 0 0,2 0 0 0 0,-1 0 0 0 0,0-1 0 0 0,0 1 0 0 0,1-1 0 0 0,-1 0 0 0 0,1 0 0 0 0,0 0 0 0 0,0 0 0 0 0,0 0 0 0 0,0 0-1 0 0,0 0 1 0 0,1-1 0 0 0,-1 1 0 0 0,0-7 0 0 0,-2-12-6314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6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95 596 0 0,'-22'-51'12511'0'0,"8"17"-7089"0"0,14 33-5058 0 0,-1 1-310 0 0,1-1 0 0 0,0 1-1 0 0,0 0 1 0 0,0 0 0 0 0,-1 0 0 0 0,1-1-1 0 0,0 1 1 0 0,0 0 0 0 0,0 0 0 0 0,0 0 0 0 0,-1-1-1 0 0,1 1 1 0 0,0 0 0 0 0,0 0 0 0 0,0-1-1 0 0,0 1 1 0 0,0 0 0 0 0,0 0 0 0 0,0-1 0 0 0,0 1-1 0 0,0 0 1 0 0,0 0 0 0 0,0-1 0 0 0,0 1-1 0 0,0 0 1 0 0,0 0 0 0 0,0-1 0 0 0,0 1 0 0 0,0 0-1 0 0,0 0 1 0 0,0-1 0 0 0,12 5 322 0 0,-1 1 1 0 0,1 1 0 0 0,-2 0-1 0 0,1 0 1 0 0,0 1-1 0 0,-1 0 1 0 0,13 13 0 0 0,4 5 438 0 0,31 38 1 0 0,-34-32-506 0 0,-1 1 1 0 0,-2 1 0 0 0,-1 1 0 0 0,-1 1 0 0 0,-2 1-1 0 0,-2 0 1 0 0,18 63 0 0 0,-18-41-177 0 0,-3 1 1 0 0,-2 0-1 0 0,-3 1 0 0 0,-1 81 0 0 0,-8-77-34 0 0,-2 1 1 0 0,-4 0-1 0 0,-2-1 0 0 0,-3 0 0 0 0,-26 72 0 0 0,-48 82-1267 0 0,-24-15-3787 0 0,98-184 2630 0 0,-20 24 0 0 0,-2-8-5732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8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97 1692 0 0,'-3'1'2444'0'0,"-49"12"7201"0"0,0 4-4095 0 0,51-17-5252 0 0,-5 2 6 0 0,4 0 409 0 0,35-4-217 0 0,0-2 1 0 0,54-13 0 0 0,-14 2-280 0 0,-7 4-103 0 0,111-22 73 0 0,-98 21 1176 0 0,-77 11-1165 0 0,1 1-293 0 0,-1 0 1 0 0,1 0-1 0 0,-1 0 1 0 0,1-1-1 0 0,-1 0 1 0 0,0 1-1 0 0,1-1 0 0 0,-1 0 1 0 0,0 0-1 0 0,3-1 1 0 0,27-28-13424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8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258 854 216 0 0,'-75'-39'14900'0'0,"19"8"-8005"0"0,55 27-6650 0 0,0-4-62 0 0,5 4-155 0 0,0 1 1 0 0,1-1 0 0 0,-1 1-1 0 0,1 0 1 0 0,-1 1 0 0 0,1-1-1 0 0,0 1 1 0 0,0 0 0 0 0,1 0-1 0 0,-1 0 1 0 0,0 1 0 0 0,0 0-1 0 0,11-1 1 0 0,-2 0-19 0 0,-1 1 0 0 0,1 1 0 0 0,-1 0 0 0 0,20 2-1 0 0,-26-1-6 0 0,0 1-1 0 0,0-1 0 0 0,0 1 1 0 0,-1 1-1 0 0,1-1 0 0 0,-1 1 0 0 0,1 0 1 0 0,-1 0-1 0 0,0 1 0 0 0,10 8 1 0 0,-13-9-3 0 0,0 0 1 0 0,0 0 0 0 0,0 1-1 0 0,0 0 1 0 0,-1-1 0 0 0,1 1-1 0 0,-1 0 1 0 0,0 0 0 0 0,0 0-1 0 0,-1 0 1 0 0,1 1 0 0 0,-1-1-1 0 0,0 0 1 0 0,0 1 0 0 0,0-1-1 0 0,-1 1 1 0 0,1 8 0 0 0,-2-3 10 0 0,0 0 0 0 0,0 1 1 0 0,-1-1-1 0 0,0 0 0 0 0,0 0 1 0 0,-1 0-1 0 0,-1-1 0 0 0,-8 18 1 0 0,-3 0 346 0 0,-30 40 0 0 0,36-54-182 0 0,-9 10 645 0 0,-36 33 1 0 0,43-45-705 0 0,10-10-32 0 0,1 0-84 0 0,0-1-1 0 0,1 0 1 0 0,-1 1 0 0 0,0-1-1 0 0,0 1 1 0 0,1-1-1 0 0,-1 0 1 0 0,0 1-1 0 0,0-1 1 0 0,1 1-1 0 0,-1-1 1 0 0,1 0 0 0 0,-1 0-1 0 0,0 1 1 0 0,1-1-1 0 0,-1 0 1 0 0,0 1-1 0 0,1-1 1 0 0,-1 0-1 0 0,1 0 1 0 0,-1 0-1 0 0,1 0 1 0 0,-1 0 0 0 0,1 1-1 0 0,-1-1 1 0 0,1 0-1 0 0,-1 0 1 0 0,1 0-1 0 0,0 0 1 0 0,23 1 12 0 0,-11-1-8 0 0,2 2 41 0 0,0 0 1 0 0,0 1-1 0 0,0 1 0 0 0,0 0 1 0 0,0 1-1 0 0,-1 0 0 0 0,0 2 0 0 0,18 10 1 0 0,-25-13 145 0 0,1 2 1 0 0,-1-1-1 0 0,0 1 1 0 0,0 0 0 0 0,0 0-1 0 0,-1 1 1 0 0,6 7-1 0 0,-9-9 52 0 0,0-1-1 0 0,0 1 1 0 0,-1 0-1 0 0,1 0 1 0 0,-1 0-1 0 0,0 0 1 0 0,0 1-1 0 0,-1-1 1 0 0,0 0-1 0 0,0 1 1 0 0,0-1-1 0 0,0 9 0 0 0,-2-6-201 0 0,1-1 0 0 0,-1 0 0 0 0,0 0-1 0 0,-1 0 1 0 0,0 0 0 0 0,0 0-1 0 0,0 0 1 0 0,-1 0 0 0 0,0 0-1 0 0,0-1 1 0 0,-1 1 0 0 0,0-1-1 0 0,0 0 1 0 0,-1-1 0 0 0,1 1 0 0 0,-1 0-1 0 0,0-1 1 0 0,-1 0 0 0 0,1-1-1 0 0,-1 1 1 0 0,0-1 0 0 0,0 0-1 0 0,0 0 1 0 0,-13 5 0 0 0,6-4 25 0 0,-1 1-1 0 0,0-1 1 0 0,0-1 0 0 0,-1-1 0 0 0,1 0-1 0 0,-1-1 1 0 0,1 0 0 0 0,-1-1 0 0 0,0-1-1 0 0,0 0 1 0 0,-19-3 0 0 0,14-1-343 0 0,-1 0 0 0 0,1-2 0 0 0,-22-8 0 0 0,32 10 45 0 0,-1-1 0 0 0,1 0-1 0 0,0-1 1 0 0,0 0 0 0 0,0-1-1 0 0,1 0 1 0 0,-10-9 0 0 0,17 14-183 0 0,0-1 1 0 0,0 1-1 0 0,1 0 0 0 0,-1 0 1 0 0,1-1-1 0 0,-1 1 0 0 0,1 0 1 0 0,0-1-1 0 0,-1 0 1 0 0,1 1-1 0 0,1-1 0 0 0,-1 0 1 0 0,0 1-1 0 0,1-1 1 0 0,-1 0-1 0 0,1 0 0 0 0,0 0 1 0 0,0-4-1 0 0,1 1-1132 0 0,0 0-1 0 0,0 0 0 0 0,1 0 1 0 0,0 0-1 0 0,0 1 1 0 0,0-1-1 0 0,5-7 1 0 0,3-8-5632 0 0</inkml:trace>
  <inkml:trace contextRef="#ctx0" brushRef="#br0" timeOffset="1">1472 96 1536 0 0,'17'-79'12097'0'0,"-16"78"-11405"0"0,-3-14 2069 0 0,1 15-2721 0 0,0 0 1 0 0,-1 0-1 0 0,1 0 1 0 0,0 0-1 0 0,0 0 1 0 0,0 0-1 0 0,-1 1 1 0 0,1-1-1 0 0,0 0 1 0 0,0 1-1 0 0,0-1 1 0 0,0 1-1 0 0,0-1 1 0 0,-1 1-1 0 0,1 0 1 0 0,0-1-1 0 0,0 1 1 0 0,1 0-1 0 0,-1 0 1 0 0,0 0-1 0 0,0-1 1 0 0,0 1-1 0 0,0 0 1 0 0,1 0-1 0 0,-2 2 1 0 0,-27 34 641 0 0,22-27-459 0 0,-93 131 766 0 0,6 4-1 0 0,6 4 0 0 0,-68 162 0 0 0,128-248-883 0 0,3 1 0 0 0,2 0 0 0 0,4 2 0 0 0,2 0 0 0 0,3 1-1 0 0,-7 93 1 0 0,19-122-69 0 0,2 0-1 0 0,2 0 1 0 0,1 0-1 0 0,2 0 1 0 0,14 52-1 0 0,-11-62-62 0 0,2-1 0 0 0,0 0 0 0 0,2 0 0 0 0,1-2-1 0 0,1 1 1 0 0,1-1 0 0 0,34 42 0 0 0,-38-55-350 0 0,1 1 0 0 0,0-2 0 0 0,0 1-1 0 0,2-2 1 0 0,-1 0 0 0 0,1 0 0 0 0,1-1 0 0 0,23 11 0 0 0,-22-14-1538 0 0,0 0 0 0 0,1-1 0 0 0,-1 0 0 0 0,34 4 0 0 0,-6-5-6439 0 0</inkml:trace>
  <inkml:trace contextRef="#ctx0" brushRef="#br0" timeOffset="2">2472 1596 3028 0 0,'-1'-2'3409'0'0,"-28"-41"7959"0"0,2 2-7112 0 0,21 29-6616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9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19 196 0 0,'0'-1'545'0'0,"14"-13"5497"0"0,-14 13-5859 0 0,0 1 0 0 0,1 0 1 0 0,-1-1-1 0 0,1 1 0 0 0,-1 0 1 0 0,1 0-1 0 0,-1-1 0 0 0,1 1 1 0 0,0 0-1 0 0,-1 0 0 0 0,1 0 1 0 0,-1 0-1 0 0,1-1 0 0 0,-1 1 1 0 0,1 0-1 0 0,-1 0 0 0 0,1 0 0 0 0,0 0 1 0 0,-1 1-1 0 0,1-1 0 0 0,-1 0 1 0 0,1 0-1 0 0,-1 0 0 0 0,1 0 1 0 0,0 0-1 0 0,-1 1 0 0 0,1-1 1 0 0,0 1-98 0 0,-1 0 1 0 0,1 0-1 0 0,0 0 1 0 0,-1 0 0 0 0,1 0-1 0 0,-1 0 1 0 0,1 0-1 0 0,-1 0 1 0 0,0 0-1 0 0,1 1 1 0 0,-1-1 0 0 0,0 0-1 0 0,0 0 1 0 0,0 0-1 0 0,0 1 1 0 0,1 6 341 0 0,18 74 2962 0 0,13 139 0 0 0,-28-190-3025 0 0,25 349 2039 0 0,-26-196-1592 0 0,-3-183-893 0 0,1 0-1 0 0,-1 0 1 0 0,0-1-1 0 0,0 1 0 0 0,0 0 1 0 0,0 0-1 0 0,0-1 1 0 0,0 1-1 0 0,0 0 1 0 0,-1 0-1 0 0,1-1 1 0 0,0 1-1 0 0,0 0 1 0 0,-1 0-1 0 0,1-1 0 0 0,0 1 1 0 0,-1 0-1 0 0,1-1 1 0 0,-1 1-1 0 0,1 0 1 0 0,0-1-1 0 0,-1 1 1 0 0,0-1-1 0 0,1 1 0 0 0,-1-1 1 0 0,-1 2-1 0 0,1-2-94 0 0,0 0-1 0 0,0 0 0 0 0,0 0 1 0 0,0 0-1 0 0,0-1 1 0 0,0 1-1 0 0,0 0 0 0 0,0 0 1 0 0,0-1-1 0 0,0 1 0 0 0,0 0 1 0 0,0-1-1 0 0,1 1 1 0 0,-1-1-1 0 0,0 1 0 0 0,0-1 1 0 0,-1 0-1 0 0,-6-6-3008 0 0,1 1 1 0 0,-14-16-1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29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841 48 2680 0 0,'17'-43'18401'0'0,"-17"43"-18359"0"0,-1-1 0 0 0,1 1 0 0 0,-1 0 0 0 0,1-1 0 0 0,-1 1 0 0 0,1 0 0 0 0,-1-1 0 0 0,1 1 0 0 0,-1 0 0 0 0,1 0 0 0 0,-1-1 0 0 0,1 1 1 0 0,-1 0-1 0 0,0 0 0 0 0,1 0 0 0 0,-1 0 0 0 0,1 0 0 0 0,-2 0 0 0 0,-68 31 209 0 0,2 3 1 0 0,-72 48-1 0 0,98-56-176 0 0,-408 258 167 0 0,442-279-394 0 0,-60 37-1541 0 0,71-42 1379 0 0,0 0-1 0 0,0 0 1 0 0,-1 0 0 0 0,1 0 0 0 0,0 0-1 0 0,0-1 1 0 0,0 0 0 0 0,0 0-1 0 0,-1 1 1 0 0,1-1 0 0 0,0-1 0 0 0,2 0-1 0 0,5-2-1117 0 0,34-13-5343 0 0,-19 7 366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0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2248 0 0,'0'0'15390'0'0,"2"-1"-15290"0"0,12-7-34 0 0,-1 1 0 0 0,2 1 0 0 0,-1 0 0 0 0,0 1 0 0 0,28-6 0 0 0,14-5 22 0 0,4-2-230 0 0,-29 9-2019 0 0,1-1-4518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0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25 716 0 0,'-26'-22'15734'0'0,"25"22"-15544"0"0,1 0 0 0 0,-1-1 0 0 0,1 1 0 0 0,-1 0 0 0 0,0 0 0 0 0,1-1 0 0 0,-1 1 0 0 0,0 0 0 0 0,1 0 1 0 0,-1 0-1 0 0,0 0 0 0 0,1 0 0 0 0,-1 0 0 0 0,0 0 0 0 0,0 0 0 0 0,1 0 0 0 0,-1 0 0 0 0,0 0 0 0 0,1 0 1 0 0,-1 1-1 0 0,0-1 0 0 0,1 0 0 0 0,-1 0 0 0 0,1 1 0 0 0,-2 0 0 0 0,1 0 28 0 0,0 0-1 0 0,0 0 1 0 0,0 0 0 0 0,0 1-1 0 0,0-1 1 0 0,0 0 0 0 0,1 1-1 0 0,-1-1 1 0 0,0 0 0 0 0,1 1 0 0 0,-1 2-1 0 0,-1 7 421 0 0,0 0 1 0 0,0 22-1 0 0,1-18 160 0 0,-16 207 2608 0 0,-19 159-2002 0 0,23-299-2676 0 0,10-63-1766 0 0,-2-11 802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1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98 1052 0 0,'8'-11'3442'0'0,"-1"1"253"0"0,0 1 0 0 0,-1-1 0 0 0,10-22 727 0 0,-13 26-3333 0 0,2-8 1343 0 0,-5 14-2415 0 0,0-1 0 0 0,0 1-1 0 0,0 0 1 0 0,0 0 0 0 0,0-1-1 0 0,-1 1 1 0 0,1 0 0 0 0,0 0-1 0 0,0-1 1 0 0,0 1 0 0 0,0 0-1 0 0,-1 0 1 0 0,1-1 0 0 0,0 1-1 0 0,0 0 1 0 0,-1 0-1 0 0,1 0 1 0 0,0-1 0 0 0,0 1-1 0 0,-1 0 1 0 0,1 0 0 0 0,0 0-1 0 0,0 0 1 0 0,-1 0 0 0 0,1 0-1 0 0,0 0 1 0 0,0 0 0 0 0,-1-1-1 0 0,1 1 1 0 0,0 0 0 0 0,-1 0-1 0 0,1 0 1 0 0,0 0-1 0 0,-1 0 1 0 0,1 1 0 0 0,0-1-1 0 0,0 0 1 0 0,-1 0 0 0 0,1 0-1 0 0,0 0 1 0 0,-1 0 0 0 0,1 0-1 0 0,0 0 1 0 0,0 0 0 0 0,-1 1-1 0 0,1-1 1 0 0,0 0 0 0 0,0 0-1 0 0,0 0 1 0 0,-1 1 0 0 0,-23 8 84 0 0,1 1 1 0 0,0 1-1 0 0,1 1 0 0 0,0 1 1 0 0,-22 18-1 0 0,14-8-135 0 0,1 2 0 0 0,-47 51 0 0 0,71-69 29 0 0,0-1 0 0 0,0 0 0 0 0,1 1 0 0 0,0 0 0 0 0,0 0 0 0 0,-5 15 0 0 0,8-20 5 0 0,1-1-1 0 0,-1 1 1 0 0,1 0 0 0 0,-1 0-1 0 0,1 0 1 0 0,-1 0 0 0 0,1-1-1 0 0,0 1 1 0 0,0 0 0 0 0,0 0-1 0 0,0 0 1 0 0,1 0 0 0 0,-1-1-1 0 0,0 1 1 0 0,1 0 0 0 0,-1 0-1 0 0,1 0 1 0 0,0-1 0 0 0,-1 1-1 0 0,1 0 1 0 0,0-1 0 0 0,0 1-1 0 0,0-1 1 0 0,0 1 0 0 0,0-1 0 0 0,1 1-1 0 0,-1-1 1 0 0,0 0 0 0 0,1 0-1 0 0,-1 1 1 0 0,1-1 0 0 0,-1 0-1 0 0,4 1 1 0 0,2 1 4 0 0,1 0-1 0 0,-1-1 1 0 0,1 0 0 0 0,-1 0-1 0 0,1-1 1 0 0,8 1 0 0 0,-7-1-2 0 0,66 5-2 0 0,-43-4-12 0 0,43 8 0 0 0,-66-9 26 0 0,0 1-1 0 0,0 1 1 0 0,-1 0 0 0 0,1 0-1 0 0,-1 1 1 0 0,1 0-1 0 0,-1 0 1 0 0,-1 1 0 0 0,11 7-1 0 0,-15-9 122 0 0,0-1 0 0 0,0 1 0 0 0,-1 0 0 0 0,1-1-1 0 0,-1 1 1 0 0,0 0 0 0 0,1 0 0 0 0,-1 1 0 0 0,-1-1-1 0 0,1 0 1 0 0,0 1 0 0 0,-1-1 0 0 0,0 1 0 0 0,0 0 0 0 0,0-1-1 0 0,0 1 1 0 0,0 6 0 0 0,-1-5 18 0 0,0 1-1 0 0,-1-1 1 0 0,1 0-1 0 0,-1 1 1 0 0,-1-1-1 0 0,1 0 1 0 0,-1 0 0 0 0,0 0-1 0 0,0 0 1 0 0,0 0-1 0 0,-4 6 1 0 0,-2 1 32 0 0,-1-1 0 0 0,0 0 0 0 0,0 0 0 0 0,-1 0-1 0 0,-1-1 1 0 0,1-1 0 0 0,-2 0 0 0 0,-18 12 0 0 0,18-13-111 0 0,-1-1-1 0 0,-1-1 0 0 0,1 0 1 0 0,-1-1-1 0 0,0 0 1 0 0,-23 4-1 0 0,33-8-211 0 0,1-1 0 0 0,0 0 0 0 0,-1 1 0 0 0,1-1 0 0 0,-1-1 0 0 0,1 1 0 0 0,0 0 0 0 0,-1-1-1 0 0,1 0 1 0 0,0 1 0 0 0,-1-1 0 0 0,1-1 0 0 0,0 1 0 0 0,0 0 0 0 0,0-1 0 0 0,0 0 0 0 0,0 1 0 0 0,0-1 0 0 0,1 0 0 0 0,-1 0 0 0 0,1-1-1 0 0,-1 1 1 0 0,1-1 0 0 0,0 1 0 0 0,-3-6 0 0 0,2 4-573 0 0,1-1 1 0 0,0 1-1 0 0,0-1 0 0 0,0 0 0 0 0,0 0 0 0 0,1 0 1 0 0,0 0-1 0 0,0 0 0 0 0,1 0 0 0 0,-1 0 0 0 0,1 0 1 0 0,0 0-1 0 0,0 0 0 0 0,1-1 0 0 0,1-7 1 0 0,3-8-4824 0 0,2-1-2974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1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55 155 1036 0 0,'-3'-1'2944'0'0,"-3"-3"-736"0"0,2 2-1017 0 0,1-1-1 0 0,-1 1 0 0 0,1 0 1 0 0,-1 0-1 0 0,0 0 0 0 0,0 1 0 0 0,0-1 1 0 0,-6-1-1 0 0,10 3-1167 0 0,0 0 0 0 0,0 1 0 0 0,0-1-1 0 0,0 0 1 0 0,-1 0 0 0 0,1 0 0 0 0,0 0 0 0 0,0 0 0 0 0,0 0 0 0 0,-1 0 0 0 0,1 0 0 0 0,0 0-1 0 0,0 0 1 0 0,0 0 0 0 0,0 0 0 0 0,-1 0 0 0 0,1 0 0 0 0,0-1 0 0 0,0 1 0 0 0,0 0-1 0 0,0 0 1 0 0,-1 0 0 0 0,1 0 0 0 0,0 0 0 0 0,0 0 0 0 0,0 0 0 0 0,0 0 0 0 0,0-1 0 0 0,-1 1-1 0 0,1 0 1 0 0,0 0 0 0 0,0 0 0 0 0,0 0 0 0 0,0 0 0 0 0,0-1 0 0 0,0 1 0 0 0,0 0 0 0 0,0 0-1 0 0,0 0 1 0 0,-1 0 0 0 0,1-1 0 0 0,6-6 834 0 0,10-4-71 0 0,-2 4-556 0 0,1 1-1 0 0,0 1 1 0 0,22-5 0 0 0,4-1-79 0 0,124-34 146 0 0,-122 34-2915 0 0,-1 0-3277 0 0,-30 7 1775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1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30 968 0 0,'-29'-11'7082'0'0,"-3"-1"425"0"0,12 7-5352 0 0,18 5-1401 0 0,2 0-711 0 0,0 0 0 0 0,0 0 0 0 0,0 0 0 0 0,0 0 0 0 0,0-1 0 0 0,0 1-1 0 0,-1 0 1 0 0,1 0 0 0 0,0 0 0 0 0,0 0 0 0 0,0 0 0 0 0,0 0 0 0 0,0 0 0 0 0,-1 0-1 0 0,1 0 1 0 0,0 0 0 0 0,0 0 0 0 0,0 0 0 0 0,0 0 0 0 0,-1 0 0 0 0,1 0-1 0 0,0 0 1 0 0,0 0 0 0 0,0 0 0 0 0,0 0 0 0 0,0 0 0 0 0,-1 0 0 0 0,1 0 0 0 0,0 0-1 0 0,0 0 1 0 0,0 0 0 0 0,0 0 0 0 0,0 0 0 0 0,-1 0 0 0 0,1 1 0 0 0,0-1-1 0 0,0 0 1 0 0,0 0 0 0 0,0 0 0 0 0,0 0 0 0 0,-1 0 0 0 0,3 9 1173 0 0,7 9 185 0 0,128 176 4153 0 0,-117-160-5214 0 0,-2 2-1 0 0,-1 0 0 0 0,-1 0 0 0 0,10 40 1 0 0,-15-32-353 0 0,-1 0 0 0 0,-3 0 0 0 0,-2 0 0 0 0,-1 1 0 0 0,-3 0 0 0 0,-1 0 0 0 0,-2 0 1 0 0,-3 0-1 0 0,-1-1 0 0 0,-2 1 0 0 0,-2-2 0 0 0,-2 1 0 0 0,-33 76 0 0 0,15-54-2699 0 0,-70 116 0 0 0,47-105-2273 0 0,-7-6-4141 0 0,41-50 1111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2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78 140 0 0,'-44'-25'6513'0'0,"-34"-23"2850"0"0,78 48-9295 0 0,-1 0 0 0 0,1-1 0 0 0,-1 1 0 0 0,1-1 1 0 0,-1 1-1 0 0,1 0 0 0 0,-1-1 0 0 0,1 1 0 0 0,-1 0 0 0 0,0-1 0 0 0,1 1 0 0 0,-1 0 0 0 0,1 0 0 0 0,-1 0 0 0 0,0 0 0 0 0,1 0 1 0 0,-1 0-1 0 0,0-1 0 0 0,1 1 0 0 0,-1 0 0 0 0,1 1 0 0 0,-1-1 0 0 0,0 0 0 0 0,1 0 0 0 0,-2 0 0 0 0,2 1-37 0 0,0-1 0 0 0,-1 1 0 0 0,1-1 0 0 0,0 0 0 0 0,0 1 0 0 0,0-1 0 0 0,0 1 0 0 0,0-1 0 0 0,0 1 0 0 0,0-1 0 0 0,0 1 0 0 0,0-1 0 0 0,0 1 0 0 0,0-1 0 0 0,0 0 0 0 0,0 1 0 0 0,0-1 1 0 0,0 1-1 0 0,0-1 0 0 0,0 1 0 0 0,1-1 0 0 0,-1 0 0 0 0,0 1 0 0 0,0-1 0 0 0,1 1 0 0 0,-1-1 0 0 0,0 0 0 0 0,0 1 0 0 0,1-1 0 0 0,0 1 0 0 0,118 129 3002 0 0,-51-60-2061 0 0,-15-12-464 0 0,-4 2 0 0 0,-2 2 0 0 0,-3 1 0 0 0,40 78 0 0 0,-63-100-410 0 0,-2 2-1 0 0,-2-1 1 0 0,-2 2-1 0 0,-1 0 0 0 0,-3 1 1 0 0,-1 0-1 0 0,-3 1 1 0 0,2 58-1 0 0,-8-34-59 0 0,-4 1 0 0 0,-3-1-1 0 0,-3 0 1 0 0,-3-1 0 0 0,-32 102-1 0 0,18-93-923 0 0,-44 94 0 0 0,34-100-1639 0 0,-56 85-1 0 0,-8-20-6091 0 0,50-74 65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2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94 1836 0 0,'-12'-38'14064'0'0,"11"21"-10872"0"0,2 16-3184 0 0,0 0 1 0 0,-1 1-1 0 0,1 0 0 0 0,0-1 1 0 0,0 1-1 0 0,-1-1 1 0 0,1 1-1 0 0,0 0 1 0 0,0-1-1 0 0,0 1 0 0 0,0 0 1 0 0,-1 0-1 0 0,1 0 1 0 0,0 0-1 0 0,0 0 1 0 0,2 0-1 0 0,-1 0 12 0 0,29-7-215 0 0,80-14 684 0 0,-56 16-2588 0 0,-3 6-3808 0 0,-28 3-3232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2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32 1720 0 0,'-44'24'4519'0'0,"4"-2"758"0"0,-39 28 1 0 0,79-50-5229 0 0,0 0 0 0 0,0 0 0 0 0,-1 0 1 0 0,1 0-1 0 0,0 0 0 0 0,0 1 1 0 0,0-1-1 0 0,0 0 0 0 0,-1 0 1 0 0,1 0-1 0 0,0 0 0 0 0,0 0 0 0 0,0 1 1 0 0,0-1-1 0 0,-1 0 0 0 0,1 0 1 0 0,0 0-1 0 0,0 0 0 0 0,0 1 1 0 0,0-1-1 0 0,0 0 0 0 0,0 0 0 0 0,0 0 1 0 0,0 1-1 0 0,0-1 0 0 0,-1 0 1 0 0,1 0-1 0 0,0 1 0 0 0,0-1 1 0 0,0 0-1 0 0,0 0 0 0 0,0 0 0 0 0,0 1 1 0 0,0-1-1 0 0,1 0 0 0 0,7 3 377 0 0,14-5-242 0 0,191-48 208 0 0,-70 11-3833 0 0,-71 19-440 0 0,-31 8-147 0 0,0-1-1788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3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337 137 2764 0 0,'-4'-16'6605'0'0,"3"14"-6283"0"0,0 0 1 0 0,1-1 0 0 0,-1 1-1 0 0,0 0 1 0 0,0 0 0 0 0,-1 0-1 0 0,1 0 1 0 0,0 0-1 0 0,0 0 1 0 0,-1 1 0 0 0,0-1-1 0 0,1 0 1 0 0,-1 1 0 0 0,0-1-1 0 0,1 1 1 0 0,-1-1-1 0 0,0 1 1 0 0,0 0 0 0 0,0 0-1 0 0,0 0 1 0 0,-1 0-1 0 0,1 0 1 0 0,0 0 0 0 0,0 1-1 0 0,-1-1 1 0 0,1 1 0 0 0,0-1-1 0 0,0 1 1 0 0,-1 0-1 0 0,1 0 1 0 0,0 0 0 0 0,-1 0-1 0 0,-2 1 1 0 0,-4 2-123 0 0,0 1 0 0 0,0 0 0 0 0,0 0-1 0 0,1 1 1 0 0,0 0 0 0 0,0 1 0 0 0,0 0 0 0 0,1 0 0 0 0,0 0 0 0 0,0 1 0 0 0,0 0-1 0 0,1 1 1 0 0,0-1 0 0 0,-6 12 0 0 0,-7 11 113 0 0,2 1 0 0 0,-23 54 1 0 0,26-49-179 0 0,1-1 1 0 0,1 2 0 0 0,2 0 0 0 0,2 0 0 0 0,1 0 0 0 0,-2 65 0 0 0,9-86-116 0 0,1-1 0 0 0,0 0-1 0 0,1 0 1 0 0,1 0 0 0 0,0 0 0 0 0,1 0 0 0 0,1 0 0 0 0,1-1-1 0 0,8 17 1 0 0,-11-25-8 0 0,0-1 0 0 0,0 1 0 0 0,1-1-1 0 0,0 1 1 0 0,0-1 0 0 0,1 0 0 0 0,-1-1 0 0 0,1 1-1 0 0,0-1 1 0 0,1 0 0 0 0,-1 0 0 0 0,0-1 0 0 0,1 1-1 0 0,0-1 1 0 0,0 0 0 0 0,0-1 0 0 0,0 0 0 0 0,0 0-1 0 0,1 0 1 0 0,-1 0 0 0 0,1-1 0 0 0,-1 0 0 0 0,12 0-1 0 0,-1-2 2 0 0,1-1-1 0 0,-1-1 1 0 0,0 0-1 0 0,0-1 1 0 0,0-1 0 0 0,-1 0-1 0 0,1-1 1 0 0,-1-1-1 0 0,0-1 1 0 0,-1 0-1 0 0,28-20 1 0 0,-9 2-12 0 0,-1-1 1 0 0,-2-2-1 0 0,50-56 1 0 0,-63 62 13 0 0,0-1 0 0 0,-1-1 0 0 0,-1 0 0 0 0,-1-1 0 0 0,-2 0 0 0 0,17-44 0 0 0,-25 53 6 0 0,1 0 0 0 0,-2 0 0 0 0,0 0 0 0 0,-1-1 0 0 0,-1 1-1 0 0,-1-1 1 0 0,0 1 0 0 0,-2-1 0 0 0,0 0 0 0 0,0 1 0 0 0,-2-1 0 0 0,-6-23 0 0 0,5 30 9 0 0,0 0 1 0 0,0 1 0 0 0,-1 0 0 0 0,-1 0-1 0 0,1 1 1 0 0,-2-1 0 0 0,1 1-1 0 0,-1 0 1 0 0,-1 1 0 0 0,0 0-1 0 0,0 0 1 0 0,0 0 0 0 0,-1 1 0 0 0,0 1-1 0 0,0 0 1 0 0,-1 0 0 0 0,-18-8-1 0 0,18 10-203 0 0,0 0-1 0 0,1 1 1 0 0,-1 1 0 0 0,0 0-1 0 0,-1 0 1 0 0,1 1-1 0 0,0 0 1 0 0,-17 1-1 0 0,18 1-476 0 0,-1 0 1 0 0,1 1-1 0 0,-1 0 0 0 0,1 0 0 0 0,-1 1 0 0 0,1 1 0 0 0,0-1 0 0 0,1 1 0 0 0,-16 10 0 0 0,-38 29-7786 0 0,25-15 542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5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64 2156 0 0,'-4'-15'4864'0'0,"-1"-3"-859"0"0,-5-12 2380 0 0,7 39-5401 0 0,11 320 3263 0 0,-7-226-3689 0 0,-7 225 929 0 0,2-271-1450 0 0,-4 91-1329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5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 33 2496 0 0,'2'-12'7033'0'0,"0"-8"974"0"0,-16 28-6541 0 0,-29 49 458 0 0,-80 80-1 0 0,-65 39-1044 0 0,28-40-471 0 0,91-80-328 0 0,47-41-1532 0 0,65-51-13637 0 0,-26 23 9818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6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93 672 0 0,'5'-15'2842'0'0,"-3"11"-1978"0"0,-1 0-1 0 0,1-1 1 0 0,-1 1-1 0 0,1-1 1 0 0,-1 1-1 0 0,-1-1 1 0 0,1 1 0 0 0,-1-1-1 0 0,0 0 1 0 0,0 1-1 0 0,0-1 1 0 0,0 0-1 0 0,-1 1 1 0 0,-3-11 848 0 0,3 16-1674 0 0,-1-1 1 0 0,0 0-1 0 0,0 1 0 0 0,0-1 0 0 0,0 1 1 0 0,0 0-1 0 0,1 0 0 0 0,-1 0 0 0 0,0 0 0 0 0,1 0 1 0 0,-1 0-1 0 0,1 0 0 0 0,-1 0 0 0 0,1 0 0 0 0,-1 1 1 0 0,1-1-1 0 0,0 1 0 0 0,0-1 0 0 0,0 1 0 0 0,-2 2 1 0 0,-19 41 683 0 0,18-35-564 0 0,-95 242 1203 0 0,11 4 0 0 0,-70 337 0 0 0,154-574-1344 0 0,-36 190 308 0 0,35-174-296 0 0,2 0 1 0 0,1 1 0 0 0,6 68-1 0 0,-3-97-108 0 0,0-1-1 0 0,0 0 1 0 0,1 1 0 0 0,0-1-1 0 0,0 0 1 0 0,0 0-1 0 0,1 0 1 0 0,0 0 0 0 0,6 10-1 0 0,-7-14-124 0 0,-1 0 0 0 0,1 0 0 0 0,0 0-1 0 0,0 0 1 0 0,0-1 0 0 0,0 1 0 0 0,1 0 0 0 0,-1-1-1 0 0,0 0 1 0 0,1 1 0 0 0,-1-1 0 0 0,1 0 0 0 0,-1 0-1 0 0,1-1 1 0 0,0 1 0 0 0,-1 0 0 0 0,1-1 0 0 0,0 0-1 0 0,-1 1 1 0 0,1-1 0 0 0,0 0 0 0 0,-1 0 0 0 0,1-1-1 0 0,0 1 1 0 0,4-2 0 0 0,41-14-7356 0 0,-22 4 85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6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609 107 2120 0 0,'5'-95'16590'0'0,"-5"93"-15927"0"0,0-8 2484 0 0,16 165 2289 0 0,-7 82-4336 0 0,-7-158-715 0 0,-1-62-344 0 0,-2 198 270 0 0,1-197-290 0 0,1-16-127 0 0,-1 1 0 0 0,0-1 1 0 0,0 1-1 0 0,0-1 0 0 0,-1 1 1 0 0,1 0-1 0 0,-1-1 0 0 0,1 0 0 0 0,-1 1 1 0 0,0-1-1 0 0,-1 5 0 0 0,1-6-348 0 0,-14-8-1529 0 0,12 4 1808 0 0,-1-1 1 0 0,1 1-1 0 0,1-1 0 0 0,-1 0 0 0 0,0 0 0 0 0,1 0 0 0 0,0 0 0 0 0,0 0 0 0 0,-2-8 0 0 0,0 3-47 0 0,-45-97-610 0 0,48 105 862 0 0,1-1-1 0 0,-1 0 1 0 0,0 0-1 0 0,0 1 1 0 0,0-1-1 0 0,0 1 1 0 0,0-1-1 0 0,0 1 1 0 0,0-1-1 0 0,-1 1 0 0 0,1-1 1 0 0,0 1-1 0 0,-1 0 1 0 0,1 0-1 0 0,-1 0 1 0 0,1 0-1 0 0,-1 0 1 0 0,0 0-1 0 0,1 0 1 0 0,-1 1-1 0 0,0-1 0 0 0,0 0 1 0 0,1 1-1 0 0,-1 0 1 0 0,0-1-1 0 0,0 1 1 0 0,0 0-1 0 0,0 0 1 0 0,0 0-1 0 0,0 0 0 0 0,1 0 1 0 0,-1 0-1 0 0,0 1 1 0 0,0-1-1 0 0,0 1 1 0 0,-2 0-1 0 0,-5 4 196 0 0,0-1-1 0 0,1 2 1 0 0,0-1-1 0 0,0 1 1 0 0,-13 12-1 0 0,12-11-14 0 0,-156 157 1817 0 0,80-76-1537 0 0,35-34-341 0 0,27-29-519 0 0,-1 0 0 0 0,-33 25 1 0 0,53-65-5823 0 0,13-3 3465 0 0,27-29-6749 0 0,-18 27 2766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7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0 195 908 0 0,'3'-1'3436'0'0,"43"-20"10926"0"0,-44 21-13684 0 0,13-2 277 0 0,0-1 0 0 0,-1 0 0 0 0,15-6 0 0 0,80-36 574 0 0,-31 11-1099 0 0,-22 13-326 0 0,74-31-1816 0 0,-126 49-231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7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16 124 1056 0 0,'-6'-10'7983'0'0,"-1"-16"-1052"0"0,5-1-3508 0 0,2 25-3336 0 0,0 0 1 0 0,0 0-1 0 0,1 0 0 0 0,-1-1 1 0 0,1 1-1 0 0,0 0 1 0 0,0 0-1 0 0,-1 0 1 0 0,1 0-1 0 0,1 0 1 0 0,-1 0-1 0 0,0 1 0 0 0,0-1 1 0 0,1 0-1 0 0,-1 0 1 0 0,1 1-1 0 0,-1-1 1 0 0,1 1-1 0 0,0-1 1 0 0,0 1-1 0 0,-1 0 0 0 0,1 0 1 0 0,3-2-1 0 0,0 1 14 0 0,1-1-1 0 0,-1 1 0 0 0,1 0 1 0 0,-1 0-1 0 0,1 1 1 0 0,0-1-1 0 0,0 1 0 0 0,0 1 1 0 0,0-1-1 0 0,-1 1 1 0 0,1 0-1 0 0,0 0 0 0 0,0 1 1 0 0,0 0-1 0 0,0 0 0 0 0,0 0 1 0 0,6 3-1 0 0,-8-2-36 0 0,1 0-1 0 0,-1 0 0 0 0,0 0 1 0 0,0 1-1 0 0,-1 0 0 0 0,1 0 1 0 0,0 0-1 0 0,-1 0 1 0 0,0 0-1 0 0,0 1 0 0 0,0-1 1 0 0,0 1-1 0 0,0 0 0 0 0,-1 0 1 0 0,0 0-1 0 0,0 0 0 0 0,0 1 1 0 0,0-1-1 0 0,0 0 1 0 0,-1 1-1 0 0,1 8 0 0 0,1 3 2 0 0,-2 0 0 0 0,0 0-1 0 0,-1 0 1 0 0,0 0 0 0 0,-2 0-1 0 0,0 0 1 0 0,-6 23 0 0 0,-3 3 402 0 0,-25 59 0 0 0,31-90-112 0 0,-2 6 443 0 0,6-13-484 0 0,4-9-188 0 0,-2 3-127 0 0,1 1-1 0 0,-1 0 0 0 0,1-1 1 0 0,0 1-1 0 0,-1 0 0 0 0,1 0 1 0 0,0 0-1 0 0,-1 0 0 0 0,1 0 1 0 0,0 0-1 0 0,0 0 1 0 0,0 1-1 0 0,0-1 0 0 0,0 1 1 0 0,0 0-1 0 0,0-1 0 0 0,0 1 1 0 0,0 0-1 0 0,0 0 0 0 0,0 0 1 0 0,2 1-1 0 0,2-1-3 0 0,0 0 0 0 0,0 1-1 0 0,0 0 1 0 0,0 0 0 0 0,11 5-1 0 0,-6-1 188 0 0,0 1 1 0 0,0 0-1 0 0,0 1 0 0 0,0 0 0 0 0,-1 1 0 0 0,0 0 1 0 0,-1 0-1 0 0,0 1 0 0 0,0 0 0 0 0,-1 1 0 0 0,0 0 1 0 0,-1 0-1 0 0,9 18 0 0 0,-12-21-71 0 0,-1 0 0 0 0,0 1-1 0 0,0-1 1 0 0,-1 1 0 0 0,0 0 0 0 0,0 0-1 0 0,0 0 1 0 0,-2 0 0 0 0,1 0-1 0 0,-1 0 1 0 0,0 0 0 0 0,0 0 0 0 0,-1 0-1 0 0,0 0 1 0 0,-1 0 0 0 0,1 0 0 0 0,-2 0-1 0 0,1 0 1 0 0,-1-1 0 0 0,0 1 0 0 0,-1-1-1 0 0,-4 8 1 0 0,3-7-111 0 0,0-1 0 0 0,-1 1 0 0 0,0-1 0 0 0,0 0 0 0 0,-1-1 0 0 0,0 0 0 0 0,0 0 0 0 0,0 0 0 0 0,-1-1 0 0 0,1 0 0 0 0,-1-1 0 0 0,-1 1 0 0 0,1-2 0 0 0,0 1 0 0 0,-13 3 0 0 0,8-4 0 0 0,1-1 0 0 0,-1 0 0 0 0,1-1 0 0 0,-1 0 0 0 0,1 0 0 0 0,-1-2 0 0 0,0 0 0 0 0,1 0 0 0 0,-1-1 0 0 0,-21-6 0 0 0,30 7-313 0 0,0-1 0 0 0,-1 1 0 0 0,1-1 0 0 0,0 0 0 0 0,0 0 1 0 0,0 0-1 0 0,0 0 0 0 0,0-1 0 0 0,1 0 0 0 0,-1 0 0 0 0,1 0 0 0 0,0 0 0 0 0,0 0 0 0 0,-4-6 0 0 0,5 6 26 0 0,1 0-1 0 0,-1 0 0 0 0,1 0 0 0 0,0 0 1 0 0,0 0-1 0 0,0 0 0 0 0,0-1 1 0 0,1 1-1 0 0,-1 0 0 0 0,1-1 0 0 0,0 1 1 0 0,0-1-1 0 0,0 1 0 0 0,1 0 0 0 0,-1-1 1 0 0,1 1-1 0 0,-1 0 0 0 0,1-1 0 0 0,3-5 1 0 0,11-24-4430 0 0,-2 11-1686 0 0,-1 0-2392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38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50 1572 0 0,'-26'-26'9471'0'0,"2"2"-1555"0"0,47 44-4534 0 0,-18-15-2621 0 0,32 31 261 0 0,-2 2 0 0 0,-2 1-1 0 0,-1 2 1 0 0,30 53 0 0 0,-29-37 496 0 0,-2 1 1 0 0,42 117 0 0 0,-58-130-1519 0 0,-3 0 0 0 0,-1 2 0 0 0,-3-1 0 0 0,-1 1 0 0 0,-3 1 0 0 0,-2-1 0 0 0,-2 0 0 0 0,-1 1 0 0 0,-3-1 0 0 0,-2 0 0 0 0,-2 0 0 0 0,-2-1 0 0 0,-27 77 0 0 0,26-98-882 0 0,0 0 0 0 0,-2-1 0 0 0,-1 0 1 0 0,-1-1-1 0 0,0-1 0 0 0,-36 38 0 0 0,38-46 99 0 0,0-1 0 0 0,-2-1 0 0 0,1 0-1 0 0,-1-1 1 0 0,-1 0 0 0 0,0-2 0 0 0,-1 1 0 0 0,0-2-1 0 0,0-1 1 0 0,-33 11 0 0 0,20-14-5427 0 0,4-2-3155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0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320 120 128 0 0,'-3'-14'2246'0'0,"-2"1"0"0"0,0-1 0 0 0,0 1 0 0 0,-2 0 0 0 0,1 0 0 0 0,-16-21 0 0 0,22 33-2209 0 0,-1 1-1 0 0,1-1 1 0 0,-1 1-1 0 0,0-1 1 0 0,1 1 0 0 0,-1-1-1 0 0,1 1 1 0 0,-1 0-1 0 0,0 0 1 0 0,1-1-1 0 0,-1 1 1 0 0,0 0 0 0 0,1 0-1 0 0,-1-1 1 0 0,0 1-1 0 0,1 0 1 0 0,-1 0-1 0 0,0 0 1 0 0,0 0 0 0 0,1 0-1 0 0,-1 0 1 0 0,0 0-1 0 0,1 1 1 0 0,-1-1-1 0 0,0 0 1 0 0,1 0-1 0 0,-1 0 1 0 0,0 1 0 0 0,1-1-1 0 0,-1 0 1 0 0,0 1-1 0 0,1-1 1 0 0,-1 0-1 0 0,1 1 1 0 0,-1-1 0 0 0,1 1-1 0 0,-1-1 1 0 0,1 1-1 0 0,-1-1 1 0 0,1 1-1 0 0,-1 0 1 0 0,1-1 0 0 0,-1 2-1 0 0,-17 25 674 0 0,-7 30 474 0 0,1 0 1 0 0,-22 90-1 0 0,-17 125 606 0 0,60-255-1689 0 0,-20 102 802 0 0,-11 164 0 0 0,31-215-640 0 0,3-1-1 0 0,3 1 0 0 0,22 133 0 0 0,-17-166-192 0 0,1 0-1 0 0,26 63 1 0 0,-30-85-79 0 0,1-2 0 0 0,0 1 1 0 0,1-1-1 0 0,0 0 0 0 0,0 0 0 0 0,1-1 0 0 0,1 0 0 0 0,0 0 1 0 0,0-1-1 0 0,1 0 0 0 0,14 10 0 0 0,-18-16-234 0 0,0 0 1 0 0,1-1-1 0 0,-1 1 0 0 0,1-1 0 0 0,-1 0 1 0 0,1-1-1 0 0,0 0 0 0 0,0 0 0 0 0,0 0 1 0 0,0-1-1 0 0,-1 0 0 0 0,1 0 0 0 0,0-1 1 0 0,0 0-1 0 0,0 0 0 0 0,12-4 0 0 0,0-1-1095 0 0,-1 0-1 0 0,0-2 0 0 0,0 0 1 0 0,27-18-1 0 0,-1-3-3952 0 0,0-3-2765 0 0</inkml:trace>
  <inkml:trace contextRef="#ctx0" brushRef="#br0" timeOffset="1">1284 244 4312 0 0,'-8'-93'16409'0'0,"8"96"-15601"0"0,43 169 5885 0 0,-24-84-5174 0 0,-3-14-1018 0 0,-4 1 1 0 0,3 78-1 0 0,-9 177 991 0 0,-6-279-1462 0 0,0-26-101 0 0,0-23-298 0 0,-6 1-2233 0 0,6-3 2479 0 0,-1 0 1 0 0,1 0-1 0 0,0 1 1 0 0,-1-2-1 0 0,1 1 1 0 0,-1 0-1 0 0,0 0 1 0 0,-6-11-2343 0 0,0 0 0 0 0,1 0 1 0 0,0-1-1 0 0,1 0 0 0 0,-8-24 0 0 0,2 4-4676 0 0,6 20 2730 0 0</inkml:trace>
  <inkml:trace contextRef="#ctx0" brushRef="#br0" timeOffset="2">1310 742 820 0 0,'-7'-28'21997'0'0,"6"28"-21919"0"0,0-1-1 0 0,-1 1 0 0 0,1 0 1 0 0,0 0-1 0 0,-1 0 1 0 0,1 0-1 0 0,0 0 0 0 0,-1 0 1 0 0,1 1-1 0 0,0-1 0 0 0,-1 0 1 0 0,1 1-1 0 0,0-1 0 0 0,-1 1 1 0 0,1-1-1 0 0,0 1 0 0 0,0-1 1 0 0,0 1-1 0 0,-2 1 0 0 0,-29 20 446 0 0,22-15-318 0 0,-229 183 1202 0 0,-3 1-1052 0 0,73-75-1315 0 0,159-111-1434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0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80 1516 0 0,'-17'-8'19317'0'0,"42"5"-19023"0"0,0-2 0 0 0,29-10 0 0 0,36-7-104 0 0,-30 11-1384 0 0,-20 4-2365 0 0,-1 1-5198 0 0,-23 4 2766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0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69 1244 0 0,'-14'-22'8240'0'0,"9"14"-5693"0"0,0 0-1 0 0,-1 1 1 0 0,-11-12 629 0 0,17 19-3075 0 0,0-1 1 0 0,0 1-1 0 0,-1 0 1 0 0,1 0-1 0 0,0-1 1 0 0,-1 1 0 0 0,1 0-1 0 0,0-1 1 0 0,-1 1-1 0 0,1 0 1 0 0,0 0-1 0 0,-1 0 1 0 0,1-1-1 0 0,0 1 1 0 0,-1 0-1 0 0,1 0 1 0 0,-1 0-1 0 0,1 0 1 0 0,0 0-1 0 0,-1 0 1 0 0,1 0-1 0 0,-1 0 1 0 0,1 0-1 0 0,0 0 1 0 0,-1 0-1 0 0,1 0 1 0 0,-1 0-1 0 0,1 0 1 0 0,-1 0-1 0 0,1 0 1 0 0,0 0 0 0 0,-1 0-1 0 0,1 0 1 0 0,0 1-1 0 0,-1-1 1 0 0,1 0-1 0 0,-1 0 1 0 0,1 1-1 0 0,0-1 1 0 0,0 0-1 0 0,-1 0 1 0 0,1 1-1 0 0,0-1 1 0 0,-1 0-1 0 0,1 1 1 0 0,0-1-1 0 0,0 0 1 0 0,0 1-1 0 0,-1-1 1 0 0,1 1-1 0 0,0-1 1 0 0,0 0-1 0 0,0 1 1 0 0,0-1-1 0 0,0 1 1 0 0,-4 24 931 0 0,1 0 0 0 0,1 0 0 0 0,1 0 0 0 0,3 27 0 0 0,-1 24 584 0 0,-5 96-1617 0 0,-9 186 0 0 0,11-299 0 0 0,5-40-2052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1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165 104 3560 0 0,'3'-27'7171'0'0,"-4"16"-4243"0"0,1-1 0 0 0,-5-19 0 0 0,3 21-1014 0 0,2 8-1193 0 0,0 2-630 0 0,0-1 0 0 0,0 1 0 0 0,0-1 1 0 0,0 1-1 0 0,0-1 0 0 0,0 1 0 0 0,-1-1 0 0 0,1 1 0 0 0,0 0 0 0 0,0-1 0 0 0,0 1 1 0 0,-1-1-1 0 0,1 1 0 0 0,0-1 0 0 0,0 1 0 0 0,-1 0 0 0 0,1-1 0 0 0,0 1 0 0 0,-1 0 1 0 0,1-1-1 0 0,-1 1 0 0 0,1 0 0 0 0,0-1 0 0 0,-1 1 0 0 0,-3 0 3 0 0,0 1-1 0 0,0-1 0 0 0,0 1 1 0 0,0 0-1 0 0,0 0 1 0 0,0 1-1 0 0,0-1 1 0 0,1 1-1 0 0,-1 0 0 0 0,0 0 1 0 0,1 0-1 0 0,0 0 1 0 0,-1 1-1 0 0,1-1 0 0 0,0 1 1 0 0,0 0-1 0 0,1 0 1 0 0,-1 0-1 0 0,-3 5 1 0 0,-3 3-18 0 0,1 1 1 0 0,1 0-1 0 0,0 0 1 0 0,-10 21 0 0 0,14-25-63 0 0,1-1 0 0 0,-1 1 0 0 0,1 0 0 0 0,1-1-1 0 0,-1 1 1 0 0,1 0 0 0 0,1 0 0 0 0,-1 0 0 0 0,2 10 0 0 0,-1-15 0 0 0,1 1 0 0 0,0 0 0 0 0,-1-1 0 0 0,1 1 0 0 0,1-1 0 0 0,-1 1 1 0 0,1-1-1 0 0,-1 0 0 0 0,1 1 0 0 0,0-1 0 0 0,0 0 0 0 0,0 0 0 0 0,1 0 0 0 0,-1-1 0 0 0,1 1 0 0 0,-1-1 0 0 0,1 1 0 0 0,0-1 0 0 0,0 0 0 0 0,0 0 0 0 0,6 3 0 0 0,54 24 756 0 0,-46-23-389 0 0,0 1 0 0 0,-1 1 0 0 0,0 0 0 0 0,0 1 0 0 0,-1 1 0 0 0,0 0 0 0 0,-1 1 0 0 0,14 13 1 0 0,-24-19-323 0 0,0 0 0 0 0,0 1 0 0 0,0-1 0 0 0,0 1 1 0 0,-1 0-1 0 0,0 0 0 0 0,0 0 0 0 0,0 0 1 0 0,-1 0-1 0 0,0 1 0 0 0,-1-1 0 0 0,1 1 1 0 0,0 10-1 0 0,-2-12-29 0 0,0-1 1 0 0,0 1-1 0 0,0 0 1 0 0,-1 0-1 0 0,0-1 1 0 0,0 1-1 0 0,0 0 1 0 0,-1-1-1 0 0,0 1 1 0 0,1-1-1 0 0,-1 0 1 0 0,-1 1-1 0 0,1-1 1 0 0,-1 0-1 0 0,0 0 1 0 0,1-1-1 0 0,-2 1 1 0 0,1-1-1 0 0,-7 7 1 0 0,2-4-31 0 0,0 0 0 0 0,0-1 0 0 0,-1 0 0 0 0,0 0 0 0 0,0-1 0 0 0,0 0 0 0 0,0-1 0 0 0,0 0 0 0 0,-1 0 0 0 0,1-1 0 0 0,-14 1 0 0 0,19-2 0 0 0,0 0 0 0 0,0-1 0 0 0,0 1 0 0 0,1-1 0 0 0,-1 0 0 0 0,0 0 0 0 0,0-1 0 0 0,0 1 0 0 0,0-1 0 0 0,-6-2 0 0 0,0 0 0 0 0,5 2-264 0 0,-1-1 1 0 0,1 0-1 0 0,0 0 1 0 0,0-1-1 0 0,0 0 1 0 0,-8-6-1 0 0,8 5-479 0 0,0 0 0 0 0,1 0-1 0 0,0-1 1 0 0,0 1 0 0 0,0-1 0 0 0,0 0 0 0 0,1 0-1 0 0,0-1 1 0 0,-4-7 0 0 0,4 3-538 0 0,-1 1 0 0 0,1-1 0 0 0,1-1 1 0 0,0 1-1 0 0,0 0 0 0 0,1 0 0 0 0,0-1 0 0 0,1 1 0 0 0,2-17 1 0 0,0 1-6998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1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13 186 1784 0 0,'-9'-18'15422'0'0,"5"7"-12338"0"0,12 8-2357 0 0,0 1 1 0 0,1-1 0 0 0,-1 1-1 0 0,0 1 1 0 0,1-1-1 0 0,-1 2 1 0 0,14-1-1 0 0,3-1 117 0 0,37-7 976 0 0,105-30-1 0 0,-19-9-2852 0 0,-134 43-386 0 0,36-15-4528 0 0,-22 0-5445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1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32 788 0 0,'-53'-30'16458'0'0,"52"30"-16368"0"0,1 0 0 0 0,0 0-1 0 0,-1 0 1 0 0,1 0 0 0 0,0-1 0 0 0,-1 1-1 0 0,1 0 1 0 0,-1 0 0 0 0,1 0-1 0 0,0 0 1 0 0,-1 0 0 0 0,1 0 0 0 0,0 0-1 0 0,-1 0 1 0 0,1 0 0 0 0,-1 0 0 0 0,1 0-1 0 0,0 0 1 0 0,-1 0 0 0 0,1 0-1 0 0,-1 0 1 0 0,1 1 0 0 0,0-1 0 0 0,-1 0-1 0 0,1 0 1 0 0,0 0 0 0 0,-1 1-1 0 0,1-1 1 0 0,0 0 0 0 0,-1 0 0 0 0,1 1-1 0 0,0-1 1 0 0,0 0 0 0 0,-1 0 0 0 0,1 1-1 0 0,0-1 1 0 0,0 0 0 0 0,0 1-1 0 0,-1-1 1 0 0,1 0 0 0 0,0 1 0 0 0,0-1-1 0 0,0 1 1 0 0,0-1 0 0 0,0 0-1 0 0,0 1 1 0 0,0-1 0 0 0,0 0 0 0 0,0 1-1 0 0,0-1 1 0 0,0 1 0 0 0,0-1 0 0 0,0 0-1 0 0,0 1 1 0 0,0 0 0 0 0,3 23 2772 0 0,0-9-1886 0 0,2-2-1 0 0,0 1 1 0 0,1 0 0 0 0,13 22-1 0 0,0 1 478 0 0,11 27-1236 0 0,83 192 542 0 0,-98-212-694 0 0,-1 0 1 0 0,-2 0-1 0 0,-3 1 1 0 0,5 50-1 0 0,-10-33-65 0 0,-3 0 0 0 0,-3 0 0 0 0,-3 0 0 0 0,-2 0 0 0 0,-3-1 0 0 0,-3 0 0 0 0,-2-1 0 0 0,-42 106 0 0 0,40-127-1108 0 0,-34 57-1 0 0,31-65-234 0 0,-1-1 1 0 0,-1 0-1 0 0,-2-1 0 0 0,0-2 0 0 0,-2 0 0 0 0,-1-2 1 0 0,-45 33-1 0 0,54-47-5356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87 3060 0 0,'-59'-21'10742'0'0,"4"6"-4457"0"0,52 14-5668 0 0,-12-1 235 0 0,3 0 326 0 0,28-3-742 0 0,151-21-314 0 0,-54 13-3624 0 0,-109 13 3164 0 0,31-1-3660 0 0,-11 5-3514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2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21 1320 0 0,'-128'81'16332'0'0,"127"-81"-16279"0"0,1 0 0 0 0,0 1 0 0 0,0-1 0 0 0,-1 0 0 0 0,1 0 0 0 0,0 0 0 0 0,0 1 0 0 0,-1-1 0 0 0,1 0 0 0 0,0 0 0 0 0,0 1-1 0 0,-1-1 1 0 0,1 0 0 0 0,0 0 0 0 0,0 1 0 0 0,0-1 0 0 0,0 0 0 0 0,0 0 0 0 0,-1 1 0 0 0,1-1 0 0 0,0 0 0 0 0,0 1 0 0 0,0-1 0 0 0,0 0 0 0 0,0 1-1 0 0,0-1 1 0 0,0 0 0 0 0,0 1 0 0 0,0-1 0 0 0,0 0 0 0 0,0 1 0 0 0,0-1 0 0 0,0 0 0 0 0,0 1 0 0 0,1-1 0 0 0,-1 0 0 0 0,0 1 0 0 0,0-1 0 0 0,0 0-1 0 0,0 0 1 0 0,0 1 0 0 0,1-1 0 0 0,-1 0 0 0 0,0 0 0 0 0,0 1 0 0 0,1-1 0 0 0,-1 0 0 0 0,0 0 0 0 0,0 0 0 0 0,1 1 0 0 0,-1-1 0 0 0,0 0 0 0 0,0 0 0 0 0,1 0-1 0 0,1 1 121 0 0,0 0-1 0 0,0 0 1 0 0,0 0-1 0 0,0-1 0 0 0,0 1 1 0 0,0 0-1 0 0,0-1 1 0 0,0 0-1 0 0,4 1 0 0 0,34-5 180 0 0,1-1 0 0 0,-1-1-1 0 0,48-16 1 0 0,10 0-720 0 0,16 0-1719 0 0,-25 5-1505 0 0,0-1-5000 0 0,-56 12 1941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2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97 2548 0 0,'-40'-37'11357'0'0,"36"34"-10629"0"0,-1 0 1 0 0,1 0-1 0 0,-1 0 1 0 0,0 0-1 0 0,0 1 0 0 0,-8-4 1 0 0,10 6-579 0 0,-1-1 0 0 0,1 1 0 0 0,0 0 0 0 0,0 0 0 0 0,0 0 0 0 0,0 0 1 0 0,0 1-1 0 0,0-1 0 0 0,0 1 0 0 0,0 0 0 0 0,0-1 0 0 0,0 2 0 0 0,0-1 0 0 0,0 0 1 0 0,1 0-1 0 0,-1 1 0 0 0,-5 3 0 0 0,-6 7 211 0 0,0 1 0 0 0,1 0 0 0 0,0 0-1 0 0,1 2 1 0 0,1-1 0 0 0,0 2 0 0 0,1-1 0 0 0,1 2 0 0 0,0-1 0 0 0,-6 18 0 0 0,1 0-51 0 0,2 1 1 0 0,2 0 0 0 0,1 0 0 0 0,-5 44 0 0 0,11-54-161 0 0,1 0 0 0 0,1 0-1 0 0,2 0 1 0 0,5 45 0 0 0,-5-61-119 0 0,1 0 0 0 0,0-1 0 0 0,0 1 0 0 0,1 0 0 0 0,0-1 0 0 0,0 0 0 0 0,1 0 0 0 0,0 0 0 0 0,1 0 0 0 0,-1-1 0 0 0,1 1 0 0 0,1-1 0 0 0,0 0 1 0 0,0-1-1 0 0,0 0 0 0 0,13 11 0 0 0,-12-13-19 0 0,-1-1 1 0 0,0 0-1 0 0,1 0 1 0 0,-1 0-1 0 0,1-1 1 0 0,0 0-1 0 0,0 0 1 0 0,0-1-1 0 0,0 1 1 0 0,0-2-1 0 0,7 1 1 0 0,-2-1 0 0 0,-1-1 1 0 0,0 0-1 0 0,0-1 1 0 0,0 0-1 0 0,0-1 0 0 0,15-5 1 0 0,-5-2-23 0 0,1 0-1 0 0,-1-1 1 0 0,-1-1 0 0 0,0-1 0 0 0,35-30-1 0 0,-38 28 4 0 0,-2 0 0 0 0,0-1-1 0 0,0-1 1 0 0,-2 0 0 0 0,0-1 0 0 0,-1 0-1 0 0,-1-1 1 0 0,14-30 0 0 0,-18 31 21 0 0,-1 0 1 0 0,-1 0 0 0 0,0 0-1 0 0,-2 0 1 0 0,0-1 0 0 0,0 0 0 0 0,-2 1-1 0 0,-1-1 1 0 0,0 0 0 0 0,-3-22-1 0 0,1 26-2 0 0,-1 0 0 0 0,-1 0-1 0 0,0 0 1 0 0,0 0 0 0 0,-2 1-1 0 0,1 0 1 0 0,-2 0 0 0 0,-14-23 0 0 0,15 30-16 0 0,1-1 1 0 0,-1 1 0 0 0,-1 0 0 0 0,1 1 0 0 0,-1-1 0 0 0,0 2 0 0 0,-1-1 0 0 0,1 1 0 0 0,-1 0 0 0 0,0 0 0 0 0,-1 1 0 0 0,1 0 0 0 0,-1 0 0 0 0,0 1 0 0 0,-14-4 0 0 0,-6 2-381 0 0,0 0 1 0 0,-1 2 0 0 0,1 1 0 0 0,0 1 0 0 0,-1 2-1 0 0,-48 6 1 0 0,54-2-2111 0 0,-34 11 0 0 0,36-8-2270 0 0,-35 18-1 0 0,25-10-4536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4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897 11 828 0 0,'-5'-8'11633'0'0,"5"8"-11554"0"0,-1-1 0 0 0,1 1-1 0 0,0 0 1 0 0,-1 0 0 0 0,1-1-1 0 0,0 1 1 0 0,-1 0 0 0 0,1 0 0 0 0,-1 0-1 0 0,1 0 1 0 0,-1-1 0 0 0,1 1 0 0 0,-1 0-1 0 0,1 0 1 0 0,0 0 0 0 0,-1 0-1 0 0,1 0 1 0 0,-1 0 0 0 0,1 0 0 0 0,-1 0-1 0 0,1 1 1 0 0,-1-1 0 0 0,1 0 0 0 0,-1 0-1 0 0,1 0 1 0 0,0 0 0 0 0,-1 1-1 0 0,1-1 1 0 0,-1 0 0 0 0,1 0 0 0 0,-1 1-1 0 0,-5 15 624 0 0,3 29-1069 0 0,4-38 553 0 0,3 241-279 0 0,-1 124 234 0 0,-4-134 51 0 0,1-224 263 0 0,1-1 1357 0 0,4-34-1168 0 0,40-134-529 0 0,2-8-79 0 0,-40 133-29 0 0,-5 19-20 0 0,-2 10 48 0 0,1-1 1 0 0,-1 1-1 0 0,1 0 1 0 0,-1-1-1 0 0,0 1 0 0 0,1-1 1 0 0,-1 1-1 0 0,0-1 1 0 0,0 1-1 0 0,0 0 1 0 0,0-1-1 0 0,0 1 1 0 0,-1-1-1 0 0,1 1 1 0 0,0 0-1 0 0,-1-1 1 0 0,1 1-1 0 0,-1 0 1 0 0,1-1-1 0 0,-1 1 1 0 0,0 0-1 0 0,-1-3 0 0 0,1 3 3 0 0,-17 5 23 0 0,8 0-57 0 0,-1 1 1 0 0,1 1-1 0 0,0-1 0 0 0,0 1 0 0 0,1 1 1 0 0,-1 0-1 0 0,-8 9 0 0 0,-9 6-1 0 0,-118 88-36 0 0,-340 248 612 0 0,439-326-534 0 0,-74 47 84 0 0,83-58-51 0 0,36-21-65 0 0,-9 7-143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5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61 976 0 0,'-37'3'10060'0'0,"29"-3"-8175"0"0,-21 4 2507 0 0,18-3-4255 0 0,130-33 371 0 0,-34 9-1837 0 0,-30 11-3390 0 0,-39 11 2418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5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87 211 188 0 0,'-85'75'11623'0'0,"84"-74"-11343"0"0,1 2 254 0 0,1 4 837 0 0,14-10-823 0 0,260-116 541 0 0,-126 50-2342 0 0,-9 7-2647 0 0,-90 40 408 0 0,-3 0-1092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6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568 61 952 0 0,'-64'-22'9031'0'0,"-39"-13"-3071"0"0,98 34-5906 0 0,1 0-1 0 0,-1 0 0 0 0,0 1 0 0 0,0 0 1 0 0,0 0-1 0 0,0 0 0 0 0,0 1 0 0 0,0-1 0 0 0,1 1 1 0 0,-1 0-1 0 0,0 1 0 0 0,0-1 0 0 0,1 1 0 0 0,-1 0 1 0 0,1 0-1 0 0,0 0 0 0 0,-1 1 0 0 0,1-1 1 0 0,-5 5-1 0 0,-4 4-22 0 0,1 0 1 0 0,0 1-1 0 0,0 0 1 0 0,-10 15 0 0 0,-10 18 299 0 0,2 0 1 0 0,2 2-1 0 0,2 2 1 0 0,2 0 0 0 0,2 1-1 0 0,3 2 1 0 0,-15 55-1 0 0,30-89-273 0 0,0 0-1 0 0,1 0 0 0 0,0 0 0 0 0,2 1 0 0 0,0-1 0 0 0,1 1 0 0 0,4 27 0 0 0,-4-40-32 0 0,1-1 1 0 0,0 1-1 0 0,1 0 0 0 0,0-1 1 0 0,-1 1-1 0 0,2-1 0 0 0,-1 0 1 0 0,1 0-1 0 0,0 0 1 0 0,0 0-1 0 0,0 0 0 0 0,0 0 1 0 0,1-1-1 0 0,0 1 0 0 0,0-1 1 0 0,0 0-1 0 0,1 0 1 0 0,-1-1-1 0 0,1 0 0 0 0,0 1 1 0 0,0-1-1 0 0,0-1 0 0 0,0 1 1 0 0,1-1-1 0 0,-1 0 1 0 0,0 0-1 0 0,10 1 0 0 0,-1-1 75 0 0,1 0-1 0 0,-1-1 0 0 0,1-1 1 0 0,-1-1-1 0 0,1 0 1 0 0,-1-1-1 0 0,1 0 0 0 0,-1-1 1 0 0,24-9-1 0 0,-14 3 190 0 0,0 0-1 0 0,-1-2 0 0 0,-1-1 1 0 0,35-24-1 0 0,-46 28-140 0 0,-1 0 0 0 0,0-1 0 0 0,0 0 0 0 0,-1-1 0 0 0,0 0 0 0 0,-1-1 0 0 0,0 0 0 0 0,0 0 0 0 0,-1 0 0 0 0,-1-1 0 0 0,0 0 1 0 0,0-1-1 0 0,-2 1 0 0 0,1-1 0 0 0,-2 0 0 0 0,0 0 0 0 0,0 0 0 0 0,-1 0 0 0 0,0-17 0 0 0,-1 13-115 0 0,-2-1 0 0 0,0 1 0 0 0,-1 0 0 0 0,-1 0 0 0 0,0 0 0 0 0,-2 0 0 0 0,0 0 0 0 0,0 1 0 0 0,-2-1 0 0 0,0 2 0 0 0,-1-1 0 0 0,0 1 0 0 0,-1 0-1 0 0,-15-18 1 0 0,15 21-59 0 0,-1 0-1 0 0,-1 1 1 0 0,0 0 0 0 0,0 1-1 0 0,-1 0 1 0 0,-1 1-1 0 0,-16-10 1 0 0,22 15-252 0 0,0 1 0 0 0,0 0 0 0 0,0 1 0 0 0,0-1 0 0 0,-1 1 0 0 0,1 1 0 0 0,-1-1 0 0 0,1 1 0 0 0,-1 0 0 0 0,1 1 0 0 0,-1 0 0 0 0,0 0 0 0 0,1 1 0 0 0,-1 0 0 0 0,0 0 0 0 0,-10 4 0 0 0,-1 2-1114 0 0,1 1-1 0 0,0 1 1 0 0,1 0-1 0 0,-1 1 0 0 0,-21 18 1 0 0,22-16-702 0 0,-45 29-6992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6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27 1260 0 0,'-23'-25'9917'0'0,"22"24"-9840"0"0,0 1 0 0 0,-1 0 1 0 0,1 0-1 0 0,-1-1 0 0 0,1 1 0 0 0,0 0 0 0 0,-1 0 0 0 0,1 0 0 0 0,0 1 1 0 0,-1-1-1 0 0,1 0 0 0 0,0 0 0 0 0,-1 1 0 0 0,1-1 0 0 0,0 1 1 0 0,-1-1-1 0 0,1 1 0 0 0,0 0 0 0 0,0-1 0 0 0,0 1 0 0 0,0 0 1 0 0,-1 0-1 0 0,1 0 0 0 0,0 0 0 0 0,0 0 0 0 0,-1 1 0 0 0,-28 36 378 0 0,21-26-228 0 0,-32 48-4 0 0,3 2 0 0 0,-40 87 0 0 0,76-144-233 0 0,-68 150-1952 0 0,30-52-3368 0 0,26-62 425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7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98 316 0 0,'-12'-53'12451'0'0,"12"52"-12318"0"0,0 0 0 0 0,0 1 0 0 0,0-1 1 0 0,0 0-1 0 0,0 0 0 0 0,-1 0 1 0 0,1 0-1 0 0,0 1 0 0 0,0-1 1 0 0,0 0-1 0 0,-1 0 0 0 0,1 1 0 0 0,0-1 1 0 0,-1 0-1 0 0,1 0 0 0 0,-1 0 1 0 0,0 0-62 0 0,1 1 1 0 0,-1-1 0 0 0,1 0 0 0 0,-1 0-1 0 0,1 1 1 0 0,0-1 0 0 0,-1 0-1 0 0,1 0 1 0 0,0 1 0 0 0,0-1 0 0 0,-1 0-1 0 0,1 0 1 0 0,0 0 0 0 0,0 0 0 0 0,0 1-1 0 0,0-1 1 0 0,0 0 0 0 0,0 0-1 0 0,0 0 1 0 0,0 0 0 0 0,1 1 0 0 0,-1-1-1 0 0,0 0 1 0 0,0 0 0 0 0,1 0 0 0 0,0 0-1 0 0,0 0-66 0 0,1 0-1 0 0,-1 0 0 0 0,1 0 1 0 0,-1 0-1 0 0,1 1 0 0 0,0-1 1 0 0,-1 1-1 0 0,1-1 0 0 0,0 1 1 0 0,0 0-1 0 0,-1-1 0 0 0,1 1 1 0 0,2 0-1 0 0,31-1 21 0 0,-35 1-25 0 0,14 0 0 0 0,0 1 0 0 0,0 1 1 0 0,-1 0-1 0 0,1 0 0 0 0,-1 1 1 0 0,26 10-1 0 0,-35-12-1 0 0,0 1 0 0 0,0 0 0 0 0,0 0 1 0 0,0 0-1 0 0,0 1 0 0 0,0-1 0 0 0,-1 1 0 0 0,1 0 1 0 0,-1 0-1 0 0,0 0 0 0 0,0 0 0 0 0,0 0 0 0 0,0 1 1 0 0,0-1-1 0 0,-1 1 0 0 0,0 0 0 0 0,0 0 0 0 0,0 0 1 0 0,0 0-1 0 0,0 0 0 0 0,-1 0 0 0 0,0 1 0 0 0,0-1 1 0 0,0 0-1 0 0,0 1 0 0 0,-1 4 0 0 0,0 3 6 0 0,-1-1-1 0 0,-1 1 1 0 0,0-1-1 0 0,0 0 1 0 0,-1 0-1 0 0,-1 0 1 0 0,0 0-1 0 0,-8 16 1 0 0,-7 6 37 0 0,-27 39 0 0 0,6-12-12 0 0,15-20 160 0 0,24-39-181 0 0,5 2 17 0 0,-3-2-26 0 0,-1 0 1 0 0,1 0-1 0 0,0-1 1 0 0,0 1-1 0 0,-1 0 1 0 0,1-1-1 0 0,0 1 1 0 0,0-1-1 0 0,0 1 1 0 0,0-1-1 0 0,0 1 0 0 0,0-1 1 0 0,0 1-1 0 0,0-1 1 0 0,2 0-1 0 0,15 3-19 0 0,1 0 0 0 0,-1 2-1 0 0,33 11 1 0 0,-40-12 178 0 0,0 1 1 0 0,0 0 0 0 0,-1 1-1 0 0,1 0 1 0 0,-1 1-1 0 0,-1 0 1 0 0,13 11 0 0 0,-20-16 42 0 0,0 0 1 0 0,0 1 0 0 0,0-1-1 0 0,0 1 1 0 0,0 0 0 0 0,0-1-1 0 0,0 1 1 0 0,-1 0 0 0 0,0 0-1 0 0,1 0 1 0 0,-1 0 0 0 0,0 0 0 0 0,-1 0-1 0 0,1 1 1 0 0,0-1 0 0 0,-1 0-1 0 0,0 0 1 0 0,0 1 0 0 0,0 2-1 0 0,-1 0 35 0 0,0-1-1 0 0,0 0 1 0 0,-1 0 0 0 0,0 1-1 0 0,0-1 1 0 0,0 0-1 0 0,0-1 1 0 0,-1 1-1 0 0,0 0 1 0 0,-5 6 0 0 0,-3 2 128 0 0,-1-1 1 0 0,0 0 0 0 0,0-1 0 0 0,-1 0-1 0 0,-1-1 1 0 0,-19 12 0 0 0,21-15-262 0 0,0-1 0 0 0,-1 0 0 0 0,0-1 1 0 0,0 0-1 0 0,0-1 0 0 0,-1 0 0 0 0,1-1 0 0 0,-1-1 1 0 0,0 0-1 0 0,0-1 0 0 0,-16 0 0 0 0,16-2-767 0 0,-1 0-1 0 0,1-2 1 0 0,0 0 0 0 0,0 0-1 0 0,0-1 1 0 0,-21-9 0 0 0,22 7-1159 0 0,-14-6-3026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8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62 952 0 0,'-3'-5'1705'0'0,"0"0"1"0"0,1 0-1 0 0,-1 1 0 0 0,1-2 1 0 0,-3-6-1 0 0,-2-5 1122 0 0,7 16-2359 0 0,-8-5 447 0 0,1 24-145 0 0,0 1-1 0 0,1 0 1 0 0,-7 39 0 0 0,2-5-336 0 0,-13 42-413 0 0,-32 138-70 0 0,31-75-9228 0 0,22-125 2079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8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89 2400 0 0,'-3'-19'4852'0'0,"2"10"-2644"0"0,-1 0 0 0 0,0 0-1 0 0,-6-16 536 0 0,3 8-1053 0 0,1 30-1319 0 0,1 0 0 0 0,0 0 1 0 0,1 0-1 0 0,1 1 1 0 0,-1 14-1 0 0,-2 25 408 0 0,-46 329 1577 0 0,4-103-2179 0 0,43-246-1938 0 0,3-11-3565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9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1 183 380 0 0,'3'-16'7188'0'0,"2"-11"-553"0"0,8 8-3229 0 0,8 6-2836 0 0,1 1 1 0 0,1 1-1 0 0,0 1 1 0 0,44-13-1 0 0,-22 8-371 0 0,66-20-2069 0 0,-109 34 1343 0 0,1 1 0 0 0,0 0 0 0 0,0-1 1 0 0,-1 1-1 0 0,1 0 0 0 0,0 1 0 0 0,4 0 1 0 0,-6-1 384 0 0,-1 0 0 0 0,0 0 1 0 0,1 0-1 0 0,-1 0 0 0 0,1 0 1 0 0,-1 0-1 0 0,0 0 0 0 0,1 0 1 0 0,-1 0-1 0 0,1 1 0 0 0,-1-1 1 0 0,0 0-1 0 0,1 0 0 0 0,-1 0 1 0 0,0 0-1 0 0,1 1 0 0 0,2 4-2266 0 0,-3-4 2266 0 0,0-1 0 0 0,0 0 1 0 0,1 1-1 0 0,-1-1 0 0 0,0 1 1 0 0,-1-1-1 0 0,1 0 0 0 0,0 1 1 0 0,0-1-1 0 0,0 1 0 0 0,0-1 1 0 0,0 0-1 0 0,0 1 0 0 0,0-1 1 0 0,-1 0-1 0 0,1 1 0 0 0,0-1 1 0 0,0 0-1 0 0,-2 2-566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0:49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1 976 0 0,'-3'0'2173'0'0,"-4"1"-807"0"0,-1 0-1 0 0,1 0 1 0 0,-1 1-1 0 0,1 0 1 0 0,-13 6-1 0 0,15-5-1081 0 0,-1 0-1 0 0,1 0 0 0 0,-1 1 0 0 0,1 0 0 0 0,0 0 1 0 0,1 0-1 0 0,-1 0 0 0 0,1 1 0 0 0,0 0 0 0 0,0 0 1 0 0,0 0-1 0 0,-3 6 0 0 0,-3 8 31 0 0,1 0 0 0 0,1 1 1 0 0,1 0-1 0 0,0 0 0 0 0,2 0 0 0 0,0 1 0 0 0,1 0 1 0 0,2 0-1 0 0,0 0 0 0 0,1 0 0 0 0,2 33 0 0 0,-1-53-276 0 0,0 1 0 0 0,0-1 0 0 0,0 0-1 0 0,1 0 1 0 0,-1 1 0 0 0,0-1 0 0 0,0 0-1 0 0,1 0 1 0 0,-1 1 0 0 0,1-1-1 0 0,-1 0 1 0 0,1 0 0 0 0,-1 0 0 0 0,1 0-1 0 0,0 1 1 0 0,-1-1 0 0 0,1 0 0 0 0,0 0-1 0 0,0-1 1 0 0,0 1 0 0 0,0 0 0 0 0,0 0-1 0 0,0 0 1 0 0,0 0 0 0 0,0-1 0 0 0,0 1-1 0 0,0-1 1 0 0,1 1 0 0 0,-1-1-1 0 0,0 1 1 0 0,0-1 0 0 0,0 0 0 0 0,1 1-1 0 0,-1-1 1 0 0,0 0 0 0 0,1 0 0 0 0,-1 0-1 0 0,0 0 1 0 0,0 0 0 0 0,1 0 0 0 0,-1 0-1 0 0,0-1 1 0 0,0 1 0 0 0,1 0-1 0 0,1-1 1 0 0,7-3 55 0 0,0 0 0 0 0,0 0 0 0 0,0 0 0 0 0,12-10 0 0 0,-9 7 23 0 0,4-2-14 0 0,-6 2-66 0 0,2 1 0 0 0,-1 0 0 0 0,1 1 0 0 0,19-6 1 0 0,-27 10-7 0 0,-1 0 0 0 0,1 0 1 0 0,0 1-1 0 0,-1 0 1 0 0,1 0-1 0 0,0 0 0 0 0,-1 1 1 0 0,1 0-1 0 0,-1-1 1 0 0,1 1-1 0 0,-1 1 0 0 0,1-1 1 0 0,-1 1-1 0 0,0 0 0 0 0,1 0 1 0 0,-1 0-1 0 0,5 4 1 0 0,1 1 127 0 0,-1 0 0 0 0,0 0 0 0 0,0 1 1 0 0,-1 0-1 0 0,0 1 0 0 0,0-1 0 0 0,-1 2 1 0 0,0-1-1 0 0,-1 1 0 0 0,0 0 0 0 0,0 0 1 0 0,-1 1-1 0 0,-1 0 0 0 0,1 0 0 0 0,-2 0 1 0 0,0 0-1 0 0,0 0 0 0 0,-1 1 0 0 0,0 0 1 0 0,-1-1-1 0 0,0 1 0 0 0,-1 0 0 0 0,-1-1 1 0 0,0 1-1 0 0,0 0 0 0 0,-1-1 0 0 0,0 1 0 0 0,-1-1 1 0 0,-1 0-1 0 0,0 0 0 0 0,0 0 0 0 0,-1 0 1 0 0,0-1-1 0 0,-7 11 0 0 0,5-11-99 0 0,-1-1-1 0 0,0 0 0 0 0,0-1 1 0 0,0 1-1 0 0,-1-1 1 0 0,-1-1-1 0 0,1 0 1 0 0,-1 0-1 0 0,0-1 0 0 0,-1 0 1 0 0,1-1-1 0 0,-1 0 1 0 0,0-1-1 0 0,-1 0 0 0 0,1-1 1 0 0,-1 0-1 0 0,1-1 1 0 0,-1 0-1 0 0,0 0 1 0 0,0-2-1 0 0,0 1 0 0 0,0-2 1 0 0,0 1-1 0 0,1-2 1 0 0,-1 1-1 0 0,0-2 1 0 0,1 1-1 0 0,-18-8 0 0 0,-18-11-2647 0 0,18 8-1934 0 0,-1 1-6872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16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10 684 0 0,'0'0'1963'0'0,"-23"-9"7170"0"0,0 9-7230 0 0,21 0-1727 0 0,2 3 164 0 0,-2 27 1110 0 0,6 54-1 0 0,-1-21-320 0 0,-14 577 2448 0 0,-7-449-3215 0 0,8-96-2421 0 0,-3-116-3722 0 0,10-11-480 0 0,0 13 600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16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32 200 836 0 0,'-28'-53'12183'0'0,"27"51"-11643"0"0,1 2-527 0 0,0 0 1 0 0,0 0-1 0 0,0 0 1 0 0,-1 0-1 0 0,1 0 1 0 0,0 0 0 0 0,0-1-1 0 0,0 1 1 0 0,0 0-1 0 0,0 0 1 0 0,-1 0-1 0 0,1 0 1 0 0,0 0 0 0 0,0 0-1 0 0,0 0 1 0 0,0 0-1 0 0,0 0 1 0 0,0-1 0 0 0,0 1-1 0 0,0 0 1 0 0,-1 0-1 0 0,1 0 1 0 0,0 0-1 0 0,0 0 1 0 0,0 0 0 0 0,0-1-1 0 0,0 1 1 0 0,0 0-1 0 0,0 0 1 0 0,0 0-1 0 0,0 0 1 0 0,0 0 0 0 0,0-1-1 0 0,0 1 1 0 0,0 0-1 0 0,0 0 1 0 0,0 0-1 0 0,0 0 1 0 0,0 0 0 0 0,0-1-1 0 0,0 1 1 0 0,0 0-1 0 0,0 0 1 0 0,0 0-1 0 0,1 0 1 0 0,-1 0 0 0 0,0-1-1 0 0,0 1 1 0 0,0 0-1 0 0,0 0 1 0 0,0 0 0 0 0,0 0-1 0 0,0 0 1 0 0,0 0-1 0 0,1 0 1 0 0,8-9 769 0 0,129-38 356 0 0,-76 28-1037 0 0,-42 13-85 0 0,114-35-730 0 0,-105 35-1349 0 0,31-4 0 0 0,-36 9-2773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16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0 816 0 0,'-81'58'11202'0'0,"80"-57"-10877"0"0,-1 0-131 0 0,2 0-150 0 0,0-1 1 0 0,-1 0-1 0 0,1 0 1 0 0,0 0-1 0 0,-1 0 0 0 0,1 1 1 0 0,0-1-1 0 0,-1 0 1 0 0,1 0-1 0 0,0 1 1 0 0,0-1-1 0 0,-1 0 0 0 0,1 1 1 0 0,0-1-1 0 0,0 0 1 0 0,-1 0-1 0 0,1 1 0 0 0,0-1 1 0 0,0 1-1 0 0,0-1 1 0 0,0 0-1 0 0,-1 1 0 0 0,1-1 1 0 0,0 0-1 0 0,0 1 1 0 0,0-1-1 0 0,0 1 1 0 0,0-1-1 0 0,0 0 0 0 0,0 1 1 0 0,0-1-1 0 0,0 0 1 0 0,0 1-1 0 0,1-1 0 0 0,-1 1 1 0 0,0-1-1 0 0,0 0 1 0 0,0 1-1 0 0,0-1 0 0 0,0 0 1 0 0,1 1-1 0 0,-1-1 1 0 0,0 0-1 0 0,0 1 1 0 0,1-1-1 0 0,-1 0 0 0 0,0 0 1 0 0,0 1-1 0 0,1-1 1 0 0,-1 0-1 0 0,7 2 109 0 0,0-1-1 0 0,-1 0 1 0 0,1 0-1 0 0,0 0 1 0 0,0-1-1 0 0,-1 0 1 0 0,13-2-1 0 0,56-13 83 0 0,-28 5-125 0 0,-17 5-863 0 0,51-1 1 0 0,-65 6-2020 0 0,-1 1 0 0 0,28 4 1 0 0,-31-1-1372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17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 1648 0 0,'-8'6'15166'0'0,"2"2"-14866"0"0,-1 0 1 0 0,1 0 0 0 0,1 1 0 0 0,-1 0 0 0 0,1 0 0 0 0,-6 17 0 0 0,1 2-96 0 0,-8 33 1 0 0,14-44-162 0 0,0 1 0 0 0,2 0 0 0 0,-2 30 0 0 0,4-42-31 0 0,0 0 1 0 0,0-1 0 0 0,1 1-1 0 0,0 0 1 0 0,0-1-1 0 0,0 1 1 0 0,0-1 0 0 0,1 1-1 0 0,0-1 1 0 0,0 1-1 0 0,1-1 1 0 0,-1 0 0 0 0,1 0-1 0 0,0 0 1 0 0,7 7-1 0 0,-8-10-4 0 0,0 0 0 0 0,1 0 0 0 0,-1 0 0 0 0,1-1-1 0 0,-1 1 1 0 0,1-1 0 0 0,0 1 0 0 0,0-1-1 0 0,0 0 1 0 0,0 0 0 0 0,0 0 0 0 0,0-1 0 0 0,0 1-1 0 0,4 0 1 0 0,-1-1 4 0 0,1 0 0 0 0,-1 0 0 0 0,0-1 0 0 0,1 0 0 0 0,-1 0 0 0 0,10-3 0 0 0,-4 0 6 0 0,0-1-1 0 0,-1 0 1 0 0,0 0-1 0 0,0-1 1 0 0,0-1-1 0 0,15-11 1 0 0,-17 9 19 0 0,0 1 1 0 0,0-2-1 0 0,-1 1 1 0 0,0-1-1 0 0,-1-1 1 0 0,0 1 0 0 0,-1-1-1 0 0,0 0 1 0 0,7-18-1 0 0,-11 23-3 0 0,0 1 0 0 0,0-1-1 0 0,0 0 1 0 0,-1 0 0 0 0,0 0-1 0 0,0 0 1 0 0,0-1 0 0 0,-1 1-1 0 0,0 0 1 0 0,0 0 0 0 0,0 0-1 0 0,-1 0 1 0 0,0 0-1 0 0,-1 0 1 0 0,1 0 0 0 0,-1 0-1 0 0,0 0 1 0 0,0 0 0 0 0,-1 0-1 0 0,0 1 1 0 0,-4-7 0 0 0,4 9-31 0 0,0-1 0 0 0,0 1 0 0 0,0 0 0 0 0,-1 0 0 0 0,0 0 0 0 0,1 1 0 0 0,-1-1 0 0 0,0 1 0 0 0,0 0-1 0 0,-1 0 1 0 0,1 0 0 0 0,0 1 0 0 0,-1-1 0 0 0,1 1 0 0 0,0 0 0 0 0,-1 0 0 0 0,0 1 0 0 0,1-1 0 0 0,-1 1 0 0 0,1 0 0 0 0,-10 1 0 0 0,8 0-33 0 0,-1 0 0 0 0,0 1 0 0 0,1-1 0 0 0,-1 1 0 0 0,1 0 0 0 0,-1 1 0 0 0,1 0 0 0 0,0 0-1 0 0,0 0 1 0 0,0 1 0 0 0,1 0 0 0 0,-1 0 0 0 0,1 0 0 0 0,-6 6 0 0 0,8-6-197 0 0,0-1 1 0 0,0 1-1 0 0,1-1 0 0 0,0 1 0 0 0,-1 0 1 0 0,1 0-1 0 0,1 0 0 0 0,-1 1 1 0 0,1-1-1 0 0,-1 0 0 0 0,0 7 0 0 0,2-8-185 0 0,0-1 0 0 0,-1 1 0 0 0,1 0 0 0 0,1 0 0 0 0,-1-1 0 0 0,0 1 0 0 0,1 0 0 0 0,1 4-1 0 0,-1-5-195 0 0,-1 0-1 0 0,1 0 0 0 0,1 1 0 0 0,-1-1 0 0 0,0-1 0 0 0,0 1 0 0 0,1 0 0 0 0,-1 0 0 0 0,1 0 0 0 0,0-1 0 0 0,2 3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17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20 2224 0 0,'-2'-16'12765'0'0,"2"13"-11949"0"0,5 6-572 0 0,-1 0 0 0 0,0 1 0 0 0,0-1-1 0 0,0 1 1 0 0,0 0 0 0 0,0 0 0 0 0,-1 1 0 0 0,0-1 0 0 0,4 8 0 0 0,24 48 466 0 0,-24-45-586 0 0,-1 0 0 0 0,-1 1-1 0 0,-1 0 1 0 0,0 0 0 0 0,3 29-1 0 0,-3 82 3313 0 0,-4-107-2091 0 0,0-20-1248 0 0,0 1 1 0 0,0 0-1 0 0,0-1 1 0 0,0 1-1 0 0,0-1 0 0 0,0 1 1 0 0,0 0-1 0 0,0-1 0 0 0,0 1 1 0 0,0-1-1 0 0,-1 1 1 0 0,1 0-1 0 0,0-1 0 0 0,0 1 1 0 0,-1-1-1 0 0,1 1 1 0 0,0-1-1 0 0,-1 1 0 0 0,1-1 1 0 0,-1 1-1 0 0,-8-3 421 0 0,8 0-494 0 0,-1 1-1 0 0,1-1 1 0 0,-1 1-1 0 0,1-1 1 0 0,0 0 0 0 0,-1 0-1 0 0,1 0 1 0 0,0 0-1 0 0,-1-4 1 0 0,0-3 2 0 0,0 0 1 0 0,2-1 0 0 0,-1 1-1 0 0,1 0 1 0 0,0-1-1 0 0,1 1 1 0 0,0-1-1 0 0,0 1 1 0 0,1 0 0 0 0,1 0-1 0 0,3-11 1 0 0,2-2-296 0 0,1 0 1 0 0,2 1 0 0 0,15-26 0 0 0,-18 34-676 0 0,1 0 0 0 0,0 1-1 0 0,0 0 1 0 0,23-20 0 0 0,-26 27-274 0 0,1 0-1 0 0,1 0 1 0 0,14-8-1 0 0,-16 10-175 0 0,1 0 0 0 0,0 0 0 0 0,0 1 0 0 0,1 0 0 0 0,8-1 0 0 0,3 1-4765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18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729 83 1332 0 0,'-19'-81'11957'0'0,"19"79"-11399"0"0,0 2-513 0 0,0 1-1 0 0,0-1 1 0 0,0 1 0 0 0,0-1 0 0 0,0 0 0 0 0,-1 1 0 0 0,1-1 0 0 0,0 0 0 0 0,0 1 0 0 0,0-1 0 0 0,0 0 0 0 0,0 0 0 0 0,-1 1 0 0 0,1-1 0 0 0,0 0-1 0 0,0 1 1 0 0,0-1 0 0 0,-1 0 0 0 0,1 0 0 0 0,0 1 0 0 0,0-1 0 0 0,-1 0 0 0 0,1 0 0 0 0,0 0 0 0 0,-1 1 0 0 0,1-1 0 0 0,0 0 0 0 0,-1 0 0 0 0,1 0-1 0 0,0 0 1 0 0,-1 0 0 0 0,1 0 0 0 0,0 0 0 0 0,-1 0 0 0 0,1 0 0 0 0,0 0 0 0 0,-1 0 0 0 0,1 0 0 0 0,0 0 0 0 0,-1 0 0 0 0,1 0 0 0 0,0 0 0 0 0,-1 0-1 0 0,1 0 1 0 0,0 0 0 0 0,-1 0 0 0 0,1 0 0 0 0,0-1 0 0 0,-1 1 0 0 0,1 0 0 0 0,0 0 0 0 0,-1 0 0 0 0,1-1 0 0 0,0 1 0 0 0,0 0 0 0 0,0 0 0 0 0,-1-1-1 0 0,1 1 1 0 0,0 0 0 0 0,0-1 0 0 0,-1 1 0 0 0,8 230 3605 0 0,-2 108-2626 0 0,-6-304-966 0 0,-8 83 187 0 0,9-115-308 0 0,-1-3-384 0 0,0 1 432 0 0,0-1 0 0 0,1 1 1 0 0,-1-1-1 0 0,1 0 1 0 0,-1 1-1 0 0,0-1 0 0 0,1 0 1 0 0,0 1-1 0 0,-1-1 0 0 0,1 0 1 0 0,-1 0-1 0 0,1 1 0 0 0,0-1 1 0 0,0 0-1 0 0,-1 0 1 0 0,1 0-1 0 0,0 1 0 0 0,0-1 1 0 0,0 0-1 0 0,0 0 0 0 0,0-1 1 0 0,-3-27-194 0 0,3 25 164 0 0,-1-33-121 0 0,1 21 123 0 0,-1-1-1 0 0,0 0 1 0 0,-5-20 0 0 0,5 31 45 0 0,0 2 19 0 0,1-1 0 0 0,-1 1 0 0 0,0 1 0 0 0,0-1-1 0 0,-3-7 1 0 0,3 10-19 0 0,1 0 0 0 0,-1 0-1 0 0,1 1 1 0 0,0-1-1 0 0,-1 0 1 0 0,0 1-1 0 0,1-1 1 0 0,-1 1 0 0 0,1-1-1 0 0,-1 1 1 0 0,0-1-1 0 0,1 1 1 0 0,-1-1-1 0 0,0 1 1 0 0,0-1 0 0 0,1 1-1 0 0,-1 0 1 0 0,0 0-1 0 0,0-1 1 0 0,1 1-1 0 0,-1 0 1 0 0,0 0 0 0 0,0 0-1 0 0,0 0 1 0 0,0 0-1 0 0,1 0 1 0 0,-1 0-1 0 0,0 0 1 0 0,0 0 0 0 0,0 0-1 0 0,1 0 1 0 0,-1 1-1 0 0,0-1 1 0 0,0 0-1 0 0,0 0 1 0 0,1 1 0 0 0,-2 0-1 0 0,-28 16 42 0 0,1 0-1 0 0,1 3 1 0 0,1 0-1 0 0,-29 28 1 0 0,-8 5 56 0 0,37-32-67 0 0,-298 216 242 0 0,282-209-1412 0 0,39-32 221 0 0,-1-3-1412 0 0,11-4 1262 0 0,0 2-601 0 0,1 1-1 0 0,0 0 1 0 0,14-11 0 0 0,-17 15 795 0 0,17-16-4785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18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1788 0 0,'10'7'16478'0'0,"-10"-6"-16444"0"0,0-1-1 0 0,1 1 1 0 0,-1 0 0 0 0,0-1-1 0 0,0 1 1 0 0,1 0-1 0 0,-1-1 1 0 0,0 1-1 0 0,1 0 1 0 0,-1-1-1 0 0,1 1 1 0 0,-1-1-1 0 0,1 1 1 0 0,-1-1 0 0 0,1 1-1 0 0,-1-1 1 0 0,1 1-1 0 0,-1-1 1 0 0,1 0-1 0 0,0 1 1 0 0,-1-1-1 0 0,1 0 1 0 0,-1 1-1 0 0,1-1 1 0 0,0 0 0 0 0,0 0-1 0 0,-1 0 1 0 0,1 1-1 0 0,0-1 1 0 0,-1 0-1 0 0,1 0 1 0 0,0 0-1 0 0,0 0 1 0 0,-1 0 0 0 0,1 0-1 0 0,0-1 1 0 0,43 1 62 0 0,-27-1-3 0 0,55-2 18 0 0,0-1-2597 0 0,-25 5-3960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18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21 464 0 0,'-52'31'8098'0'0,"40"-23"-5397"0"0,0 0 0 0 0,-16 6-1 0 0,13-4-999 0 0,15-10-1683 0 0,0 0-1 0 0,-1 0 0 0 0,1 0 0 0 0,0 0 0 0 0,0 0 0 0 0,0 0 0 0 0,0 1 0 0 0,0-1 0 0 0,0 0 0 0 0,0 0 1 0 0,0 0-1 0 0,0 0 0 0 0,0 0 0 0 0,0 1 0 0 0,0-1 0 0 0,0 0 0 0 0,0 0 0 0 0,0 0 0 0 0,0 0 1 0 0,0 0-1 0 0,0 1 0 0 0,0-1 0 0 0,0 0 0 0 0,1 0 0 0 0,-1 0 0 0 0,0 0 0 0 0,0 0 0 0 0,0 0 0 0 0,0 1 1 0 0,0-1-1 0 0,0 0 0 0 0,0 0 0 0 0,0 0 0 0 0,0 0 0 0 0,1 0 0 0 0,-1 0 0 0 0,0 0 0 0 0,0 0 0 0 0,0 0 1 0 0,0 0-1 0 0,0 0 0 0 0,0 1 0 0 0,1-1 0 0 0,-1 0 0 0 0,0 0 0 0 0,0 0 0 0 0,0 0 0 0 0,25 1 279 0 0,179-44-1715 0 0,-73 2-7965 0 0,-95 28 3109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19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89 2864 0 0,'-24'-6'9205'0'0,"0"-6"-4377"0"0,15 7-3338 0 0,0 1 1 0 0,-1-1-1 0 0,-19-5 0 0 0,27 10-1430 0 0,-1-1 0 0 0,0 0-1 0 0,0 1 1 0 0,0 0 0 0 0,0 0 0 0 0,0 0-1 0 0,0 0 1 0 0,0 0 0 0 0,0 1 0 0 0,0-1-1 0 0,0 1 1 0 0,0 0 0 0 0,0 0 0 0 0,0 0-1 0 0,1 0 1 0 0,-1 0 0 0 0,0 1 0 0 0,-4 2 0 0 0,-3 5-64 0 0,1 0 0 0 0,0 0 0 0 0,1 1 1 0 0,0 0-1 0 0,0 0 0 0 0,1 1 0 0 0,0 0 1 0 0,1 0-1 0 0,0 1 0 0 0,-4 12 1 0 0,-3 10-61 0 0,3 0 0 0 0,-10 49 0 0 0,16-62 68 0 0,1 0 0 0 0,1 0 0 0 0,1 1 0 0 0,1-1 0 0 0,1 0 0 0 0,1 1 0 0 0,5 22 0 0 0,-4-32 12 0 0,0 0-1 0 0,1-1 0 0 0,0 0 1 0 0,1 1-1 0 0,0-2 0 0 0,8 13 1 0 0,-9-17 3 0 0,0 0 0 0 0,1 0 0 0 0,0-1-1 0 0,0 1 1 0 0,0-1 0 0 0,1 0 0 0 0,-1 0 0 0 0,1-1 0 0 0,1 0 0 0 0,10 6 0 0 0,-9-7 6 0 0,-1 0 0 0 0,1-1 1 0 0,0 0-1 0 0,0-1 0 0 0,0 1 1 0 0,0-1-1 0 0,0-1 0 0 0,0 0 1 0 0,0 0-1 0 0,0 0 0 0 0,0-1 0 0 0,0-1 1 0 0,0 1-1 0 0,-1-1 0 0 0,1 0 1 0 0,0-1-1 0 0,10-5 0 0 0,-1 0 116 0 0,0 0 0 0 0,0-2 0 0 0,-1 0-1 0 0,-1-1 1 0 0,0-1 0 0 0,18-16 0 0 0,-17 11-57 0 0,-1-1 0 0 0,0-1 0 0 0,-1 0 0 0 0,-1 0 0 0 0,-1-2 0 0 0,0 1 0 0 0,-2-2 0 0 0,-1 1 0 0 0,0-1 0 0 0,-2-1 0 0 0,0 0 0 0 0,-1 0 0 0 0,-2 0 0 0 0,3-30 0 0 0,-7 41-70 0 0,1 1-1 0 0,-2 0 0 0 0,1 0 0 0 0,-1 0 1 0 0,-1 0-1 0 0,0 0 0 0 0,-1 0 0 0 0,0 0 1 0 0,-1 0-1 0 0,-5-11 0 0 0,6 15-28 0 0,-1 0 0 0 0,-1 0 0 0 0,1 1 0 0 0,-1-1 0 0 0,0 1 0 0 0,-1 0 0 0 0,1 1 0 0 0,-1-1 0 0 0,-1 1 0 0 0,1 0 0 0 0,0 1 0 0 0,-1-1 0 0 0,0 1 0 0 0,-13-5 0 0 0,6 4-237 0 0,-1 0 0 0 0,1 1 0 0 0,-1 1 0 0 0,1 0 0 0 0,-1 1 0 0 0,0 1 0 0 0,0 0-1 0 0,0 1 1 0 0,0 1 0 0 0,1 0 0 0 0,-1 1 0 0 0,-22 6 0 0 0,15-3-1222 0 0,-1 2-1 0 0,-35 17 1 0 0,31-11-2563 0 0,-39 28-1 0 0,23-9-4514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37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27 688 0 0,'0'0'5691'0'0,"-7"-20"2292"0"0,6 19-7947 0 0,-1 0 0 0 0,1 0-1 0 0,0 1 1 0 0,0-1 0 0 0,-1 0 0 0 0,1 1-1 0 0,0-1 1 0 0,-1 1 0 0 0,1 0 0 0 0,-1-1-1 0 0,1 1 1 0 0,0 0 0 0 0,-1 0 0 0 0,1 0 0 0 0,-1 0-1 0 0,1 0 1 0 0,0 0 0 0 0,-1 1 0 0 0,1-1-1 0 0,-1 0 1 0 0,1 1 0 0 0,0-1 0 0 0,-1 1-1 0 0,1-1 1 0 0,0 1 0 0 0,0 0 0 0 0,-2 0 0 0 0,-5 3 171 0 0,0 0 0 0 0,-1 1 0 0 0,-7 6 0 0 0,5-2-209 0 0,1 1 1 0 0,-1 0-1 0 0,2 0 0 0 0,0 1 0 0 0,0 0 0 0 0,-13 23 1 0 0,-35 80-10 0 0,47-91 12 0 0,0 3 61 0 0,1 1 0 0 0,1 0 0 0 0,1 0 1 0 0,1 0-1 0 0,2 1 0 0 0,-1 39 0 0 0,4-55 16 0 0,2 0 0 0 0,-1 0 0 0 0,2 0 0 0 0,0 0 0 0 0,0 0 0 0 0,1 0 0 0 0,0-1 0 0 0,1 1 0 0 0,1-1 0 0 0,0 0 0 0 0,0 0-1 0 0,1 0 1 0 0,0-1 0 0 0,1 0 0 0 0,0 0 0 0 0,15 15 0 0 0,-15-18-4 0 0,0 0-1 0 0,1-1 0 0 0,0 1 1 0 0,0-2-1 0 0,1 1 0 0 0,-1-1 0 0 0,1-1 1 0 0,0 1-1 0 0,1-1 0 0 0,-1-1 1 0 0,1 0-1 0 0,-1 0 0 0 0,1-1 1 0 0,0 0-1 0 0,0-1 0 0 0,0 0 1 0 0,0 0-1 0 0,0-1 0 0 0,0-1 0 0 0,15-2 1 0 0,-12 1 87 0 0,1-1 0 0 0,-1-1 0 0 0,1 0 0 0 0,-1-1 0 0 0,0 0 0 0 0,-1-1 0 0 0,1 0 0 0 0,-1-1 0 0 0,-1-1 1 0 0,1 0-1 0 0,-1 0 0 0 0,0-1 0 0 0,-1-1 0 0 0,0 0 0 0 0,-1 0 0 0 0,0-1 0 0 0,0 0 0 0 0,-2 0 0 0 0,1-1 0 0 0,-1 0 0 0 0,7-17 0 0 0,-3 3-50 0 0,-1-1-1 0 0,-1-1 0 0 0,-2 0 1 0 0,6-36-1 0 0,-10 45-73 0 0,-2 1 0 0 0,0-1 0 0 0,0 1-1 0 0,-2 0 1 0 0,0-1 0 0 0,-2 1 0 0 0,-7-33 0 0 0,6 40-41 0 0,0 1 1 0 0,-1-1 0 0 0,0 1 0 0 0,-1 0 0 0 0,0 0 0 0 0,-1 1 0 0 0,0-1 0 0 0,0 1 0 0 0,-1 1 0 0 0,0 0 0 0 0,-15-12 0 0 0,9 10-148 0 0,0 0 0 0 0,0 0 0 0 0,-1 2 0 0 0,-1 0-1 0 0,1 1 1 0 0,-1 0 0 0 0,-20-5 0 0 0,31 11-220 0 0,-1 0 0 0 0,1 0 0 0 0,0 0 0 0 0,-1 1 0 0 0,1 0-1 0 0,-1 0 1 0 0,1 0 0 0 0,-1 1 0 0 0,1-1 0 0 0,-1 1 0 0 0,1 1 0 0 0,0-1 0 0 0,0 1 0 0 0,-6 2 0 0 0,5-1-756 0 0,0 0 1 0 0,1 0 0 0 0,-1 1 0 0 0,1 0 0 0 0,0 0 0 0 0,0 0 0 0 0,-5 6 0 0 0,-2 3-4509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4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162 100 1044 0 0,'4'-54'9052'0'0,"-3"50"-8258"0"0,-2 0 1 0 0,1-1-1 0 0,0 1 0 0 0,-1 0 0 0 0,-2-8 0 0 0,1 2 593 0 0,2 8-843 0 0,-11 20 129 0 0,-2 35-520 0 0,-90 338 2020 0 0,71-253-9479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4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1 264 1808 0 0,'3'-29'3010'0'0,"-2"8"-1089"0"0,1 0 0 0 0,2 0 0 0 0,0 1 0 0 0,12-36 0 0 0,-14 50-1750 0 0,1 0 0 0 0,0 1 0 0 0,0-1 0 0 0,0 1 0 0 0,1 0 0 0 0,0 0 0 0 0,0 0 0 0 0,0 0 0 0 0,0 1 0 0 0,1 0-1 0 0,0 0 1 0 0,0 0 0 0 0,0 0 0 0 0,0 1 0 0 0,1 0 0 0 0,-1 0 0 0 0,1 0 0 0 0,0 1 0 0 0,-1 0 0 0 0,1 0 0 0 0,7-1 0 0 0,-6 1-131 0 0,0 0 1 0 0,0 1-1 0 0,0 0 1 0 0,0 1-1 0 0,0 0 1 0 0,1 0 0 0 0,-1 0-1 0 0,0 1 1 0 0,0 0-1 0 0,0 0 1 0 0,0 1-1 0 0,0 0 1 0 0,0 0 0 0 0,0 1-1 0 0,-1-1 1 0 0,1 2-1 0 0,-1-1 1 0 0,0 1-1 0 0,0 0 1 0 0,0 0 0 0 0,0 0-1 0 0,-1 1 1 0 0,1 0-1 0 0,-1 0 1 0 0,-1 0-1 0 0,1 1 1 0 0,-1 0-1 0 0,0 0 1 0 0,0 0 0 0 0,3 8-1 0 0,1 4 132 0 0,-2 0 0 0 0,0 1 0 0 0,-1 0-1 0 0,-1 0 1 0 0,2 30 0 0 0,-2 101 194 0 0,-3-48-232 0 0,11 73-1628 0 0,-8-161 247 0 0,1 4-2446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4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69 816 0 0,'-4'0'2131'0'0,"-32"1"2617"0"0,33-1-3419 0 0,-1 0-135 0 0,-47 0 4442 0 0,66-12-5413 0 0,7 3-307 0 0,1 1-1 0 0,0 2 1 0 0,33-6-1 0 0,28 0-3163 0 0,-29 5-1786 0 0,-27 3-19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5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12 1840 0 0,'-75'32'11394'0'0,"73"-31"-10741"0"0,1-1-505 0 0,0 0-1 0 0,0 0 1 0 0,0 1-1 0 0,0-1 1 0 0,0 0 0 0 0,0 1-1 0 0,0-1 1 0 0,0 1-1 0 0,0-1 1 0 0,0 1-1 0 0,0 0 1 0 0,0-1-1 0 0,0 1 1 0 0,-1 1-1 0 0,2 4 897 0 0,12-5-813 0 0,211-30-1839 0 0,-119 14-3251 0 0,-56 4-26 0 0,-24 6 1266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5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47 224 0 0,'3'-15'8483'0'0,"-3"15"-8398"0"0,0-32 12731 0 0,0 45-13275 0 0,4 108 2493 0 0,-1 46-1662 0 0,-10 99-679 0 0,7-208-1572 0 0,0-56 1625 0 0,0-1 107 0 0,0 6-573 0 0,-4-15-54 0 0,-4-39 181 0 0,6 32 583 0 0,-1 0 1 0 0,-6-22-1 0 0,7 33 85 0 0,0-1 0 0 0,0 1 0 0 0,0-1 0 0 0,-1 1-1 0 0,1-1 1 0 0,-1 1 0 0 0,0 0 0 0 0,0 0-1 0 0,-1 1 1 0 0,1-1 0 0 0,-8-5 0 0 0,6 7-37 0 0,0 1-1 0 0,0-1 1 0 0,0 1 0 0 0,0 0 0 0 0,-1 0 0 0 0,1 1 0 0 0,0-1-1 0 0,-1 1 1 0 0,1 0 0 0 0,-6 1 0 0 0,-6 2-19 0 0,1-1 0 0 0,0 2 0 0 0,-1 0-1 0 0,1 1 1 0 0,1 1 0 0 0,-21 10 0 0 0,-85 55 31 0 0,71-41-41 0 0,-12 10-1021 0 0,25-13-5107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6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35 2272 0 0,'-56'5'10022'0'0,"34"-3"-2132"0"0,42-6-7054 0 0,30-4-856 0 0,9 0-209 0 0,78-9 141 0 0,-47 13-9414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6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 2732 0 0,'-3'0'4071'0'0,"-14"0"2031"0"0,4 0-2804 0 0,-1 5-605 0 0,13-3-2501 0 0,-1 0 1 0 0,0 1 0 0 0,1-1 0 0 0,-1 1-1 0 0,1 0 1 0 0,0-1 0 0 0,0 1 0 0 0,0 0-1 0 0,0 0 1 0 0,0 0 0 0 0,0 4-1 0 0,-3 41 532 0 0,3-24-495 0 0,-16 252 393 0 0,13-188-1908 0 0,5-52-539 0 0,1 3-2207 0 0,-6-13-3948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6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 2484 0 0,'-15'3'1901'0'0,"-17"4"2321"0"0,1 1 0 0 0,-37 14-1 0 0,68-22-4135 0 0,-1 1-1 0 0,0-1 0 0 0,0 0 1 0 0,0 1-1 0 0,0-1 1 0 0,0 1-1 0 0,0-1 1 0 0,0 1-1 0 0,1 0 0 0 0,-1-1 1 0 0,0 1-1 0 0,1 0 1 0 0,-1-1-1 0 0,0 1 1 0 0,1 0-1 0 0,-1 0 0 0 0,0 1 1 0 0,1-1-44 0 0,0-1-1 0 0,0 1 1 0 0,0-1 0 0 0,0 1 0 0 0,0-1-1 0 0,0 1 1 0 0,0-1 0 0 0,0 1 0 0 0,0-1-1 0 0,0 1 1 0 0,0-1 0 0 0,1 1 0 0 0,-1-1 0 0 0,0 1-1 0 0,0-1 1 0 0,1 1 0 0 0,-1-1 0 0 0,0 0-1 0 0,1 1 1 0 0,-1-1 0 0 0,0 1 0 0 0,1-1-1 0 0,0 1 1 0 0,2 1 95 0 0,0 0-1 0 0,0 0 0 0 0,1 0 0 0 0,-1-1 1 0 0,1 1-1 0 0,-1-1 0 0 0,6 2 1 0 0,8 0 75 0 0,0-1 0 0 0,0 0 0 0 0,1-1 0 0 0,23-2 0 0 0,72-12 104 0 0,-91 10-266 0 0,49-5 50 0 0,-14 2 24 0 0,57-14 0 0 0,-81 16-123 0 0,-2-2-1527 0 0,-15-7-4951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6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85 1060 0 0,'-42'-84'18942'0'0,"45"85"-18382"0"0,6 3-268 0 0,-1 0 0 0 0,0 1 0 0 0,0 0 0 0 0,0 0 0 0 0,0 1-1 0 0,-1 0 1 0 0,0 0 0 0 0,-1 1 0 0 0,1 0 0 0 0,6 10 0 0 0,4 5 116 0 0,-1 2 1 0 0,16 32-1 0 0,-15-20-245 0 0,-2 0 1 0 0,-1 1-1 0 0,-1 0 0 0 0,-3 1 0 0 0,-1 1 0 0 0,-2 0 1 0 0,-1 0-1 0 0,-2 0 0 0 0,-2 58 0 0 0,-4-44-280 0 0,-3 0 0 0 0,-2 0 0 0 0,-3-1-1 0 0,-1 0 1 0 0,-3-1 0 0 0,-31 75 0 0 0,27-84-862 0 0,-3 0-1 0 0,0-2 1 0 0,-53 72 0 0 0,52-84-1093 0 0,-47 45-1 0 0,46-52-560 0 0,-1-2 1 0 0,-37 25-1 0 0,1-7-4813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7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4 700 0 0,'0'0'5723'0'0,"0"0"-5574"0"0,0-1-1 0 0,-1 1 0 0 0,1 0 0 0 0,0-1 1 0 0,-1 1-1 0 0,1 0 0 0 0,-1 0 1 0 0,1-1-1 0 0,0 1 0 0 0,-1 0 1 0 0,1 0-1 0 0,-1 0 0 0 0,1-1 1 0 0,-1 1-1 0 0,1 0 0 0 0,-1 0 0 0 0,1 0 1 0 0,-1 0-1 0 0,1 0 0 0 0,-1 0 1 0 0,1 0-1 0 0,-1 0 0 0 0,-2 3 72 0 0,0 0 1 0 0,1 1-1 0 0,0-1 0 0 0,-1 1 0 0 0,1-1 0 0 0,0 1 1 0 0,0 0-1 0 0,1 0 0 0 0,-1-1 0 0 0,-1 8 0 0 0,-10 51 1054 0 0,8-34-846 0 0,-110 542 2717 0 0,62-245-2498 0 0,43-228-460 0 0,3 136 0 0 0,9-182-158 0 0,3 0 1 0 0,1-1 0 0 0,3 0 0 0 0,19 65 0 0 0,-19-88-182 0 0,1 0 0 0 0,1-1 0 0 0,1-1 0 0 0,1 0 0 0 0,1 0 1 0 0,2-1-1 0 0,0-1 0 0 0,2-1 0 0 0,26 27 0 0 0,-23-29-248 0 0,1-2 0 0 0,1-1 0 0 0,0 0 0 0 0,1-2 0 0 0,40 19 0 0 0,-25-17-1159 0 0,1-1 1 0 0,0-3-1 0 0,44 10 0 0 0,17-2-4156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8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1528 0 0,'10'-21'10956'0'0,"-9"21"-10646"0"0,0-1-1 0 0,-1 1 0 0 0,1-1 0 0 0,0 1 0 0 0,0 0 0 0 0,0 0 1 0 0,0-1-1 0 0,1 2-145 0 0,0 0-1 0 0,0 0 1 0 0,0 0 0 0 0,0 0 0 0 0,0 0 0 0 0,0 0-1 0 0,0 1 1 0 0,0-1 0 0 0,-1 1 0 0 0,3 1 0 0 0,32 35 722 0 0,-1 0 1 0 0,48 69 0 0 0,-32-39-606 0 0,50 72 255 0 0,-52-69-1624 0 0,2-3-3695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8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91 1236 0 0,'-25'-82'13431'0'0,"25"81"-13358"0"0,0 1 1 0 0,-1-1-1 0 0,1 1 0 0 0,0-1 0 0 0,-1 1 0 0 0,1-1 0 0 0,-1 1 0 0 0,1-1 1 0 0,-1 1-1 0 0,1-1 0 0 0,-1 1 0 0 0,1 0 0 0 0,-1-1 0 0 0,1 1 0 0 0,-1 0 0 0 0,1-1 1 0 0,-1 1-1 0 0,0 0 0 0 0,1 0 0 0 0,-1-1 0 0 0,0 1 0 0 0,1 0 0 0 0,-1 0 0 0 0,0 0 1 0 0,1 0-1 0 0,-1 0 0 0 0,0 0 0 0 0,0 0 0 0 0,-18 8 721 0 0,-5 12-378 0 0,1 1-1 0 0,2 2 0 0 0,0 0 1 0 0,-27 40-1 0 0,20-27-238 0 0,-32 39-111 0 0,-49 65 587 0 0,91-114-1279 0 0,1 1-1 0 0,2 1 1 0 0,-19 44 0 0 0,33-71 453 0 0,1 0 0 0 0,-1-1 0 0 0,1 1 0 0 0,0 0 0 0 0,0 0 0 0 0,-1 0 0 0 0,1-1 0 0 0,0 1 0 0 0,0 0 0 0 0,0 0 0 0 0,0 0 0 0 0,0 0-1 0 0,0 0 1 0 0,0-1 0 0 0,0 1 0 0 0,0 0 0 0 0,0 0 0 0 0,0 0 0 0 0,1 0 0 0 0,-1-1 0 0 0,0 1 0 0 0,0 0 0 0 0,1 0 0 0 0,-1 0 0 0 0,1-1 0 0 0,0 2 0 0 0,0-1-119 0 0,0-1 0 0 0,0 1 0 0 0,0-1-1 0 0,0 1 1 0 0,0-1 0 0 0,0 0 0 0 0,0 0-1 0 0,0 1 1 0 0,0-1 0 0 0,0 0 0 0 0,0 0-1 0 0,0 0 1 0 0,0 0 0 0 0,0 0 0 0 0,0 0 0 0 0,0-1-1 0 0,0 1 1 0 0,1 0 0 0 0,-1 0 0 0 0,1-1-1 0 0,12-5-4544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8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2572 0 0,'30'-15'13618'0'0,"-27"14"-12111"0"0,5 0 0 0 0,76 9 202 0 0,140-19-3277 0 0,-169 7-2499 0 0,1 1-3291 0 0,-42 2 1842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8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 2980 0 0,'-93'64'14860'0'0,"93"-64"-14788"0"0,-1 0 0 0 0,1 0 0 0 0,0 0 0 0 0,-1 1 0 0 0,1-1 0 0 0,0 0 0 0 0,-1 0 0 0 0,1 1 0 0 0,0-1 0 0 0,0 0 0 0 0,0 0 0 0 0,-1 1 0 0 0,1-1 0 0 0,0 0-1 0 0,0 1 1 0 0,0-1 0 0 0,0 0 0 0 0,-1 1 0 0 0,1-1 0 0 0,0 0 0 0 0,0 1 0 0 0,0-1 0 0 0,0 1 0 0 0,0-1 0 0 0,0 0 0 0 0,0 1 0 0 0,0-1 0 0 0,0 0 0 0 0,0 1 0 0 0,0-1 0 0 0,0 0-1 0 0,0 1 1 0 0,1 0 0 0 0,10 6 915 0 0,17-2-445 0 0,10-3-566 0 0,0-2-1 0 0,1-2 1 0 0,48-8-1 0 0,-22 2-2012 0 0,14-2-1940 0 0,-27 1-2299 0 0,-20 2-747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29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238 169 1368 0 0,'-26'-38'16812'0'0,"25"36"-16366"0"0,0 1 0 0 0,0 0 0 0 0,-1-1 0 0 0,1 1 0 0 0,0 0 1 0 0,-1 0-1 0 0,1 0 0 0 0,0 0 0 0 0,-1 0 0 0 0,0 0 0 0 0,1 0 1 0 0,-1 0-1 0 0,1 0 0 0 0,-1 1 0 0 0,-3-2 0 0 0,-2 8-363 0 0,1 0 0 0 0,-1 1-1 0 0,1-1 1 0 0,1 1-1 0 0,-1 1 1 0 0,1-1-1 0 0,-7 13 1 0 0,-27 64-10 0 0,35-74-85 0 0,-9 18 15 0 0,2 1 0 0 0,2 0 0 0 0,0 1 0 0 0,2 0-1 0 0,-4 39 1 0 0,10-56 15 0 0,1 0 0 0 0,0 0 0 0 0,0 0 0 0 0,2 1-1 0 0,0-1 1 0 0,4 18 0 0 0,-3-23-1 0 0,0 0-1 0 0,0 0 1 0 0,0-1 0 0 0,1 1-1 0 0,0-1 1 0 0,1 0 0 0 0,0 0-1 0 0,0 0 1 0 0,0-1-1 0 0,13 12 1 0 0,-12-12 0 0 0,1-1 1 0 0,0-1-1 0 0,0 1 1 0 0,0-1-1 0 0,0 0 0 0 0,1-1 1 0 0,0 0-1 0 0,-1 0 1 0 0,1 0-1 0 0,0-1 0 0 0,1-1 1 0 0,-1 1-1 0 0,0-1 1 0 0,0 0-1 0 0,1-1 0 0 0,-1 0 1 0 0,0-1-1 0 0,1 1 0 0 0,-1-2 1 0 0,0 1-1 0 0,0-1 1 0 0,0 0-1 0 0,0-1 0 0 0,9-4 1 0 0,-1 1-3 0 0,0-2 0 0 0,-1 0 0 0 0,0-1 0 0 0,0-1 0 0 0,-1 0 0 0 0,0-1 0 0 0,-1-1 0 0 0,-1 0 0 0 0,1 0 0 0 0,15-23 0 0 0,-11 9 83 0 0,-1 0 0 0 0,-2-1 0 0 0,0-1 0 0 0,-2 0 0 0 0,-2-1 0 0 0,0-1 0 0 0,-2 1 0 0 0,-1-1 0 0 0,-1 0 0 0 0,2-42 0 0 0,-7 63-41 0 0,-1-1 1 0 0,0 1-1 0 0,-1-1 1 0 0,0 1-1 0 0,0-1 1 0 0,-1 1 0 0 0,0 0-1 0 0,0-1 1 0 0,-1 1-1 0 0,-1 0 1 0 0,1 1 0 0 0,-9-15-1 0 0,7 16-54 0 0,0 1 0 0 0,0-1 0 0 0,0 1 0 0 0,-1 0-1 0 0,0 1 1 0 0,0-1 0 0 0,0 1 0 0 0,-1 1 0 0 0,1-1 0 0 0,-1 1 0 0 0,-1 0-1 0 0,1 0 1 0 0,0 1 0 0 0,-16-5 0 0 0,3 3-356 0 0,-1 1-1 0 0,1 1 1 0 0,-1 1-1 0 0,0 0 1 0 0,0 2-1 0 0,1 0 1 0 0,-1 2 0 0 0,-29 5-1 0 0,21-1-2222 0 0,-49 16 0 0 0,48-11-2314 0 0,-39 21 0 0 0,37-15-3427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3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4 1596 0 0,'-87'-2'9448'0'0,"3"0"-4321"0"0,81 2-4406 0 0,6 2-626 0 0,-1-1-1 0 0,1 0 0 0 0,-1 0 1 0 0,1-1-1 0 0,0 1 0 0 0,-1 0 1 0 0,1-1-1 0 0,0 0 1 0 0,0 0-1 0 0,4 0 0 0 0,-6 0-76 0 0,301 4 878 0 0,-165-6-2804 0 0,-121 2 1052 0 0,27 1-2026 0 0,-17 4-1891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31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151 780 492 0 0,'-14'5'1865'0'0,"-15"6"2002"0"0,0 2 1 0 0,-44 25-1 0 0,73-38-3816 0 0,0 0-1 0 0,-1 1 0 0 0,1-1 1 0 0,0 0-1 0 0,-1 0 0 0 0,1 0 1 0 0,0 0-1 0 0,0 1 0 0 0,-1-1 1 0 0,1 0-1 0 0,0 0 0 0 0,0 1 1 0 0,-1-1-1 0 0,1 0 0 0 0,0 1 1 0 0,0-1-1 0 0,0 0 0 0 0,-1 0 1 0 0,1 1-1 0 0,0-1 0 0 0,0 0 1 0 0,0 1-1 0 0,0-1 0 0 0,0 1 1 0 0,0-1-1 0 0,0 0 0 0 0,0 1 1 0 0,0-1-1 0 0,0 0 0 0 0,0 1 1 0 0,0-1-1 0 0,0 0 0 0 0,0 1 1 0 0,0-1-1 0 0,0 0 0 0 0,0 1 1 0 0,0-1-1 0 0,0 0 0 0 0,0 1 1 0 0,1-1-1 0 0,-1 0 0 0 0,0 1 1 0 0,0-1-1 0 0,0 0 0 0 0,1 1 1 0 0,-1-1-1 0 0,0 0 0 0 0,0 0 1 0 0,1 1-1 0 0,-1-1 0 0 0,0 0 1 0 0,1 0-1 0 0,-1 0 0 0 0,0 1 1 0 0,0-1-1 0 0,1 0 0 0 0,-1 0 1 0 0,0 0-1 0 0,1 0 0 0 0,-1 0 1 0 0,1 0-1 0 0,0 0 0 0 0,22 7 548 0 0,10-4-291 0 0,1-1 1 0 0,0-2 0 0 0,65-8-1 0 0,-38 3-182 0 0,189-17-589 0 0,-84 1-3856 0 0,-103 9-2471 0 0,-47 5 1687 0 0</inkml:trace>
  <inkml:trace contextRef="#ctx0" brushRef="#br0" timeOffset="1">591 182 344 0 0,'-81'-50'18643'0'0,"75"47"-17806"0"0,-7-4 664 0 0,11 8-935 0 0,8 7-298 0 0,218 238 2504 0 0,-201-217-2688 0 0,-2 0 0 0 0,-2 2-1 0 0,0 0 1 0 0,-2 1 0 0 0,-2 1 0 0 0,-1 1 0 0 0,13 43 0 0 0,-24-61-51 0 0,0 0 0 0 0,0 0 0 0 0,-2 1 0 0 0,0-1 0 0 0,-1 1-1 0 0,0-1 1 0 0,-1 0 0 0 0,-1 1 0 0 0,-7 25 0 0 0,3-19 16 0 0,-2-1-1 0 0,-1 0 1 0 0,0-1-1 0 0,-1 0 0 0 0,-2-1 1 0 0,-15 22-1 0 0,-6 0-671 0 0,-1-1-1 0 0,-3-1 0 0 0,-1-3 1 0 0,-2 0-1 0 0,-52 35 1 0 0,57-46-1665 0 0,-39 21 1 0 0,60-39-31 0 0,-1-1 0 0 0,0 0 1 0 0,-20 6-1 0 0,12-8-3961 0 0</inkml:trace>
  <inkml:trace contextRef="#ctx0" brushRef="#br0" timeOffset="2">3037 324 1748 0 0,'4'-25'7045'0'0,"-3"6"-796"0"0,-4 40-4825 0 0,-23 134 655 0 0,-51 168-1 0 0,69-291-1975 0 0,-7 21 3592 0 0,9-63-3346 0 0,6 10-341 0 0,-1-1 0 0 0,0 0 0 0 0,1 1 0 0 0,-1-1 0 0 0,1 0 0 0 0,-1 0 0 0 0,1 0 0 0 0,-1 0 0 0 0,1 0 1 0 0,-1 0-1 0 0,1 0 0 0 0,0 1 0 0 0,-1-3 0 0 0,0-23 91 0 0,1-1 1 0 0,1 1-1 0 0,6-37 0 0 0,-2 29-104 0 0,32-217-179 0 0,-24 190 129 0 0,3 1 0 0 0,24-61 0 0 0,-39 121 55 0 0,36-85-151 0 0,-32 75 81 0 0,0 2 0 0 0,0-1 0 0 0,1 0 0 0 0,0 1 0 0 0,1 0 0 0 0,14-13 0 0 0,-19 19 67 0 0,0 1 0 0 0,0-1 1 0 0,0 1-1 0 0,0 0 0 0 0,0 0 0 0 0,0 0 0 0 0,0 0 1 0 0,0 0-1 0 0,0 1 0 0 0,0-1 0 0 0,1 1 1 0 0,-1-1-1 0 0,0 1 0 0 0,1 0 0 0 0,-1 0 0 0 0,0 0 1 0 0,0 0-1 0 0,3 0 0 0 0,0 1-4 0 0,-1 0 0 0 0,0 1-1 0 0,-1-1 1 0 0,1 1 0 0 0,0-1 0 0 0,0 1-1 0 0,-1 1 1 0 0,1-1 0 0 0,4 4 0 0 0,2 3-7 0 0,0 0 0 0 0,-1 1 0 0 0,-1 0 0 0 0,1 1 0 0 0,8 14 0 0 0,-3 0 27 0 0,0 1 1 0 0,-2 0 0 0 0,-1 1-1 0 0,-2 0 1 0 0,12 50 0 0 0,-8-8 40 0 0,5 83 0 0 0,-11 38-167 0 0,-12-64-6052 0 0,5-121 5228 0 0,-1 5-211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31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54 1832 0 0,'-51'-16'9170'0'0,"49"15"-8511"0"0,-8-4 2583 0 0,205-8-1251 0 0,-53 6-4252 0 0,-38-1-4509 0 0,-68 5 1311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3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24 1980 0 0,'-15'-24'13921'0'0,"110"126"-8659"0"0,6 14-3347 0 0,11 14-3429 0 0,2-7-3532 0 0,-84-96 1884 0 0,-8-11-1909 0 0,-7-6-810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32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600 65 1684 0 0,'-6'-10'2602'0'0,"-1"1"0"0"0,-1 0 0 0 0,0 0 0 0 0,-16-13 0 0 0,23 21-2514 0 0,0 1 1 0 0,0-1-1 0 0,0 0 0 0 0,0 1 1 0 0,0-1-1 0 0,0 1 0 0 0,-1 0 1 0 0,1-1-1 0 0,0 1 0 0 0,0 0 1 0 0,0 0-1 0 0,0 0 0 0 0,-1 0 1 0 0,1 0-1 0 0,0 0 0 0 0,0 0 0 0 0,0 0 1 0 0,0 0-1 0 0,-1 1 0 0 0,1-1 1 0 0,0 0-1 0 0,0 1 0 0 0,0-1 1 0 0,0 1-1 0 0,0-1 0 0 0,-1 2 1 0 0,-26 19 771 0 0,23-17-600 0 0,-49 49 758 0 0,-66 82 1 0 0,34-35-733 0 0,16-22-611 0 0,-61 90-1 0 0,113-136-1734 0 0,17-30 1619 0 0,0 0 0 0 0,1 0 0 0 0,-1 0 0 0 0,1 0 0 0 0,0 0 0 0 0,-1 0 0 0 0,1 0 0 0 0,0 0 0 0 0,1 2 0 0 0,11 0-4813 0 0,-11-5 4991 0 0,13-1-5217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32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1716 0 0,'2'-1'2733'0'0,"37"-22"11858"0"0,-28 18-12755 0 0,0 2-1606 0 0,0-1 1 0 0,0 1-1 0 0,1 1 1 0 0,13-1-1 0 0,-7 0-123 0 0,158-17-1211 0 0,-89 11-5000 0 0,-63 9-242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33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18 1144 0 0,'-31'13'7273'0'0,"-51"32"1"0"0,49-26-4017 0 0,33-19-3240 0 0,-1 0 0 0 0,1 0 1 0 0,0 1-1 0 0,0-1 0 0 0,0 0 0 0 0,0 0 0 0 0,0 0 0 0 0,0 1 0 0 0,-1-1 0 0 0,1 0 0 0 0,0 0 0 0 0,0 0 0 0 0,0 1 0 0 0,0-1 0 0 0,0 0 0 0 0,0 0 0 0 0,0 1 0 0 0,0-1 0 0 0,0 0 0 0 0,0 0 0 0 0,0 0 0 0 0,0 1 0 0 0,0-1 1 0 0,0 0-1 0 0,0 0 0 0 0,0 1 0 0 0,0-1 0 0 0,1 0 0 0 0,-1 0 0 0 0,0 0 0 0 0,0 1 0 0 0,0-1 0 0 0,0 0 0 0 0,0 0 0 0 0,0 0 0 0 0,1 0 0 0 0,-1 1 0 0 0,0-1 0 0 0,0 0 0 0 0,0 0 0 0 0,0 0 0 0 0,1 0 0 0 0,-1 0 0 0 0,0 0 0 0 0,0 1 1 0 0,0-1-1 0 0,1 0 0 0 0,-1 0 0 0 0,0 0 0 0 0,1 0 0 0 0,15 7 458 0 0,24-6-736 0 0,-1-2 0 0 0,1-1-1 0 0,-1-2 1 0 0,57-13 0 0 0,155-54-11471 0 0,-200 54 6881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47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0 1428 0 0,'10'15'16151'0'0,"-11"-14"-16019"0"0,1-1-1 0 0,-1 1 1 0 0,1 0-1 0 0,-1-1 1 0 0,1 1-1 0 0,-1-1 1 0 0,0 1-1 0 0,1-1 1 0 0,-1 0-1 0 0,0 1 1 0 0,1-1-1 0 0,-1 0 1 0 0,0 1-1 0 0,0-1 1 0 0,1 0-1 0 0,-1 0 1 0 0,0 0-1 0 0,-1 1 1 0 0,-27-1-86 0 0,1 1-1 0 0,0 2 1 0 0,-34 7 0 0 0,-10 5-9 0 0,70-15-41 0 0,-22 4-33 0 0,20-2 35 0 0,-4 0-6 0 0,6-2 0 0 0,0 1-10 0 0,-6 1 9 0 0,6-1-8 0 0,1-1 9 0 0,0 0 0 0 0,0 0 0 0 0,0 0-1 0 0,0 1 1 0 0,0-1 0 0 0,1 0 0 0 0,-1 1-1 0 0,0-1 1 0 0,0 1 0 0 0,0-1 0 0 0,0 1 0 0 0,0-1-1 0 0,1 1 1 0 0,-1 0 0 0 0,0-1 0 0 0,1 1 0 0 0,-1 0-1 0 0,0-1 1 0 0,1 1 0 0 0,-1 0 0 0 0,1 0-1 0 0,-1 0 1 0 0,1 0 0 0 0,-1-1 0 0 0,1 1 0 0 0,0 0-1 0 0,-1 0 1 0 0,1 0 0 0 0,0 1 0 0 0,-4 31-29 0 0,7 53 48 0 0,22 129 0 0 0,-12-120-3 0 0,21 149 625 0 0,32 302-21 0 0,-28-145-360 0 0,-31-288-178 0 0,17 327-46 0 0,-17-177-47 0 0,22 507 467 0 0,-26-673-408 0 0,6 276 525 0 0,4-157-24 0 0,-4-169-226 0 0,-7-37-239 0 0,0 1-1 0 0,1 21 1 0 0,-3-30-18 0 0,7 36 1002 0 0,-2 1-429 0 0,-5-27-521 0 0,10 57-31 0 0,-8-52-125 0 0,-2-15 44 0 0,1 0 1 0 0,-1 0-1 0 0,0-1 0 0 0,1 1 1 0 0,-1 0-1 0 0,1 0 1 0 0,-1 0-1 0 0,1-1 0 0 0,0 1 1 0 0,0 0-1 0 0,1 1 0 0 0,-1-2 20 0 0,6 9 20 0 0,-4-7-27 0 0,1-1 1 0 0,1 0-1 0 0,-1 0 0 0 0,0 0 1 0 0,0 0-1 0 0,1-1 1 0 0,-1 0-1 0 0,1 0 1 0 0,-1 0-1 0 0,1 0 0 0 0,-1-1 1 0 0,9 0-1 0 0,9 0 11 0 0,27-5 0 0 0,-48 5-22 0 0,549-108-765 0 0,-281 32-2354 0 0,-3-9-4030 0 0,-189 55 404 0 0,-46 18 1149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49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52 140 0 0,'0'0'1851'0'0,"-1"-26"6127"0"0,1 25-7832 0 0,0 0 1 0 0,0-1 0 0 0,0 1-1 0 0,-1 0 1 0 0,1 0-1 0 0,0 0 1 0 0,-1 0-1 0 0,1 0 1 0 0,-1 0-1 0 0,1 0 1 0 0,-1 0-1 0 0,0 0 1 0 0,1 0-1 0 0,-1 0 1 0 0,0 0 0 0 0,0 0-1 0 0,1 1 1 0 0,-1-1-1 0 0,0 0 1 0 0,0 0-1 0 0,0 1 1 0 0,0-1-1 0 0,0 1 1 0 0,0-1-1 0 0,0 1 1 0 0,0-1-1 0 0,-2 0 1 0 0,0 1-50 0 0,-1 0 1 0 0,1 0-1 0 0,0 0 0 0 0,0 0 0 0 0,0 0 1 0 0,0 1-1 0 0,0 0 0 0 0,0-1 0 0 0,0 1 1 0 0,-4 2-1 0 0,-5 2-89 0 0,0 1 1 0 0,1 0 0 0 0,-1 1-1 0 0,-13 11 1 0 0,13-9-7 0 0,1 1 0 0 0,1 0 0 0 0,-1 0 0 0 0,2 1 0 0 0,-1 1 0 0 0,2 0 0 0 0,0 0 0 0 0,0 1 0 0 0,1-1 0 0 0,0 2 0 0 0,-5 15 0 0 0,12-27 11 0 0,-1-1 0 0 0,1 1 0 0 0,0 0 0 0 0,-1 0-1 0 0,1 0 1 0 0,0 0 0 0 0,0-1 0 0 0,1 1 0 0 0,-1 0-1 0 0,0 0 1 0 0,0 0 0 0 0,1-1 0 0 0,-1 1 0 0 0,1 0-1 0 0,0 0 1 0 0,-1-1 0 0 0,1 1 0 0 0,0 0 0 0 0,0-1 0 0 0,0 1-1 0 0,0-1 1 0 0,0 0 0 0 0,1 1 0 0 0,-1-1 0 0 0,0 0-1 0 0,1 1 1 0 0,-1-1 0 0 0,2 1 0 0 0,5 3 63 0 0,-1 0 1 0 0,0-1 0 0 0,1 0-1 0 0,13 4 1 0 0,38 14 85 0 0,-16-7-31 0 0,54 27 0 0 0,-84-36-83 0 0,-1 1 0 0 0,0 1 1 0 0,-1 0-1 0 0,1 1 0 0 0,-2 0 0 0 0,1 1 1 0 0,-1 0-1 0 0,14 18 0 0 0,-22-26-26 0 0,0 1 0 0 0,-1 0 0 0 0,1-1 1 0 0,-1 1-1 0 0,1 0 0 0 0,-1 0 0 0 0,0 0 0 0 0,0 0 0 0 0,0 1 0 0 0,-1-1 0 0 0,1 0 0 0 0,-1 0 0 0 0,1 0 0 0 0,-1 1 0 0 0,0-1 1 0 0,-1 0-1 0 0,1 0 0 0 0,-1 4 0 0 0,0-2 15 0 0,-1 0-1 0 0,0 0 1 0 0,0 0 0 0 0,0 0 0 0 0,-1-1-1 0 0,0 1 1 0 0,0-1 0 0 0,0 1-1 0 0,0-1 1 0 0,-5 5 0 0 0,-1-1 92 0 0,0 1 0 0 0,-1-2-1 0 0,0 1 1 0 0,0-1 0 0 0,0-1 0 0 0,-1 0-1 0 0,0 0 1 0 0,-22 7 0 0 0,20-9 37 0 0,-1 0 0 0 0,-1-1-1 0 0,1-1 1 0 0,0 0 0 0 0,-17 0 0 0 0,26-2-140 0 0,0 0 1 0 0,0 0-1 0 0,0-1 1 0 0,0 0 0 0 0,0 0-1 0 0,0 0 1 0 0,1-1-1 0 0,-1 1 1 0 0,0-1-1 0 0,1 0 1 0 0,-1-1 0 0 0,1 1-1 0 0,-1-1 1 0 0,1 0-1 0 0,0 0 1 0 0,0 0-1 0 0,1 0 1 0 0,-6-6 0 0 0,7 5-29 0 0,0 1 1 0 0,0-1 0 0 0,0 0 0 0 0,0 0 0 0 0,1 1 0 0 0,0-1 0 0 0,0 0 0 0 0,0-1 0 0 0,0 1 0 0 0,1 0-1 0 0,-1 0 1 0 0,1 0 0 0 0,0 0 0 0 0,0 0 0 0 0,1-1 0 0 0,-1 1 0 0 0,1 0 0 0 0,1-5 0 0 0,2-8-20 0 0,2 0 0 0 0,12-29 1 0 0,28-48 118 0 0,112-168-1 0 0,-157 260-61 0 0,1 0-1 0 0,0 0 0 0 0,-1-1 0 0 0,0 1 1 0 0,1-1-1 0 0,-1 1 0 0 0,0-1 1 0 0,0 1-1 0 0,0-1 0 0 0,-1 0 1 0 0,1 0-1 0 0,-1 1 0 0 0,1-1 0 0 0,-1 0 1 0 0,0 0-1 0 0,0 1 0 0 0,-1-6 1 0 0,-1 5-19 0 0,-1 1-28 0 0,1 0 0 0 0,-1 1 0 0 0,0-1 0 0 0,0 1 0 0 0,0 0 0 0 0,0 0-1 0 0,0 0 1 0 0,0 0 0 0 0,0 0 0 0 0,0 1 0 0 0,0-1 0 0 0,0 1 0 0 0,0 0 0 0 0,-1 0 0 0 0,1 0 0 0 0,0 1 0 0 0,0-1 0 0 0,0 1 0 0 0,0-1 0 0 0,0 1 0 0 0,0 0-1 0 0,0 0 1 0 0,-4 3 0 0 0,-4-1-149 0 0,6-1-111 0 0,1-1 0 0 0,0 1 0 0 0,0 0 0 0 0,0 0 0 0 0,0 1 1 0 0,0-1-1 0 0,0 1 0 0 0,0 0 0 0 0,1 0 0 0 0,-4 3 0 0 0,6-4-56 0 0,0-1-1 0 0,0 0 1 0 0,0 1-1 0 0,0-1 1 0 0,0 0 0 0 0,0 1-1 0 0,0-1 1 0 0,1 1-1 0 0,-1 0 1 0 0,1-1-1 0 0,-1 1 1 0 0,1-1 0 0 0,-1 1-1 0 0,1 0 1 0 0,0-1-1 0 0,0 1 1 0 0,0 0 0 0 0,0 0-1 0 0,0-1 1 0 0,0 1-1 0 0,0 0 1 0 0,0-1-1 0 0,1 1 1 0 0,-1 0 0 0 0,1-1-1 0 0,-1 1 1 0 0,1-1-1 0 0,0 1 1 0 0,-1 0-1 0 0,1-1 1 0 0,2 2 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0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72 2956 0 0,'-46'29'15446'0'0,"88"-38"-14605"0"0,76-24 0 0 0,11-3-338 0 0,-103 27-127 0 0,-24 8-442 0 0,1-1 0 0 0,-1 1-1 0 0,1 1 1 0 0,0-1 0 0 0,-1 0 0 0 0,1 1 0 0 0,-1-1 0 0 0,1 1-1 0 0,4 0 1 0 0,-4-7-1210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0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74 1484 0 0,'10'-15'5144'0'0,"-8"12"-3621"0"0,0-1 1 0 0,0 0-1 0 0,0 0 1 0 0,0 0-1 0 0,2-6 1161 0 0,-3-12 2697 0 0,-1 21-5354 0 0,-1 1 0 0 0,1-1-1 0 0,0 1 1 0 0,0 0 0 0 0,0-1 0 0 0,-1 1-1 0 0,1-1 1 0 0,0 1 0 0 0,0 0-1 0 0,-1-1 1 0 0,1 1 0 0 0,0 0 0 0 0,-1 0-1 0 0,1-1 1 0 0,0 1 0 0 0,-1 0 0 0 0,1 0-1 0 0,-1-1 1 0 0,1 1 0 0 0,0 0 0 0 0,-1 0-1 0 0,1 0 1 0 0,-1 0 0 0 0,1 0 0 0 0,-1 0-1 0 0,1 0 1 0 0,0 0 0 0 0,-1 0 0 0 0,1 0-1 0 0,-1 0 1 0 0,1 0 0 0 0,-1 0 0 0 0,1 0-1 0 0,0 0 1 0 0,-1 0 0 0 0,1 0 0 0 0,-1 0-1 0 0,1 0 1 0 0,-1 1 0 0 0,-21 15 191 0 0,-15 25-212 0 0,17-14-4 0 0,1 1 1 0 0,2 1-1 0 0,1 1 0 0 0,1 0 0 0 0,-13 40 1 0 0,20-48-25 0 0,1 1 0 0 0,2 0 0 0 0,0 0 0 0 0,2 0 0 0 0,0 1 0 0 0,1-1 0 0 0,2 1 0 0 0,3 30-1 0 0,-2-45 25 0 0,0 1 0 0 0,1-1 0 0 0,1 0 0 0 0,0 0 0 0 0,0 0 0 0 0,0 0 0 0 0,1-1 0 0 0,1 1 0 0 0,5 7 0 0 0,-7-11 6 0 0,1 1 0 0 0,1-1 0 0 0,-1-1-1 0 0,1 1 1 0 0,-1-1 0 0 0,1 0 0 0 0,1 0 0 0 0,-1 0 0 0 0,0-1 0 0 0,1 1-1 0 0,0-1 1 0 0,0-1 0 0 0,0 1 0 0 0,8 2 0 0 0,-10-4 11 0 0,1 0 0 0 0,-1-1 0 0 0,0 1 0 0 0,0-1 0 0 0,0 0 0 0 0,0 0 0 0 0,1 0 0 0 0,-1 0 0 0 0,7-2 0 0 0,-9 1 12 0 0,0 1 0 0 0,0-1-1 0 0,1 0 1 0 0,-1 0 0 0 0,0 0 0 0 0,0 0 0 0 0,0-1-1 0 0,0 1 1 0 0,0 0 0 0 0,0-1 0 0 0,-1 0-1 0 0,1 1 1 0 0,0-1 0 0 0,-1 0 0 0 0,1 0 0 0 0,-1 0-1 0 0,0 0 1 0 0,1 0 0 0 0,-1 0 0 0 0,0 0-1 0 0,0-2 1 0 0,0 1 2 0 0,0 1 0 0 0,0-1 0 0 0,0 0-1 0 0,-1 1 1 0 0,1-1 0 0 0,-1 1 0 0 0,0-1 0 0 0,0 0-1 0 0,0 1 1 0 0,0-1 0 0 0,0 0 0 0 0,-1 1 0 0 0,1-1-1 0 0,-1 1 1 0 0,0-1 0 0 0,1 1 0 0 0,-1-1-1 0 0,0 1 1 0 0,-2-3 0 0 0,0 1-1 0 0,1 0 0 0 0,-1 0-1 0 0,-1 1 1 0 0,1-1 0 0 0,0 1-1 0 0,-1 0 1 0 0,0 0 0 0 0,0 0 0 0 0,-7-5-1 0 0,-1 3-132 0 0,1-1 0 0 0,-1 1-1 0 0,0 1 1 0 0,0 0 0 0 0,-1 1 0 0 0,1 0-1 0 0,-14-1 1 0 0,23 4-328 0 0,1-1 1 0 0,-1 1-1 0 0,0 0 0 0 0,0 0 1 0 0,0 1-1 0 0,0-1 0 0 0,0 0 1 0 0,0 1-1 0 0,1 0 0 0 0,-1-1 1 0 0,0 1-1 0 0,0 0 0 0 0,1 1 1 0 0,-1-1-1 0 0,0 0 0 0 0,1 1 0 0 0,0 0 1 0 0,-1-1-1 0 0,-3 5 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1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43 144 1932 0 0,'-35'-4'20418'0'0,"27"2"-18628"0"0,9-11-1176 0 0,11 0-575 0 0,-1 1 0 0 0,2 1 0 0 0,0 0 0 0 0,0 1 0 0 0,0 0 0 0 0,1 1 0 0 0,1 0 0 0 0,21-9 0 0 0,-28 14-59 0 0,1 1 1 0 0,-1 0-1 0 0,1 0 1 0 0,0 1-1 0 0,0 0 1 0 0,0 0-1 0 0,0 1 1 0 0,0 0-1 0 0,1 1 1 0 0,-1 0-1 0 0,0 0 1 0 0,0 1-1 0 0,0 0 1 0 0,0 1-1 0 0,0 0 1 0 0,0 0-1 0 0,10 5 1 0 0,-15-6 18 0 0,-1 1 1 0 0,1 0 0 0 0,-1 0 0 0 0,0 0 0 0 0,0 0-1 0 0,0 1 1 0 0,0-1 0 0 0,0 1 0 0 0,-1 0 0 0 0,1 0-1 0 0,-1 0 1 0 0,0 0 0 0 0,0 0 0 0 0,0 0 0 0 0,0 1 0 0 0,1 3-1 0 0,-1-1 11 0 0,0 0 0 0 0,-1 0-1 0 0,0 0 1 0 0,0 0-1 0 0,0 0 1 0 0,-1 0 0 0 0,0 0-1 0 0,0 0 1 0 0,-2 8 0 0 0,-2 7 32 0 0,-1 0 0 0 0,-1 0 0 0 0,-1 0 0 0 0,-15 28 1 0 0,-2-3 217 0 0,-1 0 1 0 0,-36 44 0 0 0,8-11 12 0 0,33-50-232 0 0,13-14-30 0 0,7-14-9 0 0,0-1 1 0 0,0 0 0 0 0,0 0 0 0 0,0 1-1 0 0,0-1 1 0 0,0 0 0 0 0,0 0 0 0 0,0 1 0 0 0,0-1-1 0 0,0 0 1 0 0,0 0 0 0 0,0 1 0 0 0,1-1-1 0 0,-1 0 1 0 0,0 0 0 0 0,0 1 0 0 0,0-1-1 0 0,0 0 1 0 0,0 0 0 0 0,1 1 0 0 0,-1-1 0 0 0,0 0-1 0 0,0 0 1 0 0,0 0 0 0 0,1 0 0 0 0,-1 1-1 0 0,0-1 1 0 0,0 0 0 0 0,1 0 0 0 0,1 1 8 0 0,0-1 0 0 0,1 0 0 0 0,-1 0 0 0 0,0 0 0 0 0,1 0 0 0 0,-1 0-1 0 0,0 0 1 0 0,4-1 0 0 0,45-9 144 0 0,97-32-1 0 0,-80 21-92 0 0,208-56 69 0 0,-200 54-2948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2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26 115 1252 0 0,'-4'-24'6062'0'0,"4"20"-4981"0"0,-1 0 0 0 0,1 0 0 0 0,-1-1 0 0 0,0 1 0 0 0,0 0 1 0 0,-1 0-1 0 0,0 0 0 0 0,1 1 0 0 0,-5-7 1965 0 0,0-5 47 0 0,32 18-3004 0 0,49-2 0 0 0,219-26 272 0 0,-266 20-54 0 0,5 1-3425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3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67 2268 0 0,'4'-9'3202'0'0,"6"-25"6325"0"0,-10 33-9183 0 0,-1-1 1 0 0,1 1-1 0 0,0-1 1 0 0,0 1-1 0 0,-1-1 1 0 0,1 1-1 0 0,-1-1 1 0 0,0 1-1 0 0,1-1 1 0 0,-1 1-1 0 0,0 0 1 0 0,0-1-1 0 0,-1 0 1 0 0,2 2-305 0 0,-1-1 0 0 0,0 1 0 0 0,0 0 0 0 0,1-1 1 0 0,-1 1-1 0 0,0 0 0 0 0,0 0 0 0 0,1 0 0 0 0,-1 0 0 0 0,0 0 0 0 0,0 0 1 0 0,1 0-1 0 0,-1 0 0 0 0,0 0 0 0 0,0 0 0 0 0,0 1 0 0 0,1-1 0 0 0,-1 0 1 0 0,0 0-1 0 0,1 1 0 0 0,-1-1 0 0 0,-1 1 0 0 0,-18 17 282 0 0,-11 24-99 0 0,16-17-187 0 0,2 0 1 0 0,0 0-1 0 0,2 1 0 0 0,1 1 0 0 0,1 0 1 0 0,1 0-1 0 0,1 1 0 0 0,2 0 1 0 0,0 0-1 0 0,2 1 0 0 0,2-1 0 0 0,0 1 1 0 0,5 40-1 0 0,-2-60-30 0 0,0 1 1 0 0,0 0-1 0 0,1-1 1 0 0,0 0-1 0 0,1 0 1 0 0,0 0-1 0 0,0 0 1 0 0,1 0-1 0 0,0-1 0 0 0,1 0 1 0 0,0 0-1 0 0,0 0 1 0 0,0-1-1 0 0,1 0 1 0 0,8 7-1 0 0,-9-10 8 0 0,-1 0 0 0 0,1-1 0 0 0,0 1 0 0 0,-1-1 0 0 0,1 0 0 0 0,1-1 0 0 0,-1 1 0 0 0,0-1-1 0 0,1 0 1 0 0,-1-1 0 0 0,1 1 0 0 0,0-1 0 0 0,-1-1 0 0 0,1 1 0 0 0,0-1 0 0 0,-1 0 0 0 0,1-1 0 0 0,0 0 0 0 0,-1 0 0 0 0,1 0 0 0 0,-1-1-1 0 0,13-4 1 0 0,-15 4 38 0 0,0 0-1 0 0,0 0 0 0 0,0-1 0 0 0,0 1 0 0 0,0-1 1 0 0,-1 0-1 0 0,1 0 0 0 0,-1 0 0 0 0,0-1 0 0 0,0 1 1 0 0,0-1-1 0 0,0 1 0 0 0,0-1 0 0 0,-1 0 0 0 0,0 0 1 0 0,0 0-1 0 0,0-1 0 0 0,0 1 0 0 0,-1 0 0 0 0,1-1 1 0 0,0-8-1 0 0,-1 9-34 0 0,-1 1 1 0 0,0-1 0 0 0,0 1-1 0 0,0-1 1 0 0,0 0-1 0 0,0 1 1 0 0,-1-1-1 0 0,0 1 1 0 0,0-1 0 0 0,0 1-1 0 0,0-1 1 0 0,0 1-1 0 0,-1 0 1 0 0,1 0-1 0 0,-1 0 1 0 0,0-1 0 0 0,0 2-1 0 0,0-1 1 0 0,0 0-1 0 0,-1 0 1 0 0,1 1 0 0 0,-1-1-1 0 0,0 1 1 0 0,1 0-1 0 0,-1-1 1 0 0,0 2-1 0 0,0-1 1 0 0,-5-2 0 0 0,-4-1-270 0 0,0 1 0 0 0,-1 0 0 0 0,1 1 0 0 0,-1 1 0 0 0,1 0 0 0 0,-1 1 0 0 0,-19 0 0 0 0,30 1-59 0 0,1 0 0 0 0,-1 0 0 0 0,1 0 0 0 0,-1 0 0 0 0,1 1 0 0 0,-1-1 0 0 0,1 0 0 0 0,0 1 0 0 0,-1 0 0 0 0,1-1 0 0 0,-1 1 0 0 0,1 0 0 0 0,0 0 0 0 0,0-1 0 0 0,0 1 0 0 0,-2 1 0 0 0,2-1 91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4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170 220 1612 0 0,'-37'11'22255'0'0,"32"-10"-22527"0"0,2-1 695 0 0,-21-18 128 0 0,-47-17-507 0 0,69 34-46 0 0,-10-4-34 0 0,-2-2-175 0 0,14 7 207 0 0,0 0-1 0 0,0 0 1 0 0,0 0 0 0 0,-1-1-1 0 0,1 1 1 0 0,0 0 0 0 0,0 0 0 0 0,0-1-1 0 0,0 1 1 0 0,0 0 0 0 0,0 0 0 0 0,0-1-1 0 0,0 1 1 0 0,0 0 0 0 0,0-1-1 0 0,0 1 1 0 0,0 0 0 0 0,0 0 0 0 0,0-1-1 0 0,0 1 1 0 0,0 0 0 0 0,0 0 0 0 0,0-1-1 0 0,0 1 1 0 0,1 0 0 0 0,-1 0-1 0 0,0-1 1 0 0,0 1 0 0 0,0 0 0 0 0,0 0-1 0 0,1 0 1 0 0,-1-1 0 0 0,0 1 0 0 0,0 0-1 0 0,0 0 1 0 0,1 0 0 0 0,-1 0-1 0 0,0-1 1 0 0,0 1 0 0 0,0 0 0 0 0,1 0-1 0 0,-1 0 1 0 0,0 0 0 0 0,0 0 0 0 0,1 0-1 0 0,-1 0 1 0 0,0 0 0 0 0,1 0-1 0 0,-1 0 1 0 0,56-28-42 0 0,59-21 1 0 0,-66 29 28 0 0,-25 10 15 0 0,0 1 113 0 0,35-19-1 0 0,-58 27-53 0 0,23-9 2947 0 0,-23 10-2884 0 0,-1 0 1 0 0,1-1-1 0 0,-1 1 1 0 0,1 0-1 0 0,0 0 0 0 0,-1 0 1 0 0,1-1-1 0 0,0 1 1 0 0,-1 0-1 0 0,1 0 1 0 0,0 0-1 0 0,-1 0 0 0 0,1 0 1 0 0,0 0-1 0 0,-1 0 1 0 0,1 0-1 0 0,-1 0 1 0 0,1 1-1 0 0,0-1 0 0 0,-1 0 1 0 0,1 0-1 0 0,0 1 1 0 0,0-1-1 0 0,0 1-140 0 0,-3 23-233 0 0,-10 240 759 0 0,7-93-130 0 0,1-24-185 0 0,-6 66-724 0 0,9-163-4136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7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86 1796 0 0,'-32'-28'13045'0'0,"22"10"-10006"0"0,14 14-2980 0 0,-1 1 1 0 0,1-1-1 0 0,0 1 0 0 0,-1 0 0 0 0,2 0 0 0 0,-1 0 0 0 0,0 1 1 0 0,0-1-1 0 0,1 1 0 0 0,-1 0 0 0 0,1 1 0 0 0,0-1 0 0 0,0 1 1 0 0,-1 0-1 0 0,1 0 0 0 0,0 0 0 0 0,0 0 0 0 0,0 1 0 0 0,0 0 0 0 0,0 0 1 0 0,0 1-1 0 0,0-1 0 0 0,0 1 0 0 0,0 0 0 0 0,-1 0 0 0 0,6 3 1 0 0,-2-2-20 0 0,0 1 0 0 0,0 0 0 0 0,-1 1 0 0 0,1 0 0 0 0,-1 0 0 0 0,0 0 0 0 0,0 1 0 0 0,0 0 0 0 0,-1 0 1 0 0,0 1-1 0 0,0 0 0 0 0,0 0 0 0 0,-1 1 0 0 0,0-1 0 0 0,5 9 0 0 0,-4-3-8 0 0,-1 1 0 0 0,0 0 1 0 0,-1 0-1 0 0,-1 0 0 0 0,0 0 0 0 0,0 1 0 0 0,-2-1 0 0 0,1 1 0 0 0,-2-1 1 0 0,0 1-1 0 0,0 0 0 0 0,-2-1 0 0 0,-3 18 0 0 0,2-13 23 0 0,-1 0 0 0 0,-2 0 0 0 0,0 0 0 0 0,0-1 0 0 0,-2 0-1 0 0,0 0 1 0 0,-1-1 0 0 0,0 0 0 0 0,-16 19 0 0 0,21-30 50 0 0,-1 0-1 0 0,0 1 1 0 0,0-2 0 0 0,0 1 0 0 0,-1-1-1 0 0,1 1 1 0 0,-1-2 0 0 0,0 1 0 0 0,-1-1-1 0 0,1 1 1 0 0,-7 1 0 0 0,11-5-89 0 0,0 1 1 0 0,0-1-1 0 0,1 0 1 0 0,-1 0-1 0 0,0 0 1 0 0,0 0-1 0 0,0 0 1 0 0,0-1-1 0 0,1 1 1 0 0,-1-1-1 0 0,0 1 1 0 0,0-1-1 0 0,1 1 1 0 0,-1-1-1 0 0,0 0 1 0 0,1 0-1 0 0,-4-2 0 0 0,1 0 1 0 0,0 0 0 0 0,0 0 0 0 0,0-1 0 0 0,0 1-1 0 0,-3-5 1 0 0,4 4-27 0 0,1 1 0 0 0,-1 0-1 0 0,1-1 1 0 0,0 0 0 0 0,1 1-1 0 0,-1-1 1 0 0,1 0 0 0 0,-1 0-1 0 0,1 0 1 0 0,0 0 0 0 0,0 0 0 0 0,1 0-1 0 0,-1 0 1 0 0,1 0 0 0 0,0 0-1 0 0,0 0 1 0 0,1 0 0 0 0,-1 0 0 0 0,2-6-1 0 0,-1 7-1 0 0,0 0 0 0 0,0 0 0 0 0,0 0 0 0 0,1 0 0 0 0,-1 0 0 0 0,1 0 0 0 0,0 0 0 0 0,0 1 0 0 0,0-1 0 0 0,0 0 0 0 0,0 1 0 0 0,0 0 0 0 0,1 0 0 0 0,-1-1 0 0 0,1 1 0 0 0,0 1 0 0 0,0-1 0 0 0,-1 0 0 0 0,1 1 0 0 0,0-1 0 0 0,0 1 0 0 0,1 0 0 0 0,-1 0 0 0 0,6-1 0 0 0,21-1-76 0 0,0 1 0 0 0,1 2 0 0 0,-1 1 0 0 0,0 1-1 0 0,40 8 1 0 0,15 1-1350 0 0,74-1-3012 0 0,-53-10-2687 0 0,-57-2 829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8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74 2248 0 0,'-92'27'15862'0'0,"90"-26"-15189"0"0,-7 2 312 0 0,40-8-893 0 0,0-2 0 0 0,0-1 0 0 0,37-15-1 0 0,19-6-37 0 0,17-4-2548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8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39 1608 0 0,'-9'-38'19129'0'0,"11"47"-18614"0"0,-2 0 1 0 0,1 1 0 0 0,-1-1 0 0 0,-2 12 0 0 0,1 5-28 0 0,0 52 198 0 0,0 61-242 0 0,3-118-424 0 0,0 0 1 0 0,1-1-1 0 0,1 1 0 0 0,10 29 1 0 0,-13-47-18 0 0,0 0 0 0 0,0 0 1 0 0,0 0-1 0 0,0 0 0 0 0,1 0 1 0 0,0 0-1 0 0,0 0 0 0 0,0 0 1 0 0,0-1-1 0 0,0 1 0 0 0,0-1 1 0 0,0 1-1 0 0,1-1 0 0 0,0 0 1 0 0,-1 0-1 0 0,1 0 0 0 0,0 0 1 0 0,0 0-1 0 0,0-1 0 0 0,0 1 1 0 0,0-1-1 0 0,0 0 0 0 0,0 0 1 0 0,1 0-1 0 0,-1 0 0 0 0,0-1 1 0 0,1 1-1 0 0,-1-1 0 0 0,0 0 1 0 0,1 0-1 0 0,-1 0 0 0 0,0-1 1 0 0,1 1-1 0 0,-1-1 0 0 0,6-1 1 0 0,-1 0-8 0 0,0-1 0 0 0,-1 0 0 0 0,1-1 1 0 0,-1 1-1 0 0,1-1 0 0 0,-1-1 0 0 0,0 0 1 0 0,-1 0-1 0 0,1 0 0 0 0,-1 0 0 0 0,0-1 1 0 0,0 0-1 0 0,7-10 0 0 0,-6 4 94 0 0,0 0 1 0 0,-1 0-1 0 0,0-1 1 0 0,-1 1-1 0 0,0-1 0 0 0,-1 0 1 0 0,0-1-1 0 0,-1 1 1 0 0,-1-1-1 0 0,0 1 0 0 0,0-27 1 0 0,-3 23 637 0 0,0 35-223 0 0,-1 11-203 0 0,-1 126 168 0 0,3-67-340 0 0,0-85-189 0 0,-1 204-1739 0 0,5-138-2679 0 0,3-1-4911 0 0,-3-44-809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4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1 126 672 0 0,'0'0'11971'0'0,"12"4"-7719"0"0,-4-2-3815 0 0,-1-1-1 0 0,1 0 1 0 0,-1-1-1 0 0,1 0 1 0 0,-1 0 0 0 0,10-2-1 0 0,50-9 303 0 0,-65 11-714 0 0,396-87 1065 0 0,-315 70-88 0 0,-82 16-866 0 0,-1 1-134 0 0,0 0-1 0 0,0 0 1 0 0,0 0-1 0 0,0 0 1 0 0,0 0-1 0 0,-1 0 1 0 0,1-1-1 0 0,0 1 1 0 0,0 0-1 0 0,0 0 1 0 0,0 0-1 0 0,0 0 1 0 0,0 0-1 0 0,0-1 0 0 0,0 1 1 0 0,0 0-1 0 0,0 0 1 0 0,0 0-1 0 0,0 0 1 0 0,0-1-1 0 0,-1 1 1 0 0,1 0-1 0 0,0 0 1 0 0,0 0-1 0 0,0 0 1 0 0,1-1-1 0 0,-1 1 1 0 0,0 0-1 0 0,0 0 0 0 0,0 0 1 0 0,0 0-1 0 0,0 0 1 0 0,0-1-1 0 0,0 1 1 0 0,0 0-1 0 0,0 0 1 0 0,0 0-1 0 0,0 0 1 0 0,0 0-1 0 0,1-1 1 0 0,-1 1-1 0 0,0 0 1 0 0,0 0-1 0 0,0 0 1 0 0,0 0-1 0 0,0 0 0 0 0,0 0 1 0 0,1 0-1 0 0,-1 0 1 0 0,0-1-1 0 0,0 1 1 0 0,0 0-1 0 0,0 0 1 0 0,1 0-1 0 0,-1 0 1 0 0,0 0-1 0 0,0 0 1 0 0,0 0-1 0 0,0 0 1 0 0,1 0-1 0 0,-1 0 0 0 0,0 0 1 0 0,-13-9-2916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5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92 164 0 0,'-3'-26'7676'0'0,"1"13"-3324"0"0,0-1 0 0 0,-6-18 1635 0 0,7 26-4872 0 0,-1 12-467 0 0,-2 12 83 0 0,-5 183 2757 0 0,-26 95-2625 0 0,34-291-842 0 0,-5 78 411 0 0,7-82-431 0 0,1-1 0 0 0,0 0-1 0 0,-1 1 1 0 0,1-1 0 0 0,0 0-1 0 0,0 0 1 0 0,-1 0 0 0 0,1-1-1 0 0,0 1 1 0 0,-1 0 0 0 0,1-1-1 0 0,0 1 1 0 0,1-1-1 0 0,-2 0 2 0 0,210-93-119 0 0,-33 14-3 0 0,-164 74 144 0 0,0 0-1 0 0,22-15 0 0 0,-32 18-2 0 0,0 0 1 0 0,0 0-1 0 0,0 0 1 0 0,0 0-1 0 0,-1-1 1 0 0,1 0-1 0 0,-1 0 1 0 0,0 0-1 0 0,0 0 1 0 0,-1 0-1 0 0,4-7 1 0 0,-5 8 50 0 0,-1 1 0 0 0,1-1 1 0 0,-1 0-1 0 0,0 1 0 0 0,0-1 1 0 0,0 1-1 0 0,0-1 0 0 0,0 0 1 0 0,-1 1-1 0 0,1-1 0 0 0,-1 1 1 0 0,-1-4-1 0 0,-13-29 1596 0 0,14 32-1610 0 0,-15-17 112 0 0,10 13-170 0 0,-5-3 0 0 0,1 0 0 0 0,1 2 0 0 0,-1 1 0 0 0,2 4 0 0 0,-3 8 0 0 0,10-4 0 0 0,-1 1 0 0 0,1 0 0 0 0,1 0 0 0 0,-1 0 0 0 0,0-1 0 0 0,0 1 0 0 0,1 0 0 0 0,-1 0 0 0 0,1 0 0 0 0,0 0 0 0 0,-1 0 0 0 0,1 1 0 0 0,0 1 0 0 0,1 32 0 0 0,0-26 0 0 0,5 179-2175 0 0,-10 249-8665 0 0,3-381 4059 0 0,2-2-3786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1:59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32 147 1884 0 0,'-3'-1'4905'0'0,"-1"-1"-4710"0"0,-20-11 10101 0 0,24 9-10165 0 0,0 1 0 0 0,0-1 1 0 0,1 1-1 0 0,0-1 1 0 0,0 1-1 0 0,0-1 0 0 0,0 1 1 0 0,0-1-1 0 0,1 1 1 0 0,0 0-1 0 0,-1 0 0 0 0,1 0 1 0 0,0 0-1 0 0,1 0 1 0 0,-1 0-1 0 0,0 0 0 0 0,1 1 1 0 0,-1-1-1 0 0,1 1 1 0 0,6-4-1 0 0,4-4-85 0 0,1 1 0 0 0,0 0 0 0 0,20-8 0 0 0,-28 14-41 0 0,1 0 0 0 0,0 1 1 0 0,0 0-1 0 0,0 0 0 0 0,0 0 0 0 0,1 1 1 0 0,-1 0-1 0 0,0 1 0 0 0,0 0 1 0 0,1 0-1 0 0,-1 0 0 0 0,0 1 1 0 0,1 0-1 0 0,7 3 0 0 0,-11-3 12 0 0,0 0-1 0 0,1 1 1 0 0,-1 0-1 0 0,0-1 1 0 0,0 2-1 0 0,0-1 1 0 0,0 0-1 0 0,0 1 1 0 0,-1 0-1 0 0,1 0 1 0 0,-1 0 0 0 0,1 0-1 0 0,-1 1 1 0 0,0-1-1 0 0,-1 1 1 0 0,1 0-1 0 0,-1 0 1 0 0,1 0-1 0 0,-1 0 1 0 0,0 0-1 0 0,-1 0 1 0 0,1 0-1 0 0,1 6 1 0 0,-2-1 17 0 0,1 0 1 0 0,-1 0-1 0 0,0 0 1 0 0,-1 0-1 0 0,0 0 1 0 0,-1 0-1 0 0,-1 9 1 0 0,-4 8 115 0 0,-9 28 0 0 0,13-47-110 0 0,-13 38 1184 0 0,15-43-1088 0 0,-9 16 208 0 0,22-10-263 0 0,1 2 0 0 0,-2 0 0 0 0,1 0 0 0 0,-1 1 0 0 0,20 24 0 0 0,-25-26 118 0 0,-1-1 0 0 0,0 1 0 0 0,0 0 0 0 0,-1 1-1 0 0,0-1 1 0 0,-1 1 0 0 0,0 0 0 0 0,-1 0 0 0 0,0 0 0 0 0,3 14 0 0 0,-6-18-70 0 0,1 1-1 0 0,-1-1 1 0 0,0 1-1 0 0,0-1 1 0 0,-1 1-1 0 0,0-1 1 0 0,0 0 0 0 0,-1 1-1 0 0,0-1 1 0 0,0 0-1 0 0,0 0 1 0 0,0 0-1 0 0,-1 0 1 0 0,0 0 0 0 0,-1-1-1 0 0,1 1 1 0 0,-1-1-1 0 0,0 0 1 0 0,0 0-1 0 0,-1 0 1 0 0,1-1 0 0 0,-1 1-1 0 0,-9 5 1 0 0,5-4-98 0 0,0 0 1 0 0,0-1-1 0 0,0-1 1 0 0,-1 0-1 0 0,0 0 1 0 0,0 0-1 0 0,0-1 1 0 0,0-1-1 0 0,0 0 1 0 0,-1 0-1 0 0,1-1 1 0 0,-1-1-1 0 0,1 1 1 0 0,-12-2-1 0 0,1-1-571 0 0,-29-7-1 0 0,43 7-199 0 0,1 0 0 0 0,-1 0-1 0 0,0 0 1 0 0,1-1 0 0 0,-1 0 0 0 0,1-1-1 0 0,0 1 1 0 0,-6-6 0 0 0,-2-7-4072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0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63 1608 0 0,'-22'-12'18440'0'0,"20"9"-17509"0"0,17-4-864 0 0,0 1-1 0 0,1 0 1 0 0,0 1-1 0 0,0 1 1 0 0,0 0-1 0 0,19-1 1 0 0,-4-2-85 0 0,-26 6 13 0 0,-1 0 1 0 0,1 0-1 0 0,0 1 0 0 0,0 0 0 0 0,0-1 1 0 0,7 2-1 0 0,-5-1 0 0 0,-2 0 1 0 0,0 0-1 0 0,-1 0 1 0 0,1 0-1 0 0,0 1 0 0 0,7 1 1 0 0,-10-1 5 0 0,1 0-1 0 0,-1 1 1 0 0,0-1-1 0 0,0 0 1 0 0,0 1 0 0 0,0 0-1 0 0,0-1 1 0 0,0 1 0 0 0,0 0-1 0 0,0 0 1 0 0,-1 0 0 0 0,1 0-1 0 0,-1 0 1 0 0,0 1-1 0 0,1-1 1 0 0,-1 0 0 0 0,0 1-1 0 0,1 2 1 0 0,1 6 14 0 0,0 0 0 0 0,3 19-1 0 0,-5-26-9 0 0,15 146 476 0 0,-2 174-1 0 0,-10-168-239 0 0,43 707 1510 0 0,-12-307-491 0 0,24 250-45 0 0,-44-621-784 0 0,-14-179-392 0 0,31 582 2043 0 0,-31-440 1214 0 0,-1-144-3235 0 0,-4 4-54 0 0,-6-1-7 0 0,8-6 0 0 0,0 0 0 0 0,0 0 0 0 0,1 0 0 0 0,-1 0 0 0 0,0-1 0 0 0,0 1 0 0 0,0-1 0 0 0,0 1 0 0 0,0-1 0 0 0,0 0 0 0 0,0 1 0 0 0,0-1 0 0 0,-4 0 0 0 0,-1-1 0 0 0,-35 5-109 0 0,0-2 0 0 0,-58-3 0 0 0,-81-19-677 0 0,160 17-235 0 0,0-1 1 0 0,0-1-1 0 0,-22-8 0 0 0,34 9-201 0 0,0 1 0 0 0,1-2-1 0 0,-14-8 1 0 0,17 9-203 0 0,0 0 0 0 0,0 0 0 0 0,0 0 0 0 0,1-1 0 0 0,0 1 0 0 0,-6-9-1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02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331 117 764 0 0,'2'-2'1516'0'0,"27"-32"6824"0"0,-21 24-4965 0 0,-7 8-3152 0 0,-1 1 1 0 0,1 0-1 0 0,-1 0 1 0 0,0 0 0 0 0,1-1-1 0 0,-1 1 1 0 0,0 0 0 0 0,1 0-1 0 0,-1-1 1 0 0,0 1-1 0 0,0 0 1 0 0,0-1 0 0 0,0 1-1 0 0,0 0 1 0 0,-1 0 0 0 0,1-1-1 0 0,0 1 1 0 0,-1 0-1 0 0,1 0 1 0 0,-1-1 0 0 0,1 1-1 0 0,-2-2 1 0 0,1 1-77 0 0,-1 0-1 0 0,0 0 1 0 0,0 0 0 0 0,0 0 0 0 0,0 0-1 0 0,0 0 1 0 0,-1 0 0 0 0,1 1 0 0 0,0-1-1 0 0,-4-1 1 0 0,-1 0-107 0 0,-1 0-1 0 0,1 0 0 0 0,-1 1 1 0 0,1 0-1 0 0,-1 0 1 0 0,0 1-1 0 0,-13-1 0 0 0,7 2-21 0 0,0 1-1 0 0,-1 0 1 0 0,1 1 0 0 0,0 1-1 0 0,1 0 1 0 0,-1 1-1 0 0,-17 7 1 0 0,24-8-26 0 0,0 1 0 0 0,-1 0 0 0 0,1 0 0 0 0,1 1 0 0 0,-1-1 0 0 0,0 1 0 0 0,1 1 1 0 0,0-1-1 0 0,1 1 0 0 0,-1 0 0 0 0,1 1 0 0 0,0-1 0 0 0,1 1 0 0 0,-8 13 0 0 0,4 1-1 0 0,0 0-1 0 0,2 0 1 0 0,0 1-1 0 0,1 0 1 0 0,2 0-1 0 0,0 0 1 0 0,0 24-1 0 0,3 8 134 0 0,12 96 0 0 0,56 273 983 0 0,8 67-521 0 0,-49-278-390 0 0,10 99 762 0 0,4 601 278 0 0,-17-153-911 0 0,-22-715-322 0 0,1 150 299 0 0,-8-54 2072 0 0,-3 46-1280 0 0,7-179-1061 0 0,0 0 1 0 0,1 0-1 0 0,0 0 1 0 0,3 13-1 0 0,-3-20-28 0 0,0 1 0 0 0,1 0 0 0 0,-1 0 0 0 0,0-1 0 0 0,1 1 0 0 0,-1 0 0 0 0,1-1 0 0 0,-1 1 0 0 0,1-1 0 0 0,-1 1 0 0 0,1-1 0 0 0,-1 1 0 0 0,1-1 0 0 0,-1 1-1 0 0,1-1 1 0 0,0 1 0 0 0,-1-1 0 0 0,1 0 0 0 0,0 1 0 0 0,-1-1 0 0 0,1 0 0 0 0,0 0 0 0 0,0 1 0 0 0,-1-1 0 0 0,1 0 0 0 0,0 0 0 0 0,1 0 0 0 0,21-1 42 0 0,23-12-943 0 0,-1-1-1 0 0,0-3 1 0 0,51-26-1 0 0,-70 31 259 0 0,129-66-4292 0 0,-55 18-3339 0 0,-36 19-1699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03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7 211 1128 0 0,'0'-3'1385'0'0,"-2"-9"207"0"0,0-8 1145 0 0,0 1 1 0 0,2-1-1 0 0,2-37 1 0 0,-1 54-2659 0 0,-1 1 0 0 0,1-1 0 0 0,-1 1 1 0 0,1-1-1 0 0,0 1 0 0 0,0 0 0 0 0,0-1 0 0 0,0 1 1 0 0,1 0-1 0 0,-1 0 0 0 0,1 0 0 0 0,-1 0 1 0 0,1 0-1 0 0,0 0 0 0 0,0 0 0 0 0,0 0 1 0 0,0 1-1 0 0,0-1 0 0 0,0 1 0 0 0,0-1 0 0 0,0 1 1 0 0,1 0-1 0 0,-1 0 0 0 0,0 0 0 0 0,1 0 1 0 0,-1 0-1 0 0,1 1 0 0 0,-1-1 0 0 0,1 1 0 0 0,-1-1 1 0 0,4 1-1 0 0,0 0-70 0 0,0 0-1 0 0,0 0 1 0 0,0 1 0 0 0,0 0 0 0 0,0 0 0 0 0,0 0-1 0 0,-1 1 1 0 0,1 0 0 0 0,0 0 0 0 0,-1 0 0 0 0,1 1-1 0 0,5 3 1 0 0,-6-3 12 0 0,-1 0 0 0 0,1 1-1 0 0,-1 0 1 0 0,1 0-1 0 0,-1 0 1 0 0,0 0 0 0 0,-1 1-1 0 0,1-1 1 0 0,-1 1 0 0 0,0 0-1 0 0,0 0 1 0 0,0 0-1 0 0,2 7 1 0 0,-3-4-26 0 0,1 0 0 0 0,-2 0 0 0 0,1 0 0 0 0,-1 0 0 0 0,-1 0 0 0 0,1 1 0 0 0,-1-1-1 0 0,-2 12 1 0 0,-3 8 357 0 0,-1 0 0 0 0,-2 0-1 0 0,-1 0 1 0 0,-14 31 0 0 0,18-47 67 0 0,4-10-205 0 0,48-93 149 0 0,65-144-304 0 0,-111 232-59 0 0,1-1 0 0 0,-1 1 0 0 0,0 0 0 0 0,0-1 0 0 0,0 1 0 0 0,0-1 0 0 0,-1 0 0 0 0,1 1 0 0 0,-1-1 0 0 0,0 0 0 0 0,0 1 0 0 0,0-1 0 0 0,-1 1 0 0 0,0-6 0 0 0,0 8-34 0 0,-28 12-10 0 0,17 1 30 0 0,0 1-1 0 0,1 0 1 0 0,0 0-1 0 0,1 1 1 0 0,1 1 0 0 0,0 0-1 0 0,1 0 1 0 0,1 0-1 0 0,0 1 1 0 0,1 0-1 0 0,-7 31 1 0 0,12-43 14 0 0,0 0 0 0 0,0 0 1 0 0,1 1-1 0 0,0-1 0 0 0,-1 0 1 0 0,1 0-1 0 0,1 0 0 0 0,-1 1 0 0 0,1-1 1 0 0,-1 0-1 0 0,1 0 0 0 0,0 0 0 0 0,1 0 1 0 0,-1 0-1 0 0,4 6 0 0 0,-3-7 1 0 0,0 0-1 0 0,0 0 1 0 0,1 0-1 0 0,-1 0 1 0 0,1-1-1 0 0,0 1 1 0 0,0-1 0 0 0,0 0-1 0 0,0 0 1 0 0,0 0-1 0 0,0 0 1 0 0,0-1-1 0 0,1 1 1 0 0,-1-1-1 0 0,1 0 1 0 0,-1 0-1 0 0,1 0 1 0 0,4 1 0 0 0,14 1-843 0 0,-1-1 0 0 0,1-1 0 0 0,0-1 0 0 0,0-1 0 0 0,24-5 0 0 0,106-27-6646 0 0,-131 28 1907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04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55 1348 0 0,'-8'-11'5491'0'0,"-20"-30"6201"0"0,24 39-10918 0 0,5 12-207 0 0,2-1-530 0 0,0 0-1 0 0,0 0 1 0 0,1-1-1 0 0,0 1 0 0 0,0-1 1 0 0,1 0-1 0 0,0 0 0 0 0,0 0 1 0 0,1-1-1 0 0,0 0 0 0 0,1 0 1 0 0,-1 0-1 0 0,1-1 0 0 0,1 0 1 0 0,-1 0-1 0 0,1-1 1 0 0,0 0-1 0 0,15 7 0 0 0,-18-11-23 0 0,0 1-1 0 0,1-1 0 0 0,-1 0 1 0 0,1 0-1 0 0,-1 0 0 0 0,1-1 1 0 0,0 0-1 0 0,-1 0 0 0 0,1 0 1 0 0,0-1-1 0 0,-1 0 0 0 0,1 0 1 0 0,-1 0-1 0 0,0-1 0 0 0,1 0 1 0 0,-1 0-1 0 0,0 0 0 0 0,6-4 1 0 0,-4 2-2 0 0,0-1 0 0 0,0 0 0 0 0,-1 0 0 0 0,0-1 0 0 0,0 0 0 0 0,0 0 0 0 0,0-1 0 0 0,-1 1 0 0 0,0-1 0 0 0,0 0 0 0 0,5-11 0 0 0,16-27 188 0 0,-24 43-205 0 0,-2 1-14 0 0,0 1 21 0 0,1 0-1 0 0,-1 0 1 0 0,0 0 0 0 0,0 0 0 0 0,0 0 0 0 0,0-1 0 0 0,0 1 0 0 0,0 0 0 0 0,0 0 0 0 0,0 0 0 0 0,0 0-1 0 0,0 0 1 0 0,0 0 0 0 0,0 0 0 0 0,1 0 0 0 0,-1 0 0 0 0,0 0 0 0 0,0 0 0 0 0,0 0 0 0 0,0 0 0 0 0,0 0-1 0 0,0 0 1 0 0,0 0 0 0 0,0 0 0 0 0,1 0 0 0 0,-1 0 0 0 0,0-1 0 0 0,0 2 0 0 0,0-1 0 0 0,0 0 0 0 0,0 0-1 0 0,0 0 1 0 0,0 0 0 0 0,1 0 0 0 0,-1 0 0 0 0,0 0 0 0 0,0 0 0 0 0,0 0 0 0 0,0 0 0 0 0,0 0 0 0 0,0 0-1 0 0,0 0 1 0 0,0 0 0 0 0,0 0 0 0 0,1 0 0 0 0,-1 0 0 0 0,0 0 0 0 0,0 1 0 0 0,0-1 0 0 0,3 8 124 0 0,1 10 214 0 0,-4-17-292 0 0,12 69 2026 0 0,-4 1 0 0 0,-1 101 0 0 0,-9-123-1309 0 0,-2-1 0 0 0,-1 0 1 0 0,-3 0-1 0 0,-21 70 0 0 0,25-105-677 0 0,-1 0 0 0 0,0-1 0 0 0,-1 1 0 0 0,0-1 0 0 0,-1 0 0 0 0,-17 21 0 0 0,22-30-69 0 0,-1 0-1 0 0,0 1 1 0 0,0-1 0 0 0,0 0-1 0 0,0 0 1 0 0,-1-1 0 0 0,1 1-1 0 0,-1-1 1 0 0,0 0 0 0 0,1 0-1 0 0,-1 0 1 0 0,0 0-1 0 0,0-1 1 0 0,-1 1 0 0 0,1-1-1 0 0,0 0 1 0 0,0 0 0 0 0,-1-1-1 0 0,1 1 1 0 0,0-1 0 0 0,-1 0-1 0 0,1 0 1 0 0,0-1 0 0 0,0 1-1 0 0,-9-3 1 0 0,9 2-143 0 0,-1-1 0 0 0,0 1-1 0 0,0-1 1 0 0,0 0 0 0 0,1-1 0 0 0,-1 1 0 0 0,1-1-1 0 0,0 0 1 0 0,0 0 0 0 0,0-1 0 0 0,0 1-1 0 0,0-1 1 0 0,1 0 0 0 0,0 0 0 0 0,0 0 0 0 0,0 0-1 0 0,0 0 1 0 0,0-1 0 0 0,1 1 0 0 0,0-1 0 0 0,0 0-1 0 0,0 0 1 0 0,1 0 0 0 0,-1 0 0 0 0,1 0 0 0 0,-1-7-1 0 0,2 4-112 0 0,0-1-1 0 0,0 1 0 0 0,1 0 0 0 0,0 0 1 0 0,0 0-1 0 0,1 0 0 0 0,0 0 0 0 0,0 0 1 0 0,1 1-1 0 0,0-1 0 0 0,0 0 0 0 0,1 1 1 0 0,0 0-1 0 0,0 0 0 0 0,1 0 0 0 0,6-7 1 0 0,-2 4-1179 0 0,2-1 0 0 0,-1 2 1 0 0,24-18-1 0 0,16-1-8079 0 0,-31 21 1735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06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116 196 1888 0 0,'-1'-29'19589'0'0,"-3"28"-19493"0"0,0-1 1 0 0,0 1-1 0 0,0-1 1 0 0,0 1-1 0 0,0 0 1 0 0,0 1-1 0 0,-7-2 1 0 0,-27-4 27 0 0,15 2-90 0 0,21 3-30 0 0,0 1-19 0 0,1 0 8 0 0,1 0 1 0 0,0 0-1 0 0,-1 0 0 0 0,1 0 1 0 0,0 0-1 0 0,-1 0 0 0 0,1 0 0 0 0,0 0 1 0 0,-1 0-1 0 0,1 0 0 0 0,0 0 1 0 0,-1 0-1 0 0,1 0 0 0 0,0 0 1 0 0,-1 0-1 0 0,1 0 0 0 0,0 0 0 0 0,-1 0 1 0 0,1 0-1 0 0,0 0 0 0 0,0-1 1 0 0,-1 1-1 0 0,1 0 0 0 0,0 0 0 0 0,-1 0 1 0 0,1-1-1 0 0,0 1 0 0 0,0 0 1 0 0,0 0-1 0 0,-1-1 0 0 0,1 1 1 0 0,0 0-1 0 0,0 0 0 0 0,0-1 0 0 0,-1 1 1 0 0,1 0-1 0 0,0-1 0 0 0,13-6-45 0 0,28-4 76 0 0,-40 11-29 0 0,344-96-92 0 0,-274 75 209 0 0,-65 19-104 0 0,13-2 20 0 0,-19 8-23 0 0,-9 8-3 0 0,-220 282 34 0 0,217-278-31 0 0,4-6 16 0 0,-114 169 149 0 0,121-177-167 0 0,-1 0 0 0 0,1 0 0 0 0,0 0 1 0 0,0 1-1 0 0,0-1 0 0 0,0 0 0 0 0,1 0 0 0 0,-1 1 0 0 0,1-1 1 0 0,-1 0-1 0 0,1 1 0 0 0,0-1 0 0 0,0 0 0 0 0,0 1 0 0 0,0-1 0 0 0,0 1 1 0 0,1 3-1 0 0,0-5 0 0 0,-1 0 1 0 0,0 0 0 0 0,1-1 0 0 0,-1 1-1 0 0,1 0 1 0 0,0 0 0 0 0,-1 0-1 0 0,1-1 1 0 0,0 1 0 0 0,-1 0 0 0 0,1-1-1 0 0,0 1 1 0 0,0-1 0 0 0,-1 1-1 0 0,1-1 1 0 0,0 1 0 0 0,0-1 0 0 0,0 1-1 0 0,0-1 1 0 0,0 0 0 0 0,0 0-1 0 0,0 1 1 0 0,-1-1 0 0 0,3 0 0 0 0,23 0 45 0 0,-8-3-30 0 0,-1-1 0 0 0,1 0 0 0 0,-1-1 0 0 0,24-11 0 0 0,66-35 90 0 0,-78 36-91 0 0,271-153-5027 0 0,-217 108-2040 0 0,-71 51 5033 0 0,17-14-4325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07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38 113 84 0 0,'-3'-10'4626'0'0,"-20"-22"9078"0"0,11 30-13315 0 0,35-3 59 0 0,-1 0 0 0 0,-1-1 0 0 0,23-9 0 0 0,5-1 59 0 0,12-4-262 0 0,-59 20-265 0 0,0 0-14 0 0,-1 0 33 0 0,5-1 2 0 0,-5 1-1 0 0,-1 1-1 0 0,1-1 1 0 0,0 1 0 0 0,0 0 0 0 0,0-1-1 0 0,0 1 1 0 0,0 0 0 0 0,-1-1 0 0 0,1 1-1 0 0,0 0 1 0 0,-1 0 0 0 0,1 0 0 0 0,0 1-1 0 0,8 15 153 0 0,-2 0 0 0 0,0 0 0 0 0,-1 0 0 0 0,-1 1 0 0 0,0 0 0 0 0,2 26-1 0 0,4 8 228 0 0,125 821 2304 0 0,-95-434-1774 0 0,50 384-668 0 0,-27-471-152 0 0,-41-222 28 0 0,38 270 812 0 0,-44-140-83 0 0,-15-229-717 0 0,-3 56-1 0 0,-1-65-65 0 0,1-8 128 0 0,0 1 0 0 0,-1 0 1 0 0,-1-1-1 0 0,0 1 1 0 0,-1-1-1 0 0,-1 0 1 0 0,-10 22-1 0 0,12-33-145 0 0,0 1 1 0 0,0-1-1 0 0,-1 0 1 0 0,1 0-1 0 0,-1 0 0 0 0,0-1 1 0 0,1 1-1 0 0,-1-1 0 0 0,0 0 1 0 0,-1 0-1 0 0,1 0 0 0 0,-5 1 1 0 0,-25 5-1173 0 0,0-1 0 0 0,0-1 0 0 0,-42 1 0 0 0,-15-4-3984 0 0,1-5-4327 0 0,44 0-107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08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23 1940 0 0,'-25'14'12862'0'0,"43"-16"-12884"0"0,0 0 0 0 0,-1-1 0 0 0,19-6 0 0 0,24-4-2864 0 0,-28 9-2027 0 0,-18 0 402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08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65 2412 0 0,'-43'63'11183'0'0,"43"-62"-10797"0"0,0-1-346 0 0,0 1-1 0 0,0-1 1 0 0,0 1-1 0 0,0-1 1 0 0,0 0-1 0 0,0 1 0 0 0,0-1 1 0 0,0 1-1 0 0,0-1 1 0 0,1 0-1 0 0,-1 1 1 0 0,0-1-1 0 0,0 0 1 0 0,0 1-1 0 0,1-1 0 0 0,-1 0 1 0 0,0 1-1 0 0,0-1 1 0 0,1 0-1 0 0,-1 0 1 0 0,0 1-1 0 0,1-1 1 0 0,-1 0-1 0 0,0 0 0 0 0,1 0 1 0 0,-1 1-1 0 0,1-1 1 0 0,-1 0-1 0 0,0 0 1 0 0,1 0-1 0 0,0 0 1 0 0,18 0 472 0 0,24-11-349 0 0,-37 9-64 0 0,154-54-2380 0 0,-56 11-3536 0 0,-51 21 301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09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80 1636 0 0,'-1'-33'9009'0'0,"1"31"-8777"0"0,-1-1 0 0 0,0 1 1 0 0,1 0-1 0 0,-1-1 0 0 0,0 1 0 0 0,0 0 0 0 0,-1 0 1 0 0,1-1-1 0 0,0 1 0 0 0,-1 0 0 0 0,1 1 0 0 0,-1-1 1 0 0,0 0-1 0 0,1 0 0 0 0,-1 1 0 0 0,0-1 0 0 0,0 1 1 0 0,0-1-1 0 0,0 1 0 0 0,-1 0 0 0 0,1 0 0 0 0,0 0 1 0 0,0 0-1 0 0,-1 0 0 0 0,-3 0 0 0 0,4 0-106 0 0,-18 3 112 0 0,10 1-169 0 0,0 0 1 0 0,1 1 0 0 0,-1 0 0 0 0,1 0-1 0 0,0 1 1 0 0,0 0 0 0 0,1 1 0 0 0,0 0-1 0 0,0 0 1 0 0,0 1 0 0 0,0 0 0 0 0,1 0-1 0 0,0 1 1 0 0,1 0 0 0 0,0 0 0 0 0,-8 15-1 0 0,2-3 168 0 0,2 0-1 0 0,0 2 0 0 0,2-1 0 0 0,0 1 0 0 0,2 0 0 0 0,-6 32 0 0 0,5-10 473 0 0,3 0 0 0 0,1 69-1 0 0,15 90 855 0 0,-6-134-1123 0 0,1 37 76 0 0,35 423 1547 0 0,33 363-775 0 0,-41 12 1327 0 0,-29-608-2413 0 0,-2-177-121 0 0,6-1 0 0 0,32 154-1 0 0,-25-183 19 0 0,-3 1 0 0 0,2 157 0 0 0,-15-244-88 0 0,0 0 0 0 0,0-1 0 0 0,1 1 0 0 0,-1 0-1 0 0,0-1 1 0 0,1 1 0 0 0,0 0 0 0 0,0-1 0 0 0,0 1 0 0 0,0-1 0 0 0,2 5-1 0 0,-2-6-17 0 0,0 0 0 0 0,0 0 0 0 0,0 0 0 0 0,0 1-1 0 0,0-1 1 0 0,0 0 0 0 0,1-1 0 0 0,-1 1 0 0 0,0 0-1 0 0,1 0 1 0 0,-1-1 0 0 0,0 1 0 0 0,1 0 0 0 0,-1-1-1 0 0,3 1 1 0 0,4 0-126 0 0,-1-1 0 0 0,0 0 0 0 0,0 0 0 0 0,1-1 0 0 0,-1 0-1 0 0,0 0 1 0 0,7-3 0 0 0,-10 3 34 0 0,60-15-2156 0 0,-1-3 0 0 0,111-50 0 0 0,108-80-9323 0 0,-162 79 2238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13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64 1244 0 0,'0'0'10298'0'0,"-23"8"-5147"0"0,7 24-5079 0 0,1 0 0 0 0,1 0 1 0 0,2 2-1 0 0,1-1 0 0 0,2 1 0 0 0,1 1 1 0 0,2 0-1 0 0,1 0 0 0 0,2 0 0 0 0,2 49 1 0 0,2-74 29 0 0,0-1-1 0 0,0 0 1 0 0,1 0 0 0 0,0 0 0 0 0,0 0 0 0 0,1 0 0 0 0,1-1 0 0 0,-1 1 0 0 0,2-1 0 0 0,-1 0 0 0 0,1 0 0 0 0,0 0 0 0 0,0 0 0 0 0,1-1 0 0 0,8 8 0 0 0,-8-10-64 0 0,-1 0 1 0 0,1 0 0 0 0,0 0 0 0 0,1-1 0 0 0,-1 0 0 0 0,1-1 0 0 0,0 1 0 0 0,0-1 0 0 0,0-1 0 0 0,0 1 0 0 0,0-1 0 0 0,0 0 0 0 0,1-1 0 0 0,-1 0 0 0 0,1 0-1 0 0,0 0 1 0 0,-1-1 0 0 0,1 0 0 0 0,8-2 0 0 0,-6 1 57 0 0,1-1-1 0 0,-1-1 1 0 0,1 1 0 0 0,-1-2-1 0 0,0 0 1 0 0,-1 0 0 0 0,1 0-1 0 0,-1-1 1 0 0,1-1-1 0 0,-2 1 1 0 0,1-2 0 0 0,0 1-1 0 0,8-10 1 0 0,-9 7-19 0 0,0 0 0 0 0,-1-1-1 0 0,0 0 1 0 0,0 0 0 0 0,-1 0 0 0 0,0-1 0 0 0,-1 0 0 0 0,-1 0-1 0 0,1-1 1 0 0,-2 1 0 0 0,4-17 0 0 0,-3 4-47 0 0,-1 0 0 0 0,-1 0 0 0 0,0 0 0 0 0,-2 0 0 0 0,-1-1 0 0 0,-1 1 1 0 0,-9-39-1 0 0,8 48-39 0 0,-1 0 1 0 0,-1 0-1 0 0,0 0 1 0 0,-1 1 0 0 0,-1 0-1 0 0,0 0 1 0 0,-1 0-1 0 0,0 1 1 0 0,-1 0 0 0 0,0 1-1 0 0,-1 0 1 0 0,-23-20-1 0 0,26 26-38 0 0,0 1 0 0 0,-1 0 0 0 0,0 0 0 0 0,0 1 0 0 0,0 0 0 0 0,-1 1 0 0 0,1 0 0 0 0,-17-4 0 0 0,21 7-77 0 0,1-1-1 0 0,0 1 1 0 0,0 0-1 0 0,0 0 1 0 0,0 0-1 0 0,0 0 1 0 0,0 1-1 0 0,0-1 1 0 0,0 1-1 0 0,0-1 1 0 0,0 1-1 0 0,0 0 1 0 0,0 1-1 0 0,0-1 1 0 0,0 0-1 0 0,1 1 1 0 0,-1-1-1 0 0,1 1 1 0 0,-1 0-1 0 0,1 0 1 0 0,-1 0-1 0 0,-2 4 1 0 0,0-1-534 0 0,1 0 1 0 0,0 0-1 0 0,1 1 1 0 0,-1 0-1 0 0,1-1 1 0 0,0 1-1 0 0,1 0 1 0 0,-5 13-1 0 0,2 17-5060 0 0,4-17 755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14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157 172 1564 0 0,'0'0'1793'0'0,"2"-14"3807"0"0,-3 10-4764 0 0,0 0-1 0 0,1 0 1 0 0,-1 0-1 0 0,-1 0 1 0 0,1 0-1 0 0,-1 1 0 0 0,1-1 1 0 0,-5-6 509 0 0,-1 5-297 0 0,7 5-1022 0 0,0-1 0 0 0,-1 1-1 0 0,1 0 1 0 0,0-1-1 0 0,-1 1 1 0 0,1 0-1 0 0,0-1 1 0 0,-1 1 0 0 0,1 0-1 0 0,-1-1 1 0 0,1 1-1 0 0,0 0 1 0 0,-1 0-1 0 0,1-1 1 0 0,-1 1-1 0 0,1 0 1 0 0,-1 0 0 0 0,1 0-1 0 0,-1 0 1 0 0,1 0-1 0 0,-1 0 1 0 0,1 0-1 0 0,-1 0 1 0 0,1 0 0 0 0,-1 0-1 0 0,1 0 1 0 0,-1 0-1 0 0,1 0 1 0 0,0 0-1 0 0,-2 0 1 0 0,-2 2-2 0 0,-1 1 0 0 0,1 0 0 0 0,0-1-1 0 0,0 1 1 0 0,0 1 0 0 0,0-1 0 0 0,0 0 0 0 0,0 1-1 0 0,1 0 1 0 0,0 0 0 0 0,0 0 0 0 0,0 0 0 0 0,0 1-1 0 0,-4 8 1 0 0,-1 5 29 0 0,-1 1 0 0 0,-8 30-1 0 0,9-19 130 0 0,1-1-1 0 0,1 1 1 0 0,-2 36-1 0 0,8-51-149 0 0,-1 0-1 0 0,2-1 0 0 0,0 1 1 0 0,1 0-1 0 0,0 0 0 0 0,1-1 1 0 0,1 0-1 0 0,8 23 1 0 0,-11-35-4 0 0,0 0 1 0 0,0 1 0 0 0,0-1 0 0 0,1 0 0 0 0,-1 0-1 0 0,0 0 1 0 0,1 0 0 0 0,0 0 0 0 0,-1 0 0 0 0,1 0 0 0 0,0-1-1 0 0,0 1 1 0 0,0-1 0 0 0,0 1 0 0 0,0-1 0 0 0,1 0 0 0 0,-1 0-1 0 0,0 0 1 0 0,5 2 0 0 0,-3-3 34 0 0,0 1 0 0 0,1-1 0 0 0,-1 1-1 0 0,0-1 1 0 0,0 0 0 0 0,1-1 0 0 0,-1 1 0 0 0,0-1 0 0 0,0 0 0 0 0,0 0-1 0 0,4-2 1 0 0,2 0 111 0 0,0-2-1 0 0,0 1 1 0 0,-1-1-1 0 0,0-1 1 0 0,0 0-1 0 0,0 0 1 0 0,-1-1-1 0 0,14-13 1 0 0,-14 10-115 0 0,0-1-1 0 0,-1 0 1 0 0,0-1 0 0 0,-1 0 0 0 0,0 0 0 0 0,-1 0 0 0 0,0-1-1 0 0,-1 1 1 0 0,0-1 0 0 0,-1 0 0 0 0,-1 0 0 0 0,0-1-1 0 0,0-17 1 0 0,-1 2-45 0 0,-2 0 0 0 0,-1-1 0 0 0,-1 1 0 0 0,-2 0 0 0 0,-8-29 0 0 0,9 45-10 0 0,0-1 0 0 0,-1 1 1 0 0,-1-1-1 0 0,-7-13 1 0 0,10 23-107 0 0,1-1 0 0 0,-1 1-1 0 0,0 0 1 0 0,0 0 0 0 0,-1 0 0 0 0,1 0 0 0 0,-1 0 0 0 0,0 1 0 0 0,0-1 0 0 0,0 1 0 0 0,0 0 0 0 0,0 1 0 0 0,-1-1 0 0 0,-5-2 0 0 0,7 5-68 0 0,1-1 0 0 0,0 1 0 0 0,0 0 0 0 0,-1 0 0 0 0,1 0 0 0 0,0 0 0 0 0,-1 0 0 0 0,1 0 0 0 0,0 1 0 0 0,0-1 0 0 0,0 1 0 0 0,-1-1 0 0 0,1 1 0 0 0,0 0 0 0 0,0 0-1 0 0,0 0 1 0 0,0 0 0 0 0,0 0 0 0 0,0 1 0 0 0,1-1 0 0 0,-1 1 0 0 0,0-1 0 0 0,-1 3 0 0 0,-3 2-602 0 0,1 0-1 0 0,0 0 1 0 0,0 0-1 0 0,0 1 1 0 0,-3 7-1 0 0,-16 34-5503 0 0,13-19 1031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15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164 119 200 0 0,'-4'-7'1551'0'0,"2"1"-371"0"0,-1 1-1 0 0,0 0 0 0 0,0 0 1 0 0,-1 0-1 0 0,0 0 1 0 0,0 0-1 0 0,0 1 0 0 0,-8-7 1 0 0,11 10-517 0 0,-24-4 1551 0 0,24 5-2158 0 0,-1 0-1 0 0,1 1 1 0 0,0-1-1 0 0,-1 0 1 0 0,1 1-1 0 0,0-1 1 0 0,0 1-1 0 0,0-1 1 0 0,-1 1-1 0 0,1 0 0 0 0,0 0 1 0 0,0-1-1 0 0,0 1 1 0 0,0 0-1 0 0,0 0 1 0 0,0 0-1 0 0,0 0 1 0 0,1 0-1 0 0,-1 0 1 0 0,-1 2-1 0 0,-12 24 693 0 0,11-20-551 0 0,-7 19 35 0 0,0 1-1 0 0,2 0 1 0 0,0 0-1 0 0,2 0 1 0 0,2 1 0 0 0,0 0-1 0 0,2 0 1 0 0,1 0-1 0 0,1 0 1 0 0,6 46-1 0 0,-5-65-204 0 0,1 0-1 0 0,0 0 0 0 0,0 0 0 0 0,1 0 0 0 0,0-1 0 0 0,1 1 0 0 0,0-1 1 0 0,0 0-1 0 0,1 0 0 0 0,6 9 0 0 0,-8-13-7 0 0,1-1 0 0 0,-1 1-1 0 0,1-1 1 0 0,0 0 0 0 0,0 0 0 0 0,0 0-1 0 0,0 0 1 0 0,0-1 0 0 0,1 0 0 0 0,-1 0-1 0 0,1 0 1 0 0,-1 0 0 0 0,1 0 0 0 0,0-1-1 0 0,0 0 1 0 0,-1 0 0 0 0,1-1 0 0 0,0 1-1 0 0,0-1 1 0 0,7 0 0 0 0,-2-1 42 0 0,1-1 0 0 0,0 1 0 0 0,-1-2 0 0 0,1 1 0 0 0,-1-2 0 0 0,0 1 0 0 0,0-1 0 0 0,0-1 0 0 0,0 0 0 0 0,-1 0 0 0 0,0-1 0 0 0,0 0 0 0 0,0-1 0 0 0,-1 0 0 0 0,0 0 0 0 0,0-1 0 0 0,-1 1 0 0 0,0-2 1 0 0,0 1-1 0 0,9-16 0 0 0,-10 12-16 0 0,0 1 0 0 0,0-1 0 0 0,-1 1 0 0 0,-1-1 0 0 0,0-1 1 0 0,-1 1-1 0 0,0-1 0 0 0,0 1 0 0 0,-2-1 0 0 0,0 0 1 0 0,0 1-1 0 0,-1-1 0 0 0,0 0 0 0 0,-1 0 0 0 0,-1 0 0 0 0,0 1 1 0 0,-5-15-1 0 0,3 14-27 0 0,-1 1 1 0 0,0-1-1 0 0,-1 1 1 0 0,-1 1 0 0 0,1-1-1 0 0,-2 1 1 0 0,0 0-1 0 0,0 1 1 0 0,-1 0-1 0 0,0 0 1 0 0,-12-9-1 0 0,7 8-300 0 0,-1 0 0 0 0,0 1 0 0 0,-1 1-1 0 0,0 0 1 0 0,0 1 0 0 0,-1 1-1 0 0,-27-9 1 0 0,31 13-657 0 0,-17-5-3055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16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0 133 888 0 0,'0'0'12818'0'0,"13"-6"-10070"0"0,-8 4-2579 0 0,405-116 2982 0 0,-367 112-3128 0 0,-33 6-21 0 0,-4 0 12 0 0,0 0 0 0 0,-1 0-1 0 0,1 1 1 0 0,0 0 0 0 0,-1 0 0 0 0,1 0-1 0 0,-1 1 1 0 0,1 0 0 0 0,-1 0 0 0 0,1 0 0 0 0,-1 1-1 0 0,0-1 1 0 0,0 1 0 0 0,-1 1 0 0 0,1-1-1 0 0,0 1 1 0 0,-1-1 0 0 0,0 1 0 0 0,0 0-1 0 0,7 10 1 0 0,1 3 121 0 0,0 1 0 0 0,-1 0 0 0 0,-1 1 0 0 0,9 22 0 0 0,0 5 244 0 0,24 94 0 0 0,-1 54 233 0 0,-24-99-516 0 0,69 401 739 0 0,-54-288-421 0 0,116 751 0 0 0,-47-260-360 0 0,-16 143 165 0 0,-60-511-32 0 0,9 159-3 0 0,-32-411-211 0 0,2 86 3577 0 0,-5-163-3022 0 0,-16 12-130 0 0,-43 2-1924 0 0,0-2 0 0 0,-86 7 1 0 0,28-5-1551 0 0,-162 31-7786 0 0,176-33 2796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45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32 380 0 0,'-7'-19'9723'0'0,"6"13"-8808"0"0,5 5-902 0 0,0-1 1 0 0,0 1-1 0 0,0 1 0 0 0,0-1 0 0 0,0 0 0 0 0,0 1 0 0 0,0 0 0 0 0,0 0 0 0 0,0 0 1 0 0,0 1-1 0 0,0-1 0 0 0,0 1 0 0 0,0 0 0 0 0,0 0 0 0 0,-1 0 0 0 0,7 3 0 0 0,13 5 205 0 0,30 17 0 0 0,-50-24-207 0 0,21 10 85 0 0,-2 1-1 0 0,1 2 0 0 0,37 31 1 0 0,-51-38-17 0 0,-2 0 1 0 0,1 0 0 0 0,-1 0 0 0 0,0 1 0 0 0,-1 0-1 0 0,0 0 1 0 0,-1 1 0 0 0,0 0 0 0 0,0 0 0 0 0,-1 0 0 0 0,0 0-1 0 0,2 12 1 0 0,-3-4 43 0 0,0 1 0 0 0,-2-1 0 0 0,0 0 0 0 0,-1 0 0 0 0,0 1 0 0 0,-2-1 0 0 0,0 0 0 0 0,-1 0 0 0 0,-7 20 0 0 0,-8 21 216 0 0,-37 78-1 0 0,10-27-100 0 0,34-80-188 0 0,-3 5-38 0 0,-17 73 0 0 0,29-96 17 0 0,0-1 0 0 0,1 1 0 0 0,0 0-1 0 0,1-1 1 0 0,0 1 0 0 0,1-1 0 0 0,0 1 0 0 0,1-1-1 0 0,0 1 1 0 0,8 20 0 0 0,-7-25 27 0 0,1 1 0 0 0,-1-2 0 0 0,2 1-1 0 0,-1 0 1 0 0,1-1 0 0 0,0 0 0 0 0,0 0 0 0 0,1-1 0 0 0,0 1 0 0 0,0-1 0 0 0,0 0 0 0 0,0-1 0 0 0,1 1 0 0 0,0-1 0 0 0,0-1 0 0 0,0 1 0 0 0,0-1 0 0 0,13 3-1 0 0,9 2 38 0 0,1-1 0 0 0,0-2 0 0 0,40 3-1 0 0,-25-5 466 0 0,-42-2-128 0 0,-2-2-339 0 0,0 1 0 0 0,0 0-1 0 0,1 0 1 0 0,-1 0-1 0 0,0 0 1 0 0,1 0 0 0 0,-1 0-1 0 0,0 0 1 0 0,0 0 0 0 0,1 0-1 0 0,-1 0 1 0 0,0 1 0 0 0,0-1-1 0 0,1 1 1 0 0,1 0-1 0 0,3 1 1316 0 0,-13 0-1350 0 0,1 0-25 0 0,0 0 0 0 0,0 1-1 0 0,0-1 1 0 0,0 1-1 0 0,-6 5 1 0 0,3-2-37 0 0,0-1-1 0 0,1 2 1 0 0,0-1 0 0 0,0 1 0 0 0,0 1-1 0 0,1 0 1 0 0,0 0 0 0 0,1 0 0 0 0,-7 11-1 0 0,5-4 26 0 0,0 0-1 0 0,1 0 0 0 0,1 0 1 0 0,0 1-1 0 0,-4 19 1 0 0,1 15 232 0 0,2 0 1 0 0,-1 91-1 0 0,8-134-216 0 0,0 125 340 0 0,21 160 0 0 0,-7-74 621 0 0,-14-216-971 0 0,-1 0-1 0 0,1-1 1 0 0,-1 1 0 0 0,1 0 0 0 0,-1-1 0 0 0,0 1 0 0 0,0-1-1 0 0,0 1 1 0 0,0-1 0 0 0,0 0 0 0 0,0 1 0 0 0,0-1 0 0 0,0 0-1 0 0,-1 0 1 0 0,1 0 0 0 0,0 0 0 0 0,-1 0 0 0 0,1 0 0 0 0,-2 1-1 0 0,-32 14 121 0 0,19-11-333 0 0,0 0 1 0 0,-1-2 0 0 0,1 0-1 0 0,-1-1 1 0 0,0 0-1 0 0,-26-2 1 0 0,2 2-3195 0 0,10 2-4933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47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45 125 904 0 0,'-14'-8'3798'0'0,"12"8"-3522"0"0,0-1 0 0 0,0 0 1 0 0,0 0-1 0 0,0 0 1 0 0,0 0-1 0 0,0 0 0 0 0,0-1 1 0 0,0 1-1 0 0,0-1 0 0 0,1 1 1 0 0,-1-1-1 0 0,0 0 0 0 0,1 1 1 0 0,0-1-1 0 0,-2-2 1 0 0,2 2-31 0 0,2 1-179 0 0,-1-1-1 0 0,0 1 1 0 0,0-1-1 0 0,1 0 1 0 0,-1 1-1 0 0,1-1 0 0 0,-1 1 1 0 0,1-1-1 0 0,0 1 1 0 0,-1 0-1 0 0,3-3 1 0 0,-2 1 28 0 0,2-1-40 0 0,0 1 0 0 0,0 0 0 0 0,0 0-1 0 0,0 0 1 0 0,1 1 0 0 0,-1-1 0 0 0,1 1 0 0 0,0 0 0 0 0,-1 0-1 0 0,1 0 1 0 0,0 0 0 0 0,0 1 0 0 0,0 0 0 0 0,0-1 0 0 0,1 1 0 0 0,-1 1-1 0 0,0-1 1 0 0,5 0 0 0 0,2 1 3 0 0,0 0 0 0 0,0 0-1 0 0,0 1 1 0 0,0 1 0 0 0,17 4 0 0 0,-17-3 7 0 0,-1 0 0 0 0,0 1 1 0 0,1 0-1 0 0,-1 1 0 0 0,-1 1 1 0 0,1-1-1 0 0,-1 1 0 0 0,0 1 1 0 0,0 0-1 0 0,0 0 0 0 0,-1 0 1 0 0,-1 1-1 0 0,1 1 0 0 0,-1-1 1 0 0,8 13-1 0 0,-10-13 3 0 0,-1 1-1 0 0,0-1 1 0 0,0 1-1 0 0,0 0 1 0 0,-1 0-1 0 0,-1 0 1 0 0,0 0-1 0 0,0 0 1 0 0,0 1-1 0 0,-1-1 1 0 0,-1 1-1 0 0,1-1 1 0 0,-2 1-1 0 0,1-1 1 0 0,-1 1-1 0 0,-1-1 1 0 0,0 0-1 0 0,-3 11 1 0 0,0-7 44 0 0,0 0 0 0 0,-2 0 1 0 0,1 0-1 0 0,-1 0 0 0 0,-1-1 1 0 0,-1 0-1 0 0,1-1 0 0 0,-2 0 0 0 0,1 0 1 0 0,-2-1-1 0 0,1-1 0 0 0,-15 11 0 0 0,22-17-46 0 0,-17 12 135 0 0,14-13-128 0 0,7-11-44 0 0,15-20-55 0 0,1 1 1 0 0,1 1-1 0 0,2 0 0 0 0,34-36 1 0 0,-3 4 4 0 0,6-6 9 0 0,-34 39 21 0 0,0 0 0 0 0,33-52 1 0 0,-54 75 38 0 0,0 0 0 0 0,0 0 0 0 0,-1-1 0 0 0,0 1 0 0 0,1 0 1 0 0,-1-1-1 0 0,-1 1 0 0 0,1-1 0 0 0,0 1 0 0 0,-1-1 0 0 0,0 1 0 0 0,0-1 0 0 0,0 0 0 0 0,0 1 1 0 0,0-1-1 0 0,-2-3 0 0 0,2 6-41 0 0,0 0-1 0 0,0 0 1 0 0,-1 0 0 0 0,1 1-1 0 0,0-1 1 0 0,-1 0 0 0 0,1 0-1 0 0,-1 1 1 0 0,1-1 0 0 0,-1 0-1 0 0,0 1 1 0 0,1-1 0 0 0,-1 1-1 0 0,0-1 1 0 0,1 0 0 0 0,-1 1 0 0 0,0 0-1 0 0,0-1 1 0 0,1 1 0 0 0,-1-1-1 0 0,0 1 1 0 0,0 0 0 0 0,0-1-1 0 0,1 1 1 0 0,-1 0 0 0 0,0 0-1 0 0,0 0 1 0 0,0 0 0 0 0,0 0-1 0 0,0 0 1 0 0,1 0 0 0 0,-1 0 0 0 0,0 0-1 0 0,0 0 1 0 0,0 0 0 0 0,-1 1-1 0 0,-24 9 40 0 0,18-4-43 0 0,-1 0 1 0 0,1 1 0 0 0,1 0 0 0 0,-1 1-1 0 0,1 0 1 0 0,0 0 0 0 0,1 0 0 0 0,-7 13-1 0 0,1 0-8 0 0,1 0 0 0 0,-13 34 0 0 0,21-45 7 0 0,0 0 1 0 0,0 0 0 0 0,1 0 0 0 0,0 0 0 0 0,0 0 0 0 0,1 1 0 0 0,1-1 0 0 0,0 0 0 0 0,0 1-1 0 0,3 16 1 0 0,-2-22 2 0 0,1 1-1 0 0,-1-1 0 0 0,1 0 1 0 0,0 1-1 0 0,1-1 0 0 0,-1 0 0 0 0,1 0 1 0 0,0 0-1 0 0,0-1 0 0 0,1 1 1 0 0,-1-1-1 0 0,1 0 0 0 0,0 0 0 0 0,0 0 1 0 0,1 0-1 0 0,-1-1 0 0 0,1 1 1 0 0,-1-1-1 0 0,1 0 0 0 0,9 3 1 0 0,-1-1-46 0 0,-1-1 1 0 0,1 0-1 0 0,0-1 1 0 0,0 0-1 0 0,0-1 1 0 0,0 0 0 0 0,15-1-1 0 0,92-9-7116 0 0,-98 6 4263 0 0,-7 0-1253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48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348 265 1576 0 0,'-233'95'11507'0'0,"224"-91"-11125"0"0,-14 5 2066 0 0,0 2 0 0 0,-36 23 1384 0 0,61-36-3671 0 0,0 1 1 0 0,0-1-1 0 0,1 1 1 0 0,-1-1-1 0 0,0 1 1 0 0,1 0-1 0 0,-1 0 1 0 0,5-1-1 0 0,-5 1-122 0 0,358-118 1638 0 0,8 29-1419 0 0,-326 81-195 0 0,288-58 33 0 0,507-36 1 0 0,-645 88-495 0 0,-189 14-65 0 0,-50 8-15206 0 0,22-3 8727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19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336 219 276 0 0,'6'-27'13765'0'0,"-5"-1"-9553"0"0,0 1-4415 0 0,0 18 324 0 0,0 1-1 0 0,-1-1 0 0 0,0 1 0 0 0,0-1 1 0 0,-1 1-1 0 0,0 0 0 0 0,-1-1 0 0 0,-4-13 1 0 0,6 20-108 0 0,-1-1 0 0 0,0 0 0 0 0,0 1 1 0 0,-1-1-1 0 0,1 1 0 0 0,0 0 1 0 0,-1-1-1 0 0,0 1 0 0 0,1 0 1 0 0,-1 0-1 0 0,0 0 0 0 0,0 0 1 0 0,0 0-1 0 0,0 0 0 0 0,-1 1 0 0 0,1-1 1 0 0,0 1-1 0 0,-1-1 0 0 0,1 1 1 0 0,-1 0-1 0 0,1 0 0 0 0,-1 0 1 0 0,0 0-1 0 0,1 1 0 0 0,-1-1 1 0 0,0 1-1 0 0,0 0 0 0 0,1-1 1 0 0,-1 1-1 0 0,-5 1 0 0 0,-3 1-21 0 0,-1 0 0 0 0,1 1 0 0 0,-1 1 0 0 0,1 0 0 0 0,0 0 0 0 0,1 1 0 0 0,-1 1-1 0 0,1 0 1 0 0,0 0 0 0 0,0 1 0 0 0,-11 9 0 0 0,5-2-9 0 0,1 1 0 0 0,0 0 0 0 0,1 0-1 0 0,1 2 1 0 0,-19 28 0 0 0,29-39 1 0 0,0-1-1 0 0,0 0 0 0 0,1 1 1 0 0,0 0-1 0 0,0-1 0 0 0,0 1 1 0 0,1 0-1 0 0,-1 0 1 0 0,1 0-1 0 0,1 0 0 0 0,-1 0 1 0 0,2 10-1 0 0,-1-12 7 0 0,1-1-1 0 0,-1 0 0 0 0,1 1 1 0 0,0-1-1 0 0,0 1 0 0 0,1-1 0 0 0,-1 0 1 0 0,1 0-1 0 0,-1 0 0 0 0,1 0 1 0 0,0 0-1 0 0,0 0 0 0 0,1 0 1 0 0,-1-1-1 0 0,0 1 0 0 0,1-1 1 0 0,0 0-1 0 0,-1 1 0 0 0,1-1 1 0 0,0 0-1 0 0,0-1 0 0 0,5 3 1 0 0,8 2 0 0 0,-1-1 1 0 0,1-1 0 0 0,0-1 0 0 0,0 0-1 0 0,1-1 1 0 0,30-1 0 0 0,32 5-17 0 0,-63-3 24 0 0,137 26-54 0 0,-135-24 50 0 0,1 1-1 0 0,-1 1 1 0 0,0 0 0 0 0,-1 1 0 0 0,0 1-1 0 0,17 12 1 0 0,-28-17 8 0 0,-1 0 0 0 0,0 0 1 0 0,0 1-1 0 0,-1 0 0 0 0,1-1 0 0 0,-1 2 0 0 0,0-1 1 0 0,0 0-1 0 0,-1 1 0 0 0,0 0 0 0 0,0-1 0 0 0,0 1 1 0 0,4 13-1 0 0,-5-10 5 0 0,-1 0-1 0 0,1-1 1 0 0,-1 1 0 0 0,-1 0 0 0 0,0 0 0 0 0,0 0-1 0 0,-1 0 1 0 0,0 0 0 0 0,-3 12 0 0 0,0-4 2 0 0,-2-1 0 0 0,1-1 1 0 0,-2 1-1 0 0,0-1 0 0 0,-1 0 1 0 0,0-1-1 0 0,-1 0 0 0 0,-1 0 1 0 0,0-1-1 0 0,-20 20 0 0 0,16-19-39 0 0,-1-1 0 0 0,-1-1 0 0 0,0 0 0 0 0,0-1 0 0 0,-1-1-1 0 0,-1-1 1 0 0,0 0 0 0 0,-33 11 0 0 0,43-17-300 0 0,-1-1 0 0 0,0 0 0 0 0,0-1 0 0 0,0 1 0 0 0,0-2 0 0 0,0 1 0 0 0,-1-2 0 0 0,1 1 0 0 0,0-1 1 0 0,0 0-1 0 0,0-1 0 0 0,0 0 0 0 0,1 0 0 0 0,-1-1 0 0 0,0 0 0 0 0,1-1 0 0 0,0 0 0 0 0,0 0 0 0 0,0-1 0 0 0,0 0 0 0 0,-8-7 0 0 0,-21-26-4413 0 0,18 15 528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54 1364 0 0,'0'0'1784'0'0,"-9"-7"1275"0"0,6 5-2968 0 0,2 1 98 0 0,0 1-1 0 0,0 0 0 0 0,0-1 1 0 0,0 1-1 0 0,1-1 1 0 0,-1 0-1 0 0,0 1 1 0 0,0-1-1 0 0,1 0 1 0 0,-1 1-1 0 0,0-1 0 0 0,1 0 1 0 0,-1 0-1 0 0,1 0 1 0 0,-1 1-1 0 0,1-1 1 0 0,-1 0-1 0 0,1 0 1 0 0,-1 0-1 0 0,1 0 0 0 0,0 0 1 0 0,0 0-1 0 0,0 0 1 0 0,-1 0-1 0 0,1 0 1 0 0,0 0-1 0 0,0 0 1 0 0,0-1-1 0 0,1 0 163 0 0,0 1-281 0 0,0-1 0 0 0,1 1-1 0 0,-1-1 1 0 0,0 1 0 0 0,1 0 0 0 0,-1 0 0 0 0,1-1 0 0 0,-1 1 0 0 0,1 0 0 0 0,0 0 0 0 0,-1 1-1 0 0,1-1 1 0 0,0 0 0 0 0,0 0 0 0 0,0 1 0 0 0,2-1 0 0 0,-2 0 44 0 0,29 1 476 0 0,-27 0-502 0 0,0 1 0 0 0,0 0 1 0 0,0 0-1 0 0,0 0 0 0 0,0 0 1 0 0,-1 0-1 0 0,1 1 0 0 0,0 0 0 0 0,-1-1 1 0 0,1 1-1 0 0,-1 1 0 0 0,0-1 0 0 0,0 0 1 0 0,0 1-1 0 0,0 0 0 0 0,0-1 0 0 0,0 1 1 0 0,-1 0-1 0 0,1 1 0 0 0,-1-1 0 0 0,0 0 1 0 0,0 1-1 0 0,0-1 0 0 0,0 1 1 0 0,-1 0-1 0 0,1-1 0 0 0,-1 1 0 0 0,0 0 1 0 0,0 0-1 0 0,-1 0 0 0 0,1 7 0 0 0,0-1 29 0 0,0 1-1 0 0,-1-1 1 0 0,-1 1-1 0 0,0 0 0 0 0,0-1 1 0 0,-1 0-1 0 0,0 1 1 0 0,-1-1-1 0 0,0 0 1 0 0,-7 15-1 0 0,-2-2-20 0 0,0 0 0 0 0,-2-1 0 0 0,-23 29-1 0 0,-5-3-9 0 0,28-34-86 0 0,1 0-1 0 0,1 0 1 0 0,0 2 0 0 0,1-1 0 0 0,0 1 0 0 0,-10 24-1 0 0,18-31-8 0 0,0 0 1 0 0,1 1-1 0 0,0-1 0 0 0,0 1 0 0 0,1 0 0 0 0,0-1 0 0 0,1 1 0 0 0,0 0 0 0 0,1 0 0 0 0,0-1 1 0 0,3 14-1 0 0,-2-16 12 0 0,0 0 1 0 0,0 1-1 0 0,0-1 1 0 0,1 0-1 0 0,0 0 1 0 0,1-1-1 0 0,0 1 0 0 0,0-1 1 0 0,0 1-1 0 0,1-1 1 0 0,9 10-1 0 0,-10-13 7 0 0,-1 0 0 0 0,1 0 0 0 0,0 0 0 0 0,0 0 0 0 0,0 0-1 0 0,0-1 1 0 0,1 0 0 0 0,-1 0 0 0 0,0 0 0 0 0,1-1 0 0 0,0 1-1 0 0,-1-1 1 0 0,1 0 0 0 0,0 0 0 0 0,-1-1 0 0 0,1 0 0 0 0,0 1 0 0 0,9-2-1 0 0,2-3 19 0 0,0 0-1 0 0,-1-1 1 0 0,0 0 0 0 0,0-1-1 0 0,0-1 1 0 0,-1 0-1 0 0,0-1 1 0 0,0-1-1 0 0,-1 0 1 0 0,0-1 0 0 0,20-19-1 0 0,-31 27-19 0 0,0 0-4 0 0,-1 0 1 0 0,1 1 0 0 0,0-1 0 0 0,-1 0-1 0 0,1 0 1 0 0,-1 0 0 0 0,1 0-1 0 0,-1 0 1 0 0,0-1 0 0 0,1-1-1 0 0,-2 3-101 0 0,1-1-1 0 0,-1 1 0 0 0,0 0 0 0 0,1 0 0 0 0,-1 0 0 0 0,0-1 0 0 0,0 1 1 0 0,0 0-1 0 0,0 0 0 0 0,0-1 0 0 0,-1 1 0 0 0,1 0 0 0 0,0 0 0 0 0,0 0 1 0 0,-1-1-1 0 0,1 1 0 0 0,-1 0 0 0 0,1 0 0 0 0,-1 0 0 0 0,1 0 0 0 0,-1 0 1 0 0,0 0-1 0 0,0 0 0 0 0,1 0 0 0 0,-1 0 0 0 0,0 0 0 0 0,0 0 0 0 0,0 0 1 0 0,0 1-1 0 0,0-1 0 0 0,0 0 0 0 0,0 1 0 0 0,0-1 0 0 0,0 1 0 0 0,-1-1 1 0 0,0 0-1 0 0,-2 0-1634 0 0,0-1 1284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1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55 1652 0 0,'-14'-25'15642'0'0,"15"24"-15342"0"0,0 0-168 0 0,9 1-43 0 0,0 1-1 0 0,0 1 1 0 0,1 0 0 0 0,-1 0-1 0 0,0 1 1 0 0,-1 0 0 0 0,1 1-1 0 0,0 0 1 0 0,-1 1-1 0 0,0 0 1 0 0,15 11 0 0 0,-12-8-42 0 0,-1 1 1 0 0,-1 0-1 0 0,0 0 1 0 0,0 2-1 0 0,-1-1 1 0 0,0 1-1 0 0,-1 0 1 0 0,9 15-1 0 0,-12-15 16 0 0,1 1 0 0 0,-2 0 0 0 0,0 0-1 0 0,0 0 1 0 0,-1 1 0 0 0,-1-1 0 0 0,0 1 0 0 0,0 0-1 0 0,-1 20 1 0 0,-3 3 348 0 0,-1 0-1 0 0,-9 40 1 0 0,10-63 186 0 0,2-10-514 0 0,0-1 1 0 0,0 1 0 0 0,-1-1 0 0 0,1 0-1 0 0,-1 1 1 0 0,1-1 0 0 0,-1 0-1 0 0,0 0 1 0 0,0 1 0 0 0,0-1-1 0 0,-3 4 1 0 0,4-5 157 0 0,-1-2-232 0 0,0 1-1 0 0,0 0 1 0 0,0 0-1 0 0,0-1 1 0 0,1 1-1 0 0,-1 0 1 0 0,0-1-1 0 0,0 1 1 0 0,1-1-1 0 0,-1 1 1 0 0,0-1-1 0 0,1 1 1 0 0,-1-1-1 0 0,1 0 1 0 0,-1 1-1 0 0,1-1 1 0 0,-1 0-1 0 0,1 1 1 0 0,-1-1-1 0 0,1 0 1 0 0,-1 0-1 0 0,1 1 1 0 0,0-1-1 0 0,0 0 1 0 0,-1 0-1 0 0,1 0 1 0 0,0 0-1 0 0,0 1 1 0 0,0-1-1 0 0,0 0 1 0 0,0 0-1 0 0,0 0 1 0 0,0 0-1 0 0,0 0 1 0 0,0-1-1 0 0,5-36-56 0 0,-4 32 64 0 0,10-42-46 0 0,2 0 0 0 0,2 1 0 0 0,2 0 0 0 0,31-58 0 0 0,-27 58 39 0 0,14-27 106 0 0,-28 54-113 0 0,-7 20-4 0 0,0-1 0 0 0,0 1 0 0 0,0 0 0 0 0,0-1 0 0 0,0 1-1 0 0,0-1 1 0 0,0 1 0 0 0,0-1 0 0 0,0 1 0 0 0,0-1 0 0 0,0 1 0 0 0,0-1 0 0 0,0 1 0 0 0,-1-1 0 0 0,1 1 0 0 0,0 0 0 0 0,0-1 0 0 0,-1 1 0 0 0,1-1 0 0 0,0 1 0 0 0,0 0 0 0 0,-1-1 0 0 0,0 1 1 0 0,-1-1-1 0 0,1 1 0 0 0,0 0 1 0 0,0 0-1 0 0,0 0 0 0 0,0 0 1 0 0,0 0-1 0 0,0 1 0 0 0,0-1 1 0 0,-1 0-1 0 0,1 0 0 0 0,0 1 1 0 0,0-1-1 0 0,0 0 0 0 0,0 1 1 0 0,0-1-1 0 0,0 1 0 0 0,0 0 1 0 0,0-1-1 0 0,1 1 0 0 0,-1 0 1 0 0,0 0-1 0 0,0-1 0 0 0,0 1 1 0 0,1 0-1 0 0,-2 1 0 0 0,-9 11-7 0 0,0 0-1 0 0,1 1 0 0 0,0 0 0 0 0,1 0 0 0 0,1 1 1 0 0,0 0-1 0 0,1 1 0 0 0,-6 20 0 0 0,3-3-3 0 0,1 0 1 0 0,2 1-1 0 0,-3 37 0 0 0,7-49-5 0 0,2 0 0 0 0,0 0 0 0 0,2 0 0 0 0,0-1 0 0 0,1 1 0 0 0,6 22 0 0 0,-6-37 21 0 0,0 0-1 0 0,0 0 1 0 0,1-1-1 0 0,0 1 1 0 0,0-1 0 0 0,1 0-1 0 0,0 0 1 0 0,0 0-1 0 0,8 9 1 0 0,-9-11 4 0 0,2-1-1 0 0,-1 1 1 0 0,0-1-1 0 0,1 0 1 0 0,-1 0-1 0 0,1-1 1 0 0,0 1-1 0 0,0-1 1 0 0,0 0-1 0 0,0 0 1 0 0,0-1-1 0 0,1 0 1 0 0,-1 0 0 0 0,7 1-1 0 0,-1-1 22 0 0,0-1 0 0 0,1-1 0 0 0,-1 0 0 0 0,0 0 0 0 0,1-1 0 0 0,-1 0-1 0 0,15-6 1 0 0,-7 1 52 0 0,1-1-1 0 0,-1 0 0 0 0,20-13 1 0 0,-38 20-119 0 0,33-23 255 0 0,-32 22-626 0 0,0 0-1 0 0,-1 0 1 0 0,1 0-1 0 0,0-1 1 0 0,-1 1 0 0 0,1-1-1 0 0,1-3 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2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1228 0 0,'-1'2'1235'0'0,"-15"35"5875"0"0,-1-8 391 0 0,17-28-7362 0 0,-1-1 0 0 0,1 1 0 0 0,0-1 0 0 0,-1 1 0 0 0,1-1 0 0 0,-1 1-1 0 0,1 0 1 0 0,0-1 0 0 0,0 1 0 0 0,-1 0 0 0 0,1-1 0 0 0,0 1 0 0 0,0 0 0 0 0,0-1-1 0 0,0 1 1 0 0,0 0 0 0 0,0-1 0 0 0,0 1 0 0 0,0 0 0 0 0,0-1 0 0 0,0 1 0 0 0,0 1-1 0 0,1-2-50 0 0,0 1 0 0 0,1 0 0 0 0,-1-1-1 0 0,0 1 1 0 0,0-1 0 0 0,0 1-1 0 0,1-1 1 0 0,-1 1 0 0 0,0-1-1 0 0,0 0 1 0 0,1 0 0 0 0,-1 0 0 0 0,0 0-1 0 0,3 0 1 0 0,21 1 375 0 0,1-1 0 0 0,0-1 0 0 0,30-6 0 0 0,79-20-2 0 0,-112 22-334 0 0,39-3 383 0 0,-60 7-457 0 0,6-5-867 0 0,-13 1-554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2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168 169 1660 0 0,'7'-11'2046'0'0,"-1"0"-1"0"0,0 0 1 0 0,-1-1 0 0 0,0 0-1 0 0,-1 0 1 0 0,0 0 0 0 0,-1-1-1 0 0,0 1 1 0 0,1-24 0 0 0,-4 35-1981 0 0,0 0 0 0 0,0 0 0 0 0,0 0 0 0 0,1 1 0 0 0,-1-1 0 0 0,0 0 0 0 0,-1 0 0 0 0,1 0 0 0 0,0 0 0 0 0,0 0 0 0 0,0 0 0 0 0,0 0 0 0 0,-1 0 0 0 0,1 1 0 0 0,0-1 0 0 0,-1 0-1 0 0,1 0 1 0 0,-1 0 0 0 0,1 0 0 0 0,-1 1 0 0 0,1-1 0 0 0,-1 0 0 0 0,0 1 0 0 0,1-1 0 0 0,-1 0 0 0 0,0 1 0 0 0,0-1 0 0 0,1 1 0 0 0,-1-1 0 0 0,0 1 0 0 0,0-1 0 0 0,0 1 0 0 0,1 0 0 0 0,-1-1 0 0 0,0 1 0 0 0,0 0 0 0 0,0 0 0 0 0,0 0 0 0 0,0 0 0 0 0,0-1 0 0 0,-1 2 0 0 0,-1-1-37 0 0,1 0-1 0 0,0 1 1 0 0,-1-1-1 0 0,1 1 1 0 0,0 0-1 0 0,0 0 1 0 0,0 0-1 0 0,-1 0 1 0 0,1 0 0 0 0,0 1-1 0 0,1-1 1 0 0,-1 0-1 0 0,-2 3 1 0 0,-4 5-18 0 0,0 2 1 0 0,0-1-1 0 0,1 1 0 0 0,1 0 1 0 0,0 0-1 0 0,-6 18 1 0 0,-21 73 22 0 0,25-74-25 0 0,-10 39 122 0 0,2 1-1 0 0,-11 116 1 0 0,24-154-84 0 0,2 0 1 0 0,2 0-1 0 0,0 0 0 0 0,2 0 1 0 0,1 0-1 0 0,2-1 0 0 0,1 0 0 0 0,18 52 1 0 0,-20-71-29 0 0,0 0-1 0 0,0-1 1 0 0,1 1 0 0 0,1-1 0 0 0,-1 0 0 0 0,1-1 0 0 0,1 1 0 0 0,0-1 0 0 0,0-1-1 0 0,0 1 1 0 0,1-2 0 0 0,0 1 0 0 0,0-1 0 0 0,18 8 0 0 0,-20-10 0 0 0,0-1-1 0 0,1-1 1 0 0,-1 1 0 0 0,1-1 0 0 0,0-1 0 0 0,0 1 0 0 0,-1-1 0 0 0,1-1-1 0 0,0 0 1 0 0,0 0 0 0 0,0 0 0 0 0,0-1 0 0 0,0 0 0 0 0,0 0 0 0 0,-1-1-1 0 0,1 0 1 0 0,0 0 0 0 0,-1-1 0 0 0,0 0 0 0 0,0-1 0 0 0,11-5-1 0 0,-15 6-13 0 0,1 1-1 0 0,0-1 1 0 0,-1 0-1 0 0,0 1 0 0 0,1-1 1 0 0,-1-1-1 0 0,0 1 0 0 0,-1 0 1 0 0,1-1-1 0 0,-1 0 1 0 0,1 1-1 0 0,-1-1 0 0 0,0 0 1 0 0,0 0-1 0 0,-1 0 0 0 0,1 0 1 0 0,-1-1-1 0 0,0 1 1 0 0,0 0-1 0 0,-1-1 0 0 0,1 1 1 0 0,-1 0-1 0 0,0-1 1 0 0,0 1-1 0 0,0-1 0 0 0,0 1 1 0 0,-1 0-1 0 0,0-1 0 0 0,0 1 1 0 0,0 0-1 0 0,-1 0 1 0 0,1 0-1 0 0,-1-1 0 0 0,0 2 1 0 0,0-1-1 0 0,0 0 0 0 0,-1 0 1 0 0,1 1-1 0 0,-1-1 1 0 0,0 1-1 0 0,0 0 0 0 0,0 0 1 0 0,-1 0-1 0 0,1 0 0 0 0,0 0 1 0 0,-5-1-1 0 0,2 1-102 0 0,0 0 1 0 0,-1 0-1 0 0,1 1 0 0 0,-1 0 1 0 0,0 1-1 0 0,1-1 0 0 0,-1 1 1 0 0,0 1-1 0 0,0-1 0 0 0,0 1 1 0 0,1 0-1 0 0,-1 1 0 0 0,0 0 1 0 0,0 0-1 0 0,1 0 0 0 0,-1 1 1 0 0,0 0-1 0 0,-11 5 0 0 0,15-6-258 0 0,1 0-1 0 0,0 1 0 0 0,-1-1 1 0 0,1 1-1 0 0,0-1 0 0 0,0 1 1 0 0,-1 0-1 0 0,1 0 0 0 0,1 0 1 0 0,-1 0-1 0 0,0 0 0 0 0,0 1 1 0 0,1-1-1 0 0,-2 4 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3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1500 0 0,'10'-36'20421'0'0,"-2"48"-18797"0"0,17 67 862 0 0,-18-53-2275 0 0,1-1 1 0 0,0-1 0 0 0,2 1-1 0 0,17 29 1 0 0,-25-50-196 0 0,32 43 207 0 0,-31-44-198 0 0,0 1-1 0 0,0-1 1 0 0,0 0 0 0 0,1 0-1 0 0,0-1 1 0 0,-1 1 0 0 0,1-1-1 0 0,0 0 1 0 0,0 0 0 0 0,6 2-1 0 0,-5-2-11 0 0,0-2 0 0 0,0 1 0 0 0,0 0-1 0 0,1-1 1 0 0,-1 0 0 0 0,0 0 0 0 0,0 0-1 0 0,0-1 1 0 0,0 0 0 0 0,0 0 0 0 0,0 0 0 0 0,0-1-1 0 0,0 1 1 0 0,0-1 0 0 0,0 0 0 0 0,-1-1 0 0 0,1 1-1 0 0,-1-1 1 0 0,1 0 0 0 0,-1 0 0 0 0,0 0 0 0 0,4-5-1 0 0,1-1 4 0 0,0 0 0 0 0,0 0-1 0 0,-1-1 1 0 0,0 0 0 0 0,-1 0-1 0 0,0-1 1 0 0,9-21 0 0 0,-8 11 13 0 0,-2-1 0 0 0,8-38 0 0 0,-4 13 39 0 0,-5 31-115 0 0,-7 32-38 0 0,-1 8 234 0 0,2 73 978 0 0,19 168 1 0 0,38 92-397 0 0,-22-163-327 0 0,-23-121-90 0 0,4 110 0 0 0,-14-161-258 0 0,-2 0 0 0 0,0 0 0 0 0,-2 0-1 0 0,0 0 1 0 0,-1 0 0 0 0,-2-1 0 0 0,0 0-1 0 0,-1 0 1 0 0,-17 33 0 0 0,22-49-56 0 0,-1 0 0 0 0,1-1 0 0 0,-1 1 0 0 0,-1-1 0 0 0,1 0 0 0 0,-1 0 0 0 0,1 0 0 0 0,-1-1 0 0 0,0 1 0 0 0,0-1 0 0 0,-1 0 0 0 0,1 0 0 0 0,-1 0 0 0 0,0-1 0 0 0,1 1 0 0 0,-1-1 0 0 0,0 0 0 0 0,0-1 0 0 0,0 1 0 0 0,-1-1 0 0 0,1 0 0 0 0,0 0 0 0 0,0-1 0 0 0,-1 0 0 0 0,1 0 0 0 0,0 0 0 0 0,-1 0 0 0 0,1-1 0 0 0,0 0 0 0 0,0 0 0 0 0,-1 0 0 0 0,1-1 0 0 0,0 1 0 0 0,0-1 0 0 0,0-1 0 0 0,1 1 0 0 0,-1-1 0 0 0,1 1 0 0 0,-1-2 0 0 0,-7-6 0 0 0,3 3-9 0 0,1-1 0 0 0,0-1 1 0 0,0 1-1 0 0,0-2 0 0 0,2 1 0 0 0,-1-1 0 0 0,1 1 1 0 0,0-2-1 0 0,-4-11 0 0 0,4 6-29 0 0,0-1 0 0 0,1 0 1 0 0,1 0-1 0 0,1 0 0 0 0,-2-26 0 0 0,4 5-91 0 0,2 1 0 0 0,1-1-1 0 0,2 1 1 0 0,18-73 0 0 0,-12 73-727 0 0,2 2 1 0 0,1 0 0 0 0,1 0 0 0 0,28-45 0 0 0,22-21-4262 0 0,8 4-5932 0 0,-51 70 2089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4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87 2292 0 0,'-3'1'3983'0'0,"-18"10"3145"0"0,19-11-6545 0 0,0 1 0 0 0,1-1 0 0 0,-1 1 0 0 0,1 0 0 0 0,-1-1 0 0 0,1 1 0 0 0,0 0 0 0 0,-2 1 583 0 0,0 1-583 0 0,4-2-469 0 0,0 1 0 0 0,0-1 0 0 0,0 0 0 0 0,0 0 0 0 0,0 0 0 0 0,0 0-1 0 0,1 0 1 0 0,-1 0 0 0 0,0-1 0 0 0,1 1 0 0 0,-1 0 0 0 0,1 0 0 0 0,-1-1 0 0 0,1 1 0 0 0,-1-1 0 0 0,1 0 0 0 0,-1 1 0 0 0,1-1 0 0 0,0 0 0 0 0,-1 0 0 0 0,3 0 0 0 0,40-3 811 0 0,10-9-522 0 0,0-3 0 0 0,65-25 0 0 0,-27 3-3606 0 0,-75 31 1993 0 0,1-5-3144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4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7 1144 0 0,'-3'0'2400'0'0,"-3"-2"-390"0"0,0 1-1 0 0,-1-1 0 0 0,0 2 0 0 0,1-1 0 0 0,-1 1 1 0 0,-12 1-1 0 0,16-1-1136 0 0,3 7-28 0 0,0 0 0 0 0,1 1 0 0 0,-1-1 1 0 0,1 0-1 0 0,1 0 0 0 0,3 11 0 0 0,36 128 4083 0 0,7 76-3117 0 0,-32-139-1574 0 0,-3-32-3324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5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42 262 356 0 0,'2'-2'2770'0'0,"3"-4"-913"0"0,-1-1 0 0 0,1 0-1 0 0,-2 0 1 0 0,1 0-1 0 0,-1-1 1 0 0,0 1 0 0 0,0-1-1 0 0,-1 0 1 0 0,3-11 0 0 0,-3-29 1141 0 0,-2 39-2867 0 0,0 1-1 0 0,0-1 1 0 0,1 0 0 0 0,2-10-1 0 0,-2 15-131 0 0,0 1 0 0 0,1-1 0 0 0,-1 1-1 0 0,1-1 1 0 0,0 1 0 0 0,0-1 0 0 0,0 1-1 0 0,0 0 1 0 0,0 0 0 0 0,1 0 0 0 0,0 0-1 0 0,-1 1 1 0 0,6-4 0 0 0,-7 5-1 0 0,1-1-9 0 0,1-1 0 0 0,0 1 0 0 0,-1 0 0 0 0,1 0 0 0 0,0 0 0 0 0,0 0 0 0 0,1 0 0 0 0,-1 1 0 0 0,0 0 0 0 0,1-1 0 0 0,-1 1 0 0 0,0 0 0 0 0,1 1 0 0 0,-1-1 0 0 0,1 1 0 0 0,-1-1 0 0 0,1 1 0 0 0,4 0 0 0 0,-2 2 7 0 0,0 0 0 0 0,1 0 0 0 0,-1 0-1 0 0,0 1 1 0 0,0 0 0 0 0,-1 0 0 0 0,1 0-1 0 0,0 1 1 0 0,-1-1 0 0 0,0 1 0 0 0,0 1-1 0 0,0-1 1 0 0,-1 1 0 0 0,7 7 0 0 0,-5-3 45 0 0,-1-1 0 0 0,0 1 0 0 0,0 0 1 0 0,-1 1-1 0 0,0-1 0 0 0,0 1 0 0 0,-1 0 1 0 0,-1-1-1 0 0,3 12 0 0 0,-3 1 12 0 0,0 0 0 0 0,-1 0 0 0 0,-2-1 0 0 0,0 1 0 0 0,-1 0 0 0 0,-1 0-1 0 0,-1-1 1 0 0,-1 0 0 0 0,-1 0 0 0 0,-12 30 0 0 0,0-11 22 0 0,-1-1-1 0 0,-2-1 0 0 0,-1-1 1 0 0,-35 45-1 0 0,50-72-31 0 0,-1-1-1 0 0,0 1 1 0 0,-1-1-1 0 0,0-1 1 0 0,0 0 0 0 0,-19 13-1 0 0,27-20-47 0 0,-1 0 1 0 0,1-1-1 0 0,0 1 0 0 0,-1 0 0 0 0,1-1 0 0 0,-1 0 1 0 0,1 1-1 0 0,-1-1 0 0 0,1 0 0 0 0,-1 1 1 0 0,1-1-1 0 0,-1 0 0 0 0,1 0 0 0 0,-1 0 0 0 0,1-1 1 0 0,-1 1-1 0 0,1 0 0 0 0,0 0 0 0 0,-1-1 1 0 0,1 1-1 0 0,-1-1 0 0 0,1 1 0 0 0,0-1 0 0 0,-1 0 1 0 0,1 0-1 0 0,0 1 0 0 0,-1-1 0 0 0,1 0 1 0 0,0 0-1 0 0,0 0 0 0 0,0 0 0 0 0,0 0 0 0 0,0 0 1 0 0,0-1-1 0 0,0 1 0 0 0,1 0 0 0 0,-1-1 1 0 0,-1-1-1 0 0,-1-2-17 0 0,1 0 0 0 0,0 0 0 0 0,0-1 0 0 0,0 1 1 0 0,0 0-1 0 0,1-1 0 0 0,0 1 0 0 0,0-1 0 0 0,0-5 0 0 0,1 5-8 0 0,1 0-1 0 0,-1 0 0 0 0,1 0 0 0 0,0 0 1 0 0,1 0-1 0 0,-1 0 0 0 0,1 0 0 0 0,0 1 1 0 0,1-1-1 0 0,-1 1 0 0 0,7-10 0 0 0,-7 13 25 0 0,0-1 0 0 0,0 1 0 0 0,0 0 0 0 0,0 0 0 0 0,0-1 0 0 0,1 1 0 0 0,-1 1 0 0 0,1-1 0 0 0,-1 0 0 0 0,1 1 0 0 0,0-1 0 0 0,0 1 0 0 0,0 0 0 0 0,0 0 0 0 0,0 0 0 0 0,0 0 0 0 0,0 0 0 0 0,0 1 0 0 0,0 0 0 0 0,0-1 0 0 0,0 1 0 0 0,0 0 0 0 0,0 0 0 0 0,0 1 0 0 0,0-1 0 0 0,6 2 0 0 0,13 5 123 0 0,1 1 1 0 0,-2 1-1 0 0,1 1 1 0 0,-1 1-1 0 0,21 15 1 0 0,54 26-2977 0 0,-89-49 1943 0 0,1 0-1 0 0,-1-1 1 0 0,1 1-1 0 0,0-1 1 0 0,9 0-1 0 0,21-2-7773 0 0,-21-1 1656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5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199 229 1292 0 0,'-11'-8'13734'0'0,"-20"-3"-6729"0"0,-4 0-4478 0 0,-31-11-1811 0 0,18 1-609 0 0,46 20-140 0 0,2 1-22 0 0,-1 0 53 0 0,1 0 0 0 0,0 0 0 0 0,0 0 0 0 0,-1-1 0 0 0,1 1 0 0 0,0 0 0 0 0,-1 0 0 0 0,1 0 0 0 0,0-1 0 0 0,0 1 0 0 0,-1 0 0 0 0,1 0 0 0 0,0-1 0 0 0,0 1 0 0 0,0 0 0 0 0,0-1 0 0 0,-1 1 0 0 0,1 0 0 0 0,0-1 0 0 0,0 1 0 0 0,0 0 0 0 0,0-1 0 0 0,0 1 0 0 0,0 0 0 0 0,0-1 0 0 0,0 1 0 0 0,0 0 0 0 0,0-1 0 0 0,0 1 0 0 0,0 0 0 0 0,0-1 0 0 0,0 1 0 0 0,0 0 0 0 0,0-1 0 0 0,0 1 0 0 0,0 0 0 0 0,0-1 0 0 0,1 1 0 0 0,-1 0 0 0 0,0-1 0 0 0,0 1 0 0 0,0 0 0 0 0,1 0 0 0 0,-1-1 0 0 0,0 1 0 0 0,0 0 0 0 0,1 0 0 0 0,-1-1 0 0 0,0 1 0 0 0,0 0 0 0 0,1 0 0 0 0,-1 0 0 0 0,0 0 0 0 0,1-1 0 0 0,-1 1 0 0 0,1 0 0 0 0,24-13 4 0 0,1 1-1 0 0,0 1 1 0 0,0 2-1 0 0,51-12 1 0 0,-5 1-35 0 0,44-8-27 0 0,-20 5 221 0 0,-94 22-129 0 0,5-1 5 0 0,-13 5-84 0 0,3 0 54 0 0,0-1 1 0 0,0 1-1 0 0,0-1 1 0 0,0 1-1 0 0,0 0 1 0 0,1 0-1 0 0,-1 0 1 0 0,1 1-1 0 0,0-1 1 0 0,-3 7-1 0 0,-16 43 323 0 0,15-34-168 0 0,-83 251 1072 0 0,75-219-1008 0 0,-12 71 0 0 0,26-122-223 0 0,0 1 0 0 0,0-1 1 0 0,0 0-1 0 0,0 1 1 0 0,0-1-1 0 0,0 0 0 0 0,0 0 1 0 0,0 1-1 0 0,0-1 1 0 0,0 0-1 0 0,0 1 0 0 0,0-1 1 0 0,0 0-1 0 0,0 1 0 0 0,0-1 1 0 0,0 0-1 0 0,0 1 1 0 0,0-1-1 0 0,1 0 0 0 0,-1 0 1 0 0,0 1-1 0 0,0-1 1 0 0,0 0-1 0 0,0 0 0 0 0,1 1 1 0 0,-1-1-1 0 0,0 0 1 0 0,0 0-1 0 0,0 1 0 0 0,1-1 1 0 0,-1 0-1 0 0,0 0 1 0 0,0 0-1 0 0,1 0 0 0 0,-1 1 1 0 0,0-1-1 0 0,1 0 1 0 0,-1 0-1 0 0,0 0 0 0 0,1 0 1 0 0,-1 0-1 0 0,1 0 1 0 0,14-3 82 0 0,-6 1-104 0 0,2 1 0 0 0,0-1 1 0 0,0-1 0 0 0,19-7 0 0 0,-16 6-49 0 0,-1 0-1 0 0,1 0 1 0 0,20-2 0 0 0,8 2-2665 0 0,40-5-3786 0 0,-29 0-1831 0 0,-28 4 931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6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20 2128 0 0,'-3'1'2932'0'0,"-45"7"9116"0"0,32-5-9697 0 0,13-3-1407 0 0,-16 5 1935 0 0,15-1-1595 0 0,14 0-958 0 0,4-4-245 0 0,0 1 1 0 0,0-1-1 0 0,0-1 0 0 0,-1-1 0 0 0,21-4 0 0 0,68-23-6004 0 0,-100 28 5376 0 0,17-6-1945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6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1 108 0 0,'-68'67'15030'0'0,"38"-36"-9712"0"0,29-30-5154 0 0,0 0 1 0 0,0 0-1 0 0,0 0 0 0 0,0 0 1 0 0,0 0-1 0 0,0 1 0 0 0,0-1 1 0 0,0 0-1 0 0,1 1 1 0 0,-1-1-1 0 0,1 1 0 0 0,-1-1 1 0 0,1 0-1 0 0,-1 1 1 0 0,1 1-1 0 0,0-2-64 0 0,0 0 1 0 0,0 0-1 0 0,0-1 0 0 0,0 1 0 0 0,0 0 1 0 0,1 0-1 0 0,-1 0 0 0 0,0 0 1 0 0,0-1-1 0 0,1 1 0 0 0,-1 0 1 0 0,1 0-1 0 0,-1-1 0 0 0,1 1 1 0 0,-1 0-1 0 0,1-1 0 0 0,-1 1 0 0 0,1-1 1 0 0,1 2-1 0 0,0-1 2 0 0,0 1 1 0 0,0-1-1 0 0,1 0 0 0 0,-1 0 1 0 0,0 0-1 0 0,1 0 0 0 0,-1 0 1 0 0,1 0-1 0 0,-1-1 0 0 0,1 1 1 0 0,0-1-1 0 0,4 0 0 0 0,17-2-279 0 0,46-9 1 0 0,69-28-5023 0 0,-125 34 4498 0 0,83-27-9097 0 0,-61 20 1831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6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350 105 3000 0 0,'-1'-6'1221'0'0,"0"1"0"0"0,0-1 0 0 0,-1 1-1 0 0,0 0 1 0 0,0 0 0 0 0,0 0 0 0 0,-1 0-1 0 0,0 0 1 0 0,0 0 0 0 0,-6-7 0 0 0,5 8-651 0 0,1 0 0 0 0,-1 1 0 0 0,0 0 0 0 0,0-1 0 0 0,0 2 0 0 0,0-1 0 0 0,-1 0 0 0 0,1 1 0 0 0,-1 0 0 0 0,-8-3 0 0 0,8 3-379 0 0,-1 1-1 0 0,0 0 1 0 0,1 1 0 0 0,-1-1-1 0 0,0 1 1 0 0,1 0-1 0 0,-1 0 1 0 0,0 1 0 0 0,1-1-1 0 0,-1 1 1 0 0,0 1 0 0 0,1-1-1 0 0,0 1 1 0 0,-1 0-1 0 0,1 0 1 0 0,0 1 0 0 0,0-1-1 0 0,0 1 1 0 0,0 0-1 0 0,0 0 1 0 0,1 1 0 0 0,-6 5-1 0 0,-2 3 83 0 0,1 1 0 0 0,0 1 0 0 0,1 0 1 0 0,1 0-1 0 0,0 1 0 0 0,1 0 0 0 0,0 1 0 0 0,-10 32 0 0 0,7-12 192 0 0,1 0 0 0 0,3 1-1 0 0,-5 41 1 0 0,10-53-390 0 0,1 1 1 0 0,1-1-1 0 0,1 1 0 0 0,2-1 0 0 0,0 0 1 0 0,1 0-1 0 0,2 0 0 0 0,0 0 0 0 0,16 36 1 0 0,-16-48-29 0 0,0-1 0 0 0,1 1 1 0 0,1-2-1 0 0,-1 1 1 0 0,2-1-1 0 0,0 0 0 0 0,0-1 1 0 0,14 12-1 0 0,-15-15-31 0 0,1-1 0 0 0,0 0-1 0 0,0 0 1 0 0,0-1 0 0 0,1 0-1 0 0,0-1 1 0 0,0 0-1 0 0,0-1 1 0 0,0 0 0 0 0,0 0-1 0 0,20 1 1 0 0,-11-2-16 0 0,-1-2 0 0 0,0 0 0 0 0,1-1 0 0 0,-1-1 0 0 0,0-1 0 0 0,0 0 0 0 0,0-2 0 0 0,0 0 0 0 0,-1-1 0 0 0,0 0 0 0 0,0-2 0 0 0,-1 0 0 0 0,0 0 0 0 0,30-22 0 0 0,-31 18 0 0 0,1-1 0 0 0,-2-1 0 0 0,1 0 0 0 0,-2 0 0 0 0,0-2 0 0 0,-1 1 0 0 0,0-2 0 0 0,-2 1 0 0 0,0-2 0 0 0,0 1 0 0 0,-2-1 0 0 0,0-1 0 0 0,8-29 0 0 0,-11 27-31 0 0,-2 0-1 0 0,0-1 1 0 0,-1 1 0 0 0,-1 0-1 0 0,-1-1 1 0 0,-1 1 0 0 0,0 0-1 0 0,-2-1 1 0 0,-1 1 0 0 0,-10-35-1 0 0,11 45-8 0 0,-1 0 0 0 0,-1-1 0 0 0,0 2-1 0 0,0-1 1 0 0,-1 1 0 0 0,0 0 0 0 0,-1 0-1 0 0,0 0 1 0 0,-1 1 0 0 0,0 0 0 0 0,0 1 0 0 0,-1 0-1 0 0,0 0 1 0 0,0 1 0 0 0,-1 0 0 0 0,0 0-1 0 0,0 1 1 0 0,0 1 0 0 0,-1 0 0 0 0,-19-7 0 0 0,13 8-570 0 0,0 1 0 0 0,0 0 0 0 0,0 1 0 0 0,0 1 0 0 0,0 1 0 0 0,0 0 0 0 0,0 1 0 0 0,-28 6 0 0 0,18-2-1578 0 0,-34 13-1 0 0,-23 14-6238 0 0,27-5-2453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8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 1832 0 0,'-2'1'3074'0'0,"-42"15"7619"0"0,40-12-10161 0 0,1 0-102 0 0,10 3-331 0 0,11 1-18 0 0,1-2-1 0 0,0 1 0 0 0,0-2 1 0 0,1-1-1 0 0,29 3 1 0 0,-23-2-33 0 0,47 10-138 0 0,13 2-2921 0 0,-29-12-4194 0 0,-43-6 2724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29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53 2484 0 0,'4'-22'6329'0'0,"-2"10"-1507"0"0,-2 11-4495 0 0,0 0 0 0 0,0 0-1 0 0,0 0 1 0 0,1 0 0 0 0,-1 0 0 0 0,0 0-1 0 0,0 1 1 0 0,-1-1 0 0 0,1 0-1 0 0,0 0 1 0 0,0 0 0 0 0,0 0 0 0 0,-1 0-1 0 0,1 0 1 0 0,-1-1 0 0 0,1 2-251 0 0,0 0-1 0 0,0 0 1 0 0,-1-1 0 0 0,1 1 0 0 0,0 0-1 0 0,-1 0 1 0 0,1 0 0 0 0,0-1 0 0 0,0 1-1 0 0,-1 0 1 0 0,1 0 0 0 0,0 0 0 0 0,-1 0-1 0 0,1 0 1 0 0,0 0 0 0 0,-1 0 0 0 0,1 0-1 0 0,0 0 1 0 0,-1 0 0 0 0,1 0 0 0 0,0 0-1 0 0,-1 0 1 0 0,1 0 0 0 0,0 0 0 0 0,-1 0-1 0 0,0 0 1 0 0,0 1-57 0 0,-1 0-1 0 0,0-1 1 0 0,1 1 0 0 0,-1 0-1 0 0,1 0 1 0 0,-1 0-1 0 0,1 1 1 0 0,0-1 0 0 0,-1 0-1 0 0,1 1 1 0 0,0-1 0 0 0,0 0-1 0 0,0 1 1 0 0,0-1-1 0 0,-1 4 1 0 0,-14 28-21 0 0,3 1-1 0 0,1 0 1 0 0,-8 38 0 0 0,-17 110-40 0 0,32-150 51 0 0,-22 149 8 0 0,24-147-13 0 0,2 0-1 0 0,1 1 0 0 0,6 44 1 0 0,-5-70-1 0 0,1 0 0 0 0,0-1 1 0 0,0 1-1 0 0,1 0 0 0 0,0-1 1 0 0,1 1-1 0 0,0-1 1 0 0,0 0-1 0 0,1 0 0 0 0,0 0 1 0 0,0-1-1 0 0,12 12 0 0 0,-13-15-1 0 0,0 0 0 0 0,0 0 0 0 0,1-1-1 0 0,0 0 1 0 0,0 0 0 0 0,0 0 0 0 0,0 0-1 0 0,0-1 1 0 0,0 0 0 0 0,1 0 0 0 0,-1 0-1 0 0,1-1 1 0 0,-1 0 0 0 0,1 0-1 0 0,-1 0 1 0 0,1-1 0 0 0,0 1 0 0 0,0-1-1 0 0,-1-1 1 0 0,1 1 0 0 0,7-3 0 0 0,5-1-8 0 0,-1 0 0 0 0,0-2 0 0 0,-1 0 0 0 0,24-12 0 0 0,-36 16 11 0 0,1 0 0 0 0,0-1-1 0 0,0 0 1 0 0,-1 0 0 0 0,0 0-1 0 0,1-1 1 0 0,-1 1-1 0 0,0-1 1 0 0,-1 0 0 0 0,1 0-1 0 0,-1 0 1 0 0,0-1 0 0 0,0 1-1 0 0,0-1 1 0 0,0 0-1 0 0,-1 0 1 0 0,0 0 0 0 0,3-8-1 0 0,-5 10-3 0 0,0-1 0 0 0,0 1 1 0 0,0 0-1 0 0,-1 0 0 0 0,1 0 0 0 0,-1-1 0 0 0,0 1 0 0 0,1 0 0 0 0,-1 0 0 0 0,-1 0 0 0 0,1 0 0 0 0,0 0 0 0 0,-1 0 0 0 0,1 0 0 0 0,-1 1 1 0 0,0-1-1 0 0,0 1 0 0 0,0-1 0 0 0,0 1 0 0 0,-1 0 0 0 0,1-1 0 0 0,-1 1 0 0 0,-4-3 0 0 0,1 1-7 0 0,0 0-1 0 0,-1 0 0 0 0,0 1 1 0 0,0-1-1 0 0,0 1 0 0 0,0 1 1 0 0,0 0-1 0 0,-1 0 0 0 0,-8-2 1 0 0,8 3-23 0 0,-1 1 0 0 0,1-1 0 0 0,0 1-1 0 0,-1 1 1 0 0,1-1 0 0 0,0 2 0 0 0,0-1 0 0 0,-1 1 0 0 0,-9 4 0 0 0,14-5-292 0 0,0 0 0 0 0,1 1 0 0 0,-1 0-1 0 0,1 0 1 0 0,0 0 0 0 0,-1 0 0 0 0,1 1 0 0 0,0-1 0 0 0,0 1-1 0 0,1 0 1 0 0,-1 0 0 0 0,0 0 0 0 0,1 0 0 0 0,0 0-1 0 0,0 0 1 0 0,-3 7 0 0 0,3 3-2942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0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13 107 964 0 0,'-10'-24'7918'0'0,"8"0"-3771"0"0,2 22-4023 0 0,0 0 0 0 0,1 1 0 0 0,-1-1 0 0 0,1 0 0 0 0,0 1 0 0 0,-1-1 0 0 0,1 1 0 0 0,0-1 0 0 0,0 1-1 0 0,0-1 1 0 0,0 1 0 0 0,0 0 0 0 0,0-1 0 0 0,1 1 0 0 0,-1 0 0 0 0,0 0 0 0 0,0 0 0 0 0,1 0 0 0 0,-1 0 0 0 0,1 0 0 0 0,-1 0 0 0 0,1 1 0 0 0,0-1 0 0 0,-1 1 0 0 0,1-1 0 0 0,-1 1 0 0 0,1-1 0 0 0,0 1 0 0 0,2 0 0 0 0,3-2-38 0 0,0 1 0 0 0,0 1 0 0 0,0-1-1 0 0,0 1 1 0 0,0 1 0 0 0,-1-1 0 0 0,1 1 0 0 0,0 0-1 0 0,0 1 1 0 0,0 0 0 0 0,-1 0 0 0 0,1 0 0 0 0,-1 1-1 0 0,0-1 1 0 0,0 2 0 0 0,0-1 0 0 0,0 1-1 0 0,0 0 1 0 0,0 0 0 0 0,-1 0 0 0 0,0 1 0 0 0,0 0-1 0 0,0 0 1 0 0,-1 0 0 0 0,0 1 0 0 0,0-1 0 0 0,0 1-1 0 0,-1 0 1 0 0,1 0 0 0 0,2 10 0 0 0,0-1-52 0 0,-2-1 1 0 0,0 1-1 0 0,0 1 1 0 0,-2-1-1 0 0,0 0 1 0 0,-1 1-1 0 0,0 17 1 0 0,-2-8 26 0 0,-2-1 1 0 0,0 0 0 0 0,-13 44-1 0 0,10-50 28 0 0,1 1-37 0 0,16-36-88 0 0,155-283-81 0 0,-157 284 139 0 0,-5 9-9 0 0,1-1 0 0 0,-1 1 1 0 0,0-1-1 0 0,-1 0 0 0 0,0 0 0 0 0,0-1 0 0 0,-1 1 1 0 0,0 0-1 0 0,0-1 0 0 0,0-13 0 0 0,-2 21-14 0 0,0 1 0 0 0,0 0 0 0 0,0 0 0 0 0,0-1 0 0 0,0 1 0 0 0,0 0-1 0 0,0-1 1 0 0,0 1 0 0 0,0 0 0 0 0,0 0 0 0 0,-1-1 0 0 0,1 1 0 0 0,0 0 0 0 0,0 0 0 0 0,0-1 0 0 0,0 1 0 0 0,-1 0-1 0 0,1 0 1 0 0,0 0 0 0 0,0-1 0 0 0,-1 1 0 0 0,1 0 0 0 0,0 0 0 0 0,0 0 0 0 0,-1 0 0 0 0,1-1 0 0 0,0 1-1 0 0,0 0 1 0 0,-1 0 0 0 0,1 0 0 0 0,0 0 0 0 0,-1 0 0 0 0,1 0 0 0 0,0 0 0 0 0,-1 0 0 0 0,1 0 0 0 0,0 0-1 0 0,-1 0 1 0 0,-12 5-22 0 0,3 5 17 0 0,1 1 0 0 0,0-1 0 0 0,1 2 0 0 0,0-1 0 0 0,1 1 0 0 0,0 0-1 0 0,0 1 1 0 0,2 0 0 0 0,-9 26 0 0 0,4-2 22 0 0,1 0 1 0 0,-6 58-1 0 0,14-86-5 0 0,1 0 0 0 0,0 0-1 0 0,0 0 1 0 0,0 0 0 0 0,1 0-1 0 0,1 0 1 0 0,-1 0 0 0 0,1 0-1 0 0,1-1 1 0 0,0 1 0 0 0,7 14 0 0 0,-8-19-22 0 0,0 0 1 0 0,1 0 0 0 0,0-1 0 0 0,-1 1 0 0 0,2-1 0 0 0,-1 0 0 0 0,0 1 0 0 0,1-1 0 0 0,-1-1 0 0 0,1 1 0 0 0,0 0-1 0 0,0-1 1 0 0,0 0 0 0 0,0 0 0 0 0,0 0 0 0 0,0 0 0 0 0,1-1 0 0 0,-1 0 0 0 0,0 0 0 0 0,1 0 0 0 0,-1 0-1 0 0,1-1 1 0 0,0 1 0 0 0,7-2 0 0 0,7 0-787 0 0,0-2 0 0 0,-1 0 0 0 0,0-1-1 0 0,35-13 1 0 0,24-16-5626 0 0,-30 11-647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165 623 392 0 0,'-132'57'17710'0'0,"106"-43"-15592"0"0,19-7-84 0 0,22-7-1119 0 0,34-13-269 0 0,90-36 0 0 0,-35 10-865 0 0,-59 23-1554 0 0,-1 0-4262 0 0,-31 11 2623 0 0</inkml:trace>
  <inkml:trace contextRef="#ctx0" brushRef="#br0" timeOffset="1">181 336 1816 0 0,'-3'-1'2566'0'0,"-13"-8"3987"0"0,13 8-5179 0 0,-1 0-1 0 0,1 0 1 0 0,-15 4 3788 0 0,18-3-5011 0 0,0 0 1 0 0,0 1-1 0 0,0 20 816 0 0,20 87 2253 0 0,15 98-1961 0 0,1-5-2167 0 0,-32-185-321 0 0,0 1 0 0 0,9 20 1 0 0,-11-32 215 0 0,0 0 0 0 0,1 0 0 0 0,-1-1 0 0 0,1 1 0 0 0,0-1 0 0 0,6 7 0 0 0</inkml:trace>
  <inkml:trace contextRef="#ctx0" brushRef="#br0" timeOffset="2">741 257 580 0 0,'19'-30'18911'0'0,"-17"16"-14883"0"0,-3 13-3868 0 0,-9-5 176 0 0,-7-3-276 0 0,0 2 1 0 0,-1 0-1 0 0,1 1 1 0 0,-30-6 0 0 0,24 6-59 0 0,7-2-109 0 0,16 8 105 0 0,0-1-1 0 0,-1 1 1 0 0,1 0-1 0 0,0 0 0 0 0,0 0 1 0 0,0 0-1 0 0,0-1 1 0 0,0 1-1 0 0,0 0 1 0 0,0 0-1 0 0,0 0 1 0 0,0-1-1 0 0,0 1 1 0 0,0 0-1 0 0,-1 0 0 0 0,1-1 1 0 0,0 1-1 0 0,0 0 1 0 0,0 0-1 0 0,1 0 1 0 0,-1-1-1 0 0,0 1 1 0 0,0 0-1 0 0,0 0 1 0 0,0 0-1 0 0,0-1 1 0 0,0 1-1 0 0,0 0 0 0 0,0 0 1 0 0,0 0-1 0 0,0-1 1 0 0,1 1-1 0 0,-1 0 1 0 0,0 0-1 0 0,0 0 1 0 0,0 0-1 0 0,1-1 1 0 0,2-1-6 0 0,0 0 0 0 0,1 0 1 0 0,-1 0-1 0 0,1 1 1 0 0,0-1-1 0 0,4 0 1 0 0,270-95-237 0 0,-261 91 308 0 0,-9 3 74 0 0,-1 1 0 0 0,1-1 0 0 0,-1-1 1 0 0,0 1-1 0 0,11-8 906 0 0,-17 11-1021 0 0,-1 0 0 0 0,1 1 0 0 0,-1-1 0 0 0,1 1 0 0 0,-1-1 0 0 0,1 1 0 0 0,-1-1 0 0 0,1 1 0 0 0,-1 0 0 0 0,0-1 0 0 0,1 1 0 0 0,-1-1 0 0 0,0 1 0 0 0,1 0 0 0 0,-1-1 0 0 0,0 1 0 0 0,0 0 0 0 0,1-1 0 0 0,-1 1 0 0 0,0 0 0 0 0,0-1 0 0 0,0 1 0 0 0,0 0 0 0 0,0 0 0 0 0,0-1 1 0 0,0 1-1 0 0,-1 1 0 0 0,1-1-12 0 0,2 323 1662 0 0,-2-27-1762 0 0,1-253-546 0 0,3 31-1958 0 0,-2-60 492 0 0,0 0 1 0 0,8 26-1 0 0,2-18-6106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1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37 580 0 0,'-34'-27'18324'0'0,"33"26"-18096"0"0,1 1 1 0 0,-1-1 0 0 0,1 0-1 0 0,-1 1 1 0 0,1-1-1 0 0,-1 1 1 0 0,1-1 0 0 0,-1 1-1 0 0,0-1 1 0 0,1 1-1 0 0,-1-1 1 0 0,0 1 0 0 0,1-1-1 0 0,-1 1 1 0 0,0 0-1 0 0,0 0 1 0 0,1-1 0 0 0,-1 1-1 0 0,0 0 1 0 0,0 0-1 0 0,0 0 1 0 0,1 0 0 0 0,-2 0-1 0 0,1 0-139 0 0,1 1 0 0 0,0-1 0 0 0,-1 1 0 0 0,1 0 0 0 0,-1-1 0 0 0,1 1 1 0 0,0 0-1 0 0,0-1 0 0 0,-1 1 0 0 0,1 0 0 0 0,0-1 0 0 0,0 1 0 0 0,0 0 0 0 0,0-1 0 0 0,0 1 0 0 0,0 0 0 0 0,0 0 0 0 0,0-1 0 0 0,0 1 0 0 0,0 0 0 0 0,10 49 24 0 0,-8-42 455 0 0,5 18-267 0 0,33 127 564 0 0,-31-125-799 0 0,1-1-1 0 0,1 0 1 0 0,21 35 0 0 0,-29-55-58 0 0,1-1 1 0 0,0 0-1 0 0,0 0 0 0 0,1-1 1 0 0,-1 1-1 0 0,1-1 0 0 0,0 0 1 0 0,1 0-1 0 0,-1-1 0 0 0,1 0 1 0 0,0 0-1 0 0,0 0 0 0 0,1 0 1 0 0,-1-1-1 0 0,1 0 0 0 0,-1-1 1 0 0,9 3-1 0 0,-12-4-32 0 0,0-1 1 0 0,0 0-1 0 0,1 0 1 0 0,-1 0-1 0 0,0 0 1 0 0,0 0-1 0 0,1-1 1 0 0,-1 0-1 0 0,0 1 0 0 0,0-1 1 0 0,3-2-1 0 0,1 1-69 0 0,0 0-14 0 0,0 0 1 0 0,0-1-1 0 0,0 0 0 0 0,-1-1 0 0 0,1 0 1 0 0,-1 0-1 0 0,0 0 0 0 0,0-1 1 0 0,0 1-1 0 0,0-1 0 0 0,6-8 1 0 0,-5 4-58 0 0,-1 0 1 0 0,1-1 0 0 0,-2 0 0 0 0,1 0-1 0 0,-1 0 1 0 0,6-20 0 0 0,-4 8 20 0 0,-2-1 0 0 0,-1 1 0 0 0,0-1 0 0 0,-2 0 0 0 0,-1 0 0 0 0,-2-41 0 0 0,-1 23 69 0 0,2 39 61 0 0,0 5 75 0 0,4 83 1298 0 0,25 134-1 0 0,-16-138-832 0 0,20 127 468 0 0,37 288 390 0 0,-58-302-754 0 0,-13-168-489 0 0,0 0 1 0 0,-2-1-1 0 0,-1 1 1 0 0,-1-1-1 0 0,-10 32 0 0 0,12-50-105 0 0,1 0 0 0 0,-2-1 0 0 0,1 1-1 0 0,-1-1 1 0 0,0 0 0 0 0,-1 0 0 0 0,0-1 0 0 0,0 1-1 0 0,0-1 1 0 0,0 0 0 0 0,-10 7 0 0 0,11-10-32 0 0,0-1 0 0 0,0 1 0 0 0,0-1-1 0 0,0 0 1 0 0,0 0 0 0 0,0-1 0 0 0,-1 1 0 0 0,1-1 0 0 0,-1 0 0 0 0,1 0 0 0 0,-1 0 0 0 0,1-1 0 0 0,-1 0 0 0 0,1 0 0 0 0,-1 0 0 0 0,0 0 0 0 0,1 0 0 0 0,-1-1-1 0 0,1 0 1 0 0,-1 0 0 0 0,-6-3 0 0 0,0-1-47 0 0,0 0-1 0 0,1 0 1 0 0,0-1 0 0 0,0-1-1 0 0,1 0 1 0 0,0 0-1 0 0,0 0 1 0 0,0-1 0 0 0,1-1-1 0 0,0 1 1 0 0,1-1-1 0 0,0-1 1 0 0,-9-15 0 0 0,6 7-172 0 0,0 0 1 0 0,2-1 0 0 0,0 0 0 0 0,1-1 0 0 0,1 1-1 0 0,-6-37 1 0 0,9 30-271 0 0,1 1 1 0 0,2 0-1 0 0,1-1 0 0 0,0 1 0 0 0,2-1 0 0 0,1 1 1 0 0,1 0-1 0 0,1 1 0 0 0,1-1 0 0 0,16-34 0 0 0,-4 15-2203 0 0,34-55 0 0 0,32-33-7871 0 0,-61 100 3946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2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1836 0 0,'0'0'9376'0'0,"14"-3"-4831"0"0,20-1-3001 0 0,-1-2 1 0 0,49-14 0 0 0,68-30-1009 0 0,-73 23-205 0 0,47-13 127 0 0,-122 39-339 0 0,-5 2-642 0 0,-7 0 32 0 0,7-1-137 0 0,-7 1-806 0 0,-3-2-3179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2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2356 0 0,'15'-57'19085'0'0,"-13"60"-18927"0"0,0-1 0 0 0,0 1 0 0 0,0 0 1 0 0,0 0-1 0 0,0 0 0 0 0,-1 1 0 0 0,1-1 1 0 0,-1 0-1 0 0,0 1 0 0 0,0-1 0 0 0,0 1 1 0 0,0-1-1 0 0,0 7 0 0 0,4 54 546 0 0,-3 60-275 0 0,-3-67-366 0 0,2 0 0 0 0,15 93 0 0 0,-15-145-64 0 0,0 1 1 0 0,0-1-1 0 0,1 0 1 0 0,0 0 0 0 0,0 0-1 0 0,0 0 1 0 0,1-1-1 0 0,-1 1 1 0 0,1 0-1 0 0,0-1 1 0 0,7 7 0 0 0,-9-9-4 0 0,1-1 1 0 0,0 0 0 0 0,0 1 0 0 0,0-1 0 0 0,0 0-1 0 0,0 0 1 0 0,0 0 0 0 0,0 0 0 0 0,0-1-1 0 0,1 1 1 0 0,-1 0 0 0 0,0-1 0 0 0,0 0 0 0 0,1 1-1 0 0,-1-1 1 0 0,0 0 0 0 0,1 0 0 0 0,-1 0 0 0 0,0-1-1 0 0,0 1 1 0 0,1-1 0 0 0,-1 1 0 0 0,0-1-1 0 0,0 1 1 0 0,0-1 0 0 0,0 0 0 0 0,1 0 0 0 0,-1 0-1 0 0,0-1 1 0 0,2-1 0 0 0,6-3-44 0 0,-1-2 0 0 0,0 1 0 0 0,0-1 1 0 0,-1-1-1 0 0,1 1 0 0 0,-2-1 0 0 0,0-1 0 0 0,0 1 0 0 0,7-15 1 0 0,0-1-75 0 0,-2-1 1 0 0,16-45 0 0 0,-19 41 130 0 0,-2 1-1 0 0,4-38 1 0 0,-3 19 205 0 0,-8 46 29 0 0,2 32 654 0 0,15 616 2061 0 0,-12-574-7765 0 0,-5-72 4672 0 0,0 0 0 0 0,0 1 0 0 0,0-1-1 0 0,0 1 1 0 0,0-1 0 0 0,0 0-1 0 0,0 1 1 0 0,0-1 0 0 0,0 0 0 0 0,0 1-1 0 0,0-1 1 0 0,0 1 0 0 0,1-1-1 0 0,-1 0 1 0 0,0 1 0 0 0,0-1-1 0 0,0 0 1 0 0,0 1 0 0 0,6 2-2149 0 0,-6-3 2148 0 0,0 0 1 0 0,1 0 0 0 0,-1 0 0 0 0,1 0-1 0 0,-1 0 1 0 0,0 0 0 0 0,1 0-1 0 0,-1 0 1 0 0,1 0 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3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55 1576 0 0,'-18'-23'22351'0'0,"-6"20"-21396"0"0,21 3-803 0 0,0 0-83 0 0,-24-1 65 0 0,24 1-85 0 0,-12-4 4 0 0,14 4-52 0 0,0 0-1 0 0,0-1 1 0 0,-1 1 0 0 0,1 0 0 0 0,0 0-1 0 0,0-1 1 0 0,0 1 0 0 0,1 0 0 0 0,-1-1 0 0 0,0 1-1 0 0,0-1 1 0 0,0 1 0 0 0,0-1 0 0 0,0 0-1 0 0,0 1 1 0 0,0-2 0 0 0,14-2-4 0 0,41 3-15 0 0,-46 1 17 0 0,81-4 21 0 0,104-3 128 0 0,-193 7-148 0 0,0 1 1 0 0,1-1 0 0 0,-1 0-1 0 0,0 0 1 0 0,0 0 0 0 0,0 1 0 0 0,0-1-1 0 0,1 0 1 0 0,-1 0 0 0 0,0 1-1 0 0,0-1 1 0 0,0 0 0 0 0,0 0-1 0 0,0 1 1 0 0,0-1 0 0 0,0 0 0 0 0,0 0-1 0 0,0 1 1 0 0,0-1 0 0 0,0 0-1 0 0,0 0 1 0 0,0 1 0 0 0,0-1-1 0 0,0 0 1 0 0,0 0 0 0 0,0 1 0 0 0,0-1-1 0 0,0 0 1 0 0,0 0 0 0 0,0 1-1 0 0,0-1 1 0 0,0 0 0 0 0,-1 0-1 0 0,1 0 1 0 0,0 1 0 0 0,0-1-1 0 0,0 0 1 0 0,0 0 0 0 0,-1 0 0 0 0,1 1-1 0 0,0-1 1 0 0,0 0 0 0 0,-1 0-1 0 0,-7 13 17 0 0,8-13-14 0 0,-47 54 501 0 0,4 2 0 0 0,-61 100 0 0 0,85-121-208 0 0,1 1-1 0 0,-25 72 1 0 0,42-103-274 0 0,0 0-1 0 0,0 1 0 0 0,0-1 1 0 0,1 1-1 0 0,-1-1 0 0 0,1 0 1 0 0,0 1-1 0 0,1-1 0 0 0,1 7 1 0 0,-2-9-4 0 0,1 0 0 0 0,0 0 0 0 0,0 0 0 0 0,0 0 0 0 0,0 0 0 0 0,1 0 0 0 0,-1 0 0 0 0,1-1 0 0 0,0 1 0 0 0,-1 0 0 0 0,1-1 0 0 0,1 0 0 0 0,-1 1 0 0 0,0-1 0 0 0,5 4 0 0 0,-5-5-11 0 0,0-1-1 0 0,0 1 1 0 0,0 0-1 0 0,0-1 1 0 0,0 1-1 0 0,0-1 1 0 0,1 0-1 0 0,-1 1 1 0 0,0-1-1 0 0,0 0 1 0 0,0 0-1 0 0,0-1 1 0 0,0 1-1 0 0,4-1 1 0 0,28-9 1 0 0,-19 4-188 0 0,0-1-1 0 0,-1 0 0 0 0,0-1 0 0 0,19-14 0 0 0,49-46-2044 0 0,-31 25 677 0 0,58-40-2608 0 0,-33 28-3662 0 0,-18 15-1682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4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71 132 1464 0 0,'-22'-1'7612'0'0,"-8"5"-1239"0"0,11-2-2056 0 0,48-6-4043 0 0,-1-2-1 0 0,0-2 0 0 0,41-15 0 0 0,-1 0-151 0 0,-44 15-248 0 0,117-33-1471 0 0,-49 18-4684 0 0,-74 22 443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4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40 1840 0 0,'-70'80'14153'0'0,"71"-76"-13256"0"0,-1-4-866 0 0,0 1 1 0 0,-1-1-1 0 0,1 0 1 0 0,0 0-1 0 0,0 1 1 0 0,0-1-1 0 0,0 0 1 0 0,0 0 0 0 0,0 1-1 0 0,0-1 1 0 0,0 0-1 0 0,0 0 1 0 0,0 1-1 0 0,0-1 1 0 0,0 0-1 0 0,0 0 1 0 0,1 1-1 0 0,-1-1 1 0 0,0 0-1 0 0,0 0 1 0 0,0 1 0 0 0,0-1-1 0 0,0 0 1 0 0,0 0-1 0 0,1 0 1 0 0,-1 1-1 0 0,0-1 1 0 0,0 0-1 0 0,0 0 1 0 0,1 0-1 0 0,-1 1 1 0 0,0-1-1 0 0,0 0 1 0 0,1 0-1 0 0,-1 0 1 0 0,0 0 0 0 0,0 0-1 0 0,1 0 1 0 0,14-1 129 0 0,0-2 0 0 0,0 0 1 0 0,0-1-1 0 0,0-1 1 0 0,-1 0-1 0 0,26-13 0 0 0,-3 2-606 0 0,44-19-2561 0 0,-27 10-3350 0 0,-21 8-682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4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40 476 0 0,'-62'-18'8562'0'0,"50"13"-6991"0"0,-2 1 1 0 0,1 0 0 0 0,0 1-1 0 0,-26-3 1 0 0,35 6-1416 0 0,0 0 0 0 0,0 1-1 0 0,0-1 1 0 0,0 1 0 0 0,0-1 0 0 0,-1 1-1 0 0,1 1 1 0 0,1-1 0 0 0,-1 0 0 0 0,0 1 0 0 0,0 0-1 0 0,0 0 1 0 0,1 0 0 0 0,-1 0 0 0 0,1 1-1 0 0,0-1 1 0 0,0 1 0 0 0,0 0 0 0 0,0 0-1 0 0,-3 4 1 0 0,-3 5 105 0 0,1 1 0 0 0,0-1 1 0 0,1 1-1 0 0,1 0 0 0 0,0 1 0 0 0,-6 21 0 0 0,-18 91 517 0 0,28-113-696 0 0,-10 47 427 0 0,-4 83 1 0 0,15-116-389 0 0,1 1 0 0 0,1 0 0 0 0,1-1 0 0 0,2 1 0 0 0,10 39 0 0 0,-11-56-68 0 0,1 0-1 0 0,0 0 0 0 0,1 0 0 0 0,0-1 1 0 0,1 0-1 0 0,0 0 0 0 0,0 0 0 0 0,1 0 1 0 0,1-1-1 0 0,0-1 0 0 0,13 13 0 0 0,-16-16 6 0 0,1-1 0 0 0,0 0 0 0 0,0 0 0 0 0,1 0 0 0 0,-1-1 0 0 0,1 0 0 0 0,0 0 1 0 0,0-1-1 0 0,0 0 0 0 0,0 0 0 0 0,0 0 0 0 0,0-1 0 0 0,0 0 0 0 0,1 0 0 0 0,-1-1 0 0 0,0 0 0 0 0,1-1 0 0 0,-1 1 0 0 0,11-3 0 0 0,1-2 73 0 0,-1-1 0 0 0,0-1-1 0 0,0 0 1 0 0,-1-1 0 0 0,0-1 0 0 0,0-1 0 0 0,-1 0 0 0 0,0-1 0 0 0,-1-1 0 0 0,0 0 0 0 0,-1-1-1 0 0,0-1 1 0 0,13-16 0 0 0,-11 9-16 0 0,-1 0 0 0 0,0-1 0 0 0,-2 0-1 0 0,0-2 1 0 0,-2 1 0 0 0,0-1 0 0 0,-2-1-1 0 0,-1 1 1 0 0,6-30 0 0 0,-11 40-72 0 0,-1 0 0 0 0,0 0 1 0 0,-1-1-1 0 0,-1 1 0 0 0,0 0 0 0 0,-1 0 1 0 0,0-1-1 0 0,-2 1 0 0 0,1 0 0 0 0,-2 0 0 0 0,0 1 1 0 0,-8-21-1 0 0,7 24-43 0 0,0 0 0 0 0,-1 1 1 0 0,0 0-1 0 0,0 0 0 0 0,-1 1 0 0 0,0-1 1 0 0,-1 1-1 0 0,0 1 0 0 0,0 0 0 0 0,0 0 1 0 0,-1 0-1 0 0,0 1 0 0 0,0 0 0 0 0,-1 1 1 0 0,0 0-1 0 0,-18-6 0 0 0,10 5-296 0 0,-1 1 0 0 0,0 1 1 0 0,-1 1-1 0 0,1 0 0 0 0,-1 2 0 0 0,1 0 1 0 0,-1 1-1 0 0,-26 4 0 0 0,21-1-1928 0 0,-49 14 1 0 0,45-8-2570 0 0,-37 18 1 0 0,21-4-6044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6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308 154 1392 0 0,'-3'-2'1527'0'0,"-7"-2"164"0"0,6 3-1279 0 0,0-1 0 0 0,1 1 0 0 0,-1-1 0 0 0,1 0 1 0 0,0 0-1 0 0,0 0 0 0 0,-1 0 0 0 0,1 0 0 0 0,1-1 0 0 0,-1 0 0 0 0,0 1 0 0 0,-2-4 0 0 0,4 3-285 0 0,1 0 0 0 0,-1 0 1 0 0,1 0-1 0 0,-1 0 0 0 0,1 1 0 0 0,0-1 1 0 0,0 0-1 0 0,1 0 0 0 0,-1 0 1 0 0,0 0-1 0 0,1 0 0 0 0,0 0 0 0 0,0 0 1 0 0,0 1-1 0 0,1-4 0 0 0,0 1-78 0 0,0 1-1 0 0,1 0 1 0 0,-1-1 0 0 0,1 1-1 0 0,0 0 1 0 0,0 1-1 0 0,1-1 1 0 0,-1 0 0 0 0,1 1-1 0 0,-1 0 1 0 0,1 0 0 0 0,0 0-1 0 0,0 0 1 0 0,1 1-1 0 0,-1-1 1 0 0,1 1 0 0 0,-1 0-1 0 0,1 0 1 0 0,-1 1 0 0 0,1 0-1 0 0,0-1 1 0 0,0 2-1 0 0,0-1 1 0 0,0 0 0 0 0,0 1-1 0 0,0 0 1 0 0,0 0 0 0 0,-1 1-1 0 0,1-1 1 0 0,7 2-1 0 0,-3 0-3 0 0,1 1 0 0 0,0-1 0 0 0,-1 1 0 0 0,0 1-1 0 0,1 0 1 0 0,-1 0 0 0 0,-1 1 0 0 0,1 0-1 0 0,-1 0 1 0 0,0 1 0 0 0,0 0 0 0 0,-1 1-1 0 0,1 0 1 0 0,7 10 0 0 0,-6-5 9 0 0,0 1 1 0 0,-2 0 0 0 0,1 0-1 0 0,-2 1 1 0 0,0 0-1 0 0,0 1 1 0 0,5 22-1 0 0,-7-14-10 0 0,0 0-1 0 0,-1 0 1 0 0,-1 0 0 0 0,-2 34-1 0 0,-4-15-16 0 0,-1 0 0 0 0,-2-1 1 0 0,-2 0-1 0 0,-2 0 0 0 0,-16 42 0 0 0,16-56-12 0 0,0-1 0 0 0,-2 0 0 0 0,-1-1 0 0 0,-1 0 0 0 0,-1-1 0 0 0,-30 33 0 0 0,36-45-2 0 0,-1-1 0 0 0,0 0 1 0 0,-1-1-1 0 0,0-1 0 0 0,-1 1 0 0 0,0-2 0 0 0,0 0 0 0 0,-1-1 0 0 0,0 0 1 0 0,0-1-1 0 0,0 0 0 0 0,-1-1 0 0 0,-27 5 0 0 0,33-9-7 0 0,1-1 0 0 0,-1 0 0 0 0,1 0 0 0 0,0 0 0 0 0,-1-1-1 0 0,1-1 1 0 0,0 1 0 0 0,-1-2 0 0 0,1 1 0 0 0,0-1 0 0 0,0 0 0 0 0,1 0 0 0 0,-1-1 0 0 0,1 0-1 0 0,-1-1 1 0 0,1 1 0 0 0,1-1 0 0 0,-11-10 0 0 0,13 11-7 0 0,0 0 0 0 0,0 0 0 0 0,1 0 0 0 0,0 0 0 0 0,0-1 0 0 0,0 0 0 0 0,0 1 0 0 0,1-1 0 0 0,0 0 0 0 0,-1 0 0 0 0,2 0 0 0 0,-1-1-1 0 0,1 1 1 0 0,0 0 0 0 0,0-1 0 0 0,0 1 0 0 0,1-1 0 0 0,0 1 0 0 0,0-1 0 0 0,0 1 0 0 0,1 0 0 0 0,-1-1 0 0 0,1 1 0 0 0,1-1 0 0 0,-1 1 0 0 0,1 0 0 0 0,0 0 0 0 0,0 0 0 0 0,4-6 0 0 0,0 0 47 0 0,1 1 0 0 0,0 0 0 0 0,1 1 0 0 0,0 0 1 0 0,0 0-1 0 0,1 1 0 0 0,0 0 0 0 0,0 0 0 0 0,1 1 0 0 0,0 0 0 0 0,0 1 1 0 0,1 0-1 0 0,0 1 0 0 0,0 0 0 0 0,0 0 0 0 0,0 2 0 0 0,1-1 1 0 0,0 1-1 0 0,-1 1 0 0 0,23-2 0 0 0,-20 3-17 0 0,-1 1 1 0 0,1 0-1 0 0,-1 1 0 0 0,1 0 0 0 0,0 1 1 0 0,-1 0-1 0 0,0 2 0 0 0,0-1 1 0 0,0 2-1 0 0,0-1 0 0 0,-1 2 0 0 0,1 0 1 0 0,-1 0-1 0 0,-1 1 0 0 0,1 1 0 0 0,-1 0 1 0 0,0 0-1 0 0,11 12 0 0 0,33 48-158 0 0,-17-20-1803 0 0,4-5-5122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7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7 198 1932 0 0,'-2'-8'919'0'0,"0"1"0"0"0,1-1 0 0 0,0 1 0 0 0,1-1-1 0 0,0 1 1 0 0,0-1 0 0 0,0 0 0 0 0,1 1 0 0 0,0-1 0 0 0,3-10 0 0 0,-3 15-760 0 0,1 0 0 0 0,-1-1 0 0 0,1 1 0 0 0,0 0 0 0 0,0 0 0 0 0,0 0 0 0 0,1 0 0 0 0,-1 0 0 0 0,0 0 0 0 0,1 1 0 0 0,0-1 0 0 0,0 1 0 0 0,0 0 0 0 0,0 0 0 0 0,0 0 0 0 0,0 0 0 0 0,0 0 0 0 0,1 1 0 0 0,-1 0 0 0 0,0-1 0 0 0,1 1 0 0 0,-1 0 0 0 0,7 0 0 0 0,-5 0-68 0 0,0 0-1 0 0,-1 0 1 0 0,1 1 0 0 0,0 0-1 0 0,0 0 1 0 0,0 0-1 0 0,0 1 1 0 0,0-1 0 0 0,0 1-1 0 0,-1 0 1 0 0,1 1 0 0 0,0-1-1 0 0,-1 1 1 0 0,1 0 0 0 0,-1 0-1 0 0,0 0 1 0 0,1 1-1 0 0,-1-1 1 0 0,6 6 0 0 0,-5-3-49 0 0,-1-1 1 0 0,0 1-1 0 0,-1 0 1 0 0,1 0-1 0 0,-1 0 1 0 0,0 1 0 0 0,0-1-1 0 0,0 1 1 0 0,-1 0-1 0 0,0 0 1 0 0,0-1-1 0 0,-1 1 1 0 0,1 0 0 0 0,-1 1-1 0 0,0 7 1 0 0,-1 10 10 0 0,0 1 0 0 0,-2-1 0 0 0,-1 0 0 0 0,-1 0 0 0 0,-1 0 0 0 0,-1 0 0 0 0,-1-1 0 0 0,-1 0 0 0 0,-17 35 0 0 0,19-50 26 0 0,6-16-66 0 0,7-17-23 0 0,80-150 6 0 0,-52 112 26 0 0,26-70 0 0 0,-60 131-24 0 0,0 1-1 0 0,0-1 0 0 0,0 0 1 0 0,-1-1-1 0 0,1 1 0 0 0,0 0 1 0 0,-1 0-1 0 0,0 0 0 0 0,1 0 1 0 0,-1 0-1 0 0,0-1 0 0 0,0 1 1 0 0,0 0-1 0 0,-1 0 0 0 0,1 0 1 0 0,0 0-1 0 0,-1 0 0 0 0,0-1 1 0 0,0-1-1 0 0,0 2-11 0 0,-2 3 11 0 0,0-1 0 0 0,0 1 0 0 0,0 0 1 0 0,0 0-1 0 0,1 0 0 0 0,-1 0 0 0 0,0 0 0 0 0,0 1 0 0 0,1-1 0 0 0,-1 1 0 0 0,1-1 0 0 0,-1 1 1 0 0,1 0-1 0 0,0 0 0 0 0,0 0 0 0 0,0 1 0 0 0,0-1 0 0 0,0 0 0 0 0,0 1 0 0 0,1-1 1 0 0,-3 6-1 0 0,-3 5-4 0 0,0 1 0 0 0,-8 27 0 0 0,9-22 41 0 0,0 0 1 0 0,1 0-1 0 0,2 1 0 0 0,0-1 0 0 0,0 1 0 0 0,2 26 1 0 0,1-40-23 0 0,0 0 1 0 0,1 0 0 0 0,-1 0 0 0 0,1 0-1 0 0,1 0 1 0 0,-1 0 0 0 0,1 0 0 0 0,0-1-1 0 0,1 1 1 0 0,-1-1 0 0 0,1 1 0 0 0,0-1-1 0 0,0 0 1 0 0,1 0 0 0 0,-1 0-1 0 0,1 0 1 0 0,0-1 0 0 0,1 0 0 0 0,-1 1-1 0 0,1-2 1 0 0,0 1 0 0 0,0 0 0 0 0,0-1-1 0 0,10 5 1 0 0,-4-4-136 0 0,0 0 0 0 0,0-1 0 0 0,0-1 0 0 0,1 0 0 0 0,-1 0 1 0 0,1-1-1 0 0,0 0 0 0 0,-1-1 0 0 0,1-1 0 0 0,0 0 0 0 0,-1 0 0 0 0,13-4 0 0 0,-2 0-1755 0 0,1-2 0 0 0,-2 0 0 0 0,1-1 0 0 0,-1-2 0 0 0,23-13 0 0 0,-20 10-2261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7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1204 0 0,'0'0'16444'0'0,"14"-5"-15080"0"0,45-8 91 0 0,-18 5-2677 0 0,-2 2-4132 0 0,-14 0-625 0 0,-11 3 471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7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43 1012 0 0,'-1'-2'2584'0'0,"-29"-39"13217"0"0,46 144-12080 0 0,0 55-2986 0 0,17 163-469 0 0,-33-318-276 0 0,0-1-1 0 0,1 0 1 0 0,-1 0 0 0 0,1 1 0 0 0,-1-1 0 0 0,1 0-1 0 0,0 0 1 0 0,0 0 0 0 0,0 0 0 0 0,0 0 0 0 0,0 0-1 0 0,0 0 1 0 0,0 0 0 0 0,1 0 0 0 0,-1-1 0 0 0,1 1-1 0 0,-1 0 1 0 0,1-1 0 0 0,0 1 0 0 0,-1-1-1 0 0,1 0 1 0 0,0 1 0 0 0,0-1 0 0 0,0 0 0 0 0,0 0-1 0 0,0 0 1 0 0,0-1 0 0 0,4 2 0 0 0,-2-2-50 0 0,0 0 0 0 0,0 0 0 0 0,0-1 0 0 0,0 1-1 0 0,0-1 1 0 0,0 0 0 0 0,0 0 0 0 0,-1 0 0 0 0,1-1 0 0 0,0 1 0 0 0,-1-1 0 0 0,1 0 0 0 0,-1 0 0 0 0,0 0 0 0 0,0-1 0 0 0,4-2-1 0 0,3-4-117 0 0,-1 0 0 0 0,0 0-1 0 0,-1-1 1 0 0,0 0-1 0 0,0 0 1 0 0,-1-1 0 0 0,-1 0-1 0 0,0 0 1 0 0,9-24-1 0 0,-4 5 43 0 0,-2 0 0 0 0,8-56 0 0 0,-13 29 1794 0 0,-2 60-1473 0 0,-1 1-1 0 0,1-1 1 0 0,-1 0 0 0 0,0 0 0 0 0,0 1 0 0 0,0-1 0 0 0,0 6 0 0 0,-1-8-108 0 0,8 57 825 0 0,-4 0 0 0 0,-2 70 0 0 0,-2-97-781 0 0,-1 111 143 0 0,-1 25-507 0 0,5-56-2818 0 0,0-71-490 0 0,-2-28 112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8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46 3180 0 0,'-1'-3'2400'0'0,"-14"-39"13136"0"0,15 44-14774 0 0,0 19 108 0 0,1-1-1 0 0,1 1 1 0 0,1-1 0 0 0,6 25-1 0 0,-3-18-611 0 0,2 16 22 0 0,16 48 0 0 0,-20-79-259 0 0,0-1 0 0 0,1 1 0 0 0,0-1 0 0 0,1-1 0 0 0,0 1 0 0 0,0-1 0 0 0,1 0 0 0 0,1 0 0 0 0,10 10 0 0 0,-16-18-28 0 0,1 0 1 0 0,-1 0 0 0 0,1 0-1 0 0,-1 0 1 0 0,1-1 0 0 0,0 0-1 0 0,0 1 1 0 0,0-1-1 0 0,-1 0 1 0 0,1 0 0 0 0,0 0-1 0 0,0-1 1 0 0,0 1-1 0 0,1-1 1 0 0,-1 0 0 0 0,4 0-1 0 0,-2 0-24 0 0,0-1-1 0 0,0 0 1 0 0,0 0 0 0 0,0 0-1 0 0,0-1 1 0 0,0 0-1 0 0,0 0 1 0 0,0 0-1 0 0,5-4 1 0 0,-3 2-36 0 0,0 0 0 0 0,-1-1 0 0 0,0 0 0 0 0,0 0 0 0 0,0-1-1 0 0,-1 0 1 0 0,0 0 0 0 0,0 0 0 0 0,0 0 0 0 0,-1-1 0 0 0,1 0 0 0 0,-2 0 0 0 0,4-8 0 0 0,-3 3-38 0 0,-1 0 0 0 0,0 0 0 0 0,2-19 0 0 0,-3-53-150 0 0,-2 69 210 0 0,0 13 33 0 0,0 31 112 0 0,10 67 1596 0 0,36 150 1 0 0,-12-79-893 0 0,4 105-112 0 0,-34-220-560 0 0,-2 1 1 0 0,-3-1-1 0 0,-9 66 1 0 0,8-99-56 0 0,-2-1-1 0 0,0 0 1 0 0,-10 24 0 0 0,13-38-58 0 0,-1 1 0 0 0,0-1 0 0 0,0 0 1 0 0,0 1-1 0 0,0-1 0 0 0,-1 0 0 0 0,0 0 0 0 0,0-1 0 0 0,0 1 0 0 0,0-1 0 0 0,-1 1 0 0 0,1-1 1 0 0,-1 0-1 0 0,0 0 0 0 0,0 0 0 0 0,0-1 0 0 0,-7 4 0 0 0,9-6-12 0 0,-1 1 1 0 0,1-1-1 0 0,-1 0 0 0 0,1 1 0 0 0,0-1 0 0 0,-1-1 1 0 0,1 1-1 0 0,-1 0 0 0 0,1 0 0 0 0,0-1 1 0 0,-1 0-1 0 0,1 1 0 0 0,0-1 0 0 0,0 0 0 0 0,-1 0 1 0 0,1 0-1 0 0,0 0 0 0 0,0 0 0 0 0,0-1 0 0 0,0 1 1 0 0,0-1-1 0 0,1 1 0 0 0,-1-1 0 0 0,-3-4 1 0 0,0 0-1 0 0,-1-1 1 0 0,1 0-1 0 0,0-1 1 0 0,1 1 0 0 0,-5-11-1 0 0,1-2-163 0 0,1-1 1 0 0,1 0-1 0 0,1 0 0 0 0,0 0 0 0 0,2-1 1 0 0,1 0-1 0 0,0 1 0 0 0,2-1 0 0 0,0 0 1 0 0,1 0-1 0 0,6-28 0 0 0,-1 17-823 0 0,2 1 0 0 0,1 1 1 0 0,1 0-1 0 0,2 0 0 0 0,1 1 0 0 0,32-54 0 0 0,21-12-4172 0 0,-18 36-2849 0 0,-24 33 720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9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70 976 0 0,'-45'-3'19441'0'0,"56"9"-17704"0"0,58-9 722 0 0,130-25 1 0 0,-26 1-1554 0 0,-169 27-1080 0 0,31-5 681 0 0,-17-4-4833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39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35 416 0 0,'-50'-33'14977'0'0,"48"33"-14155"0"0,0-1-1 0 0,0 1 1 0 0,0 0-1 0 0,0 0 0 0 0,0 0 1 0 0,-1 0-1 0 0,1 0 1 0 0,-3 1-1 0 0,7 16 45 0 0,0 0 1 0 0,2 0-1 0 0,0-1 1 0 0,0 1-1 0 0,2-1 1 0 0,7 16-1 0 0,11 36-119 0 0,44 206 38 0 0,-51-200-6948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40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6 259 3144 0 0,'-3'-45'9987'0'0,"1"29"-7511"0"0,1 1 0 0 0,2-19 1 0 0,-1 28-2196 0 0,1 1 0 0 0,0 0 0 0 0,0 0-1 0 0,1-1 1 0 0,-1 1 0 0 0,1 0 0 0 0,0 0 0 0 0,0 1 0 0 0,1-1 0 0 0,4-6-1 0 0,-1 3-139 0 0,1 1 0 0 0,0 0 0 0 0,0 0 0 0 0,0 1 0 0 0,1 0 0 0 0,0 0 0 0 0,1 1 0 0 0,-1 0 0 0 0,1 1 0 0 0,0 0 0 0 0,0 0 0 0 0,19-5-1 0 0,-22 7-118 0 0,0 0 0 0 0,1 1-1 0 0,-1 0 1 0 0,0 0-1 0 0,1 0 1 0 0,0 1-1 0 0,-1 0 1 0 0,1 0-1 0 0,-1 1 1 0 0,1-1-1 0 0,-1 2 1 0 0,1-1-1 0 0,-1 1 1 0 0,0 0 0 0 0,0 0-1 0 0,0 0 1 0 0,0 1-1 0 0,0 0 1 0 0,0 0-1 0 0,6 6 1 0 0,-8-6-11 0 0,0 1 0 0 0,-1 0 1 0 0,1 0-1 0 0,-1 0 1 0 0,0 0-1 0 0,0 0 0 0 0,-1 1 1 0 0,1 0-1 0 0,-1-1 1 0 0,0 1-1 0 0,0 0 0 0 0,-1 0 1 0 0,2 5-1 0 0,-2-1 3 0 0,0 0 1 0 0,0 0-1 0 0,-1 0 1 0 0,0 0-1 0 0,0 0 0 0 0,-1 0 1 0 0,-2 9-1 0 0,-3 5 8 0 0,-1-1 0 0 0,0 1 0 0 0,-2-1 0 0 0,-20 37 0 0 0,20-43 18 0 0,-1 0 0 0 0,0-1 0 0 0,-1-1 0 0 0,0 0 0 0 0,-20 18 0 0 0,21-26-5 0 0,6-11 39 0 0,3 4-73 0 0,2 0 8 0 0,-1-1 0 0 0,1 1 0 0 0,0 0 0 0 0,0-1 0 0 0,-1 1 0 0 0,1 0 0 0 0,0 0 0 0 0,0 0 0 0 0,0 0 0 0 0,1 0 0 0 0,-1 0 0 0 0,0 0 0 0 0,0 0 0 0 0,0 0-1 0 0,1 0 1 0 0,1-1 0 0 0,3 0 76 0 0,1 0-1 0 0,-1 0 1 0 0,1 0-1 0 0,-1 0 1 0 0,1 1-1 0 0,-1 0 0 0 0,1 1 1 0 0,0-1-1 0 0,0 1 1 0 0,-1 1-1 0 0,1-1 1 0 0,0 1-1 0 0,-1 0 0 0 0,1 1 1 0 0,-1-1-1 0 0,1 2 1 0 0,-1-1-1 0 0,0 0 1 0 0,0 1-1 0 0,0 0 1 0 0,7 5-1 0 0,-3-2 95 0 0,1 0 0 0 0,-1 1 1 0 0,-1 1-1 0 0,1-1 0 0 0,-1 1 0 0 0,0 1 1 0 0,-1 0-1 0 0,0 0 0 0 0,-1 1 1 0 0,13 20-1 0 0,-16-22-49 0 0,0 0 1 0 0,0 0-1 0 0,-1 1 0 0 0,0-1 1 0 0,-1 1-1 0 0,0 0 0 0 0,0-1 1 0 0,-1 1-1 0 0,0 0 0 0 0,-1 0 1 0 0,0 0-1 0 0,0 0 1 0 0,-1 0-1 0 0,0 0 0 0 0,-4 14 1 0 0,0-8-129 0 0,0 0 1 0 0,-1-1-1 0 0,-1 0 1 0 0,0 0 0 0 0,0-1-1 0 0,-2 0 1 0 0,0 0 0 0 0,0-1-1 0 0,-1 0 1 0 0,-1-1-1 0 0,0 0 1 0 0,0 0 0 0 0,-1-2-1 0 0,-15 11 1 0 0,19-15-4 0 0,-1 0 1 0 0,0 0 0 0 0,0-1-1 0 0,0 0 1 0 0,-1-1 0 0 0,1 0-1 0 0,-1 0 1 0 0,0-1 0 0 0,1 0-1 0 0,-12 0 1 0 0,13-2 0 0 0,0 0-1 0 0,0-1 1 0 0,0 0 0 0 0,0 0 0 0 0,0-1-1 0 0,0 0 1 0 0,0 0 0 0 0,1-1-1 0 0,-1 0 1 0 0,1 0 0 0 0,-1-1 0 0 0,1 0-1 0 0,-10-7 1 0 0,12 7-496 0 0,0 0 0 0 0,0 0 1 0 0,0-1-1 0 0,-6-8 0 0 0,8 10-56 0 0,1-1 0 0 0,-1 0-1 0 0,1 1 1 0 0,0-1 0 0 0,0 0 0 0 0,1 0-1 0 0,-1 0 1 0 0,1 0 0 0 0,0 0-1 0 0,0-1 1 0 0,0 1 0 0 0,0 0 0 0 0,1 0-1 0 0,0-1 1 0 0,0 1 0 0 0,0 0-1 0 0,0-1 1 0 0,1 1 0 0 0,-1 0 0 0 0,3-7-1 0 0,3-6-5772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42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66 816 0 0,'0'0'1739'0'0,"-16"-2"3378"0"0,-4 3 412 0 0,12 0-4025 0 0,-2 4 1467 0 0,11-5-2903 0 0,-1 1 0 0 0,1 0 0 0 0,0 0 0 0 0,-1-1 1 0 0,1 1-1 0 0,0 0 0 0 0,0-1 0 0 0,-1 1 0 0 0,1-1 1 0 0,0 1-1 0 0,0-1 0 0 0,0 1 0 0 0,0-1 0 0 0,0 0 0 0 0,0 0 1 0 0,0 1-1 0 0,-1-1 0 0 0,1 0 0 0 0,0 0 0 0 0,0 0 1 0 0,0 0-1 0 0,0 0 0 0 0,2 0 0 0 0,25-4 477 0 0,-25 3-531 0 0,169-47 683 0 0,-92 24-612 0 0,-79 24-80 0 0,0-1 0 0 0,1 1 0 0 0,-1-1 0 0 0,0 1 0 0 0,0 0 0 0 0,1 0 0 0 0,-1-1 0 0 0,0 1 0 0 0,1 0-1 0 0,-1 0 1 0 0,0 0 0 0 0,1 1 0 0 0,-1-1 0 0 0,0 0 0 0 0,0 0 0 0 0,1 1 0 0 0,-1-1 0 0 0,2 1 0 0 0,-3 0-4 0 0,1 0 1 0 0,-1-1-1 0 0,1 1 1 0 0,-1-1-1 0 0,1 1 1 0 0,-1 0-1 0 0,0-1 0 0 0,1 1 1 0 0,-1 0-1 0 0,0 0 1 0 0,0-1-1 0 0,1 1 1 0 0,-1 0-1 0 0,0 0 1 0 0,0-1-1 0 0,0 1 1 0 0,0 0-1 0 0,0 0 1 0 0,0-1-1 0 0,0 1 0 0 0,0 0 1 0 0,-1 1-1 0 0,-1 6-2 0 0,-1 0-1 0 0,1-1 0 0 0,-2 1 1 0 0,-5 10-1 0 0,6-11 3 0 0,-119 211 264 0 0,0 2 865 0 0,121-216-1063 0 0,-1-1 0 0 0,0 1 0 0 0,1-1 0 0 0,-1 1 0 0 0,1 0 0 0 0,0 0 0 0 0,0 0 0 0 0,1-1 0 0 0,-1 1 0 0 0,1 0 0 0 0,0 0 0 0 0,0 0 0 0 0,1 8 0 0 0,0-11-35 0 0,-1 0 1 0 0,1-1-1 0 0,-1 1 0 0 0,1 0 1 0 0,-1 0-1 0 0,1 0 0 0 0,0-1 0 0 0,-1 1 1 0 0,1 0-1 0 0,0-1 0 0 0,0 1 1 0 0,0-1-1 0 0,-1 1 0 0 0,1-1 0 0 0,0 1 1 0 0,0-1-1 0 0,0 1 0 0 0,0-1 1 0 0,0 0-1 0 0,0 1 0 0 0,0-1 1 0 0,0 0-1 0 0,0 0 0 0 0,1 0 0 0 0,24 1 307 0 0,-24-1-341 0 0,21-3 105 0 0,1-1 0 0 0,-1-1 0 0 0,0-1 0 0 0,-1-1 0 0 0,42-19 0 0 0,-1 1-9 0 0,43-20-2246 0 0,-37 11-4578 0 0,-36 17 687 0 0,-14 7-1590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42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84 639 2876 0 0,'-2'1'2409'0'0,"-68"22"11284"0"0,69-23-13023 0 0,-9 5 3396 0 0,23-8-3815 0 0,1-1 1 0 0,-1 0-1 0 0,0-1 0 0 0,0-1 0 0 0,22-12 0 0 0,-16 8-405 0 0,29-11 1 0 0,-13 8-1154 0 0,42-13-3111 0 0,-26 15-5682 0 0</inkml:trace>
  <inkml:trace contextRef="#ctx0" brushRef="#br0" timeOffset="1">203 765 836 0 0,'-20'20'3600'0'0,"-75"80"10958"0"0,94-100-14461 0 0,1 0-1 0 0,0 1 0 0 0,-1-1 1 0 0,1 0-1 0 0,0 1 0 0 0,-1-1 1 0 0,1 0-1 0 0,0 1 0 0 0,0-1 1 0 0,0 0-1 0 0,-1 1 1 0 0,1-1-1 0 0,0 0 0 0 0,0 1 1 0 0,0-1-1 0 0,0 1 0 0 0,0-1 1 0 0,0 0-1 0 0,-1 1 0 0 0,1-1 1 0 0,0 1-1 0 0,0-1 0 0 0,0 0 1 0 0,1 1-1 0 0,-1 0 0 0 0,9 1 613 0 0,12-6-472 0 0,11-8-181 0 0,40-24-1 0 0,-18 9-1375 0 0,63-31-3557 0 0,-38 18-2831 0 0,-43 21 1461 0 0</inkml:trace>
  <inkml:trace contextRef="#ctx0" brushRef="#br0" timeOffset="2">1388 160 2408 0 0,'-26'-41'10640'0'0,"15"25"-6232"0"0,-24-25 1 0 0,34 39-4322 0 0,-1 1 1 0 0,1 0-1 0 0,-1-1 0 0 0,0 1 0 0 0,1 0 0 0 0,-1 0 0 0 0,0 0 0 0 0,0 0 1 0 0,0 1-1 0 0,0-1 0 0 0,1 0 0 0 0,-1 1 0 0 0,0-1 0 0 0,0 1 0 0 0,0 0 0 0 0,-1-1 1 0 0,1 1-1 0 0,0 0 0 0 0,0 0 0 0 0,0 0 0 0 0,0 1 0 0 0,0-1 0 0 0,0 1 1 0 0,0-1-1 0 0,0 1 0 0 0,0-1 0 0 0,0 1 0 0 0,1 0 0 0 0,-1 0 0 0 0,0 0 0 0 0,0 0 1 0 0,1 0-1 0 0,-1 0 0 0 0,0 1 0 0 0,1-1 0 0 0,-3 3 0 0 0,-3 4 89 0 0,-1-1 1 0 0,1 1-1 0 0,1 0 0 0 0,0 1 0 0 0,-8 15 0 0 0,-4 12 75 0 0,1 1 0 0 0,3 0-1 0 0,0 2 1 0 0,3-1-1 0 0,1 2 1 0 0,2-1-1 0 0,2 1 1 0 0,2 0-1 0 0,0 65 1 0 0,5-81-186 0 0,0 0 0 0 0,2 0 0 0 0,0-1 0 0 0,2 1 0 0 0,0-1-1 0 0,15 38 1 0 0,-16-53-32 0 0,-1-1 0 0 0,1 1-1 0 0,1-1 1 0 0,0 0 0 0 0,0 0-1 0 0,0-1 1 0 0,0 1-1 0 0,1-1 1 0 0,11 9 0 0 0,-11-12-6 0 0,-1 1 0 0 0,0-1 0 0 0,1 0 0 0 0,0 0 0 0 0,0-1 0 0 0,0 0 0 0 0,0 0 1 0 0,0 0-1 0 0,0-1 0 0 0,1 0 0 0 0,-1 0 0 0 0,0-1 0 0 0,1 1 0 0 0,8-2 0 0 0,2-1-1 0 0,0 0 0 0 0,0-2-1 0 0,0 0 1 0 0,-1-1 0 0 0,1 0-1 0 0,-1-2 1 0 0,0 0 0 0 0,21-13-1 0 0,-10 4 14 0 0,-1-2 0 0 0,0 0-1 0 0,40-40 1 0 0,-50 42-15 0 0,0-2 1 0 0,-1 0-1 0 0,-1 0 0 0 0,-1-1 1 0 0,0-1-1 0 0,-2-1 1 0 0,0 1-1 0 0,-1-2 0 0 0,9-27 1 0 0,-14 30-14 0 0,0 1 0 0 0,-1-1 0 0 0,-1 0 0 0 0,-1 0 0 0 0,-1-1 0 0 0,0 1 0 0 0,-1 0 0 0 0,-2 0 0 0 0,0 0 0 0 0,0 0 0 0 0,-10-32 0 0 0,7 34-9 0 0,-1 1 1 0 0,0-1-1 0 0,-2 1 0 0 0,1 0 0 0 0,-2 1 0 0 0,0 0 0 0 0,-1 0 0 0 0,-23-26 0 0 0,26 34-21 0 0,-1 1 1 0 0,1-1 0 0 0,-1 1-1 0 0,0 0 1 0 0,0 1 0 0 0,-1 0-1 0 0,0 0 1 0 0,0 1 0 0 0,0 0-1 0 0,0 1 1 0 0,-1-1-1 0 0,1 2 1 0 0,-1 0 0 0 0,0 0-1 0 0,1 0 1 0 0,-1 1 0 0 0,-14 1-1 0 0,7 1-346 0 0,0 1-1 0 0,0 1 1 0 0,0 1-1 0 0,1 0 1 0 0,-1 1-1 0 0,1 1 0 0 0,0 0 1 0 0,1 1-1 0 0,-1 1 1 0 0,-17 12-1 0 0,-15 13-4607 0 0,-72 65 0 0 0,78-62 243 0 0,-13 12-4458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1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22 376 0 0,'-11'-7'1792'0'0,"3"-1"-572"0"0,13 1-1384 0 0,14 9-1548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1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0 164 0 0,'0'0'-60'0'0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1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28 424 0 0,'-19'-10'-52'0'0,"5"2"-80"0"0,4-1 48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3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41 392 0 0,'-4'-1'1577'0'0,"-24"-9"2895"0"0,27 10-4334 0 0,0-1-1 0 0,0 1 1 0 0,0-1-1 0 0,0 1 1 0 0,1-1-1 0 0,-1 1 1 0 0,0-1-1 0 0,0 1 1 0 0,0-1 0 0 0,1 0-1 0 0,-1 0 1 0 0,0 1-1 0 0,1-1 1 0 0,-1 0-1 0 0,0 0 1 0 0,1 0-1 0 0,-1 0 1 0 0,1 1-1 0 0,0-1 1 0 0,-1 0 0 0 0,1 0-1 0 0,0 0 1 0 0,-1-1-1 0 0,1 1-92 0 0,0 1 0 0 0,0-1 0 0 0,0 1 0 0 0,0-1 0 0 0,0 1 0 0 0,0-1 0 0 0,0 1 0 0 0,0 0 0 0 0,1-1 0 0 0,-1 1 0 0 0,0-1 0 0 0,0 1 0 0 0,0 0 0 0 0,1-1 0 0 0,-1 1 0 0 0,0-1 0 0 0,0 1 0 0 0,1 0 0 0 0,-1-1 0 0 0,0 1 0 0 0,1 0 0 0 0,-1 0 0 0 0,0-1 0 0 0,1 1 0 0 0,-1 0 0 0 0,0 0 0 0 0,1-1 0 0 0,-1 1 0 0 0,1 0 0 0 0,16 0 605 0 0,16 13-91 0 0,-28-10-463 0 0,1 0-1 0 0,-1 1 1 0 0,0 0 0 0 0,0 0-1 0 0,0 1 1 0 0,-1-1 0 0 0,0 1-1 0 0,0 0 1 0 0,0 0 0 0 0,0 0-1 0 0,-1 1 1 0 0,0 0 0 0 0,5 9-1 0 0,-5-6 23 0 0,-1 0 1 0 0,1 0-1 0 0,-2 0 0 0 0,1 1 0 0 0,-1-1 0 0 0,-1 0 0 0 0,1 1 0 0 0,-3 14 0 0 0,-1-3 49 0 0,0-1 0 0 0,-2 0 0 0 0,-1 0 0 0 0,0 0 0 0 0,-1 0 0 0 0,-2-1 0 0 0,-18 33 0 0 0,9-23-14 0 0,-2-2 1 0 0,0 0 0 0 0,-38 38-1 0 0,43-50-59 0 0,-2 0 0 0 0,0-1 0 0 0,-1-1 0 0 0,0 0 0 0 0,-1-2-1 0 0,-31 15 1 0 0,44-24-50 0 0,1 1 0 0 0,-1-2 0 0 0,0 1-1 0 0,0-1 1 0 0,0 0 0 0 0,0 0 0 0 0,0 0-1 0 0,-1-1 1 0 0,1 0 0 0 0,0-1 0 0 0,0 1-1 0 0,0-1 1 0 0,0 0 0 0 0,0 0-1 0 0,-9-4 1 0 0,10 3 6 0 0,1 0 0 0 0,0 0 0 0 0,0 0 0 0 0,0 0 0 0 0,1-1 0 0 0,-1 0 0 0 0,1 0 0 0 0,-1 0 0 0 0,1 0 0 0 0,0 0 0 0 0,0 0 0 0 0,0-1 0 0 0,0 0 0 0 0,1 0 0 0 0,0 1 0 0 0,-1-1 0 0 0,1 0 0 0 0,1-1 0 0 0,-1 1 0 0 0,1 0 0 0 0,-2-7 0 0 0,2 9-1 0 0,1 0 1 0 0,-1 0-1 0 0,1 0 1 0 0,0-1-1 0 0,0 1 1 0 0,0 0-1 0 0,0 0 1 0 0,0 0-1 0 0,0 0 1 0 0,0 0-1 0 0,1 0 1 0 0,-1 0 0 0 0,1 0-1 0 0,0 0 1 0 0,-1 0-1 0 0,1 0 1 0 0,0 1-1 0 0,0-1 1 0 0,0 0-1 0 0,0 0 1 0 0,1 1-1 0 0,-1-1 1 0 0,0 1-1 0 0,1-1 1 0 0,-1 1-1 0 0,1-1 1 0 0,-1 1-1 0 0,1 0 1 0 0,2-1-1 0 0,-1 0 40 0 0,1 0-1 0 0,0 1 0 0 0,-1 0 0 0 0,1 0 0 0 0,0 0 0 0 0,0 0 0 0 0,0 0 0 0 0,0 1 0 0 0,0 0 0 0 0,0 0 0 0 0,0 0 0 0 0,0 0 1 0 0,5 2-1 0 0,5 1 10 0 0,1 1 1 0 0,-1 1-1 0 0,1 0 1 0 0,-1 1-1 0 0,-1 0 1 0 0,1 1-1 0 0,-1 1 0 0 0,0 0 1 0 0,13 12-1 0 0,0 2-32 0 0,-1 1 0 0 0,-1 1-1 0 0,21 27 1 0 0,-13-5 18 0 0,-27-36-609 0 0,2 0 0 0 0,-1 0-1 0 0,1-1 1 0 0,1 0-1 0 0,0 0 1 0 0,9 7-1 0 0,-16-15 266 0 0,1 0-1 0 0,-1 0 0 0 0,1 0 0 0 0,0 0 0 0 0,0 0 0 0 0,-1-1 1 0 0,1 1-1 0 0,0-1 0 0 0,0 1 0 0 0,0-1 0 0 0,0 0 0 0 0,0 1 1 0 0,0-1-1 0 0,-1 0 0 0 0,1 0 0 0 0,0 0 0 0 0,0-1 0 0 0,0 1 1 0 0,0 0-1 0 0,3-2 0 0 0,1 0-1080 0 0,0-1 1 0 0,-1 0-1 0 0,1 0 1 0 0,8-7-1 0 0,2 0-3557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4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0 180 704 0 0,'48'-170'16136'0'0,"-43"160"-15232"0"0,-1 13 848 0 0,1 16-233 0 0,-7 11-828 0 0,-1 0 1 0 0,-1-1-1 0 0,-10 32 1 0 0,-6 51-116 0 0,20-109-570 0 0,-2 16 30 0 0,0-1 0 0 0,2 1-1 0 0,0 0 1 0 0,5 27 0 0 0,-5-43-31 0 0,1 1-1 0 0,-1 0 1 0 0,1-1 0 0 0,0 1-1 0 0,1-1 1 0 0,-1 1 0 0 0,0-1-1 0 0,1 0 1 0 0,0 0-1 0 0,0 1 1 0 0,0-1 0 0 0,0 0-1 0 0,0-1 1 0 0,1 1 0 0 0,0 0-1 0 0,-1-1 1 0 0,1 1-1 0 0,0-1 1 0 0,0 0 0 0 0,0 0-1 0 0,0 0 1 0 0,0 0 0 0 0,1-1-1 0 0,-1 1 1 0 0,1-1-1 0 0,-1 0 1 0 0,1 0 0 0 0,-1 0-1 0 0,5 0 1 0 0,-2 0 4 0 0,0-1 1 0 0,0-1-1 0 0,-1 1 0 0 0,1-1 1 0 0,0 0-1 0 0,0-1 1 0 0,-1 1-1 0 0,1-1 0 0 0,-1 0 1 0 0,0 0-1 0 0,1-1 1 0 0,-1 1-1 0 0,9-8 0 0 0,-5 4 8 0 0,0 0-1 0 0,-1-1 1 0 0,0-1-1 0 0,0 0 1 0 0,-1 0-1 0 0,8-10 1 0 0,-8 7 5 0 0,0 0 1 0 0,-1 0 0 0 0,-1-1 0 0 0,0 0 0 0 0,7-24 0 0 0,6-63 162 0 0,-12 64 19 0 0,-3-1 208 0 0,-3 35-331 0 0,-1 3 11 0 0,1 18 167 0 0,-1 166 1796 0 0,5 303 847 0 0,-4-309-2415 0 0,0-178-678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4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60 143 564 0 0,'-10'10'4155'0'0,"8"-6"-2777"0"0,-2-1 0 0 0,1 0-1 0 0,0 0 1 0 0,-1 0-1 0 0,0 0 1 0 0,-7 4 789 0 0,-7 8 2477 0 0,18-15-4597 0 0,0 0 0 0 0,0 0 0 0 0,1 0 0 0 0,-1 0 0 0 0,0 0-1 0 0,0 0 1 0 0,0 0 0 0 0,1 0 0 0 0,-1 0 0 0 0,0 0 0 0 0,0 0 0 0 0,0 1 0 0 0,1-1 0 0 0,-1 0 0 0 0,0 0 0 0 0,0 0 0 0 0,0 0 0 0 0,0 0 0 0 0,0 1 0 0 0,1-1 0 0 0,-1 0-1 0 0,0 0 1 0 0,0 0 0 0 0,0 1 0 0 0,0-1 0 0 0,0 0 0 0 0,0 0 0 0 0,0 0 0 0 0,0 1 0 0 0,1-1 0 0 0,-1 0 0 0 0,0 0 0 0 0,0 1 0 0 0,0-1 0 0 0,0 0 0 0 0,0 0 0 0 0,0 0 0 0 0,0 1-1 0 0,0-1 1 0 0,-1 0 0 0 0,1 0 0 0 0,0 1 0 0 0,0-1 0 0 0,0 0 0 0 0,0 0 0 0 0,0 0 0 0 0,0 1 0 0 0,0-1 0 0 0,0 0 0 0 0,-1 0 0 0 0,1 0 0 0 0,0 0 0 0 0,0 1 0 0 0,0-1 0 0 0,0 0-1 0 0,0 0 1 0 0,-1 0 0 0 0,23-2 238 0 0,291-83 602 0 0,-239 62-795 0 0,25-7 157 0 0,-97 30-268 0 0,-1-1-1 0 0,1 1 1 0 0,0-1 0 0 0,-1 1 0 0 0,1-1 0 0 0,-1 0-1 0 0,1 1 1 0 0,-1-1 0 0 0,0 0 0 0 0,1 0 0 0 0,-1 0-1 0 0,0 0 1 0 0,1 0 0 0 0,1-3 0 0 0,-3 4-61 0 0,0-1 1 0 0,0 1-1 0 0,0-1 1 0 0,0 1 0 0 0,0-1-1 0 0,0 1 1 0 0,0-1-1 0 0,0 1 1 0 0,0-1 0 0 0,0 1-1 0 0,0-1 1 0 0,0 1-1 0 0,0-1 1 0 0,0 1 0 0 0,0-1-1 0 0,-1 1 1 0 0,1-1-1 0 0,0 1 1 0 0,0 0-1 0 0,-1-1 1 0 0,1 1 0 0 0,0-1-1 0 0,-1 1 1 0 0,1 0-1 0 0,0-1 1 0 0,-1 1 0 0 0,1-1-1 0 0,0 1 1 0 0,-1-1-1 0 0,-6-3-1812 0 0,1 0 1 0 0,-1 0-1 0 0,0 1 0 0 0,-11-5 0 0 0,9 4-1159 0 0,-8-4-3395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5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74 1264 0 0,'-30'-72'15547'0'0,"30"72"-15518"0"0,0 0 0 0 0,0 0 0 0 0,0 0 0 0 0,0 0 1 0 0,0 0-1 0 0,0 0 0 0 0,0 0 0 0 0,0 1 0 0 0,0-1 0 0 0,0 0 0 0 0,0 0 1 0 0,0 0-1 0 0,0 0 0 0 0,0 0 0 0 0,0 0 0 0 0,-1 0 0 0 0,1 0 1 0 0,0 0-1 0 0,0 0 0 0 0,0 0 0 0 0,0 1 0 0 0,0-1 0 0 0,0 0 0 0 0,0 0 1 0 0,0 0-1 0 0,-1 0 0 0 0,1 0 0 0 0,0 0 0 0 0,0 0 0 0 0,0 0 0 0 0,0 0 1 0 0,0 0-1 0 0,0 0 0 0 0,-1 0 0 0 0,1 0 0 0 0,0 0 0 0 0,0 0 0 0 0,0 0 1 0 0,0 0-1 0 0,0 0 0 0 0,0 0 0 0 0,0-1 0 0 0,-1 1 0 0 0,1 0 1 0 0,0 0-1 0 0,0 0 0 0 0,0 0 0 0 0,0 0 0 0 0,0 0 0 0 0,0 0 0 0 0,0 0 1 0 0,0 0-1 0 0,0 0 0 0 0,0 0 0 0 0,-1-1 0 0 0,1 1 0 0 0,0 0 0 0 0,0 0 1 0 0,0 0-1 0 0,0 0 0 0 0,0 0 0 0 0,0 0 0 0 0,0 0 0 0 0,0-1 0 0 0,0 1 1 0 0,0 0-1 0 0,0 0 0 0 0,0 0 0 0 0,-3 16 1047 0 0,0 21 171 0 0,3-37-1220 0 0,-17 333 4507 0 0,-12 168-2255 0 0,15-316-1684 0 0,6-168-1626 0 0,8-17 973 0 0,0 1-1 0 0,0-1 1 0 0,-1 0 0 0 0,1 0-1 0 0,0 0 1 0 0,0 1 0 0 0,0-1 0 0 0,-1 0-1 0 0,1 0 1 0 0,0 0 0 0 0,0 0-1 0 0,0 0 1 0 0,-1 0 0 0 0,1 1 0 0 0,0-1-1 0 0,0 0 1 0 0,-1 0 0 0 0,1 0-1 0 0,0 0 1 0 0,0 0 0 0 0,-1 0-1 0 0,1 0 1 0 0,0 0 0 0 0,0 0 0 0 0,-1 0-1 0 0,1 0 1 0 0,0 0 0 0 0,0 0-1 0 0,-1 0 1 0 0,1-1 0 0 0,0 1 0 0 0,0 0-1 0 0,-1 0 1 0 0,1 0 0 0 0,0 0-1 0 0,0 0 1 0 0,0 0 0 0 0,-1-1 0 0 0,1 1-1 0 0,0 0 1 0 0,0 0 0 0 0,0 0-1 0 0,-1-1 1 0 0,1 1 0 0 0,0 0-1 0 0,0 0 1 0 0,0 0 0 0 0,0-1 0 0 0,0 1-1 0 0,0 0 1 0 0,0 0 0 0 0,-1-1-1 0 0,1 1 1 0 0,0 0 0 0 0,0 0 0 0 0,0-1-1 0 0,0 1 1 0 0,0 0 0 0 0,0 0-1 0 0,0-1 1 0 0,0 1 0 0 0,0 0-1 0 0,1-1 1 0 0,-3-5-1593 0 0,0 0 0 0 0,0-1-1 0 0,1 1 1 0 0,0-1 0 0 0,1 0 0 0 0,-1 1-1 0 0,1-1 1 0 0,1-8 0 0 0,4-3-4902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53 119 2012 0 0,'49'-114'15506'0'0,"-48"113"-14972"0"0,3 0 618 0 0,-4 0-1106 0 0,1 1-1 0 0,-1 0 0 0 0,0 0 1 0 0,1 0-1 0 0,-1-1 0 0 0,0 1 1 0 0,1 0-1 0 0,-1 0 0 0 0,0 0 1 0 0,1 0-1 0 0,-1 0 0 0 0,0 0 1 0 0,1 0-1 0 0,-1 0 0 0 0,0 0 1 0 0,1 0-1 0 0,-1 0 0 0 0,0 0 1 0 0,1 0-1 0 0,-1 0 0 0 0,0 0 1 0 0,1 0-1 0 0,-1 0 0 0 0,0 0 1 0 0,0 0-1 0 0,1 0 0 0 0,-1 0 1 0 0,0 1-1 0 0,1-1 0 0 0,-1 0 1 0 0,0 0-1 0 0,1 0 0 0 0,-1 1 0 0 0,0-1 1 0 0,0 0-1 0 0,0 0 0 0 0,1 1 1 0 0,-1-1-1 0 0,0 0 0 0 0,0 1 1 0 0,0-1-1 0 0,1 0 0 0 0,-1 0 1 0 0,0 1-1 0 0,0-1 0 0 0,0 0 1 0 0,0 1-1 0 0,0-1 0 0 0,0 0 1 0 0,0 1-1 0 0,0-1 0 0 0,0 0 1 0 0,0 1-1 0 0,0-1 0 0 0,0 1 1 0 0,1 15 471 0 0,-1 0 1 0 0,0 0-1 0 0,-1 0 1 0 0,-1-1 0 0 0,-5 23-1 0 0,-27 81 128 0 0,18-68-410 0 0,-4 12-103 0 0,5-19-62 0 0,-9 52 0 0 0,23-94-63 0 0,1 1 1 0 0,0-1-1 0 0,-1 0 1 0 0,1 0 0 0 0,0 1-1 0 0,1-1 1 0 0,-1 0-1 0 0,0 1 1 0 0,1 3-1 0 0,0-5-2 0 0,-1 0-1 0 0,1-1 0 0 0,-1 1 0 0 0,0 0 1 0 0,1 0-1 0 0,-1-1 0 0 0,1 1 0 0 0,0 0 1 0 0,-1-1-1 0 0,1 1 0 0 0,-1-1 1 0 0,1 1-1 0 0,0-1 0 0 0,0 1 0 0 0,-1-1 1 0 0,1 1-1 0 0,0-1 0 0 0,0 1 0 0 0,-1-1 1 0 0,1 0-1 0 0,0 0 0 0 0,0 1 0 0 0,0-1 1 0 0,0 0-1 0 0,0 0 0 0 0,-1 0 1 0 0,1 0-1 0 0,1 0 0 0 0,10-1-1 0 0,0 0 0 0 0,0-1 0 0 0,0 0 0 0 0,-1-1 0 0 0,1-1 0 0 0,18-7 0 0 0,69-38-46 0 0,-74 36 22 0 0,-9 5 6 0 0,-1 0 0 0 0,-1-1 0 0 0,1-1 0 0 0,-2 0 0 0 0,25-23 0 0 0,-35 29 15 0 0,1 0 0 0 0,-1 0 0 0 0,0-1 0 0 0,0 1 0 0 0,0 0 0 0 0,0-1 0 0 0,-1 0 0 0 0,0 0 0 0 0,0 0-1 0 0,0 0 1 0 0,0 0 0 0 0,-1 0 0 0 0,0 0 0 0 0,0 0 0 0 0,-1-1 0 0 0,1 1 0 0 0,-1 0 0 0 0,0-1 0 0 0,-1 1 0 0 0,1 0 0 0 0,-1-1-1 0 0,-2-7 1 0 0,-1-1 158 0 0,-2 0 0 0 0,-9-20 0 0 0,15 33-150 0 0,-1 1 0 0 0,1 0-1 0 0,0 0 1 0 0,0-1-1 0 0,0 1 1 0 0,0 0-1 0 0,0-1 1 0 0,0 1 0 0 0,-1 0-1 0 0,1 0 1 0 0,0-1-1 0 0,0 1 1 0 0,0 0-1 0 0,-1 0 1 0 0,1-1 0 0 0,0 1-1 0 0,0 0 1 0 0,-1 0-1 0 0,1 0 1 0 0,0 0-1 0 0,0-1 1 0 0,-1 1 0 0 0,1 0-1 0 0,0 0 1 0 0,-1 0-1 0 0,1 0 1 0 0,0 0 0 0 0,-1 0-1 0 0,1 0 1 0 0,0 0-1 0 0,0 0 1 0 0,-1 0-1 0 0,1 0 1 0 0,-1 0 0 0 0,-7 9 140 0 0,-2 18 74 0 0,3 0-26 0 0,2 1-1 0 0,-3 48 1 0 0,6 60-25 0 0,2-114-146 0 0,-3 102 1 0 0,1 57 145 0 0,4-144-1133 0 0,1 0 0 0 0,15 67 0 0 0,-15-92 43 0 0,1 0 0 0 0,0 0 0 0 0,1 0 0 0 0,11 19 0 0 0,-13-25-641 0 0,1 0 1 0 0,1-1-1 0 0,-1 1 0 0 0,1-1 1 0 0,9 9-1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2352 0 0,'-20'24'8920'0'0,"19"-22"-8821"0"0,1-1 27 0 0,-1-1 1 0 0,1 1-1 0 0,-1 0 1 0 0,1-1-1 0 0,0 1 1 0 0,-1 0-1 0 0,1 0 0 0 0,0-1 1 0 0,0 1-1 0 0,-1 0 1 0 0,1 0-1 0 0,0 0 1 0 0,0 0-1 0 0,0-1 0 0 0,0 1 1 0 0,0 0-1 0 0,0 0 1 0 0,0 0-1 0 0,0 0 1 0 0,0-1-1 0 0,1 1 0 0 0,-1 0 1 0 0,0 0-1 0 0,0 0 1 0 0,1-1-1 0 0,-1 1 1 0 0,0 0-1 0 0,1-1 0 0 0,-1 1 1 0 0,1 0-1 0 0,-1 0 1 0 0,1-1-1 0 0,-1 1 1 0 0,1-1-1 0 0,0 1 0 0 0,1 0 1 0 0,4 2 51 0 0,1-1 1 0 0,0-1 0 0 0,0 1 0 0 0,0-1-1 0 0,0 0 1 0 0,0-1 0 0 0,0 0-1 0 0,0 0 1 0 0,9-1 0 0 0,71-14 166 0 0,-53 8-179 0 0,28-5-119 0 0,25-4-1741 0 0,-32 8-3144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7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71 2592 0 0,'-33'36'8222'0'0,"37"-30"-6503"0"0,-1-1-873 0 0,10-5-112 0 0,49-12-472 0 0,109-36 1 0 0,-130 35-1230 0 0,43-15-4636 0 0,-37 11-61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14 120 548 0 0,'-14'-118'14899'0'0,"14"116"-14479"0"0,2 19 1102 0 0,1 20-955 0 0,3 0 0 0 0,14 56 0 0 0,-16-81-534 0 0,1-1 0 0 0,0 0-1 0 0,0 0 1 0 0,1-1 0 0 0,1 1 0 0 0,0-1-1 0 0,0 0 1 0 0,1-1 0 0 0,0 0-1 0 0,16 14 1 0 0,-20-20-16 0 0,1 1-1 0 0,0-1 1 0 0,0 0-1 0 0,0 0 1 0 0,0-1 0 0 0,0 1-1 0 0,1-1 1 0 0,-1-1-1 0 0,1 1 1 0 0,-1 0 0 0 0,1-1-1 0 0,-1 0 1 0 0,1-1-1 0 0,0 1 1 0 0,0-1 0 0 0,-1 0-1 0 0,1-1 1 0 0,0 1 0 0 0,0-1-1 0 0,-1 0 1 0 0,1-1-1 0 0,-1 1 1 0 0,1-1 0 0 0,9-4-1 0 0,-10 3-5 0 0,0 0-1 0 0,0 0 1 0 0,0 0 0 0 0,-1 0-1 0 0,1-1 1 0 0,-1 0 0 0 0,0 0-1 0 0,0 0 1 0 0,0-1-1 0 0,0 1 1 0 0,-1-1 0 0 0,0 0-1 0 0,0 0 1 0 0,0 0-1 0 0,0 0 1 0 0,2-10 0 0 0,1-3 293 0 0,-2-1 0 0 0,0 1 0 0 0,2-33 0 0 0,-1 9 758 0 0,-5 40-1013 0 0,-2 22-1 0 0,-11 205 650 0 0,7-73 824 0 0,6-142-1417 0 0,-20 167 2249 0 0,16-160-2024 0 0,0-1 1 0 0,0 1 0 0 0,-2-1-1 0 0,0 0 1 0 0,0 0-1 0 0,-2-1 1 0 0,0 0-1 0 0,-13 18 1 0 0,18-29-300 0 0,0 0 1 0 0,0-1 0 0 0,0 1 0 0 0,0-1-1 0 0,-1 0 1 0 0,1 0 0 0 0,-1 0 0 0 0,0-1-1 0 0,0 1 1 0 0,0-1 0 0 0,0 0-1 0 0,0 0 1 0 0,0 0 0 0 0,-1 0 0 0 0,1-1-1 0 0,-1 0 1 0 0,1 0 0 0 0,-1 0-1 0 0,1-1 1 0 0,-1 1 0 0 0,0-1 0 0 0,1 0-1 0 0,-1 0 1 0 0,0-1 0 0 0,1 1 0 0 0,-1-1-1 0 0,1 0 1 0 0,-1 0 0 0 0,1-1-1 0 0,-1 0 1 0 0,1 1 0 0 0,0-1 0 0 0,0-1-1 0 0,0 1 1 0 0,0 0 0 0 0,0-1-1 0 0,-6-6 1 0 0,3 4-58 0 0,1-1 1 0 0,0 0-1 0 0,0 0 0 0 0,1 0 0 0 0,-1-1 0 0 0,2 1 1 0 0,-1-1-1 0 0,1-1 0 0 0,0 1 0 0 0,0-1 0 0 0,-3-9 1 0 0,6 12-201 0 0,-1 0 0 0 0,1 0 1 0 0,1 0-1 0 0,-1 0 1 0 0,1 0-1 0 0,0 0 1 0 0,0 0-1 0 0,0-1 0 0 0,1 1 1 0 0,0 0-1 0 0,0 0 1 0 0,0 0-1 0 0,0 0 1 0 0,1 0-1 0 0,0 1 0 0 0,0-1 1 0 0,0 0-1 0 0,1 1 1 0 0,4-8-1 0 0,-1 4-962 0 0,1 0 0 0 0,-1 0-1 0 0,15-13 1 0 0,-4 9-3080 0 0,2 1-3835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2:58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372 251 168 0 0,'-321'201'16800'0'0,"316"-198"-16284"0"0,0 0 1 0 0,0 0-1 0 0,0 1 1 0 0,0 0-1 0 0,1 0 1 0 0,0 1-1 0 0,-1-1 1 0 0,2 1-1 0 0,-7 8 1 0 0,10-13-445 0 0,0 1-1 0 0,0-1 1 0 0,0 1 0 0 0,0-1 0 0 0,1 0 0 0 0,-1 1 0 0 0,0-1 0 0 0,0 0 0 0 0,0 1 0 0 0,1-1 0 0 0,-1 0-1 0 0,0 1 1 0 0,0-1 0 0 0,1 0 0 0 0,-1 1 0 0 0,0-1 0 0 0,0 0 0 0 0,1 1 0 0 0,-1-1 0 0 0,0 0 0 0 0,1 0-1 0 0,-1 0 1 0 0,0 1 0 0 0,1-1 0 0 0,-1 0 0 0 0,1 0 0 0 0,-1 0 0 0 0,0 0 0 0 0,1 0 0 0 0,-1 0 0 0 0,1 0-1 0 0,-1 0 1 0 0,0 0 0 0 0,1 0 0 0 0,-1 0 0 0 0,1 0 0 0 0,0 0 0 0 0,15 2 760 0 0,-16-2-828 0 0,26-2 620 0 0,0-1-1 0 0,-1 0 1 0 0,34-11 0 0 0,-10 3-260 0 0,343-70 822 0 0,308-61-621 0 0,-469 100-495 0 0,386-76 62 0 0,-538 103-98 0 0,64-15 248 0 0,-139 29-401 0 0,0 0 0 0 0,-1 0-1 0 0,1 0 1 0 0,0-1-1 0 0,-1 1 1 0 0,1-1 0 0 0,-1 0-1 0 0,0 0 1 0 0,1 0-1 0 0,-1-1 1 0 0,4-3 0 0 0,-7-4-4287 0 0,0 9 4143 0 0,-1 1 0 0 0,1-1 0 0 0,0 0 0 0 0,0 1 0 0 0,0-1 0 0 0,-1 0 0 0 0,1 1 0 0 0,0-1 0 0 0,-1 0 0 0 0,-7-5-3399 0 0,4 5 2305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1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10 912 0 0,'-22'3'15911'0'0,"29"-3"-16985"0"0,-4 0 1332 0 0,0 0 8 0 0,188 4 1331 0 0,-188-4-1581 0 0,13 0 15 0 0,-13 0-16 0 0,3 0 141 0 0,17-3-2924 0 0,-21 3 2145 0 0,-1-1 1 0 0,1 1-1 0 0,-1-1 1 0 0,1 0-1 0 0,-1 0 1 0 0,1 0-1 0 0,7-8-3112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1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1052 0 0,'25'-54'19698'0'0,"-21"60"-18457"0"0,1 11-477 0 0,12 162 3461 0 0,-8 89-3044 0 0,-15-177-336 0 0,1-36-2704 0 0,4-18-4477 0 0,1-45 3196 0 0,1-1 1 0 0,0 1 0 0 0,4-16-1 0 0,0 8-2709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1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1752 0 0,'0'-3'2196'0'0,"2"-13"1284"0"0,-2 10-2206 0 0,0 1-1 0 0,1-1 1 0 0,0 0-1 0 0,3-9 1 0 0,-3 13-1177 0 0,0 0 0 0 0,0 0 0 0 0,0 0-1 0 0,1 0 1 0 0,-1 0 0 0 0,0 0 0 0 0,1 0 0 0 0,0 1 0 0 0,-1-1 0 0 0,1 0 0 0 0,0 1 0 0 0,0-1 0 0 0,0 1 0 0 0,0 0 0 0 0,2-2 0 0 0,1 1-50 0 0,0 0 1 0 0,0 0-1 0 0,0 0 1 0 0,0 1-1 0 0,0-1 1 0 0,1 1-1 0 0,-1 0 1 0 0,0 1 0 0 0,1-1-1 0 0,-1 1 1 0 0,1 0-1 0 0,-1 1 1 0 0,1-1-1 0 0,-1 1 1 0 0,0 0-1 0 0,0 0 1 0 0,1 1-1 0 0,-1 0 1 0 0,0 0-1 0 0,0 0 1 0 0,0 0-1 0 0,8 6 1 0 0,-6-3 79 0 0,-1-1-1 0 0,0 1 1 0 0,0 0-1 0 0,0 1 1 0 0,-1-1-1 0 0,0 1 1 0 0,0 0-1 0 0,-1 1 1 0 0,1-1-1 0 0,-1 1 1 0 0,-1 0-1 0 0,1 0 1 0 0,-1 0-1 0 0,0 0 1 0 0,2 11-1 0 0,-3-4 60 0 0,0 0-1 0 0,-1 1 1 0 0,-1-1-1 0 0,0 1 0 0 0,-1-1 1 0 0,0 0-1 0 0,-1 1 1 0 0,-1-1-1 0 0,-1 0 1 0 0,1 0-1 0 0,-8 15 0 0 0,-4 6 193 0 0,-1 0 0 0 0,-2-2-1 0 0,-22 34 1 0 0,-73 81 1904 0 0,97-124-1890 0 0,21-23-368 0 0,10-9-52 0 0,187-95-603 0 0,-134 71-2710 0 0,3 2-4012 0 0,-52 22 2926 0 0,-1 1-2287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2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107 152 112 0 0,'-79'-17'19663'0'0,"58"15"-16965"0"0,15-1-1566 0 0,14-3 356 0 0,175-49-554 0 0,13-5-3247 0 0,-190 58 1711 0 0,9-4-3518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2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31 432 0 0,'-2'-1'2639'0'0,"-37"-25"9910"0"0,39 25-12449 0 0,-1 1 1 0 0,1 0-1 0 0,0-1 0 0 0,-1 1 0 0 0,1 0 0 0 0,0 0 1 0 0,-1 0-1 0 0,1 0 0 0 0,0-1 0 0 0,-1 1 0 0 0,1 0 1 0 0,-1 0-1 0 0,1 0 0 0 0,0 0 0 0 0,-1 0 0 0 0,1 0 1 0 0,-1 0-1 0 0,1 0 0 0 0,0 0 0 0 0,-1 0 1 0 0,1 0-1 0 0,-1 0 0 0 0,1 0 0 0 0,0 0 0 0 0,-1 0 1 0 0,1 1-1 0 0,0-1 0 0 0,-1 0 0 0 0,1 0 0 0 0,-1 0 1 0 0,1 1-1 0 0,0-1 0 0 0,-1 0 0 0 0,1 0 1 0 0,0 1-1 0 0,0-1 0 0 0,-1 0 0 0 0,1 1 0 0 0,0-1 1 0 0,0 0-1 0 0,-1 1 0 0 0,1-1 0 0 0,0 0 0 0 0,0 1 1 0 0,0 0-1 0 0,1 21 1562 0 0,6 35 0 0 0,2 6-780 0 0,-2 41-478 0 0,-5 1-1 0 0,-11 110 0 0 0,8-152-1821 0 0,2-37-7753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3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90 244 0 0,'0'0'5042'0'0,"-13"-28"4419"0"0,13 27-9375 0 0,-1-1 0 0 0,1 1 0 0 0,0-1 1 0 0,-1 1-1 0 0,1-1 0 0 0,0 0 0 0 0,0 1 0 0 0,0-1 0 0 0,0 1 0 0 0,0-1 0 0 0,1 0 0 0 0,-1 1 0 0 0,0-1 0 0 0,1 1 0 0 0,-1-1 0 0 0,1 1 0 0 0,-1-1 0 0 0,1 1 0 0 0,0-1 0 0 0,0 1 0 0 0,-1-1 0 0 0,1 1 0 0 0,0 0 0 0 0,0 0 1 0 0,1-1-1 0 0,-1 1 0 0 0,0 0 0 0 0,0 0 0 0 0,0 0 0 0 0,1 0 0 0 0,-1 0 0 0 0,1 1 0 0 0,-1-1 0 0 0,3-1 0 0 0,1 0-61 0 0,0 0 0 0 0,0 0 0 0 0,1 0 1 0 0,-1 0-1 0 0,1 1 0 0 0,0 0 0 0 0,-1 0 0 0 0,1 1 0 0 0,0 0 1 0 0,-1-1-1 0 0,1 2 0 0 0,0-1 0 0 0,-1 1 0 0 0,1 0 0 0 0,0 0 1 0 0,-1 1-1 0 0,1-1 0 0 0,-1 1 0 0 0,0 0 0 0 0,1 1 0 0 0,-1-1 0 0 0,0 1 1 0 0,0 0-1 0 0,-1 0 0 0 0,1 1 0 0 0,-1 0 0 0 0,0-1 0 0 0,0 1 1 0 0,0 1-1 0 0,0-1 0 0 0,0 0 0 0 0,-1 1 0 0 0,3 5 0 0 0,-3-2 50 0 0,0 0-1 0 0,0 0 0 0 0,0 0 0 0 0,-1 0 0 0 0,-1 0 0 0 0,0 1 0 0 0,0-1 1 0 0,0 0-1 0 0,-1 1 0 0 0,0-1 0 0 0,-1 1 0 0 0,0-1 0 0 0,0 0 0 0 0,-1 1 1 0 0,0-1-1 0 0,0 0 0 0 0,-4 8 0 0 0,-1 3 189 0 0,-1-1 0 0 0,-1 0-1 0 0,-1-1 1 0 0,0 0 0 0 0,-1 0 0 0 0,-17 18 0 0 0,4 0 442 0 0,16-22-732 0 0,7-12-6 0 0,35 21-111 0 0,-25-18 137 0 0,0 0-1 0 0,0 0 1 0 0,0 1-1 0 0,-1 1 1 0 0,0 0-1 0 0,0 0 1 0 0,0 0-1 0 0,-1 1 1 0 0,8 8-1 0 0,-11-11 90 0 0,0 1 0 0 0,0-1 0 0 0,0 1 0 0 0,-1 1 0 0 0,1-1 0 0 0,-1 0 0 0 0,-1 1 0 0 0,1-1 0 0 0,-1 1 0 0 0,0 0 0 0 0,0 0 0 0 0,0 0-1 0 0,-1 0 1 0 0,0 0 0 0 0,0 0 0 0 0,0 8 0 0 0,-2-9 58 0 0,0 0 1 0 0,0 0-1 0 0,0 0 0 0 0,-1 0 0 0 0,1 0 1 0 0,-1 0-1 0 0,-1 0 0 0 0,1 0 0 0 0,0-1 1 0 0,-1 1-1 0 0,0-1 0 0 0,0 0 0 0 0,-1 0 1 0 0,1 0-1 0 0,-1 0 0 0 0,0 0 0 0 0,0-1 1 0 0,0 0-1 0 0,0 0 0 0 0,0 0 0 0 0,-1 0 1 0 0,1-1-1 0 0,-1 1 0 0 0,0-1 0 0 0,0 0 1 0 0,0-1-1 0 0,-6 2 0 0 0,0 0-64 0 0,0-1-1 0 0,-1 0 1 0 0,1-1-1 0 0,-1 0 1 0 0,1-1-1 0 0,-1 0 1 0 0,1-1 0 0 0,0 0-1 0 0,-1-1 1 0 0,1 0-1 0 0,-17-5 1 0 0,24 6-240 0 0,1-1 0 0 0,0 1 0 0 0,0 0 0 0 0,-1-1-1 0 0,1 0 1 0 0,0 1 0 0 0,0-1 0 0 0,1-1 0 0 0,-1 1 0 0 0,0 0 0 0 0,1-1 0 0 0,-1 1 0 0 0,1-1-1 0 0,0 0 1 0 0,0 1 0 0 0,-3-6 0 0 0,4 5-221 0 0,0 0 0 0 0,1 0 0 0 0,-1 0 0 0 0,0 0 1 0 0,1 1-1 0 0,0-1 0 0 0,0 0 0 0 0,0 0 0 0 0,0 0 0 0 0,0 0 0 0 0,1 0 0 0 0,-1 0 0 0 0,1 0 0 0 0,0 0 0 0 0,0 1 1 0 0,0-1-1 0 0,0 0 0 0 0,0 0 0 0 0,1 1 0 0 0,2-4 0 0 0,16-26-7209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4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83 804 0 0,'-8'-33'14096'0'0,"6"21"-10153"0"0,4 9-3654 0 0,-1 0 0 0 0,1 0 0 0 0,0 0 1 0 0,0 0-1 0 0,1 0 0 0 0,-1 1 0 0 0,1-1 0 0 0,3-2 0 0 0,1 3-238 0 0,1-1 0 0 0,0 2 1 0 0,0-1-1 0 0,0 1 0 0 0,0 1 0 0 0,0-1 0 0 0,1 2 0 0 0,-1-1 0 0 0,0 1 0 0 0,0 0 0 0 0,0 0 0 0 0,0 1 0 0 0,0 0 1 0 0,-1 1-1 0 0,8 3 0 0 0,-8-3 0 0 0,0 0 0 0 0,-1 0 0 0 0,0 1 0 0 0,0 0 0 0 0,0 0 0 0 0,0 0 1 0 0,0 1-1 0 0,-1 0 0 0 0,0 0 0 0 0,0 0 0 0 0,0 1 0 0 0,-1-1 0 0 0,0 1 0 0 0,0 0 0 0 0,0 1 1 0 0,-1-1-1 0 0,4 12 0 0 0,-4-8 40 0 0,-1 0 1 0 0,-1 1-1 0 0,0-1 1 0 0,-1 0-1 0 0,1 0 0 0 0,-2 1 1 0 0,0-1-1 0 0,0 0 1 0 0,-1 0-1 0 0,0 0 1 0 0,0 0-1 0 0,-1 0 1 0 0,-8 16-1 0 0,-4 7 354 0 0,-2-1 0 0 0,-30 45 0 0 0,-27 23 734 0 0,-7 6-181 0 0,80-104-976 0 0,4 1 8 0 0,-3-2-29 0 0,0-1 0 0 0,0 0 0 0 0,0 0 0 0 0,0 1 0 0 0,0-1 0 0 0,0 0 0 0 0,1 0 0 0 0,-1 1 0 0 0,0-1 0 0 0,0 0 0 0 0,0 0 0 0 0,0 0 0 0 0,0 1 0 0 0,0-1 0 0 0,1 0 0 0 0,-1 0 0 0 0,0 0 0 0 0,0 0 0 0 0,0 1 0 0 0,1-1 0 0 0,-1 0 0 0 0,0 0 0 0 0,0 0 0 0 0,0 0 0 0 0,1 0 0 0 0,-1 0 0 0 0,0 1 0 0 0,0-1 0 0 0,1 0 0 0 0,-1 0 0 0 0,0 0 0 0 0,0 0 0 0 0,1 0 0 0 0,-1 0 0 0 0,0 0 0 0 0,0 0 0 0 0,1 0 0 0 0,-1 0 0 0 0,0 0 0 0 0,0 0 0 0 0,1-1 0 0 0,28-3 18 0 0,1-2 0 0 0,-1-2 0 0 0,48-18 0 0 0,-23 7-11 0 0,257-95 318 0 0,-311 114-326 0 0,4-1-106 0 0,-1 0 1 0 0,1 0-1 0 0,-1-1 0 0 0,1 0 1 0 0,-1 0-1 0 0,0 0 0 0 0,0 0 1 0 0,0 0-1 0 0,0 0 0 0 0,-1-1 1 0 0,4-3-1 0 0,-4 0-1616 0 0,0 3 440 0 0,-2 3 1165 0 0,0 0 1 0 0,0-1-1 0 0,0 1 0 0 0,0 0 1 0 0,0 0-1 0 0,0-1 1 0 0,0 1-1 0 0,0 0 0 0 0,0-1 1 0 0,0 1-1 0 0,0 0 1 0 0,0-1-1 0 0,0 1 1 0 0,0 0-1 0 0,-1-1 0 0 0,1 1 1 0 0,-1-1-296 0 0,1 0 1 0 0,-1 0 0 0 0,0 0-1 0 0,0 0 1 0 0,0 0 0 0 0,0 0-1 0 0,0 0 1 0 0,-1 0-1 0 0,1 1 1 0 0,0-1 0 0 0,0 0-1 0 0,0 1 1 0 0,-1-1 0 0 0,1 1-1 0 0,0-1 1 0 0,-1 1-1 0 0,1 0 1 0 0,0-1 0 0 0,-1 1-1 0 0,1 0 1 0 0,0 0 0 0 0,-2 0-1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6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14 1792 0 0,'-27'6'8855'0'0,"24"-5"-8742"0"0,-28 13 6285 0 0,46-15-6386 0 0,73-12 249 0 0,64-7-3156 0 0,-147 19 1936 0 0,-1 1-1 0 0,0 1 1 0 0,0-1 0 0 0,0 0-1 0 0,0 1 1 0 0,0 0 0 0 0,7 2-1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6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16 2020 0 0,'-34'23'4187'0'0,"-35"26"2499"0"0,69-49-6669 0 0,1 0 0 0 0,-1 0 0 0 0,0 0 1 0 0,0 0-1 0 0,1 0 0 0 0,-1 0 0 0 0,0 0 1 0 0,0 0-1 0 0,1 0 0 0 0,-1 1 1 0 0,0-1-1 0 0,1 0 0 0 0,-1 0 0 0 0,0 0 1 0 0,0 0-1 0 0,0 0 0 0 0,1 0 1 0 0,-1 1-1 0 0,0-1 0 0 0,0 0 0 0 0,0 0 1 0 0,1 0-1 0 0,-1 1 0 0 0,0-1 1 0 0,0 0-1 0 0,0 0 0 0 0,0 0 0 0 0,1 1 1 0 0,-1-1-1 0 0,0 0 0 0 0,0 0 0 0 0,0 1 1 0 0,0-1-1 0 0,0 0 0 0 0,0 1 1 0 0,0-1-1 0 0,0 0 0 0 0,0 0 0 0 0,0 1 1 0 0,0-1-1 0 0,0 0 0 0 0,0 0 1 0 0,0 1-1 0 0,0-1 0 0 0,0 0 0 0 0,0 0 1 0 0,0 1-1 0 0,0-1 0 0 0,0 0 1 0 0,-1 0-1 0 0,1 1 0 0 0,0-1 0 0 0,0 0 1 0 0,0 0-1 0 0,0 1 0 0 0,-1-1 0 0 0,1 0 1 0 0,0 0-1 0 0,0 0 0 0 0,0 0 1 0 0,-1 1-1 0 0,1-1 0 0 0,0 0 0 0 0,-1 0 1 0 0,26 0 71 0 0,255-58-3186 0 0,-184 35-746 0 0,-12 4-918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7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370 119 1500 0 0,'-8'-8'18657'0'0,"-3"7"-18474"0"0,0-2 1 0 0,1 1-1 0 0,-1-2 0 0 0,-11-4 0 0 0,-5-2-156 0 0,-31-7-1 0 0,1-1-362 0 0,88 15 269 0 0,14 1 67 0 0,88-16 1 0 0,-40 3-23 0 0,-7 5 189 0 0,-84 10-131 0 0,9 8-37 0 0,-15 1-12 0 0,-2-1 13 0 0,-97 135 69 0 0,-237 252 0 0 0,311-366-44 0 0,-37 42 12 0 0,60-62-47 0 0,5-7 22 0 0,1-2-12 0 0,0 0 1 0 0,0 1 0 0 0,0-1 0 0 0,0 1 0 0 0,0-1 0 0 0,1 0-1 0 0,-1 1 1 0 0,0-1 0 0 0,0 1 0 0 0,1-1 0 0 0,-1 0 0 0 0,0 1-1 0 0,0-1 1 0 0,1 0 0 0 0,-1 1 0 0 0,0-1 0 0 0,1 0 0 0 0,-1 0-1 0 0,1 1 1 0 0,-1-1 0 0 0,0 0 0 0 0,1 0 0 0 0,0 1 0 0 0,71-20-8 0 0,335-67-141 0 0,-360 79-527 0 0,55-6-2456 0 0,-86 13 1257 0 0,0-1 0 0 0,17 3 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07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272 201 2072 0 0,'-8'4'551'0'0,"-253"110"14298"0"0,259-113-14143 0 0,4 2 274 0 0,-2-3-962 0 0,0 0 0 0 0,0 0 0 0 0,0 1 1 0 0,0-1-1 0 0,0 0 0 0 0,0 0 0 0 0,0 1 1 0 0,0-1-1 0 0,0 0 0 0 0,0 0 0 0 0,0 0 0 0 0,0 1 1 0 0,0-1-1 0 0,1 0 0 0 0,-1 0 0 0 0,0 0 1 0 0,0 1-1 0 0,0-1 0 0 0,0 0 0 0 0,0 0 0 0 0,1 0 1 0 0,-1 0-1 0 0,0 0 0 0 0,0 1 0 0 0,0-1 1 0 0,1 0-1 0 0,-1 0 0 0 0,0 0 0 0 0,0 0 0 0 0,0 0 1 0 0,1 0-1 0 0,-1 0 0 0 0,0 0 0 0 0,0 0 1 0 0,1 0-1 0 0,-1 0 0 0 0,0 0 0 0 0,0 0 1 0 0,0 0-1 0 0,1 0 0 0 0,-1 0 0 0 0,0 0 0 0 0,0 0 1 0 0,1 0-1 0 0,-1 0 0 0 0,0 0 0 0 0,0 0 0 0 0,361-71 2337 0 0,-157 26-2103 0 0,686-108 228 0 0,-685 120-432 0 0,-156 24 146 0 0,-10 1-905 0 0,-13 4-2778 0 0,-61-1-202 0 0,-33 10-3935 0 0,34-3 2186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0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38 1280 0 0,'-3'0'1608'0'0,"-55"16"6205"0"0,55-15-7488 0 0,-16 5 2760 0 0,45-9-2882 0 0,0-3 0 0 0,45-14 0 0 0,-42 11-2252 0 0,48-9 0 0 0,-61 14-2519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0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1 212 0 0,'-4'0'2487'0'0,"3"0"-2318"0"0,-8 0 1333 0 0,-1 0 0 0 0,1 0 0 0 0,0 1 0 0 0,-18 4 0 0 0,24-4-1313 0 0,-1 1 0 0 0,1-1 0 0 0,0 1 0 0 0,-1 0 1 0 0,1 0-1 0 0,0 0 0 0 0,0 0 0 0 0,0 0 0 0 0,0 1 1 0 0,0-1-1 0 0,1 1 0 0 0,-1 0 0 0 0,1 0 0 0 0,0 0 1 0 0,0 0-1 0 0,-3 6 0 0 0,-4 7 69 0 0,1 0 0 0 0,1 1 0 0 0,0 0 0 0 0,2 1 0 0 0,0-1 0 0 0,1 1 0 0 0,0 0 1 0 0,2 0-1 0 0,0 0 0 0 0,1 0 0 0 0,1 1 0 0 0,2 24 0 0 0,-1-40-239 0 0,-1 0 1 0 0,1 0-1 0 0,0 0 1 0 0,-1 0-1 0 0,1 0 1 0 0,1 0-1 0 0,-1 0 1 0 0,0 0-1 0 0,1 0 1 0 0,0 0-1 0 0,3 4 1 0 0,-4-6-12 0 0,1 0 0 0 0,0 1 0 0 0,-1-1 0 0 0,1 0 0 0 0,0-1 0 0 0,-1 1 0 0 0,1 0 0 0 0,0 0 0 0 0,0-1 0 0 0,0 1 1 0 0,-1-1-1 0 0,1 1 0 0 0,0-1 0 0 0,0 0 0 0 0,0 0 0 0 0,0 0 0 0 0,0 0 0 0 0,0 0 0 0 0,0 0 0 0 0,0 0 0 0 0,3-2 0 0 0,69-21 13 0 0,-34 10-80 0 0,-35 12 55 0 0,-1 1 0 0 0,1 0-1 0 0,-1 0 1 0 0,1 1 0 0 0,-1-1-1 0 0,1 1 1 0 0,-1 0 0 0 0,1 0-1 0 0,-1 0 1 0 0,0 1 0 0 0,1-1-1 0 0,-1 1 1 0 0,0 0 0 0 0,0 1 0 0 0,0-1-1 0 0,3 3 1 0 0,-1-1 46 0 0,0 0 0 0 0,-1 0-1 0 0,0 0 1 0 0,0 0 0 0 0,0 1 0 0 0,0 0 0 0 0,-1 0 0 0 0,0 0-1 0 0,0 0 1 0 0,0 1 0 0 0,-1 0 0 0 0,0-1 0 0 0,0 1 0 0 0,0 0 0 0 0,-1 1-1 0 0,0-1 1 0 0,0 0 0 0 0,0 1 0 0 0,-1-1 0 0 0,0 1 0 0 0,0 0-1 0 0,-1-1 1 0 0,0 1 0 0 0,0 0 0 0 0,0-1 0 0 0,-1 1 0 0 0,0 0-1 0 0,0-1 1 0 0,-4 11 0 0 0,1-5 34 0 0,0 0-1 0 0,-1 0 1 0 0,-1-1-1 0 0,1 0 1 0 0,-2 0-1 0 0,0 0 1 0 0,0-1-1 0 0,-1 0 1 0 0,0 0-1 0 0,0-1 1 0 0,-1 0-1 0 0,-1-1 1 0 0,1 0-1 0 0,-1 0 1 0 0,-11 6-1 0 0,10-8-32 0 0,-1 0-1 0 0,1-1 0 0 0,-1-1 0 0 0,0 1 1 0 0,0-2-1 0 0,-1 0 0 0 0,1 0 0 0 0,-24 1 1 0 0,28-4-90 0 0,0 0 1 0 0,0 0 0 0 0,0-1-1 0 0,0 0 1 0 0,0-1 0 0 0,0 1-1 0 0,0-2 1 0 0,1 1-1 0 0,-1-1 1 0 0,1 0 0 0 0,-1 0-1 0 0,1-1 1 0 0,0 0 0 0 0,0 0-1 0 0,-6-6 1 0 0,10 8-213 0 0,1-1 0 0 0,-1 1 1 0 0,1-1-1 0 0,0 1 0 0 0,-1-1 0 0 0,1 0 0 0 0,1 0 0 0 0,-1 0 1 0 0,0 0-1 0 0,1 0 0 0 0,-1-1 0 0 0,1 1 0 0 0,0 0 0 0 0,0-1 1 0 0,0-3-1 0 0,0 4-511 0 0,1-1 0 0 0,0 1 0 0 0,0-1 1 0 0,0 1-1 0 0,1 0 0 0 0,-1-1 0 0 0,1 1 1 0 0,0 0-1 0 0,2-7 0 0 0,3-3-4338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1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71 1868 0 0,'5'-7'1579'0'0,"-3"5"-995"0"0,0 0-1 0 0,0 0 1 0 0,-1 0-1 0 0,1-1 1 0 0,0 1 0 0 0,-1-1-1 0 0,0 1 1 0 0,0-1 0 0 0,0 1-1 0 0,0-1 1 0 0,0 1 0 0 0,0-1-1 0 0,-1 0 1 0 0,1 0 0 0 0,-1 1-1 0 0,0-1 1 0 0,0 0 0 0 0,0 0-1 0 0,0 1 1 0 0,-1-5-1 0 0,1 6 16 0 0,-1 1-533 0 0,1-1-1 0 0,0 1 1 0 0,0-1 0 0 0,-1 1-1 0 0,1 0 1 0 0,0-1 0 0 0,-1 1-1 0 0,1 0 1 0 0,0-1 0 0 0,-1 1-1 0 0,1 0 1 0 0,0 0 0 0 0,-1-1-1 0 0,1 1 1 0 0,-1 0-1 0 0,1 0 1 0 0,-1 0 0 0 0,1-1-1 0 0,-1 1 1 0 0,1 0 0 0 0,-1 0-1 0 0,-4 3 18 0 0,0 0-1 0 0,0 0 0 0 0,1 1 1 0 0,-1-1-1 0 0,1 1 1 0 0,0 0-1 0 0,0 1 0 0 0,1-1 1 0 0,-1 0-1 0 0,1 1 0 0 0,0 0 1 0 0,-5 10-1 0 0,-4 9 114 0 0,-11 36 0 0 0,19-50-133 0 0,-8 25 60 0 0,0 0-1 0 0,3 1 1 0 0,1 1 0 0 0,-5 50 0 0 0,12-75-109 0 0,0 1 1 0 0,1 0 0 0 0,0 0-1 0 0,1 0 1 0 0,1-1-1 0 0,0 1 1 0 0,0 0 0 0 0,2-1-1 0 0,-1 0 1 0 0,2 0-1 0 0,-1 0 1 0 0,2 0-1 0 0,-1-1 1 0 0,2 1 0 0 0,-1-1-1 0 0,11 12 1 0 0,-12-18-2 0 0,0 0 1 0 0,1 0 0 0 0,-1-1-1 0 0,1 0 1 0 0,0 0-1 0 0,0 0 1 0 0,0-1-1 0 0,0 1 1 0 0,11 2 0 0 0,-13-4 18 0 0,0-1 0 0 0,-1 0 0 0 0,1 0 0 0 0,0 0 0 0 0,0-1 0 0 0,1 1 1 0 0,-1-1-1 0 0,0 0 0 0 0,0 0 0 0 0,0 0 0 0 0,0-1 0 0 0,0 0 0 0 0,0 1 0 0 0,0-1 1 0 0,0-1-1 0 0,0 1 0 0 0,6-4 0 0 0,-7 4 2 0 0,0-1 1 0 0,-1 0-1 0 0,1 1 1 0 0,-1-1-1 0 0,0 0 1 0 0,0-1 0 0 0,0 1-1 0 0,0 0 1 0 0,0 0-1 0 0,0-1 1 0 0,0 0-1 0 0,-1 1 1 0 0,1-1-1 0 0,-1 0 1 0 0,0 1-1 0 0,0-1 1 0 0,0 0-1 0 0,0 0 1 0 0,0 0-1 0 0,-1 0 1 0 0,1 0-1 0 0,-1 0 1 0 0,0 0-1 0 0,0 0 1 0 0,0 0-1 0 0,0 0 1 0 0,-1 0-1 0 0,0-4 1 0 0,0 3-16 0 0,0 0 0 0 0,-1 0 0 0 0,1 0 0 0 0,-1 0 0 0 0,0 0 0 0 0,-1 0 0 0 0,1 0 0 0 0,0 1 0 0 0,-1-1 0 0 0,0 1 0 0 0,0 0 0 0 0,0 0 0 0 0,0 0 0 0 0,0 0 0 0 0,-1 0 0 0 0,1 1 0 0 0,-1 0 0 0 0,0-1 0 0 0,-4-1 0 0 0,-3 1-12 0 0,0 0 0 0 0,-1 0 0 0 0,1 1 0 0 0,0 0 0 0 0,-1 1 0 0 0,1 1 0 0 0,-1 0 0 0 0,-17 2 0 0 0,25-2-182 0 0,1 0 0 0 0,-1 1 0 0 0,1 0 1 0 0,-1-1-1 0 0,1 1 0 0 0,-1 1 0 0 0,1-1 0 0 0,-1 0 0 0 0,1 1 0 0 0,0 0 0 0 0,0-1 0 0 0,0 1 1 0 0,0 1-1 0 0,0-1 0 0 0,1 0 0 0 0,-5 5 0 0 0,7-7 34 0 0,-1 1-1 0 0,1-1 0 0 0,0 1 1 0 0,-1-1-1 0 0,1 1 1 0 0,0-1-1 0 0,0 1 0 0 0,0-1 1 0 0,0 1-1 0 0,-1-1 1 0 0,1 1-1 0 0,0-1 0 0 0,0 1 1 0 0,0 0-1 0 0,0-1 1 0 0,0 1-1 0 0,0-1 0 0 0,0 1 1 0 0,1-1-1 0 0,-1 1 1 0 0,0-1-1 0 0,0 1 0 0 0,0-1 1 0 0,0 1-1 0 0,1-1 1 0 0,-1 1-1 0 0,0-1 0 0 0,1 1 1 0 0,-1-1-1 0 0,0 1 1 0 0,1-1-1 0 0,-1 1 0 0 0,0-1 1 0 0,1 0-1 0 0,-1 1 1 0 0,1-1-1 0 0,0 1 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1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71 2788 0 0,'-3'0'2378'0'0,"-23"2"4395"0"0,22-2-5495 0 0,-17 2 1528 0 0,14-2-1106 0 0,18-3-169 0 0,55-12-1324 0 0,79-15-819 0 0,-126 27-353 0 0,28-6-3067 0 0,-16 0-2041 0 0,-14 4 698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2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190 148 1596 0 0,'-96'-64'17967'0'0,"95"63"-17885"0"0,0 1-1 0 0,0-1 1 0 0,0 0-1 0 0,0 1 1 0 0,0-1 0 0 0,0 0-1 0 0,1 0 1 0 0,-1 1-1 0 0,0-1 1 0 0,0 0 0 0 0,1 0-1 0 0,-1 0 1 0 0,1 0-1 0 0,-1 0 1 0 0,1 0-1 0 0,-1 0 1 0 0,1 0 0 0 0,-1 0-1 0 0,1 0 1 0 0,0 0-1 0 0,0 0 1 0 0,0-1 0 0 0,-1 1-1 0 0,1 0 1 0 0,0 0-1 0 0,1-2 1 0 0,-1 1-37 0 0,1 1 0 0 0,0-1 0 0 0,0 0 0 0 0,0 0 0 0 0,0 1 0 0 0,0-1 0 0 0,0 0 0 0 0,1 1 0 0 0,-1-1 0 0 0,0 1 0 0 0,1 0 0 0 0,-1-1 0 0 0,4-1 0 0 0,2-1-38 0 0,0-1 1 0 0,1 1-1 0 0,-1 0 0 0 0,1 1 0 0 0,15-5 0 0 0,-15 6-9 0 0,1 1 0 0 0,-1 0 0 0 0,1 0 0 0 0,0 1 0 0 0,-1 0 0 0 0,1 1 0 0 0,-1 0 0 0 0,1 0 0 0 0,-1 0 0 0 0,1 1 0 0 0,-1 1 0 0 0,12 4 0 0 0,-16-5 6 0 0,-1-1 1 0 0,0 1 0 0 0,0 0-1 0 0,0 0 1 0 0,0 0 0 0 0,0 0 0 0 0,0 0-1 0 0,-1 1 1 0 0,1-1 0 0 0,-1 1-1 0 0,1 0 1 0 0,-1 0 0 0 0,0 0-1 0 0,0 0 1 0 0,0 0 0 0 0,-1 0-1 0 0,1 0 1 0 0,-1 1 0 0 0,0-1-1 0 0,0 1 1 0 0,0-1 0 0 0,0 1 0 0 0,0-1-1 0 0,-1 1 1 0 0,1-1 0 0 0,-1 1-1 0 0,0 0 1 0 0,-1-1 0 0 0,1 1-1 0 0,0-1 1 0 0,-3 8 0 0 0,0 0 7 0 0,0 0 1 0 0,-1 0-1 0 0,-1-1 1 0 0,1 1-1 0 0,-2-1 1 0 0,1 0-1 0 0,-2 0 1 0 0,-11 14-1 0 0,-6 3 12 0 0,-39 33 0 0 0,14-14 34 0 0,23-21-157 0 0,25-23 80 0 0,4 1-19 0 0,-3-3 39 0 0,0 0 0 0 0,0 1-1 0 0,0-1 1 0 0,0 0-1 0 0,0 0 1 0 0,0 1 0 0 0,0-1-1 0 0,0 0 1 0 0,0 0 0 0 0,0 1-1 0 0,1-1 1 0 0,-1 0-1 0 0,0 0 1 0 0,0 1 0 0 0,0-1-1 0 0,0 0 1 0 0,1 0 0 0 0,-1 0-1 0 0,0 1 1 0 0,0-1-1 0 0,1 0 1 0 0,-1 0 0 0 0,0 0-1 0 0,0 0 1 0 0,1 1-1 0 0,-1-1 1 0 0,1 0 0 0 0,19 6-74 0 0,-1 0 1 0 0,1 2 0 0 0,-1 0-1 0 0,27 17 1 0 0,-40-22 137 0 0,-1 0-1 0 0,-1 0 1 0 0,1 1-1 0 0,0-1 1 0 0,-1 1-1 0 0,0 0 1 0 0,0 0-1 0 0,0 1 1 0 0,0-1-1 0 0,-1 1 1 0 0,1 0-1 0 0,-1 0 1 0 0,-1 0-1 0 0,1 0 1 0 0,-1 1-1 0 0,1-1 1 0 0,-2 1-1 0 0,1-1 1 0 0,-1 1-1 0 0,1 0 1 0 0,-1 8-1 0 0,-1-7 37 0 0,-1 0 0 0 0,0 0 0 0 0,-1 0 0 0 0,1 0 0 0 0,-1 0-1 0 0,-1 0 1 0 0,1-1 0 0 0,-1 1 0 0 0,-1-1 0 0 0,1 0 0 0 0,-1 1 0 0 0,0-2 0 0 0,0 1 0 0 0,-1 0-1 0 0,1-1 1 0 0,-1 0 0 0 0,0 0 0 0 0,-1 0 0 0 0,1-1 0 0 0,-1 0 0 0 0,0 0 0 0 0,0 0-1 0 0,-1-1 1 0 0,1 1 0 0 0,-1-2 0 0 0,1 1 0 0 0,-1-1 0 0 0,0 0 0 0 0,0 0 0 0 0,0-1 0 0 0,0 0-1 0 0,0 0 1 0 0,0-1 0 0 0,0 0 0 0 0,-1 0 0 0 0,1 0 0 0 0,0-1 0 0 0,-11-3 0 0 0,6 0-79 0 0,0 0 1 0 0,0-1 0 0 0,-20-12 0 0 0,28 15-329 0 0,1 0 0 0 0,0 0 0 0 0,0 0 0 0 0,0-1 0 0 0,0 1 1 0 0,1-1-1 0 0,-1 1 0 0 0,1-1 0 0 0,-1 0 0 0 0,1 0 0 0 0,0 0 0 0 0,0 0 0 0 0,0-1 1 0 0,1 1-1 0 0,-1 0 0 0 0,1-1 0 0 0,-2-5 0 0 0,3 7-315 0 0,0-1 1 0 0,1 1-1 0 0,-1-1 0 0 0,1 1 1 0 0,-1-1-1 0 0,1 1 0 0 0,0-1 0 0 0,0 1 1 0 0,0 0-1 0 0,0 0 0 0 0,0-1 1 0 0,0 1-1 0 0,1 0 0 0 0,-1 0 1 0 0,4-3-1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2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291 126 1600 0 0,'14'-36'9385'0'0,"-4"-17"-143"0"0,-7 27-4790 0 0,-2 25-3993 0 0,-1 0-397 0 0,0 1 1 0 0,0 0-1 0 0,0-1 1 0 0,0 1-1 0 0,0 0 1 0 0,0-1-1 0 0,0 1 1 0 0,1 0-1 0 0,-1-1 1 0 0,0 1 0 0 0,0 0-1 0 0,0-1 1 0 0,0 1-1 0 0,0-1 1 0 0,-1 1-1 0 0,1 0 1 0 0,0-1-1 0 0,0 1 1 0 0,0 0-1 0 0,0-1 1 0 0,0 1-1 0 0,0 0 1 0 0,-1-1 0 0 0,1 1-1 0 0,-7 5-49 0 0,0 1-1 0 0,0-1 1 0 0,1 2-1 0 0,-1-1 1 0 0,2 1-1 0 0,-10 12 1 0 0,-30 53 41 0 0,26-39-57 0 0,-2 0-45 0 0,2 2-1 0 0,1 0 1 0 0,1 1 0 0 0,2 1 0 0 0,2 0 0 0 0,-12 55-1 0 0,23-83 37 0 0,1-1-1 0 0,0 1 0 0 0,1 0 0 0 0,-1-1 0 0 0,2 1 0 0 0,-1 0 0 0 0,1-1 0 0 0,1 1 0 0 0,4 16 0 0 0,-4-21 24 0 0,0 0-1 0 0,0 1 0 0 0,0-1 1 0 0,1 0-1 0 0,-1 0 0 0 0,1 0 1 0 0,0 0-1 0 0,0-1 0 0 0,1 1 1 0 0,-1-1-1 0 0,1 0 0 0 0,-1 0 1 0 0,1 0-1 0 0,0 0 0 0 0,0-1 0 0 0,1 0 1 0 0,-1 0-1 0 0,0 0 0 0 0,7 2 1 0 0,-1-1 11 0 0,1-1 1 0 0,0 0-1 0 0,-1 0 1 0 0,1-2-1 0 0,0 1 1 0 0,-1-1-1 0 0,13-2 1 0 0,-15 2 9 0 0,-1-1 0 0 0,1 0 1 0 0,0-1-1 0 0,-1 0 0 0 0,0 0 1 0 0,1-1-1 0 0,-1 0 0 0 0,0 0 1 0 0,0 0-1 0 0,9-7 0 0 0,-15 9-21 0 0,1 0-1 0 0,-1 0 1 0 0,1 0 0 0 0,-1 0-1 0 0,0 0 1 0 0,0 0 0 0 0,1 0-1 0 0,-1 0 1 0 0,0-1 0 0 0,0 1-1 0 0,0 0 1 0 0,-1-1 0 0 0,1 1-1 0 0,0-1 1 0 0,0 1 0 0 0,-1-1-1 0 0,1 1 1 0 0,-1-1 0 0 0,1 0-1 0 0,-1 1 1 0 0,0-1 0 0 0,0 0-1 0 0,1 1 1 0 0,-1-1 0 0 0,0 0-1 0 0,-1 1 1 0 0,1-1 0 0 0,0-2-1 0 0,-2 2-6 0 0,1 0-1 0 0,0 0 0 0 0,-1 0 1 0 0,1 0-1 0 0,-1 1 0 0 0,0-1 1 0 0,0 0-1 0 0,1 1 0 0 0,-1-1 1 0 0,0 1-1 0 0,0 0 0 0 0,-1 0 1 0 0,1 0-1 0 0,0 0 0 0 0,0 0 1 0 0,0 0-1 0 0,-1 0 0 0 0,-2 0 1 0 0,-9-2-264 0 0,0 0 1 0 0,0 1-1 0 0,0 1 1 0 0,0 0-1 0 0,0 1 1 0 0,0 0-1 0 0,0 1 0 0 0,-24 5 1 0 0,19-1-2334 0 0,-34 12 0 0 0,-16 15-7280 0 0,44-18 2184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4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9 145 376 0 0,'0'-2'2950'0'0,"-2"-3"-2420"0"0,0 0 0 0 0,1-1 0 0 0,-1 1 0 0 0,1 0 0 0 0,1-1 0 0 0,-1 1 0 0 0,1 0 0 0 0,0-1 0 0 0,0 1 0 0 0,1 0 0 0 0,-1-1 0 0 0,1 1 0 0 0,0 0 0 0 0,3-9 0 0 0,-2 11-456 0 0,0-1 0 0 0,-1 1 0 0 0,1 0-1 0 0,0 0 1 0 0,0-1 0 0 0,1 1-1 0 0,-1 1 1 0 0,1-1 0 0 0,-1 0-1 0 0,1 1 1 0 0,0-1 0 0 0,0 1-1 0 0,0 0 1 0 0,1 0 0 0 0,-1 0-1 0 0,0 0 1 0 0,1 0 0 0 0,-1 1-1 0 0,1 0 1 0 0,-1 0 0 0 0,1 0 0 0 0,5-1-1 0 0,-3 1 2 0 0,1 1-1 0 0,0 0 1 0 0,0 0-1 0 0,0 1 1 0 0,0 0 0 0 0,-1 0-1 0 0,1 1 1 0 0,0-1-1 0 0,-1 1 1 0 0,1 1 0 0 0,-1-1-1 0 0,0 1 1 0 0,0 0-1 0 0,0 1 1 0 0,6 4-1 0 0,-1 0 55 0 0,0 0 0 0 0,-1 0 0 0 0,-1 1 0 0 0,1 0 0 0 0,-1 1 0 0 0,14 21 0 0 0,-17-22-22 0 0,-1 0 0 0 0,0 1 0 0 0,-1-1 0 0 0,0 1 0 0 0,-1 0 0 0 0,0 0 0 0 0,0 1 0 0 0,-1-1 0 0 0,-1 1 0 0 0,0-1 0 0 0,0 1 0 0 0,-1-1 0 0 0,0 1 0 0 0,-1 0 0 0 0,0-1 0 0 0,0 1 0 0 0,-1-1 0 0 0,-4 12 0 0 0,-1-2 128 0 0,-1 0-1 0 0,0-1 1 0 0,-1 1 0 0 0,-2-2-1 0 0,0 0 1 0 0,0 0-1 0 0,-2-1 1 0 0,-16 18 0 0 0,28-34-193 0 0,-1 1 1 0 0,1-1 0 0 0,-1 1-1 0 0,0-1 1 0 0,1 0 0 0 0,-1 0-1 0 0,0 0 1 0 0,0 0-1 0 0,0 0 1 0 0,-3 1 0 0 0,5-2-40 0 0,-1 0 0 0 0,1 0 1 0 0,0 0-1 0 0,-1 0 1 0 0,1 0-1 0 0,0 0 0 0 0,-1 0 1 0 0,1 0-1 0 0,-1 0 0 0 0,1 0 1 0 0,0 0-1 0 0,-1 0 0 0 0,1 0 1 0 0,0 0-1 0 0,-1 0 1 0 0,1 0-1 0 0,0 0 0 0 0,-1-1 1 0 0,1 1-1 0 0,0 0 0 0 0,-1 0 1 0 0,1 0-1 0 0,0-1 1 0 0,-1 1-1 0 0,1-1-2 0 0,-1 0 1 0 0,1 0-1 0 0,0 1 1 0 0,0-1-1 0 0,-1 0 1 0 0,1 0-1 0 0,0 0 1 0 0,0 1-1 0 0,0-1 1 0 0,0 0-1 0 0,0 0 0 0 0,0 0 1 0 0,0 0-1 0 0,0 1 1 0 0,0-1-1 0 0,1-1 1 0 0,3-16 1 0 0,1 0 0 0 0,1 0-1 0 0,0 1 1 0 0,2 0 0 0 0,0 0 0 0 0,14-22 0 0 0,73-94-20 0 0,-46 68 23 0 0,7-5 53 0 0,-55 70-60 0 0,0-1 1 0 0,0 0 0 0 0,-1 1-1 0 0,1-1 1 0 0,0 0-1 0 0,-1 0 1 0 0,1 0-1 0 0,-1 0 1 0 0,1 0 0 0 0,-1 0-1 0 0,1 0 1 0 0,-1 0-1 0 0,0 0 1 0 0,1 0-1 0 0,-1 0 1 0 0,0 0 0 0 0,0 0-1 0 0,0 0 1 0 0,0 0-1 0 0,0 0 1 0 0,0 0-1 0 0,0 0 1 0 0,0 0 0 0 0,0 0-1 0 0,0 0 1 0 0,-1 0-1 0 0,1 0 1 0 0,0 0-1 0 0,-1 0 1 0 0,1 0 0 0 0,-1 0-1 0 0,0-1 1 0 0,0 2-2 0 0,0-1-1 0 0,0 1 1 0 0,0-1 0 0 0,0 1 0 0 0,0-1 0 0 0,0 1 0 0 0,0 0 0 0 0,0-1-1 0 0,0 1 1 0 0,0 0 0 0 0,-1 0 0 0 0,1 0 0 0 0,0 0 0 0 0,0 0-1 0 0,0 0 1 0 0,0 0 0 0 0,0 0 0 0 0,-1 0 0 0 0,1 1 0 0 0,0-1 0 0 0,0 0-1 0 0,0 1 1 0 0,0-1 0 0 0,0 1 0 0 0,-2 0 0 0 0,-6 6-8 0 0,-1-1 1 0 0,1 1 0 0 0,0 0-1 0 0,1 1 1 0 0,0 0 0 0 0,0 1-1 0 0,1-1 1 0 0,0 2-1 0 0,-6 9 1 0 0,-2 7 10 0 0,0 0 1 0 0,-13 34-1 0 0,24-48 0 0 0,-1 0 0 0 0,1 0 0 0 0,1 0 0 0 0,0 1 0 0 0,1-1 0 0 0,0 1 0 0 0,1-1 0 0 0,0 1 0 0 0,2 19 0 0 0,0-26 2 0 0,-1-1 1 0 0,2 1-1 0 0,-1-1 1 0 0,1 1 0 0 0,-1-1-1 0 0,1 0 1 0 0,1 1-1 0 0,-1-1 1 0 0,1 0-1 0 0,0-1 1 0 0,0 1-1 0 0,0 0 1 0 0,1-1-1 0 0,0 0 1 0 0,0 0-1 0 0,0 0 1 0 0,0 0-1 0 0,0-1 1 0 0,1 1-1 0 0,0-1 1 0 0,-1 0-1 0 0,1-1 1 0 0,9 5-1 0 0,-1-3 13 0 0,0 0 0 0 0,0-1 0 0 0,0-1 0 0 0,0 0 0 0 0,1 0 0 0 0,-1-2 0 0 0,1 1 0 0 0,-1-2 0 0 0,17-2 0 0 0,15-3-207 0 0,58-18 1 0 0,-86 19-567 0 0,0 0 0 0 0,23-13 0 0 0,5-6-4601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4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255 394 2352 0 0,'-82'44'3657'0'0,"-82"40"3669"0"0,164-84-7253 0 0,-1 0 0 0 0,1 1 0 0 0,-1-1 0 0 0,1 1 0 0 0,-1-1 0 0 0,1 0 0 0 0,-1 1 0 0 0,1-1 0 0 0,-1 1 0 0 0,1-1 0 0 0,-1 1 0 0 0,1-1 0 0 0,0 1 0 0 0,-1 0 0 0 0,1-1 0 0 0,0 1 0 0 0,-1 0-1 0 0,1-1 1 0 0,0 2 0 0 0,0-2-23 0 0,0 0-1 0 0,0 1 1 0 0,0-1-1 0 0,0 0 0 0 0,0 1 1 0 0,0-1-1 0 0,0 0 1 0 0,0 1-1 0 0,1-1 0 0 0,-1 0 1 0 0,0 0-1 0 0,0 1 1 0 0,0-1-1 0 0,0 0 0 0 0,1 0 1 0 0,-1 1-1 0 0,0-1 1 0 0,0 0-1 0 0,0 0 0 0 0,1 1 1 0 0,-1-1-1 0 0,0 0 1 0 0,0 0-1 0 0,1 0 0 0 0,-1 0 1 0 0,0 1-1 0 0,1-1 1 0 0,-1 0-1 0 0,0 0 0 0 0,1 0 1 0 0,-1 0-1 0 0,0 0 1 0 0,0 0-1 0 0,1 0 0 0 0,-1 0 1 0 0,0 0-1 0 0,1 0 1 0 0,-1 0-1 0 0,0 0 0 0 0,1 0 1 0 0,-1 0-1 0 0,0 0 1 0 0,1 0-1 0 0,-1 0 0 0 0,0 0 1 0 0,1-1-1 0 0,32-6 648 0 0,0-1-1 0 0,-1-2 1 0 0,34-15-1 0 0,-17 7-335 0 0,82-29 193 0 0,450-155 652 0 0,10 39-820 0 0,-503 142-347 0 0,86-15-266 0 0,-156 35-227 0 0,-15 0 48 0 0,11 6-2547 0 0,-23 13-1294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4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0 788 0 0,'-3'1'2359'0'0,"-42"2"7014"0"0,12 0-4217 0 0,28 0-4855 0 0,5-3-273 0 0,0 0 0 0 0,0 0 0 0 0,-1 0 1 0 0,1 0-1 0 0,0 0 0 0 0,0 0 0 0 0,-1 0 1 0 0,1 0-1 0 0,0 0 0 0 0,0 1 0 0 0,-1-1 1 0 0,1 0-1 0 0,0 0 0 0 0,0 0 0 0 0,-1 0 1 0 0,1 0-1 0 0,0 1 0 0 0,0-1 0 0 0,-1 0 1 0 0,1 0-1 0 0,0 0 0 0 0,0 0 0 0 0,0 1 1 0 0,0-1-1 0 0,-1 0 0 0 0,1 0 0 0 0,0 1 1 0 0,0-1-1 0 0,0 0 0 0 0,0 0 0 0 0,0 1 1 0 0,0-1-1 0 0,0 0 0 0 0,0 0 0 0 0,0 1 1 0 0,0-1-1 0 0,4 21 704 0 0,1-1-1 0 0,0 0 1 0 0,12 26 0 0 0,-7-20-272 0 0,10 39 0 0 0,-5 7-62 0 0,-4 1 0 0 0,4 137 0 0 0,-13-180 252 0 0,0-8-2944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5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41 108 1148 0 0,'2'-30'14386'0'0,"-2"30"-14316"0"0,-8 14 1210 0 0,1 3-832 0 0,0 0-1 0 0,2 1 1 0 0,0 0 0 0 0,2 1 0 0 0,0-1 0 0 0,0 1 0 0 0,2-1 0 0 0,1 29 0 0 0,1-35-439 0 0,0 0 0 0 0,1 0 0 0 0,0 0 0 0 0,1 0 0 0 0,1-1 0 0 0,5 14 0 0 0,-6-18 16 0 0,1 0-1 0 0,-1-1 1 0 0,1 0-1 0 0,1 1 1 0 0,-1-1-1 0 0,1-1 1 0 0,0 1-1 0 0,0-1 0 0 0,1 0 1 0 0,9 8-1 0 0,-7-9-11 0 0,0 0-1 0 0,0 0 1 0 0,0-1-1 0 0,1 0 0 0 0,-1 0 1 0 0,1-1-1 0 0,0 0 1 0 0,-1-1-1 0 0,1 1 0 0 0,0-2 1 0 0,0 1-1 0 0,0-1 1 0 0,0-1-1 0 0,0 0 0 0 0,0 0 1 0 0,12-4-1 0 0,-4 1 4 0 0,0-1 0 0 0,-1 0 0 0 0,0-1 0 0 0,0-1 1 0 0,0-1-1 0 0,-1 0 0 0 0,22-16 0 0 0,-31 19-13 0 0,0 0 1 0 0,0 0 0 0 0,0-1-1 0 0,-1 0 1 0 0,0 0 0 0 0,0 0 0 0 0,-1 0-1 0 0,1-1 1 0 0,-2 0 0 0 0,1 0-1 0 0,0 0 1 0 0,-1 0 0 0 0,-1 0-1 0 0,1-1 1 0 0,-1 1 0 0 0,-1-1-1 0 0,1 0 1 0 0,-1 1 0 0 0,0-10 0 0 0,-1 7-4 0 0,-1 1 1 0 0,0-1 0 0 0,0 0 0 0 0,-1 1-1 0 0,0-1 1 0 0,-1 1 0 0 0,0 0 0 0 0,0 0-1 0 0,-1 0 1 0 0,0 0 0 0 0,-1 1 0 0 0,0 0-1 0 0,0-1 1 0 0,-1 2 0 0 0,-7-10 0 0 0,5 9 12 0 0,0 0 1 0 0,-1 1 0 0 0,0 0 0 0 0,0 0-1 0 0,0 1 1 0 0,-1 0 0 0 0,0 1 0 0 0,-16-7-1 0 0,-7 1-1068 0 0,-47-12 0 0 0,58 18-253 0 0,20 5 756 0 0,-17-7-1578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5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54 436 0 0,'-5'0'2758'0'0,"-100"5"8112"0"0,102-5-10399 0 0,-12 2 1634 0 0,26-1-1970 0 0,-1-1 0 0 0,0-1 0 0 0,1 0 0 0 0,-1 0 0 0 0,0-1 1 0 0,0 0-1 0 0,14-5 0 0 0,7-1 22 0 0,105-19-587 0 0,-91 20-2489 0 0,-1 2-3639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5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34 111 1156 0 0,'-3'3'677'0'0,"-1"1"341"0"0,0 0 0 0 0,0 1 0 0 0,1 0 0 0 0,-1 0 1 0 0,1 0-1 0 0,0 0 0 0 0,-3 8 0 0 0,6-12-963 0 0,0-1 1 0 0,0 1 0 0 0,0-1-1 0 0,0 1 1 0 0,1-1 0 0 0,-1 0-1 0 0,0 1 1 0 0,0-1-1 0 0,0 1 1 0 0,0-1 0 0 0,1 1-1 0 0,-1-1 1 0 0,0 0 0 0 0,0 1-1 0 0,1-1 1 0 0,-1 0 0 0 0,0 1-1 0 0,1-1 1 0 0,-1 0 0 0 0,0 1-1 0 0,1-1 1 0 0,-1 0 0 0 0,0 0-1 0 0,1 1 1 0 0,-1-1 0 0 0,1 0-1 0 0,-1 0 1 0 0,0 0 0 0 0,1 0-1 0 0,-1 0 1 0 0,1 1 0 0 0,-1-1-1 0 0,1 0 1 0 0,-1 0 0 0 0,1 0-1 0 0,-1 0 1 0 0,1 0-1 0 0,-1 0 1 0 0,1-1 0 0 0,17 2 470 0 0,-18-1-514 0 0,29-3 482 0 0,1-2 0 0 0,52-14 0 0 0,-24 4-327 0 0,170-41-2100 0 0,-77 15-2348 0 0,-118 32 2828 0 0,50-13-2867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6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63 1584 0 0,'-29'-57'13542'0'0,"29"56"-13046"0"0,0 1-458 0 0,0 0 0 0 0,0 0-1 0 0,0-1 1 0 0,0 1 0 0 0,0 0-1 0 0,0 0 1 0 0,0 0 0 0 0,0 0 0 0 0,0-1-1 0 0,0 1 1 0 0,0 0 0 0 0,0 0 0 0 0,-1 0-1 0 0,1 0 1 0 0,0 0 0 0 0,0-1-1 0 0,0 1 1 0 0,0 0 0 0 0,0 0 0 0 0,0 0-1 0 0,0 0 1 0 0,0 0 0 0 0,0 0 0 0 0,-1-1-1 0 0,1 1 1 0 0,0 0 0 0 0,0 0-1 0 0,0 0 1 0 0,0 0 0 0 0,0 0 0 0 0,0 0-1 0 0,-1 0 1 0 0,1 0 0 0 0,0 0-1 0 0,0 0 1 0 0,0 0 0 0 0,0 0 0 0 0,-1 0-1 0 0,1 0 1 0 0,0 0 0 0 0,0 0 0 0 0,0 0-1 0 0,0 0 1 0 0,0 0 0 0 0,-1 0-1 0 0,1 0 1 0 0,0 0 0 0 0,0 0 0 0 0,0 0-1 0 0,0 0 1 0 0,-1 0 0 0 0,1 0 0 0 0,-3 11 809 0 0,3 16-234 0 0,3-2-409 0 0,2 1 1 0 0,0-1-1 0 0,2-1 1 0 0,0 1-1 0 0,2-1 0 0 0,11 23 1 0 0,-16-39-189 0 0,0-1 0 0 0,0 0 0 0 0,1 0 0 0 0,0 0 0 0 0,0 0 0 0 0,0-1 0 0 0,1 0 0 0 0,0 0 0 0 0,0-1 0 0 0,1 1 0 0 0,0-1 0 0 0,-1-1 0 0 0,2 1 0 0 0,-1-1 0 0 0,0 0 0 0 0,1-1 0 0 0,0 0 0 0 0,0 0 0 0 0,0-1 0 0 0,0 0 0 0 0,0 0 0 0 0,9 0 0 0 0,-5-1 7 0 0,0-1-1 0 0,1 0 1 0 0,-1-1-1 0 0,0 0 1 0 0,1-1-1 0 0,-1 0 0 0 0,0-1 1 0 0,0-1-1 0 0,-1 0 1 0 0,23-10-1 0 0,-27 10 1 0 0,0 0 0 0 0,0-1-1 0 0,0 0 1 0 0,-1 0-1 0 0,0 0 1 0 0,0-1 0 0 0,0 0-1 0 0,-1 0 1 0 0,1 0-1 0 0,-1-1 1 0 0,-1 1 0 0 0,1-1-1 0 0,-1-1 1 0 0,-1 1-1 0 0,1 0 1 0 0,-1-1 0 0 0,2-8-1 0 0,8-50 1621 0 0,-12 64-1602 0 0,-2 27-71 0 0,-6 100 780 0 0,-7 83 479 0 0,7-149-144 0 0,-21 86 0 0 0,25-134-1055 0 0,0 0 1 0 0,-1 0 0 0 0,0-1-1 0 0,-1 0 1 0 0,0 1 0 0 0,0-1-1 0 0,-1-1 1 0 0,0 1-1 0 0,-1-1 1 0 0,0 0 0 0 0,-1-1-1 0 0,0 0 1 0 0,0 0-1 0 0,0 0 1 0 0,-1-1 0 0 0,0-1-1 0 0,-1 1 1 0 0,1-1-1 0 0,-1-1 1 0 0,-1 0 0 0 0,1 0-1 0 0,-1-1 1 0 0,1-1 0 0 0,-1 0-1 0 0,0 0 1 0 0,0-1-1 0 0,-1 0 1 0 0,1-1 0 0 0,0 0-1 0 0,-1-1 1 0 0,1 0-1 0 0,0-1 1 0 0,0 0 0 0 0,-22-6-1 0 0,26 6-637 0 0,1-1 0 0 0,0 0 0 0 0,0 0 0 0 0,0-1 0 0 0,-9-5 0 0 0,-2-7-4548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6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179 209 2504 0 0,'-169'106'13843'0'0,"168"-106"-13767"0"0,1 0-1 0 0,-1 0 0 0 0,1 1 0 0 0,-1-1 0 0 0,1 0 0 0 0,-1 1 0 0 0,1-1 0 0 0,-1 0 1 0 0,1 1-1 0 0,-1-1 0 0 0,1 1 0 0 0,-1-1 0 0 0,1 1 0 0 0,0-1 0 0 0,-1 1 0 0 0,1-1 1 0 0,0 1-1 0 0,-1-1 0 0 0,1 1 0 0 0,0-1 0 0 0,0 1 0 0 0,0 0 0 0 0,-1 0 0 0 0,13 3 1071 0 0,25-8-263 0 0,-36 4-869 0 0,293-65 1351 0 0,-164 32-1138 0 0,851-172 231 0 0,-942 198-561 0 0,62-9-1824 0 0,-89 19 276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7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72 200 0 0,'-8'0'1395'0'0,"-18"-1"3078"0"0,25 1-4335 0 0,0 0 1 0 0,0 0-1 0 0,0 0 0 0 0,1 0 1 0 0,-1-1-1 0 0,0 1 0 0 0,1 0 0 0 0,-1 0 1 0 0,0-1-1 0 0,0 1 0 0 0,1-1 1 0 0,-1 1-1 0 0,1 0 0 0 0,-1-1 1 0 0,0 1-1 0 0,1-1 0 0 0,-1 1 1 0 0,1-1-1 0 0,-1 0 0 0 0,1 1 1 0 0,-1-1-1 0 0,1 0 0 0 0,0 1 1 0 0,-1-1-1 0 0,1 0 0 0 0,0 1 1 0 0,-1-2-1 0 0,1 1-30 0 0,0 0 0 0 0,0 0 0 0 0,1-1-1 0 0,-1 1 1 0 0,0 0 0 0 0,1 0 0 0 0,-1 0 0 0 0,1 0 0 0 0,-1 0 0 0 0,1 0 0 0 0,-1 1-1 0 0,1-1 1 0 0,0 0 0 0 0,-1 0 0 0 0,1 0 0 0 0,0 0 0 0 0,0 1 0 0 0,0-1 0 0 0,-1 0-1 0 0,3 0 1 0 0,17-12 1047 0 0,-12 9-837 0 0,1 0 0 0 0,1 0 0 0 0,-1 1 0 0 0,0 0 0 0 0,1 1 0 0 0,-1 0 0 0 0,1 1 0 0 0,0 0 0 0 0,0 0 0 0 0,10 1 0 0 0,-17 0-244 0 0,0 0 0 0 0,1 0 0 0 0,-1 1 0 0 0,0-1 0 0 0,1 1 0 0 0,-1 0 0 0 0,0 0 0 0 0,0 0-1 0 0,0 0 1 0 0,0 1 0 0 0,0-1 0 0 0,0 1 0 0 0,0 0 0 0 0,0 0 0 0 0,0 0 0 0 0,-1 0 0 0 0,1 0-1 0 0,-1 0 1 0 0,1 1 0 0 0,-1-1 0 0 0,0 1 0 0 0,0 0 0 0 0,0 0 0 0 0,-1 0 0 0 0,1-1 0 0 0,-1 2-1 0 0,1-1 1 0 0,-1 0 0 0 0,0 0 0 0 0,0 0 0 0 0,0 0 0 0 0,-1 1 0 0 0,1 3 0 0 0,-1 6 63 0 0,0 0-1 0 0,0 0 1 0 0,-2 0 0 0 0,1 0-1 0 0,-2 0 1 0 0,0-1 0 0 0,0 1 0 0 0,-1-1-1 0 0,-1 1 1 0 0,0-1 0 0 0,-12 20 0 0 0,-7 7 732 0 0,-56 71 0 0 0,26-51 142 0 0,-5 8 349 0 0,59-67-1350 0 0,0 0 1 0 0,-1 0 0 0 0,1 1-1 0 0,0-1 1 0 0,0 0 0 0 0,-1 1-1 0 0,1-1 1 0 0,0 0 0 0 0,0 0 0 0 0,0 1-1 0 0,-1-1 1 0 0,1 0 0 0 0,0 1-1 0 0,0-1 1 0 0,0 0 0 0 0,0 1-1 0 0,0-1 1 0 0,0 0 0 0 0,0 1 0 0 0,0-1-1 0 0,0 1 1 0 0,0-1 0 0 0,0 0-1 0 0,0 1 1 0 0,0-1 0 0 0,0 0-1 0 0,0 1 1 0 0,0-1 0 0 0,0 0-1 0 0,0 1 1 0 0,0-1 0 0 0,1 0 0 0 0,-1 1-1 0 0,13 2 121 0 0,24-10-119 0 0,-32 6 18 0 0,320-75-2388 0 0,-294 68-497 0 0,30-13-1 0 0,-45 14-1539 0 0,27-16 0 0 0,-23 9-2000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8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1541 704 0 0,'-2'-14'4681'0'0,"-1"1"0"0"0,-7-22 1556 0 0,8 37-5504 0 0,-2 0-494 0 0,1 1 0 0 0,0 0 0 0 0,0 0 0 0 0,0 0-1 0 0,0 0 1 0 0,0 1 0 0 0,1-1 0 0 0,0 1 0 0 0,-1 0 0 0 0,1 0 0 0 0,1 0 0 0 0,-1 0 0 0 0,0 0 0 0 0,-1 8 0 0 0,-4 13 515 0 0,-3 30 0 0 0,8-47-600 0 0,-3 22 135 0 0,1 0 0 0 0,2 0 0 0 0,1 0 0 0 0,3 33 0 0 0,-2-53-248 0 0,2 1-1 0 0,-1-1 0 0 0,1 0 0 0 0,1 1 1 0 0,0-1-1 0 0,0 0 0 0 0,1 0 0 0 0,0-1 1 0 0,1 1-1 0 0,0-1 0 0 0,0 0 0 0 0,1 0 1 0 0,0-1-1 0 0,1 0 0 0 0,9 10 1 0 0,-10-14-25 0 0,0 1 0 0 0,0-2 0 0 0,0 1 0 0 0,1 0 0 0 0,-1-1 1 0 0,1-1-1 0 0,0 1 0 0 0,0-1 0 0 0,0 0 0 0 0,0 0 1 0 0,0-1-1 0 0,0 0 0 0 0,0 0 0 0 0,1-1 0 0 0,-1 0 1 0 0,0 0-1 0 0,14-3 0 0 0,-14 2-12 0 0,-1 0 1 0 0,1-1-1 0 0,-1 1 0 0 0,0-1 1 0 0,0-1-1 0 0,0 1 0 0 0,0-1 1 0 0,0 0-1 0 0,0-1 1 0 0,-1 1-1 0 0,0-1 0 0 0,1 0 1 0 0,-1-1-1 0 0,-1 1 0 0 0,1-1 1 0 0,-1 0-1 0 0,0 0 1 0 0,0 0-1 0 0,7-12 0 0 0,-8 8-1 0 0,1-1 1 0 0,-1 0-1 0 0,-1 0 0 0 0,0 0 0 0 0,0-1 1 0 0,-1 1-1 0 0,-1 0 0 0 0,1-1 0 0 0,-2 1 1 0 0,1 0-1 0 0,-1-1 0 0 0,-1 1 0 0 0,0 0 1 0 0,0 0-1 0 0,-5-10 0 0 0,0-1 0 0 0,-1 1 1 0 0,-1 0-1 0 0,-1 0 0 0 0,-1 1 0 0 0,0 0 1 0 0,-16-19-1 0 0,19 29-92 0 0,0 0-1 0 0,-1 1 1 0 0,0-1-1 0 0,-1 2 1 0 0,0-1-1 0 0,0 1 1 0 0,0 1 0 0 0,-22-11-1 0 0,-31-6-3668 0 0,1 9-7706 0 0</inkml:trace>
  <inkml:trace contextRef="#ctx0" brushRef="#br0" timeOffset="1">2334 84 1416 0 0,'-70'-7'10537'0'0,"68"7"-9657"0"0,-21 0 2098 0 0,17-3-1645 0 0,13-4-1163 0 0,6 1-101 0 0,0 0 0 0 0,1 2-1 0 0,-1-1 1 0 0,1 2 0 0 0,19-3-1 0 0,4-2-18 0 0,97-17-1658 0 0,-110 23-2599 0 0,42 0 0 0 0,-50 4-1143 0 0</inkml:trace>
  <inkml:trace contextRef="#ctx0" brushRef="#br0" timeOffset="2">2449 272 356 0 0,'-30'21'6386'0'0,"-48"45"1"0"0,76-64-5981 0 0,2-2-378 0 0,0 1 0 0 0,0-1 0 0 0,1 1 0 0 0,-1-1 0 0 0,0 1 0 0 0,0-1-1 0 0,0 0 1 0 0,1 1 0 0 0,-1-1 0 0 0,0 0 0 0 0,1 1 0 0 0,-1-1 0 0 0,0 0 0 0 0,1 1-1 0 0,-1-1 1 0 0,0 0 0 0 0,1 1 0 0 0,-1-1 0 0 0,0 0 0 0 0,1 0 0 0 0,-1 0 0 0 0,1 1-1 0 0,-1-1 1 0 0,1 0 0 0 0,-1 0 0 0 0,0 0 0 0 0,1 0 0 0 0,-1 0 0 0 0,1 0 0 0 0,-1 0 0 0 0,1 0-1 0 0,0 0 1 0 0,15 0 158 0 0,46-11-111 0 0,82-25 0 0 0,-56 13-1039 0 0,118-34-5583 0 0,-127 35 1671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8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6 2252 0 0,'-157'-6'12845'0'0,"154"6"-12440"0"0,-11 1 2091 0 0,40 5-2227 0 0,1-2-1 0 0,-1-1 1 0 0,47 0-1 0 0,-7-1-136 0 0,-33 0-92 0 0,95 11 54 0 0,-126-13-88 0 0,0 0 0 0 0,1 1 0 0 0,-1-1-1 0 0,0 1 1 0 0,0 0 0 0 0,0 0 0 0 0,0 0-1 0 0,1 0 1 0 0,-1 0 0 0 0,0 0-1 0 0,-1 0 1 0 0,4 3 0 0 0,-4-3-3 0 0,0 0 0 0 0,0 1 0 0 0,0-1 0 0 0,-1 0 1 0 0,1 1-1 0 0,0-1 0 0 0,-1 1 0 0 0,1-1 0 0 0,-1 1 0 0 0,0-1 0 0 0,1 1 0 0 0,-1-1 1 0 0,0 1-1 0 0,0-1 0 0 0,0 1 0 0 0,0-1 0 0 0,0 1 0 0 0,0-1 0 0 0,0 1 0 0 0,-1 0 1 0 0,1-1-1 0 0,0 1 0 0 0,-1-1 0 0 0,0 2 0 0 0,-3 7 7 0 0,0-1 0 0 0,-1 0 0 0 0,0 0-1 0 0,0-1 1 0 0,0 1 0 0 0,-14 14 0 0 0,-48 43 8 0 0,47-48-3 0 0,-198 156 1127 0 0,119-100-466 0 0,96-72-655 0 0,-5 4 2 0 0,0 0 0 0 0,1 0 0 0 0,0 1 1 0 0,-10 12-1 0 0,16-19-17 0 0,1 1 1 0 0,0-1-1 0 0,0 1 0 0 0,0 0 0 0 0,-1-1 1 0 0,1 1-1 0 0,0 0 0 0 0,0-1 1 0 0,0 1-1 0 0,0 0 0 0 0,0-1 1 0 0,0 1-1 0 0,0 0 0 0 0,1-1 0 0 0,-1 1 1 0 0,0 0-1 0 0,0-1 0 0 0,0 1 1 0 0,1 0-1 0 0,-1-1 0 0 0,0 1 0 0 0,1-1 1 0 0,-1 1-1 0 0,0-1 0 0 0,1 1 1 0 0,-1-1-1 0 0,1 1 0 0 0,-1-1 1 0 0,1 1-1 0 0,-1-1 0 0 0,1 1 0 0 0,-1-1 1 0 0,1 0-1 0 0,0 1 0 0 0,-1-1 1 0 0,1 0-1 0 0,-1 0 0 0 0,1 1 1 0 0,0-1-1 0 0,-1 0 0 0 0,1 0 0 0 0,0 0 1 0 0,-1 0-1 0 0,2 0 0 0 0,11 3 59 0 0,0-1 0 0 0,0-1 0 0 0,1-1 0 0 0,-1 0-1 0 0,14-1 1 0 0,72-13 99 0 0,-35 3-115 0 0,150-31 43 0 0,-185 33-240 0 0,-8 3 911 0 0,-8 3-2985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9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205 119 1816 0 0,'-4'1'1740'0'0,"-142"22"10749"0"0,94-11-7337 0 0,50-12-4537 0 0,20-3 18 0 0,692-129 950 0 0,-594 113-2935 0 0,-113 19 753 0 0,3 1-479 0 0,-5-1 969 0 0,-1 0 1 0 0,0 0-1 0 0,1 0 0 0 0,-1 0 1 0 0,1 0-1 0 0,-1 0 0 0 0,1 0 1 0 0,-1 0-1 0 0,1 0 1 0 0,-1 0-1 0 0,1 0 0 0 0,-1 0 1 0 0,0 0-1 0 0,1 1 0 0 0,-1-1 1 0 0,1 0-1 0 0,-1 0 0 0 0,0 0 1 0 0,1 1-1 0 0,-1-1 1 0 0,1 0-1 0 0,-1 0 0 0 0,0 1 1 0 0,1-1-1 0 0,-1 1 0 0 0,0 0-290 0 0,0 1 0 0 0,1 0 0 0 0,-1-1 0 0 0,-1 1 0 0 0,1 0 0 0 0,0-1 0 0 0,0 1 0 0 0,-1-1 0 0 0,1 1 0 0 0,-1-1 0 0 0,1 1 0 0 0,-1-1 0 0 0,1 1 0 0 0,-1-1 0 0 0,0 1 0 0 0,0-1 0 0 0,-2 2 0 0 0,-2 6-3255 0 0,-2 3-1280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19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 1384 0 0,'-177'56'17370'0'0,"215"-57"-16016"0"0,-21 0-1228 0 0,0 1-1 0 0,0 1 1 0 0,0 0 0 0 0,0 1 0 0 0,0 1 0 0 0,-1 1-1 0 0,1 0 1 0 0,-1 1 0 0 0,18 9 0 0 0,-27-11-77 0 0,0 0 0 0 0,-1 1 0 0 0,0 0 1 0 0,0 0-1 0 0,0 1 0 0 0,0 0 0 0 0,-1 0 0 0 0,0 0 1 0 0,0 1-1 0 0,0-1 0 0 0,-1 1 0 0 0,0 0 0 0 0,0 1 1 0 0,0-1-1 0 0,-1 1 0 0 0,0-1 0 0 0,0 1 0 0 0,-1 0 1 0 0,1 0-1 0 0,-2 0 0 0 0,1 1 0 0 0,-1-1 1 0 0,1 9-1 0 0,-2-2 84 0 0,0 1 0 0 0,-1-1 1 0 0,-1 1-1 0 0,0-1 0 0 0,-1 0 0 0 0,-1 1 1 0 0,0-2-1 0 0,-1 1 0 0 0,-12 25 1 0 0,-2-3 317 0 0,-2-1 1 0 0,-31 41-1 0 0,3-14 1076 0 0,-76 74 1 0 0,124-136-1520 0 0,1 0 1 0 0,0 0-1 0 0,0 0 1 0 0,0 0 0 0 0,0 0-1 0 0,0 0 1 0 0,-1 0 0 0 0,1 0-1 0 0,0 0 1 0 0,0 0 0 0 0,0 0-1 0 0,0 0 1 0 0,0 1-1 0 0,-1-1 1 0 0,1 0 0 0 0,0 0-1 0 0,0 0 1 0 0,0 0 0 0 0,0 0-1 0 0,0 0 1 0 0,0 0 0 0 0,0 1-1 0 0,-1-1 1 0 0,1 0-1 0 0,0 0 1 0 0,0 0 0 0 0,0 0-1 0 0,0 0 1 0 0,0 1 0 0 0,0-1-1 0 0,0 0 1 0 0,0 0 0 0 0,0 0-1 0 0,0 0 1 0 0,0 0-1 0 0,0 1 1 0 0,0-1 0 0 0,0 0-1 0 0,0 0 1 0 0,0 0 0 0 0,0 0-1 0 0,0 1 1 0 0,0-1 0 0 0,0 0-1 0 0,0 0 1 0 0,0 0-1 0 0,0 0 1 0 0,1 0 0 0 0,-1 1-1 0 0,0-1 1 0 0,0 0 0 0 0,0 0-1 0 0,0 0 1 0 0,0 0-1 0 0,0 0 1 0 0,0 0 0 0 0,0 0-1 0 0,1 1 1 0 0,-1-1 0 0 0,0 0-1 0 0,0 0 1 0 0,15-2 122 0 0,19-9-76 0 0,242-83-2267 0 0,-89 42-6630 0 0,-101 21-337 0 0,-58 21 2806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20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480 123 1316 0 0,'-1'-3'2514'0'0,"-4"-16"2069"0"0,4 13-3127 0 0,-1-1-1 0 0,1 1 1 0 0,-1 0 0 0 0,-1 0-1 0 0,1 0 1 0 0,-5-7 1474 0 0,6 13-2854 0 0,0 1 0 0 0,0-1 0 0 0,0 0 0 0 0,0 1 0 0 0,0-1 0 0 0,0 1 0 0 0,0 0 0 0 0,0-1 0 0 0,0 1 0 0 0,0 0 0 0 0,1-1 0 0 0,-1 1 0 0 0,0 0 0 0 0,0 0 0 0 0,1 0 0 0 0,-1 0 0 0 0,1 0 0 0 0,-1-1 0 0 0,1 1 0 0 0,-1 0 0 0 0,1 0 0 0 0,-1 2 0 0 0,-9 27 877 0 0,8-24-747 0 0,-6 22 103 0 0,1 1 0 0 0,1-1 0 0 0,2 1-1 0 0,1 0 1 0 0,1 0 0 0 0,1 0 0 0 0,2 0 0 0 0,7 51 0 0 0,-7-74-252 0 0,1 0-1 0 0,-1 0 1 0 0,1 0 0 0 0,0 0 0 0 0,0 0 0 0 0,0-1 0 0 0,1 1 0 0 0,0-1-1 0 0,0 0 1 0 0,1 1 0 0 0,-1-2 0 0 0,1 1 0 0 0,0 0 0 0 0,0-1 0 0 0,1 1 0 0 0,-1-1-1 0 0,1-1 1 0 0,0 1 0 0 0,0-1 0 0 0,0 1 0 0 0,1-1 0 0 0,-1-1 0 0 0,1 1-1 0 0,0-1 1 0 0,0 0 0 0 0,-1 0 0 0 0,1-1 0 0 0,0 0 0 0 0,0 0 0 0 0,1 0 0 0 0,-1-1-1 0 0,0 0 1 0 0,0 0 0 0 0,0 0 0 0 0,0-1 0 0 0,0 0 0 0 0,9-2 0 0 0,-4 0 43 0 0,1-1 0 0 0,-1-1 0 0 0,0 1 0 0 0,0-2 0 0 0,0 0 0 0 0,-1 0 0 0 0,0-1 0 0 0,0 0 0 0 0,0 0 0 0 0,-1-1 1 0 0,0-1-1 0 0,-1 1 0 0 0,0-2 0 0 0,0 1 0 0 0,-1-1 0 0 0,10-18 0 0 0,-10 16-20 0 0,-1-1 0 0 0,0 0-1 0 0,-1 0 1 0 0,0-1 0 0 0,-1 1 0 0 0,0-1-1 0 0,-2 0 1 0 0,1 0 0 0 0,-2 0-1 0 0,0-1 1 0 0,-1 1 0 0 0,0 0 0 0 0,-1-1-1 0 0,-2-13 1 0 0,1 19-49 0 0,0 1-1 0 0,0 0 0 0 0,-1 0 1 0 0,0 0-1 0 0,0 0 0 0 0,-1 1 1 0 0,0-1-1 0 0,0 1 0 0 0,-1 0 1 0 0,0 0-1 0 0,0 1 0 0 0,-1-1 1 0 0,-7-6-1 0 0,5 6-44 0 0,-1 1-1 0 0,0 0 1 0 0,0 0 0 0 0,0 1-1 0 0,-1 0 1 0 0,0 1 0 0 0,1 0-1 0 0,-2 0 1 0 0,-14-3 0 0 0,2 3-489 0 0,0 1 1 0 0,0 1-1 0 0,0 1 0 0 0,-1 1 1 0 0,1 1-1 0 0,0 1 1 0 0,0 1-1 0 0,0 1 1 0 0,-24 8-1 0 0,-104 43-5425 0 0,47-8-1269 0 0,-12 7-3352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25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21 792 0 0,'-14'-2'3968'0'0,"-5"-3"-1038"0"0,15 3-2567 0 0,1 1-1 0 0,-1 0 0 0 0,1 0 0 0 0,-1 1 1 0 0,0-1-1 0 0,-5 0 0 0 0,14-2-163 0 0,-5 3-191 0 0,0 0 1 0 0,0 0 0 0 0,0-1-1 0 0,0 1 1 0 0,0 0 0 0 0,1 0-1 0 0,-1-1 1 0 0,0 1 0 0 0,0 0-1 0 0,1 0 1 0 0,-1 0-1 0 0,0-1 1 0 0,0 1 0 0 0,0 0-1 0 0,1 0 1 0 0,-1 0 0 0 0,0 0-1 0 0,1 0 1 0 0,-1 0 0 0 0,0 0-1 0 0,0-1 1 0 0,1 1 0 0 0,-1 0-1 0 0,0 0 1 0 0,1 0 0 0 0,-1 0-1 0 0,0 0 1 0 0,0 0 0 0 0,1 0-1 0 0,-1 0 1 0 0,0 1 0 0 0,1-1-1 0 0,2 0 60 0 0,1 0 0 0 0,0 1-1 0 0,-1 0 1 0 0,1-1-1 0 0,-1 1 1 0 0,0 1 0 0 0,1-1-1 0 0,-1 0 1 0 0,0 1-1 0 0,0 0 1 0 0,0-1 0 0 0,0 1-1 0 0,0 0 1 0 0,0 1-1 0 0,0-1 1 0 0,-1 1 0 0 0,1-1-1 0 0,-1 1 1 0 0,0 0-1 0 0,1-1 1 0 0,-1 1 0 0 0,-1 1-1 0 0,1-1 1 0 0,0 0-1 0 0,-1 0 1 0 0,0 0 0 0 0,2 6-1 0 0,1 8 135 0 0,-1 0-1 0 0,-1 0 1 0 0,0 1 0 0 0,-2-1-1 0 0,0 1 1 0 0,0-1 0 0 0,-2 0-1 0 0,-4 22 1 0 0,-3 3 137 0 0,-2-1 0 0 0,-20 49 0 0 0,20-63 129 0 0,-1-1 0 0 0,-1 0 0 0 0,-1 0 1 0 0,-1-2-1 0 0,-2 0 0 0 0,0 0 0 0 0,-28 28 0 0 0,44-52-453 0 0,1 1-1 0 0,0-1 1 0 0,-1 1-1 0 0,1-1 0 0 0,-1 1 1 0 0,1-1-1 0 0,-1 1 1 0 0,1-1-1 0 0,-1 1 0 0 0,1-1 1 0 0,-1 1-1 0 0,1-1 1 0 0,-1 0-1 0 0,1 1 0 0 0,-1-1 1 0 0,0 0-1 0 0,1 0 1 0 0,-1 0-1 0 0,0 1 0 0 0,1-1 1 0 0,-1 0-1 0 0,1 0 0 0 0,-1 0 1 0 0,0 0-1 0 0,1 0 1 0 0,-1 0-1 0 0,0 0 0 0 0,0 0 1 0 0,1 0-1 0 0,-1 0 1 0 0,1-1-1 0 0,-1 1 0 0 0,0 0 1 0 0,1 0-1 0 0,-1-1 1 0 0,0 1-1 0 0,1 0 0 0 0,-1-1 1 0 0,1 1-1 0 0,-1 0 1 0 0,1-1-1 0 0,-1 0 0 0 0,0 0-4 0 0,0-1 1 0 0,0 1-1 0 0,1-1 0 0 0,-1 1 0 0 0,1-1 0 0 0,-1 1 0 0 0,1-1 0 0 0,0 0 0 0 0,-1 1 0 0 0,1-1 0 0 0,0 0 1 0 0,0 1-1 0 0,0-1 0 0 0,0 1 0 0 0,1-1 0 0 0,-1 0 0 0 0,1-1 0 0 0,5-17 5 0 0,1 0 1 0 0,0 1-1 0 0,2 0 0 0 0,0 0 0 0 0,23-32 0 0 0,71-82 20 0 0,-80 104-18 0 0,35-34 8 0 0,126-108-1 0 0,-169 161-17 0 0,-11 8-5 0 0,-1 0 0 0 0,0 0 0 0 0,0-1 0 0 0,0 1 0 0 0,0-1 0 0 0,0 1 0 0 0,-1-1 0 0 0,1 0 0 0 0,-1 0 0 0 0,0 0 0 0 0,0 0 0 0 0,2-4 1 0 0,-3 5-3 0 0,-1 2-6 0 0,0 0 5 0 0,0-1 1 0 0,0 1 0 0 0,-1 0-1 0 0,1-1 1 0 0,0 1-1 0 0,0 0 1 0 0,0 0 0 0 0,0 0-1 0 0,-1-1 1 0 0,1 1-1 0 0,0 0 1 0 0,0 0-1 0 0,-1 0 1 0 0,1 0 0 0 0,0-1-1 0 0,0 1 1 0 0,-1 0-1 0 0,1 0 1 0 0,0 0 0 0 0,-1 0-1 0 0,1 0 1 0 0,0 0-1 0 0,0 0 1 0 0,-1 0 0 0 0,1 0-1 0 0,0 0 1 0 0,-1 0-1 0 0,1 0 1 0 0,-1 0 0 0 0,-8 4-11 0 0,0 0 1 0 0,1 0 0 0 0,-1 1 0 0 0,1 1 0 0 0,0-1 0 0 0,0 2 0 0 0,0-1-1 0 0,-11 13 1 0 0,-53 68-30 0 0,58-68 33 0 0,3-4 0 0 0,0 0 1 0 0,2 0-1 0 0,0 1 0 0 0,1 1 1 0 0,0-1-1 0 0,1 1 1 0 0,-5 20-1 0 0,11-30 6 0 0,-1 0 0 0 0,1 0 0 0 0,0 0 0 0 0,1 0 0 0 0,0 0-1 0 0,0 0 1 0 0,0 0 0 0 0,1 0 0 0 0,2 10 0 0 0,-2-13 4 0 0,1 1 0 0 0,0-1 0 0 0,0 1-1 0 0,0-1 1 0 0,0 0 0 0 0,1 0 0 0 0,-1 0 0 0 0,1 0 0 0 0,0-1 0 0 0,0 1 0 0 0,1-1-1 0 0,-1 1 1 0 0,1-1 0 0 0,-1 0 0 0 0,6 3 0 0 0,2 0 3 0 0,-1-1 0 0 0,1 0 0 0 0,1 0-1 0 0,-1-1 1 0 0,1-1 0 0 0,-1 0 0 0 0,1 0 0 0 0,0-1 0 0 0,0-1 0 0 0,0 0 0 0 0,0-1 0 0 0,18-1-1 0 0,16-4 37 0 0,88-20-1 0 0,-81 13 2 0 0,-49 11-102 0 0,50-14 328 0 0,-51 14-414 0 0,1 0-1 0 0,-1-1 1 0 0,0 0 0 0 0,1 0-1 0 0,-1 0 1 0 0,0 0 0 0 0,0 0-1 0 0,0-1 1 0 0,0 1 0 0 0,-1-1 0 0 0,1 0-1 0 0,2-3 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26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372 231 1980 0 0,'-307'151'12852'0'0,"266"-133"-10894"0"0,21-5-727 0 0,17-8 163 0 0,14-3-314 0 0,24-8-540 0 0,1-1 0 0 0,-1-2 0 0 0,56-22 0 0 0,-20 7-315 0 0,871-246 406 0 0,-652 202-803 0 0,-261 64-3936 0 0,-23 29-5997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26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2 152 16 0 0,'-2'-14'4364'0'0,"3"-9"-963"0"0,1 0 0 0 0,0 0-1 0 0,7-24 966 0 0,-9 25-2361 0 0,24 657 950 0 0,-22-571-3222 0 0,1-24-2719 0 0,0-29-1188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27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67 213 1376 0 0,'-8'-18'2608'0'0,"-1"0"1"0"0,0 1-1 0 0,-1 0 1 0 0,-16-20-1 0 0,25 36-2427 0 0,0 1-163 0 0,1-1 0 0 0,0 1 0 0 0,0 0 0 0 0,-1-1 0 0 0,1 1 0 0 0,0-1 0 0 0,0 1 0 0 0,-1-1 0 0 0,1 1 0 0 0,0 0 0 0 0,0-1 0 0 0,0 1 0 0 0,0-1 0 0 0,0 1 0 0 0,0-1 0 0 0,0 1 0 0 0,0-1 0 0 0,0 1 0 0 0,0-1 0 0 0,0 1 0 0 0,0-1 0 0 0,0 1 0 0 0,0-1 0 0 0,0 1 0 0 0,0-1 0 0 0,1 0 0 0 0,17-5 249 0 0,-13 5-271 0 0,124-31 365 0 0,13-3-1819 0 0,-46 19-6311 0 0,-82 14 3691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27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74 1160 0 0,'-62'58'6673'0'0,"62"-58"-6651"0"0,-1 0 0 0 0,1 1-1 0 0,0-1 1 0 0,-1 0-1 0 0,1 0 1 0 0,0 0-1 0 0,0 1 1 0 0,-1-1-1 0 0,1 0 1 0 0,0 1 0 0 0,0-1-1 0 0,-1 0 1 0 0,1 1-1 0 0,0-1 1 0 0,0 0-1 0 0,0 1 1 0 0,0-1-1 0 0,-1 1 1 0 0,1-1 0 0 0,0 0-1 0 0,0 1 1 0 0,0-1-1 0 0,0 0 1 0 0,0 1-1 0 0,0-1 1 0 0,0 1 0 0 0,0-1-1 0 0,0 0 1 0 0,0 1-1 0 0,0-1 1 0 0,0 1-1 0 0,1-1 1 0 0,-1 0-1 0 0,0 1 1 0 0,0-1 0 0 0,0 0-1 0 0,0 1 1 0 0,1-1-1 0 0,-1 0 1 0 0,0 1-1 0 0,0-1 1 0 0,1 0-1 0 0,-1 1 1 0 0,0-1 0 0 0,0 0-1 0 0,1 0 1 0 0,-1 1-1 0 0,0-1 1 0 0,1 0-1 0 0,-1 0 1 0 0,1 0 0 0 0,-1 1-1 0 0,0-1 1 0 0,1 0-1 0 0,-1 0 1 0 0,0 0-1 0 0,1 0 1 0 0,-1 0-1 0 0,1 0 1 0 0,-1 0 0 0 0,0 0-1 0 0,1 0 1 0 0,-1 0-1 0 0,1 0 1 0 0,21 0 128 0 0,4-5-51 0 0,0-1 0 0 0,0-1 0 0 0,27-12 0 0 0,-18 7-130 0 0,190-66-4420 0 0,-165 56 1556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28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168 100 672 0 0,'-19'-83'10268'0'0,"15"67"-8757"0"0,2 19-747 0 0,3 28-90 0 0,2-3-338 0 0,2 1 1 0 0,13 38 0 0 0,-16-60-309 0 0,1 1 0 0 0,0-1 1 0 0,0 0-1 0 0,1 0 1 0 0,0 0-1 0 0,0 0 0 0 0,1-1 1 0 0,-1 1-1 0 0,2-1 1 0 0,-1-1-1 0 0,0 1 0 0 0,1-1 1 0 0,0 0-1 0 0,7 5 1 0 0,-7-7-6 0 0,1 0 0 0 0,-1-1 1 0 0,0 1-1 0 0,1-1 1 0 0,-1-1-1 0 0,1 1 0 0 0,-1-1 1 0 0,1 0-1 0 0,0-1 0 0 0,0 1 1 0 0,-1-1-1 0 0,1-1 1 0 0,0 1-1 0 0,0-1 0 0 0,-1 0 1 0 0,1-1-1 0 0,-1 0 0 0 0,11-4 1 0 0,-11 4 34 0 0,-1 0 1 0 0,1-1-1 0 0,-1 0 0 0 0,1 0 1 0 0,-1 0-1 0 0,0-1 0 0 0,0 1 1 0 0,-1-1-1 0 0,1-1 0 0 0,-1 1 1 0 0,0-1-1 0 0,0 1 0 0 0,0-1 1 0 0,-1 0-1 0 0,1 0 0 0 0,-1-1 1 0 0,-1 1-1 0 0,1-1 1 0 0,-1 1-1 0 0,3-10 0 0 0,-3 1 591 0 0,0-1 0 0 0,-1-24-1 0 0,-1 37-398 0 0,-5 29-140 0 0,-6 37 381 0 0,-41 195 1250 0 0,41-217-1532 0 0,-2 0 0 0 0,-1-1 0 0 0,-3-1 0 0 0,-21 39 0 0 0,28-62-119 0 0,0 0-1 0 0,-1-1 1 0 0,0 0 0 0 0,-1 0-1 0 0,-20 19 1 0 0,28-31-170 0 0,-1-1 1 0 0,1 1 0 0 0,-1-1-1 0 0,0 0 1 0 0,0 0 0 0 0,0 0-1 0 0,0-1 1 0 0,-1 1 0 0 0,1-1-1 0 0,-1-1 1 0 0,1 1 0 0 0,-1-1-1 0 0,1 0 1 0 0,-1 0 0 0 0,0 0-1 0 0,0-1 1 0 0,0 0 0 0 0,1 0-1 0 0,-1-1 1 0 0,0 0 0 0 0,0 1-1 0 0,-9-4 1 0 0,7 1-806 0 0,0 0 0 0 0,0-1-1 0 0,0 0 1 0 0,0 0 0 0 0,-10-8 0 0 0,-16-14-7882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28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93 111 2484 0 0,'-89'88'9743'0'0,"88"-88"-9700"0"0,1 0 1 0 0,0 1-1 0 0,0-1 0 0 0,-1 0 0 0 0,1 0 1 0 0,0 1-1 0 0,0-1 0 0 0,0 0 1 0 0,-1 1-1 0 0,1-1 0 0 0,0 0 0 0 0,0 0 1 0 0,0 1-1 0 0,0-1 0 0 0,0 0 0 0 0,0 1 1 0 0,0-1-1 0 0,0 0 0 0 0,0 1 0 0 0,0-1 1 0 0,0 0-1 0 0,0 1 0 0 0,0-1 0 0 0,0 0 1 0 0,0 1-1 0 0,0-1 0 0 0,0 0 1 0 0,0 1-1 0 0,0-1 0 0 0,0 0 0 0 0,0 1 1 0 0,0-1-1 0 0,1 0 0 0 0,-1 0 0 0 0,0 1 1 0 0,0-1-1 0 0,0 0 0 0 0,1 1 0 0 0,-1-1 1 0 0,0 0-1 0 0,0 0 0 0 0,1 1 1 0 0,0-1 39 0 0,0 1 0 0 0,0 0 0 0 0,0-1 0 0 0,0 1 1 0 0,0-1-1 0 0,0 1 0 0 0,1-1 0 0 0,-1 1 1 0 0,0-1-1 0 0,0 0 0 0 0,0 0 0 0 0,0 1 1 0 0,1-1-1 0 0,1 0 0 0 0,42-4 850 0 0,77-17 0 0 0,50-22-428 0 0,-87 20-289 0 0,-41 11-219 0 0,479-101-603 0 0,-489 112-1241 0 0,-32 1 1682 0 0,-1 0-1 0 0,0 0 1 0 0,0 1-1 0 0,0-1 1 0 0,1 0 0 0 0,-1 1-1 0 0,0-1 1 0 0,0 1-1 0 0,0-1 1 0 0,0 1-1 0 0,0 0 1 0 0,0-1 0 0 0,0 1-1 0 0,0 0 1 0 0,0 0-1 0 0,0 0 1 0 0,0 0-1 0 0,0 0 1 0 0,-1 0 0 0 0,2 2-1 0 0,-1-2-101 0 0,-1-1 0 0 0,0 1 0 0 0,1 0 0 0 0,-1 0 0 0 0,0 0-1 0 0,0 0 1 0 0,0-1 0 0 0,0 1 0 0 0,0 0 0 0 0,0 0 0 0 0,0 0 0 0 0,0 0 0 0 0,0 0-1 0 0,0-1 1 0 0,-1 2 0 0 0,0 1-703 0 0,-1 8-3375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0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 1712 0 0,'-37'25'3954'0'0,"21"-15"-1801"0"0,0 1 1 0 0,-21 20 1881 0 0,39-29-3111 0 0,-2-2-895 0 0,0 1-1 0 0,0-1 0 0 0,1 0 1 0 0,-1 0-1 0 0,0 1 1 0 0,0-1-1 0 0,0 0 1 0 0,0 0-1 0 0,1 1 0 0 0,-1-1 1 0 0,0 0-1 0 0,0 0 1 0 0,1 0-1 0 0,-1 1 1 0 0,0-1-1 0 0,0 0 0 0 0,1 0 1 0 0,-1 0-1 0 0,0 0 1 0 0,1 1-1 0 0,-1-1 1 0 0,0 0-1 0 0,0 0 0 0 0,1 0 1 0 0,-1 0-1 0 0,0 0 1 0 0,1 0-1 0 0,-1 0 1 0 0,0 0-1 0 0,1 0 0 0 0,47-5 1374 0 0,53-3-72 0 0,-89 8-1249 0 0,1 0-1 0 0,-1 1 0 0 0,1 0 0 0 0,-1 1 1 0 0,24 8-1 0 0,-32-9-64 0 0,0 0 0 0 0,0 1 0 0 0,0 0 0 0 0,-1 0 0 0 0,1 0 0 0 0,-1 0 0 0 0,0 1 0 0 0,1-1 0 0 0,-1 1 0 0 0,0 0 1 0 0,0 0-1 0 0,-1 0 0 0 0,1 0 0 0 0,-1 1 0 0 0,5 6 0 0 0,-5-5 16 0 0,0 0 0 0 0,0 1 1 0 0,0 0-1 0 0,-1-1 0 0 0,0 1 1 0 0,0 0-1 0 0,0-1 0 0 0,-1 1 1 0 0,0 0-1 0 0,0 7 0 0 0,-2 3 92 0 0,-1-1-1 0 0,0 1 1 0 0,-1-1-1 0 0,0 1 1 0 0,-2-1-1 0 0,0-1 1 0 0,-9 19-1 0 0,-13 12 536 0 0,-1-2 0 0 0,-2-1 1 0 0,-72 74-1 0 0,57-65 1 0 0,36-35-472 0 0,10-16-182 0 0,0 1 0 0 0,0-1 0 0 0,0 0 0 0 0,0 1 0 0 0,0-1 0 0 0,0 0 0 0 0,0 0 0 0 0,0 1 0 0 0,0-1 0 0 0,0 0 0 0 0,0 1 0 0 0,0-1 0 0 0,0 0 0 0 0,1 0 0 0 0,-1 1 0 0 0,0-1 0 0 0,0 0 0 0 0,0 0 0 0 0,0 1 0 0 0,1-1 0 0 0,-1 0 0 0 0,0 0 0 0 0,0 1 0 0 0,0-1 0 0 0,1 0 0 0 0,-1 0 0 0 0,0 0 0 0 0,0 0 0 0 0,1 1 0 0 0,-1-1 0 0 0,1 0 0 0 0,1 1 11 0 0,1-1 0 0 0,0 0 0 0 0,0 1 0 0 0,0-1 0 0 0,-1 0 0 0 0,1 0 0 0 0,0-1 0 0 0,0 1 0 0 0,3-1 0 0 0,209-55-39 0 0,-117 26 12 0 0,214-50 198 0 0,-58 16 126 0 0,-254 64-312 0 0,7-2 23 0 0,0 0-1 0 0,0 0 1 0 0,0-1-1 0 0,10-4 1 0 0,-16 6-12 0 0,19-23-4676 0 0,-4-6-2105 0 0,-10 20 2738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0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231 122 2592 0 0,'-44'-6'7277'0'0,"-65"0"0"0"0,131-10-6479 0 0,36-5-323 0 0,97-23 0 0 0,-10 18-4683 0 0,-98 23-3360 0 0</inkml:trace>
  <inkml:trace contextRef="#ctx0" brushRef="#br0" timeOffset="1">124 280 652 0 0,'-26'15'3066'0'0,"-3"1"1548"0"0,-38 29 0 0 0,65-44-4015 0 0,5 0 164 0 0,-2 0-744 0 0,-1-1 1 0 0,0 0 0 0 0,0 0 0 0 0,1 1 0 0 0,-1-1 0 0 0,0 0 0 0 0,0 0-1 0 0,1 1 1 0 0,-1-1 0 0 0,0 0 0 0 0,1 0 0 0 0,-1 0 0 0 0,0 0 0 0 0,0 1-1 0 0,1-1 1 0 0,-1 0 0 0 0,0 0 0 0 0,1 0 0 0 0,-1 0 0 0 0,1 0 0 0 0,-1 0 0 0 0,0 0-1 0 0,1 0 1 0 0,-1 0 0 0 0,0 0 0 0 0,1 0 0 0 0,-1 0 0 0 0,0 0 0 0 0,1 0-1 0 0,87-17 634 0 0,98-33 0 0 0,-55 14-1103 0 0,54-15-2137 0 0,-63 13-2954 0 0,-61 19 314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1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76 1020 0 0,'-3'-1'1702'0'0,"-25"-19"3531"0"0,17 12-2939 0 0,-1 0 0 0 0,-15-9 0 0 0,5 5 771 0 0,22 12-3048 0 0,0 0 0 0 0,0 0 0 0 0,-1 0 0 0 0,1-1 0 0 0,0 1 0 0 0,0 0 0 0 0,0 0 0 0 0,0 0 0 0 0,0 0 0 0 0,0 0 0 0 0,0 0 0 0 0,0 0 0 0 0,0 0 0 0 0,-1-1 0 0 0,1 1 0 0 0,0 0 0 0 0,0 0 0 0 0,0 0 0 0 0,0 0 0 0 0,0 0 0 0 0,0 0 0 0 0,0-1 0 0 0,0 1 0 0 0,0 0 0 0 0,0 0 0 0 0,0 0 0 0 0,0 0 0 0 0,0 0 0 0 0,0-1 0 0 0,0 1 0 0 0,0 0 0 0 0,0 0-1 0 0,0 0 1 0 0,0 0 0 0 0,0 0 0 0 0,0 0 0 0 0,0-1 0 0 0,1 1 0 0 0,-1 0 0 0 0,0 0 0 0 0,0 0 0 0 0,0 0 0 0 0,0 0 0 0 0,13-2 72 0 0,39 1-36 0 0,-1 0-43 0 0,1 2 1 0 0,81 12-1 0 0,-131-13-11 0 0,-1 0-1 0 0,1 1 1 0 0,0-1 0 0 0,-1 0 0 0 0,1 1 0 0 0,0-1 0 0 0,-1 1-1 0 0,1 0 1 0 0,-1 0 0 0 0,1-1 0 0 0,-1 1 0 0 0,1 0 0 0 0,-1 0 0 0 0,1 0-1 0 0,-1 1 1 0 0,0-1 0 0 0,0 0 0 0 0,1 0 0 0 0,-1 1 0 0 0,1 1-1 0 0,-2-1 1 0 0,1-1-1 0 0,-1 1 1 0 0,0-1-1 0 0,0 1 1 0 0,0-1-1 0 0,0 1 1 0 0,0-1-1 0 0,0 1 0 0 0,0-1 1 0 0,0 1-1 0 0,-1-1 1 0 0,1 1-1 0 0,0-1 1 0 0,-1 1-1 0 0,1-1 1 0 0,-1 1-1 0 0,0-1 1 0 0,0 2-1 0 0,-6 7-3 0 0,0-1 1 0 0,0 0-1 0 0,0 0 1 0 0,-15 12-1 0 0,20-19 6 0 0,-74 64 17 0 0,-170 110 0 0 0,139-103 70 0 0,104-72-68 0 0,1 0 0 0 0,0 1 0 0 0,-1 0 0 0 0,1-1 0 0 0,0 1 0 0 0,0 0 0 0 0,0 0 0 0 0,0 0 0 0 0,1 1 0 0 0,-1-1 0 0 0,0 0 0 0 0,1 1 0 0 0,-2 3 0 0 0,3-6-9 0 0,0 1 0 0 0,0 0 1 0 0,0-1-1 0 0,0 1 0 0 0,0-1 0 0 0,0 1 0 0 0,1-1 0 0 0,-1 1 0 0 0,0-1 0 0 0,0 1 0 0 0,1-1 0 0 0,-1 1 0 0 0,0-1 0 0 0,0 1 0 0 0,1-1 0 0 0,-1 0 0 0 0,1 1 0 0 0,-1-1 0 0 0,0 1 0 0 0,1-1 0 0 0,-1 0 0 0 0,1 0 0 0 0,-1 1 0 0 0,1-1 0 0 0,-1 0 0 0 0,1 1 0 0 0,-1-1 0 0 0,1 0 0 0 0,-1 0 0 0 0,1 0 0 0 0,-1 0 0 0 0,1 0 0 0 0,0 0 0 0 0,17 4 77 0 0,-18-4-86 0 0,28 2 57 0 0,0-2-1 0 0,0-1 1 0 0,0-2-1 0 0,36-7 1 0 0,-8 2-26 0 0,207-32 326 0 0,-75 11-4103 0 0,-64 13-6150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65 1228 0 0,'-188'100'10469'0'0,"166"-76"-6127"0"0,22-23-4306 0 0,0-1 0 0 0,0 0 0 0 0,0 1 0 0 0,0-1 0 0 0,0 1-1 0 0,0-1 1 0 0,0 0 0 0 0,1 1 0 0 0,-1-1 0 0 0,0 0 0 0 0,0 1 0 0 0,0-1 0 0 0,1 0 0 0 0,-1 1 0 0 0,0-1-1 0 0,0 0 1 0 0,1 0 0 0 0,-1 1 0 0 0,0-1 0 0 0,1 0 0 0 0,-1 0 0 0 0,0 1 0 0 0,1-1 0 0 0,-1 0 0 0 0,0 0 0 0 0,1 0-1 0 0,-1 0 1 0 0,1 1 0 0 0,15-1 340 0 0,0 0 1 0 0,-1-1-1 0 0,1-1 0 0 0,22-5 0 0 0,67-21 106 0 0,-36 9-244 0 0,111-29 79 0 0,35-9-387 0 0,-71 24-3608 0 0,-117 30 466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1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2552 0 0,'-77'48'9944'0'0,"75"-46"-9120"0"0,2-2-745 0 0,-1 0 0 0 0,1 0 0 0 0,0 0 0 0 0,0 1 0 0 0,0-1 0 0 0,0 0 0 0 0,-1 0 0 0 0,1 0 0 0 0,0 1 0 0 0,0-1 0 0 0,0 0 0 0 0,0 0 0 0 0,0 1 0 0 0,0-1 0 0 0,0 0 0 0 0,0 0 0 0 0,0 1 0 0 0,0-1 0 0 0,0 0 0 0 0,0 0 0 0 0,0 1 0 0 0,0-1 0 0 0,0 0 0 0 0,0 0 1 0 0,0 1-1 0 0,0-1 0 0 0,0 0 0 0 0,0 0 0 0 0,0 1 0 0 0,0-1 0 0 0,1 0 0 0 0,-1 0 0 0 0,0 0 0 0 0,0 1 0 0 0,0-1 0 0 0,0 0 0 0 0,1 0 0 0 0,61 1 1895 0 0,-34-2-1497 0 0,38 4 1 0 0,-60-2-434 0 0,1 0 1 0 0,0 0-1 0 0,-1 0 1 0 0,1 1-1 0 0,-1 0 1 0 0,0 1-1 0 0,0-1 1 0 0,0 1-1 0 0,0 0 1 0 0,0 1-1 0 0,5 3 1 0 0,-8-4-17 0 0,-1-1 0 0 0,1 0-1 0 0,-1 1 1 0 0,0 0 0 0 0,0-1 0 0 0,0 1 0 0 0,0 0 0 0 0,-1 0 0 0 0,1 0 0 0 0,-1 0 0 0 0,1 0 0 0 0,-1 0-1 0 0,0 1 1 0 0,1 5 0 0 0,-2-3 27 0 0,1 0 0 0 0,-1 1 0 0 0,0-1 0 0 0,-1 0 0 0 0,1 1 0 0 0,-1-1 0 0 0,-3 9 0 0 0,0 0 93 0 0,-2 1-1 0 0,0-1 0 0 0,-1-1 1 0 0,0 1-1 0 0,-13 17 1 0 0,-17 18 789 0 0,-3-1 0 0 0,-69 64 0 0 0,91-95-634 0 0,17-18-292 0 0,1 1-1 0 0,-1-1 1 0 0,1 0-1 0 0,0 0 1 0 0,-1 1 0 0 0,1-1-1 0 0,0 0 1 0 0,-1 1 0 0 0,1-1-1 0 0,0 0 1 0 0,-1 1 0 0 0,1-1-1 0 0,0 1 1 0 0,0-1-1 0 0,0 0 1 0 0,-1 1 0 0 0,1-1-1 0 0,0 1 1 0 0,0-1 0 0 0,0 1-1 0 0,0-1 1 0 0,0 1-1 0 0,0-1 1 0 0,0 1 0 0 0,0-1-1 0 0,0 1 1 0 0,0 0 0 0 0,12 1 110 0 0,28-9-97 0 0,-35 6-11 0 0,373-97-51 0 0,-157 39 48 0 0,-209 56-119 0 0,8-2 8 0 0,1-1 0 0 0,29-13 0 0 0,-43 16-424 0 0,-1-1-1 0 0,1 0 1 0 0,-1 0 0 0 0,7-6-1 0 0,-9 6-420 0 0,0 0 0 0 0,-1 0 0 0 0,1 0 0 0 0,-1 0 0 0 0,0 0 0 0 0,5-9-1 0 0,4-15-5855 0 0,-3 10 599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2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67 150 2392 0 0,'-64'-67'13857'0'0,"64"66"-13810"0"0,-1 0 0 0 0,1 0-1 0 0,0 1 1 0 0,-1-1 0 0 0,1 0-1 0 0,0 0 1 0 0,0 0 0 0 0,0 0-1 0 0,-1 0 1 0 0,1 0 0 0 0,0 0-1 0 0,0 0 1 0 0,0 0 0 0 0,1 0-1 0 0,-1 1 1 0 0,0-1 0 0 0,0 0-1 0 0,0 0 1 0 0,1 0 0 0 0,-1 0-1 0 0,0 0 1 0 0,1 0 0 0 0,-1 1-1 0 0,1-1 1 0 0,-1 0 0 0 0,1 0-1 0 0,-1 0 1 0 0,1 1 0 0 0,-1-1-1 0 0,1 0 1 0 0,0 1 0 0 0,-1-1-1 0 0,1 1 1 0 0,0-1 0 0 0,0 1-1 0 0,0-1 1 0 0,31-18 185 0 0,-13 10-665 0 0,38-9 1 0 0,-17 11-2757 0 0,-5 9-3418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2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17 1952 0 0,'-6'10'1408'0'0,"3"-7"-680"0"0,0 1 1 0 0,1 0-1 0 0,-1 0 0 0 0,1 0 0 0 0,0 0 1 0 0,1 0-1 0 0,-1 0 0 0 0,-1 7 0 0 0,3-10-669 0 0,0-1 1 0 0,1 1-1 0 0,-1 0 0 0 0,1 0 0 0 0,-1-1 0 0 0,1 1 1 0 0,-1 0-1 0 0,1-1 0 0 0,-1 1 0 0 0,1 0 0 0 0,0-1 0 0 0,-1 1 1 0 0,1-1-1 0 0,0 1 0 0 0,0-1 0 0 0,-1 0 0 0 0,1 1 1 0 0,0-1-1 0 0,0 0 0 0 0,-1 1 0 0 0,1-1 0 0 0,0 0 0 0 0,0 0 1 0 0,0 0-1 0 0,0 0 0 0 0,-1 0 0 0 0,1 0 0 0 0,0 0 1 0 0,0 0-1 0 0,0 0 0 0 0,0 0 0 0 0,-1 0 0 0 0,2-1 0 0 0,44-6-129 0 0,47-16 0 0 0,2-5-3452 0 0,-73 22 1957 0 0,31-10-2730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3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17 217 452 0 0,'-3'-57'7216'0'0,"4"-26"-812"0"0,0 27-1502 0 0,-1 54-4568 0 0,0-9 572 0 0,-1 4-249 0 0,3 16-431 0 0,4 41 1339 0 0,0 88-1 0 0,-15 51 342 0 0,3-92-1282 0 0,-1-8-182 0 0,3-43-311 0 0,1 0 1 0 0,7 79 0 0 0,-4-121-113 0 0,0 1 0 0 0,1-1 1 0 0,0 0-1 0 0,0 1 1 0 0,1-1-1 0 0,-1 0 1 0 0,1 0-1 0 0,0 0 1 0 0,0 0-1 0 0,0 0 1 0 0,1 0-1 0 0,-1-1 1 0 0,4 5-1 0 0,-3-6-21 0 0,-1 0 1 0 0,1 0-1 0 0,-1 0 0 0 0,1 0 0 0 0,0-1 1 0 0,0 0-1 0 0,0 1 0 0 0,-1-1 0 0 0,1 0 1 0 0,0 0-1 0 0,0 0 0 0 0,1-1 0 0 0,-1 1 1 0 0,0-1-1 0 0,0 0 0 0 0,0 0 0 0 0,0 0 1 0 0,5 0-1 0 0,3-2-758 0 0,0 0 0 0 0,0 0 0 0 0,0-1 1 0 0,0-1-1 0 0,-1 0 0 0 0,0 0 0 0 0,0-1 0 0 0,0 0 0 0 0,18-12 1 0 0,-21 11-767 0 0,0 0 1 0 0,0 0 0 0 0,-1 0-1 0 0,1 0 1 0 0,-1-1 0 0 0,-1 0 0 0 0,7-11-1 0 0,-4 6-4101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3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105 204 1600 0 0,'-97'-11'13280'0'0,"94"10"-12632"0"0,0-7 707 0 0,1 5-912 0 0,8-4-289 0 0,5-1-3 0 0,1 0-1 0 0,0 1 1 0 0,1 0 0 0 0,0 1 0 0 0,0 0 0 0 0,14-3 0 0 0,-12 3-78 0 0,176-63-236 0 0,-63 29-6219 0 0,-108 33 1179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4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34 1412 0 0,'-42'-32'9178'0'0,"41"31"-8567"0"0,0 1-518 0 0,0 0-1 0 0,0 1 1 0 0,0-1-1 0 0,1 0 1 0 0,-1 1-1 0 0,0-1 1 0 0,0 0-1 0 0,1 1 1 0 0,-1-1-1 0 0,0 1 1 0 0,0 0-1 0 0,1-1 1 0 0,-1 1-1 0 0,1-1 1 0 0,-1 1-1 0 0,1 0 1 0 0,-1 0-1 0 0,1-1 1 0 0,-1 1-1 0 0,1 0 1 0 0,-1 1-1 0 0,-9 21 1147 0 0,6-14-713 0 0,-20 55 1017 0 0,3 0 1 0 0,-20 97-1 0 0,34-129-1267 0 0,-1 0-66 0 0,-55 278 1092 0 0,54-253-1165 0 0,3 0 1 0 0,3 1 0 0 0,5 84 0 0 0,0-120-164 0 0,1-1 1 0 0,0 0-1 0 0,2 1 1 0 0,0-2-1 0 0,2 1 0 0 0,17 38 1 0 0,-20-50-227 0 0,1-1 0 0 0,0 0 1 0 0,1 0-1 0 0,0 0 0 0 0,0-1 0 0 0,0 1 1 0 0,1-1-1 0 0,0-1 0 0 0,1 0 0 0 0,-1 0 1 0 0,1 0-1 0 0,0-1 0 0 0,1 0 1 0 0,-1 0-1 0 0,1-1 0 0 0,0 0 0 0 0,16 4 1 0 0,-8-5-742 0 0,-1-1 0 0 0,1 0 0 0 0,0-1 0 0 0,0-1 0 0 0,0 0 0 0 0,0-1 0 0 0,-1-1 0 0 0,1-1 0 0 0,27-8 0 0 0,-2-2-3933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4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512 121 2696 0 0,'0'-7'692'0'0,"0"0"-1"0"0,0 0 0 0 0,-1 0 1 0 0,0 0-1 0 0,-1 0 0 0 0,1 0 1 0 0,-1 1-1 0 0,-1-1 0 0 0,1 1 1 0 0,-6-10-1 0 0,6 13-489 0 0,1 1 1 0 0,-2-1-1 0 0,1 1 1 0 0,0-1-1 0 0,0 1 0 0 0,-1-1 1 0 0,1 1-1 0 0,-1 0 1 0 0,0 0-1 0 0,0 1 0 0 0,1-1 1 0 0,-1 0-1 0 0,0 1 1 0 0,-1 0-1 0 0,1-1 0 0 0,0 1 1 0 0,0 1-1 0 0,0-1 1 0 0,-1 0-1 0 0,1 1 1 0 0,0 0-1 0 0,-1-1 0 0 0,-5 2 1 0 0,-7 0 249 0 0,0 1 0 0 0,0 1 1 0 0,0 0-1 0 0,0 1 0 0 0,0 1 1 0 0,-14 7-1 0 0,21-9-361 0 0,1 1-1 0 0,0 0 0 0 0,0 1 1 0 0,0 0-1 0 0,1 0 1 0 0,-1 0-1 0 0,1 1 0 0 0,0 0 1 0 0,1 1-1 0 0,0 0 1 0 0,0 0-1 0 0,-6 9 0 0 0,11-15-79 0 0,0 1-1 0 0,0 1 0 0 0,0-1 1 0 0,1 0-1 0 0,-1 0 0 0 0,1 0 0 0 0,-1 0 1 0 0,1 0-1 0 0,0 1 0 0 0,0-1 1 0 0,0 0-1 0 0,0 0 0 0 0,0 0 0 0 0,0 1 1 0 0,1-1-1 0 0,-1 0 0 0 0,1 0 1 0 0,-1 0-1 0 0,1 0 0 0 0,0 0 0 0 0,0 0 1 0 0,0 0-1 0 0,0 0 0 0 0,0 0 1 0 0,0 0-1 0 0,1-1 0 0 0,-1 1 0 0 0,1 0 1 0 0,1 1-1 0 0,7 6 5 0 0,0 0 0 0 0,0 0 0 0 0,21 12 1 0 0,-15-11 11 0 0,11 10 364 0 0,-1 0 0 0 0,41 41-1 0 0,-57-51-139 0 0,-1 1-1 0 0,0 0 1 0 0,-1 1-1 0 0,0-1 0 0 0,-1 2 1 0 0,0-1-1 0 0,-1 1 1 0 0,0 0-1 0 0,4 15 0 0 0,-9-23-57 0 0,1 0 1 0 0,-1 0-1 0 0,0 0 0 0 0,-1 0 0 0 0,1 0 0 0 0,-1 0 0 0 0,0 0 0 0 0,-1 0 0 0 0,1 0 0 0 0,-1 0 0 0 0,0 0 0 0 0,0 0 0 0 0,0 0 0 0 0,-1 0 0 0 0,0 0 0 0 0,-3 6 0 0 0,2-6-2 0 0,-1 0 1 0 0,1 0 0 0 0,-2 0-1 0 0,1 0 1 0 0,0-1 0 0 0,-1 0 0 0 0,0 0-1 0 0,0 0 1 0 0,0 0 0 0 0,0-1-1 0 0,-10 6 1 0 0,3-4-26 0 0,0 0 0 0 0,-1-1-1 0 0,1 0 1 0 0,-1-1 0 0 0,0-1 0 0 0,0 0 0 0 0,0 0-1 0 0,0-1 1 0 0,0-1 0 0 0,0 0 0 0 0,0-1-1 0 0,-14-3 1 0 0,10 1-63 0 0,0-2-1 0 0,0 0 1 0 0,1-2 0 0 0,-1 1-1 0 0,1-2 1 0 0,-16-10-1 0 0,24 13-217 0 0,0 0-1 0 0,1 0 1 0 0,-1-1-1 0 0,1 0 0 0 0,0-1 1 0 0,1 0-1 0 0,0 0 0 0 0,0 0 1 0 0,0 0-1 0 0,1-1 0 0 0,0 0 1 0 0,1 0-1 0 0,-5-11 0 0 0,8 16-132 0 0,0 0-1 0 0,0 0 0 0 0,0 0 1 0 0,0 0-1 0 0,1 0 0 0 0,0 0 1 0 0,-1 0-1 0 0,1 0 0 0 0,0-1 1 0 0,0 1-1 0 0,1 0 0 0 0,-1 0 1 0 0,1 0-1 0 0,-1 0 0 0 0,1 0 1 0 0,0 0-1 0 0,0 0 0 0 0,1 0 1 0 0,-1 0-1 0 0,1 0 0 0 0,-1 1 1 0 0,1-1-1 0 0,0 0 0 0 0,0 1 1 0 0,0 0-1 0 0,0-1 0 0 0,0 1 1 0 0,1 0-1 0 0,-1 0 0 0 0,1 0 1 0 0,-1 0-1 0 0,1 1 0 0 0,0-1 1 0 0,-1 1-1 0 0,4-2 0 0 0,10-3-1874 0 0,0 0 0 0 0,0 0 0 0 0,1 2 0 0 0,-1 0 0 0 0,18-2 0 0 0,-7 2-4192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5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328 152 16 0 0,'1'-7'1092'0'0,"-1"1"-1"0"0,0 0 1 0 0,0 0 0 0 0,0 0-1 0 0,-1 0 1 0 0,0 0-1 0 0,0 0 1 0 0,-1 0 0 0 0,0 0-1 0 0,-4-10 1 0 0,4 12-580 0 0,-1-1 1 0 0,1 0 0 0 0,-1 0-1 0 0,0 1 1 0 0,-1 0-1 0 0,1 0 1 0 0,-1 0-1 0 0,0 0 1 0 0,0 0-1 0 0,0 1 1 0 0,-8-6-1 0 0,9 8-413 0 0,1 1-1 0 0,0-1 1 0 0,-1 0-1 0 0,1 1 1 0 0,0 0-1 0 0,-1-1 1 0 0,1 1-1 0 0,-1 0 0 0 0,1 0 1 0 0,0 1-1 0 0,-1-1 1 0 0,1 0-1 0 0,0 1 1 0 0,-1 0-1 0 0,1-1 1 0 0,0 1-1 0 0,-3 1 1 0 0,-3 1 144 0 0,1 1 0 0 0,-1 0 0 0 0,-11 7 0 0 0,2 4-100 0 0,1 0 0 0 0,0 0 0 0 0,1 2 0 0 0,1 0 0 0 0,1 0 0 0 0,0 1 1 0 0,1 1-1 0 0,1 0 0 0 0,1 1 0 0 0,0 0 0 0 0,2 0 0 0 0,-12 42 0 0 0,18-55-126 0 0,1 1 0 0 0,0 0-1 0 0,0 0 1 0 0,0-1 0 0 0,1 1-1 0 0,0 0 1 0 0,1 0 0 0 0,0-1-1 0 0,0 1 1 0 0,0 0 0 0 0,4 11-1 0 0,-3-15-9 0 0,0 0 0 0 0,0-1 0 0 0,0 1 0 0 0,0 0 0 0 0,0-1 0 0 0,1 1 0 0 0,0-1 0 0 0,0 0 0 0 0,0 1 0 0 0,0-2 0 0 0,0 1 0 0 0,0 0-1 0 0,1 0 1 0 0,-1-1 0 0 0,1 0 0 0 0,0 0 0 0 0,0 0 0 0 0,0 0 0 0 0,0-1 0 0 0,0 1 0 0 0,0-1 0 0 0,5 1 0 0 0,-1-1-65 0 0,0 0 0 0 0,0 0 0 0 0,0 0 0 0 0,0-1 0 0 0,0-1 0 0 0,0 1 0 0 0,-1-1 0 0 0,1 0 0 0 0,0-1 0 0 0,0 0 0 0 0,-1 0-1 0 0,1-1 1 0 0,-1 0 0 0 0,0 0 0 0 0,0-1 0 0 0,0 0 0 0 0,0 0 0 0 0,0-1 0 0 0,-1 1 0 0 0,0-1 0 0 0,0-1 0 0 0,0 1 0 0 0,-1-1 0 0 0,0 0 0 0 0,0 0 0 0 0,0-1 0 0 0,-1 1 0 0 0,0-1 0 0 0,0 0 0 0 0,-1 0 0 0 0,0-1 0 0 0,0 1 0 0 0,0-1 0 0 0,1-8 0 0 0,0-8-55 0 0,-1 0-1 0 0,-1 0 1 0 0,-1-1-1 0 0,-3-32 1 0 0,1 5 82 0 0,1 49 288 0 0,-7 29 411 0 0,5-5-416 0 0,1 0-1 0 0,1 31 0 0 0,1-44-223 0 0,0 0 0 0 0,0 0 0 0 0,1 0-1 0 0,0 0 1 0 0,0 0 0 0 0,1 0 0 0 0,0 0-1 0 0,0-1 1 0 0,5 9 0 0 0,-4-11-87 0 0,0 0 0 0 0,0 0 0 0 0,1-1 1 0 0,0 1-1 0 0,0-1 0 0 0,0 0 0 0 0,1 0 0 0 0,-1-1 1 0 0,1 0-1 0 0,0 0 0 0 0,-1 0 0 0 0,1 0 0 0 0,1-1 1 0 0,-1 0-1 0 0,0-1 0 0 0,1 1 0 0 0,-1-1 0 0 0,1 0 1 0 0,-1-1-1 0 0,1 1 0 0 0,6-2 0 0 0,-1 1-343 0 0,0-1-1 0 0,0 0 1 0 0,0-1-1 0 0,0 0 1 0 0,0-1-1 0 0,-1 0 1 0 0,1-1 0 0 0,-1 0-1 0 0,0-1 1 0 0,17-10-1 0 0,-17 7 115 0 0,0-1 0 0 0,-1 0 0 0 0,-1 0 0 0 0,1-1 0 0 0,-1-1 0 0 0,-1 1 1 0 0,0-1-1 0 0,-1-1 0 0 0,0 1 0 0 0,0-1 0 0 0,5-17 0 0 0,-2 4 1030 0 0,-1 0 0 0 0,-2-1 1 0 0,0 0-1 0 0,4-48 0 0 0,-8 58 2346 0 0,-2 26-1556 0 0,-1 38-471 0 0,0-35-425 0 0,-1 2-384 0 0,2 1 1 0 0,0-1-1 0 0,1 0 1 0 0,1 1-1 0 0,0-1 1 0 0,1 0-1 0 0,11 28 1 0 0,-13-39-231 0 0,1 1 0 0 0,-1-1 1 0 0,1 1-1 0 0,-1-1 0 0 0,1 0 1 0 0,0 0-1 0 0,1 0 0 0 0,-1-1 1 0 0,1 1-1 0 0,0-1 0 0 0,0 0 1 0 0,0 0-1 0 0,0 0 0 0 0,0 0 1 0 0,1-1-1 0 0,-1 0 0 0 0,1 0 1 0 0,-1 0-1 0 0,1 0 0 0 0,0-1 1 0 0,0 1-1 0 0,0-1 0 0 0,0-1 1 0 0,0 1-1 0 0,0-1 0 0 0,0 0 1 0 0,0 0-1 0 0,5-1 0 0 0,-2 0-12 0 0,0 0-1 0 0,0 0 0 0 0,0-1 1 0 0,-1-1-1 0 0,1 1 1 0 0,-1-1-1 0 0,0 0 0 0 0,1-1 1 0 0,-1 0-1 0 0,-1 0 0 0 0,9-6 1 0 0,-6 2-28 0 0,0 0 1 0 0,-1-1 0 0 0,1 0 0 0 0,-2 0 0 0 0,0-1 0 0 0,11-17-1 0 0,-1-7-154 0 0,-2 0-1 0 0,-1-1 0 0 0,14-58 0 0 0,-27 90 161 0 0,0 1-34 0 0,-4 26 168 0 0,-15 94 1313 0 0,5 1-1 0 0,5 0 1 0 0,8 139 0 0 0,11-107-972 0 0,-3-68-58 0 0,-4 0-1 0 0,-10 121 1 0 0,5-189-405 0 0,-2-1 0 0 0,0 1 0 0 0,0-1 0 0 0,-1 0 0 0 0,-1 0 0 0 0,-1 0 0 0 0,-8 16 0 0 0,12-26 0 0 0,-1 1 0 0 0,1-1 0 0 0,-1 0 0 0 0,0 0 0 0 0,0-1 0 0 0,-1 1 0 0 0,1-1 0 0 0,-1 1 0 0 0,0-1 0 0 0,0 0 0 0 0,0-1 0 0 0,0 1 0 0 0,0-1 0 0 0,0 1 0 0 0,-1-1 0 0 0,1-1 0 0 0,-1 1 0 0 0,0-1 0 0 0,1 1 0 0 0,-1-1 0 0 0,0 0 0 0 0,0-1 0 0 0,0 0 0 0 0,0 1 0 0 0,-7-2 0 0 0,3 0-46 0 0,0-1 1 0 0,0 0-1 0 0,0 0 0 0 0,0-1 1 0 0,0-1-1 0 0,1 1 0 0 0,-1-1 1 0 0,1-1-1 0 0,0 1 0 0 0,0-1 1 0 0,1-1-1 0 0,-1 0 0 0 0,1 0 1 0 0,0 0-1 0 0,1-1 0 0 0,0 0 1 0 0,-8-10-1 0 0,9 9-41 0 0,-1 0 0 0 0,1 0 0 0 0,0-1 0 0 0,1 0 0 0 0,0 1 0 0 0,1-1 0 0 0,0-1 0 0 0,0 1 0 0 0,1 0 0 0 0,0-1 0 0 0,0 0 0 0 0,1 1 0 0 0,1-1 0 0 0,0 0 0 0 0,0 1 0 0 0,2-17 0 0 0,2 10-996 0 0,1-1 1 0 0,0 1-1 0 0,1 0 0 0 0,1 1 0 0 0,17-30 0 0 0,56-68-5599 0 0,-23 33-891 0 0,-29 36 263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5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642 43 3288 0 0,'-12'-43'14060'0'0,"21"61"-11790"0"0,9 26-1098 0 0,-2 0 1 0 0,-2 2-1 0 0,-1 0 1 0 0,-3 0-1 0 0,5 59 1 0 0,-10-43-601 0 0,-3-1 0 0 0,-3 0 0 0 0,-13 100 0 0 0,-3-72-517 0 0,-3 0 0 0 0,-3-1 0 0 0,-5-1 0 0 0,-4-2 0 0 0,-67 131 0 0 0,54-134-1536 0 0,-98 137 1 0 0,28-82-3409 0 0,78-100-6 0 0,-55 44 1 0 0,27-32-4334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8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33 356 0 0,'-3'0'1605'0'0,"-7"-2"-95"0"0,1 0-1 0 0,0-1 1 0 0,0 0-1 0 0,1 0 1 0 0,-1-1 0 0 0,-12-7-1 0 0,20 10-979 0 0,-10-2 2430 0 0,14 9-2204 0 0,3 1-418 0 0,0-1 1 0 0,0 0 0 0 0,1 0 0 0 0,13 9 0 0 0,4 4 151 0 0,216 201 1773 0 0,128 107-1390 0 0,-261-237-645 0 0,-105-88-523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8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53 508 0 0,'0'-6'1866'0'0,"-1"0"0"0"0,-1-1-1 0 0,1 1 1 0 0,-1 0 0 0 0,0 0 0 0 0,-5-10 1082 0 0,5 19-2572 0 0,0-1 1 0 0,0 1 0 0 0,0-1 0 0 0,0 1-1 0 0,1 0 1 0 0,-1 0 0 0 0,1 0 0 0 0,-1 3-1 0 0,0-3 15 0 0,-57 154 3356 0 0,28-67-2872 0 0,-289 656 1189 0 0,297-697-2044 0 0,-36 67 86 0 0,59-115-208 0 0,0-1 0 0 0,0 0 0 0 0,0 0 1 0 0,0 1-1 0 0,0-1 0 0 0,0 0 1 0 0,0 0-1 0 0,0 1 0 0 0,0-1 0 0 0,0 0 1 0 0,-7 3-2646 0 0,7-3 2645 0 0,0 0 0 0 0,-1 0 1 0 0,1 0-1 0 0,0 0 0 0 0,0 0 0 0 0,-1-1 1 0 0,1 1-1 0 0,1-14-5869 0 0,13-12-1403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39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15 508 0 0,'5'-14'30871'0'0,"-7"25"-30721"0"0,1 1-1 0 0,1-1 1 0 0,0 1 0 0 0,2 16-1 0 0,-1 8 156 0 0,-7 361 30 0 0,3-367-335 0 0,0 56 0 0 0,3-70 0 0 0,0-4 0 0 0,0-1 0 0 0,-1 0 0 0 0,0 0 0 0 0,-3-4-68 0 0,1-7-362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41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38 148 1676 0 0,'-37'-20'17177'0'0,"48"19"-17338"0"0,-5 1 266 0 0,0-1 0 0 0,0 0 0 0 0,0-1 1 0 0,0 1-1 0 0,0-1 0 0 0,0 0 0 0 0,9-6 1 0 0,6 0 50 0 0,63-24 133 0 0,40-12-753 0 0,-39 23-3514 0 0,-77 20 2798 0 0,10-2-1560 0 0,-5 5-1839 0 0,-2 2-55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42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1840 2320 0 0,'-8'14'1853'0'0,"6"-12"-1357"0"0,1 1-1 0 0,-1 0 1 0 0,0 0 0 0 0,1 0-1 0 0,0 0 1 0 0,0 0 0 0 0,0 0-1 0 0,0 0 1 0 0,-1 7 796 0 0,11-12-1061 0 0,0 1 0 0 0,-1-1 0 0 0,1 0 1 0 0,-1-1-1 0 0,1 0 0 0 0,-1-1 0 0 0,0 1 0 0 0,0-2 0 0 0,-1 1 0 0 0,9-6 0 0 0,3-2-25 0 0,295-161-876 0 0,-146 82-4747 0 0,-96 52 1234 0 0</inkml:trace>
  <inkml:trace contextRef="#ctx0" brushRef="#br0" timeOffset="1">1981 77 1348 0 0,'21'-21'10706'0'0,"-20"21"-10490"0"0,-1-1-1 0 0,1 0 0 0 0,-1 0 0 0 0,1 0 1 0 0,-1 0-1 0 0,0 0 0 0 0,0 0 0 0 0,0 0 1 0 0,1 0-1 0 0,-1 0 0 0 0,0 0 0 0 0,0 0 0 0 0,0 0 1 0 0,0 0-1 0 0,-1 0 0 0 0,1 0 0 0 0,0 0 1 0 0,0 0-1 0 0,0 0 0 0 0,-1 0 0 0 0,1 0 1 0 0,-1 0-1 0 0,1 1 0 0 0,-1-1 0 0 0,1 0 0 0 0,-1 0 1 0 0,0-1-1 0 0,-2 0-1 0 0,1 0 0 0 0,-1 0 0 0 0,1 0 0 0 0,-1 1 0 0 0,1-1 0 0 0,-1 1 0 0 0,0-1 0 0 0,0 1 0 0 0,-3-1 0 0 0,-5-1-107 0 0,1 0-1 0 0,-1 1 0 0 0,1 0 1 0 0,-16 0-1 0 0,-3 4-57 0 0,1 1-1 0 0,0 1 1 0 0,-47 14-1 0 0,-11 1-84 0 0,81-18 32 0 0,-26 8 0 0 0,29-8 1 0 0,0-1-1 0 0,0 1 1 0 0,-1 0 0 0 0,1 0-1 0 0,0 0 1 0 0,0 0 0 0 0,0 0 0 0 0,0 1-1 0 0,0-1 1 0 0,1 1 0 0 0,-1-1-1 0 0,-2 2 1 0 0,-7 7-7 0 0,6-6 7 0 0,1-1 0 0 0,0 1 1 0 0,0 0-1 0 0,0 0 0 0 0,0 0 0 0 0,1 1 1 0 0,-1-1-1 0 0,1 1 0 0 0,1 0 0 0 0,-1 0 1 0 0,1 0-1 0 0,-1 0 0 0 0,1 1 0 0 0,-1 5 1 0 0,1-6 3 0 0,-6 26-5 0 0,2 0-1 0 0,0 1 1 0 0,-1 57 0 0 0,10 99 220 0 0,1-55 226 0 0,18 238 495 0 0,-5-166-345 0 0,10 145 296 0 0,-6-98-267 0 0,-8-79-319 0 0,24 518 1395 0 0,-55-120-593 0 0,11-414-940 0 0,2-51-109 0 0,-1-5 14 0 0,11 171 0 0 0,-4-264-74 0 0,0-1 1 0 0,0 1-1 0 0,1 0 0 0 0,0 0 0 0 0,0-1 0 0 0,7 14 0 0 0,-7-18 6 0 0,-1 0 0 0 0,1 0 0 0 0,0 0 0 0 0,0-1 0 0 0,1 1 0 0 0,-1-1 0 0 0,0 1 0 0 0,1-1 0 0 0,0 0 0 0 0,-1 0 0 0 0,1 0 0 0 0,0 0 0 0 0,0-1 0 0 0,0 1 0 0 0,0-1 0 0 0,1 0 0 0 0,-1 1 0 0 0,5 0 0 0 0,4-1-79 0 0,-1 1 0 0 0,1-2-1 0 0,-1 1 1 0 0,1-1 0 0 0,0-1 0 0 0,-1 0 0 0 0,1-1-1 0 0,-1 0 1 0 0,12-5 0 0 0,18-6-824 0 0,41-20 1 0 0,-55 22 442 0 0,508-246-10284 0 0,-471 224 8840 0 0,6-4-2092 0 0,-4-2-1850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42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17 122 1304 0 0,'1'-15'2686'0'0,"-2"1"0"0"0,1 0 1 0 0,-2 0-1 0 0,0-1 0 0 0,-5-18 0 0 0,6 31-2003 0 0,0-12 1964 0 0,-1 22-1117 0 0,0 26-568 0 0,13 282 1333 0 0,-9-281-3250 0 0,9 44-1 0 0,-4-43-3753 0 0,15 39 0 0 0,-16-55-36 0 0,0-1-2315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43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44 205 764 0 0,'-1'1'280'0'0,"0"-1"0"0"0,0 1 1 0 0,0 0-1 0 0,0-1 0 0 0,0 1 0 0 0,0-1 1 0 0,-1 1-1 0 0,1-1 0 0 0,0 1 0 0 0,0-1 0 0 0,0 0 1 0 0,-1 0-1 0 0,1 0 0 0 0,0 0 0 0 0,0 0 0 0 0,-1 0 1 0 0,1 0-1 0 0,0 0 0 0 0,0 0 0 0 0,-1 0 0 0 0,1-1 1 0 0,0 1-1 0 0,0 0 0 0 0,0-1 0 0 0,-1 1 1 0 0,1-1-1 0 0,0 1 0 0 0,0-1 0 0 0,0 0 0 0 0,-1-1 1 0 0,1 0-83 0 0,0 1 0 0 0,0-1 0 0 0,0 0 0 0 0,1 0 0 0 0,-1 0 0 0 0,1 0 0 0 0,-1 0 0 0 0,1-1 0 0 0,0 1 0 0 0,-1 0 0 0 0,1 0 0 0 0,1 0 0 0 0,-1 0 0 0 0,0 0 0 0 0,0 0 0 0 0,1 0 0 0 0,-1 0 0 0 0,1-2 0 0 0,2-4 110 0 0,0 1 0 0 0,-1 0-1 0 0,2 0 1 0 0,-1 0 0 0 0,1 1-1 0 0,0-1 1 0 0,1 1 0 0 0,-1 0 0 0 0,10-9-1 0 0,-1 3 94 0 0,0 0 0 0 0,28-19-1 0 0,-34 27-339 0 0,-1 0-1 0 0,1 0 0 0 0,0 0 0 0 0,0 1 1 0 0,0 0-1 0 0,0 1 0 0 0,0-1 1 0 0,1 1-1 0 0,-1 1 0 0 0,9-1 1 0 0,-13 1-49 0 0,0 2 0 0 0,0-1 0 0 0,0 0 0 0 0,0 0 0 0 0,-1 1 0 0 0,1-1 0 0 0,0 1 0 0 0,0 0 0 0 0,0 0 0 0 0,-1 0 0 0 0,1 1 0 0 0,0-1 0 0 0,-1 0 1 0 0,1 1-1 0 0,-1 0 0 0 0,0-1 0 0 0,1 1 0 0 0,-1 0 0 0 0,0 0 0 0 0,0 1 0 0 0,0-1 0 0 0,-1 0 0 0 0,1 1 0 0 0,0-1 0 0 0,-1 1 0 0 0,0-1 1 0 0,1 1-1 0 0,1 5 0 0 0,0 2 6 0 0,-1 0 1 0 0,0 0 0 0 0,0 0-1 0 0,-1 0 1 0 0,0 0-1 0 0,-1 0 1 0 0,0 1 0 0 0,0-1-1 0 0,-1 0 1 0 0,-4 18 0 0 0,-2-2 78 0 0,0 1 1 0 0,-20 45-1 0 0,-9 4 356 0 0,-13 33 592 0 0,48-107-809 0 0,1-2-229 0 0,0 1 0 0 0,1-1-1 0 0,-1 0 1 0 0,0 0 0 0 0,0 1 0 0 0,1-1-1 0 0,-1 0 1 0 0,0 0 0 0 0,0 1 0 0 0,1-1-1 0 0,-1 0 1 0 0,0 0 0 0 0,1 0-1 0 0,-1 0 1 0 0,0 1 0 0 0,1-1 0 0 0,-1 0-1 0 0,0 0 1 0 0,1 0 0 0 0,-1 0 0 0 0,0 0-1 0 0,1 0 1 0 0,-1 0 0 0 0,0 0 0 0 0,1 0-1 0 0,-1 0 1 0 0,0 0 0 0 0,1 0-1 0 0,-1 0 1 0 0,1 0 0 0 0,-1-1 0 0 0,0 1-1 0 0,1 0 1 0 0,11-6 44 0 0,-10 4-41 0 0,60-33-236 0 0,92-47 20 0 0,-74 49-3397 0 0,-55 25-655 0 0,34-7 1 0 0,-43 13-1816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43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44 168 1632 0 0,'-11'7'7294'0'0,"2"-4"-3486"0"0,8-3-3643 0 0,1 0 1 0 0,-1 0-1 0 0,0 0 1 0 0,0 0-1 0 0,1-1 0 0 0,-1 1 1 0 0,0 0-1 0 0,0 0 1 0 0,1 0-1 0 0,-1-1 0 0 0,0 1 1 0 0,1 0-1 0 0,-1-1 1 0 0,0 1-1 0 0,1-1 0 0 0,-1 1 1 0 0,1 0-1 0 0,-1-1 1 0 0,1 0-1 0 0,-1 1 0 0 0,1-1 1 0 0,-2-2 621 0 0,1 3-715 0 0,0 0 1 0 0,1-1 0 0 0,-1 1 0 0 0,1-1-1 0 0,-1 1 1 0 0,1-1 0 0 0,-1 1 0 0 0,1-1-1 0 0,0 1 1 0 0,-1-1 0 0 0,1 0 0 0 0,0 1 0 0 0,-1-1-1 0 0,1 1 1 0 0,0-1 0 0 0,0 0 0 0 0,0 1-1 0 0,-1-1 1 0 0,1 0 0 0 0,0 1 0 0 0,0-1-1 0 0,0 0 1 0 0,0 1 0 0 0,0-1 0 0 0,0 0 0 0 0,1 0-1 0 0,2-23 883 0 0,2 14-871 0 0,0 1 0 0 0,1 0-1 0 0,0 0 1 0 0,1 0 0 0 0,0 1-1 0 0,1 0 1 0 0,-1 0 0 0 0,1 1-1 0 0,1 0 1 0 0,0 0 0 0 0,12-6 0 0 0,-15 9-74 0 0,0 1 0 0 0,1 0 0 0 0,-1 0 1 0 0,1 1-1 0 0,0 0 0 0 0,-1 0 0 0 0,1 0 1 0 0,12 0-1 0 0,-15 2-1 0 0,1 0 1 0 0,-1 0-1 0 0,1 0 0 0 0,0 1 1 0 0,-1 0-1 0 0,1 0 1 0 0,-1 0-1 0 0,0 0 0 0 0,1 1 1 0 0,-1 0-1 0 0,0-1 1 0 0,0 2-1 0 0,0-1 0 0 0,5 4 1 0 0,-5-3-3 0 0,0 0 1 0 0,0 1 0 0 0,0 0-1 0 0,0 0 1 0 0,-1 0 0 0 0,1 1-1 0 0,-1-1 1 0 0,0 1 0 0 0,0 0-1 0 0,-1 0 1 0 0,4 9 0 0 0,-3-6 1 0 0,-1 1 1 0 0,0 0 0 0 0,0 0 0 0 0,-1 0 0 0 0,0 0 0 0 0,-1 14 0 0 0,-2 6 6 0 0,-2 0 0 0 0,-1 0-1 0 0,-12 38 1 0 0,15-58-15 0 0,-24 68 163 0 0,-2 10 325 0 0,28-84-351 0 0,18-9-35 0 0,-8 0-77 0 0,1-1 0 0 0,-1 0 0 0 0,17-15 0 0 0,-3 2-13 0 0,252-199-3743 0 0,-97 66-5983 0 0,-126 107 3007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4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203 268 1172 0 0,'-45'-55'14777'0'0,"30"39"-11278"0"0,15 14-3480 0 0,0 0 0 0 0,1 0 0 0 0,-1 0-1 0 0,1 0 1 0 0,0 0 0 0 0,0 0-1 0 0,0 1 1 0 0,0-1 0 0 0,0 0 0 0 0,0 0-1 0 0,0 1 1 0 0,1-1 0 0 0,-1 0 0 0 0,0 1-1 0 0,1 0 1 0 0,0-1 0 0 0,-1 1-1 0 0,4-2 1 0 0,39-28 62 0 0,-36 26-65 0 0,46-26 53 0 0,102-43-1 0 0,-114 55-103 0 0,-41 18 35 0 0,1 1 1 0 0,-1 0-1 0 0,0-1 1 0 0,0 1-1 0 0,1 0 1 0 0,-1-1-1 0 0,0 1 1 0 0,1 0-1 0 0,-1 0 1 0 0,0 0-1 0 0,0 0 1 0 0,1 0 0 0 0,-1 1-1 0 0,0-1 1 0 0,1 0-1 0 0,-1 1 1 0 0,0-1-1 0 0,0 1 1 0 0,0-1-1 0 0,1 1 1 0 0,-1-1-1 0 0,0 1 1 0 0,0 0 0 0 0,0-1-1 0 0,0 1 1 0 0,0 0-1 0 0,0 0 1 0 0,0 0-1 0 0,0 0 1 0 0,-1 0-1 0 0,1 0 1 0 0,0 0-1 0 0,0 0 1 0 0,-1 0 0 0 0,1 2-1 0 0,3 5 21 0 0,0-1-1 0 0,-1 1 1 0 0,0 0 0 0 0,2 10 0 0 0,-3-8 2 0 0,7 25 273 0 0,-2 1 1 0 0,-2 0-1 0 0,1 39 0 0 0,-2-17 139 0 0,127 985 2461 0 0,-100-822-2791 0 0,55 379 33 0 0,-18 18-5 0 0,-24-228-203 0 0,-26-232 272 0 0,-11-105-234 0 0,14 209 2606 0 0,-21-254-2203 0 0,0-1 0 0 0,-1 1 0 0 0,1 0 0 0 0,-2-1 0 0 0,1 1 0 0 0,-3 8 0 0 0,2-13-248 0 0,1 0-1 0 0,0 0 1 0 0,-1-1 0 0 0,1 1 0 0 0,-1 0-1 0 0,0-1 1 0 0,0 0 0 0 0,0 1 0 0 0,0-1-1 0 0,0 0 1 0 0,-1 0 0 0 0,1 0 0 0 0,-1 0-1 0 0,1-1 1 0 0,-1 1 0 0 0,0-1 0 0 0,1 0-1 0 0,-1 1 1 0 0,-3 0 0 0 0,-21 5-123 0 0,0 0 0 0 0,-1-2 0 0 0,-54 3 0 0 0,-37 6 0 0 0,70-2-1720 0 0,1 2 0 0 0,0 3 0 0 0,-62 30 0 0 0,-133 83-9980 0 0,222-118 10913 0 0,-91 51-10209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56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26 96 0 0,'-1'-26'13950'0'0,"-1"56"-13325"0"0,0 0 0 0 0,2-1 0 0 0,5 40 0 0 0,0 4 20 0 0,-16 355 872 0 0,6-344-1383 0 0,4-58-83 0 0,0-4 91 0 0,-5 36 1 0 0,6-56-149 0 0,-3 6-158 0 0,-6-9-4052 0 0,8 1 3997 0 0,0-1-1 0 0,0 0 0 0 0,0 1 0 0 0,0-1 0 0 0,0 0 0 0 0,0 0 0 0 0,-1-1 0 0 0,-6-13-6143 0 0,4 2 2097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5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14 376 0 0,'-4'-11'12369'0'0,"2"10"-12219"0"0,0 1-1 0 0,-1 0 1 0 0,1-1-1 0 0,0 1 1 0 0,0 0 0 0 0,-1 0-1 0 0,1 0 1 0 0,0 0-1 0 0,0 0 1 0 0,-1 1-1 0 0,1-1 1 0 0,0 1 0 0 0,0-1-1 0 0,0 1 1 0 0,0 0-1 0 0,0 0 1 0 0,-1 0-1 0 0,2 0 1 0 0,-5 2 0 0 0,-42 33 73 0 0,30-22 11 0 0,-168 127 152 0 0,-8 7-249 0 0,159-121-3377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56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86 356 0 0,'16'13'15696'0'0,"-9"-9"-14570"0"0,9-8-1017 0 0,-1 0 0 0 0,0-1 0 0 0,0-1 0 0 0,18-9 0 0 0,31-11-56 0 0,-39 18-20 0 0,52-16-1048 0 0,-28 13-3685 0 0,-33 11 698 0 0,-13 1 2832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57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79 1628 0 0,'-52'55'13318'0'0,"53"-54"-13267"0"0,-1-1 0 0 0,0 1 0 0 0,1-1 0 0 0,-1 1-1 0 0,0-1 1 0 0,1 0 0 0 0,-1 1 0 0 0,1-1 0 0 0,-1 0 0 0 0,0 1 0 0 0,1-1 0 0 0,-1 0-1 0 0,1 1 1 0 0,-1-1 0 0 0,1 0 0 0 0,-1 0 0 0 0,1 0 0 0 0,0 1 0 0 0,33-13 416 0 0,62-31 0 0 0,-29 11-2105 0 0,-53 26 917 0 0,64-32-7274 0 0,-61 28 3906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57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74 182 460 0 0,'-2'-1'2222'0'0,"-6"-3"-709"0"0,1 0 1 0 0,0-1-1 0 0,1 1 1 0 0,-1-1-1 0 0,1-1 1 0 0,-7-7-1 0 0,11 12-1383 0 0,0-1 1 0 0,1 1-1 0 0,0-1 0 0 0,-1 1 0 0 0,1-1 0 0 0,0 0 0 0 0,0 0 1 0 0,0 0-1 0 0,0 0 0 0 0,0 0 0 0 0,1 1 0 0 0,-1-2 0 0 0,0 1 1 0 0,1 0-1 0 0,-1 0 0 0 0,1 0 0 0 0,0 0 0 0 0,0 0 0 0 0,0 0 1 0 0,0 0-1 0 0,0 0 0 0 0,0-1 0 0 0,1 1 0 0 0,-1 0 0 0 0,1 0 0 0 0,-1 0 1 0 0,1 0-1 0 0,0 0 0 0 0,0 0 0 0 0,0 0 0 0 0,0 1 0 0 0,2-3 1 0 0,1-3-93 0 0,2 1 0 0 0,-1 0 0 0 0,1 1 0 0 0,0-1 1 0 0,0 1-1 0 0,1 0 0 0 0,-1 1 0 0 0,1-1 0 0 0,0 1 1 0 0,0 1-1 0 0,0-1 0 0 0,1 1 0 0 0,0 1 0 0 0,-1-1 1 0 0,1 1-1 0 0,0 1 0 0 0,0-1 0 0 0,0 1 0 0 0,0 1 1 0 0,0-1-1 0 0,0 1 0 0 0,0 1 0 0 0,13 1 0 0 0,-16-1-19 0 0,-1 0-1 0 0,1 1 0 0 0,0-1 0 0 0,0 1 0 0 0,-1-1 0 0 0,1 1 0 0 0,-1 1 1 0 0,1-1-1 0 0,-1 1 0 0 0,0 0 0 0 0,0 0 0 0 0,0 0 0 0 0,-1 0 1 0 0,1 0-1 0 0,-1 1 0 0 0,1 0 0 0 0,-1 0 0 0 0,0 0 0 0 0,-1 0 0 0 0,1 0 1 0 0,2 6-1 0 0,-3-3 4 0 0,1 0 0 0 0,-1 1 0 0 0,0 0 0 0 0,-1 0 0 0 0,0-1 0 0 0,0 1 0 0 0,-1 0 0 0 0,0 0 0 0 0,0 0 0 0 0,-1 0 0 0 0,0 0 0 0 0,-3 13 0 0 0,-3 3 51 0 0,-2-2 1 0 0,0 1-1 0 0,-1-1 1 0 0,-1-1-1 0 0,-27 39 0 0 0,11-26 1548 0 0,26-33-1429 0 0,8-9-98 0 0,-2 3-91 0 0,1 1 0 0 0,-1-1 1 0 0,1 1-1 0 0,0 0 1 0 0,0 1-1 0 0,0-1 0 0 0,1 1 1 0 0,-1 0-1 0 0,1 1 0 0 0,0 0 1 0 0,0 0-1 0 0,0 0 1 0 0,0 1-1 0 0,0 0 0 0 0,9 0 1 0 0,-6 1 4 0 0,-1 0 1 0 0,0 0-1 0 0,0 1 0 0 0,0 1 1 0 0,0-1-1 0 0,0 2 1 0 0,0-1-1 0 0,0 1 1 0 0,0 0-1 0 0,-1 1 0 0 0,0 0 1 0 0,1 0-1 0 0,-2 1 1 0 0,1 0-1 0 0,0 1 1 0 0,6 6-1 0 0,-11-9 18 0 0,-1-1 0 0 0,1 1 0 0 0,-1 0 0 0 0,0 0 0 0 0,0 0 0 0 0,0 0 0 0 0,0 0 0 0 0,-1 1-1 0 0,1-1 1 0 0,-1 1 0 0 0,0-1 0 0 0,0 1 0 0 0,0-1 0 0 0,0 1 0 0 0,-1-1 0 0 0,1 6 0 0 0,-1-3 23 0 0,-1-1 0 0 0,0 1 0 0 0,0-1-1 0 0,0 0 1 0 0,0 1 0 0 0,-1-1 0 0 0,0 0 0 0 0,0 0-1 0 0,0 0 1 0 0,-4 5 0 0 0,-1 1 128 0 0,-1 1-1 0 0,0-2 1 0 0,-1 1-1 0 0,0-1 1 0 0,-1-1-1 0 0,0 0 1 0 0,-1 0-1 0 0,-12 8 1 0 0,14-12-110 0 0,1 0-1 0 0,-2 0 1 0 0,1-1 0 0 0,0 0-1 0 0,-1-1 1 0 0,1 0 0 0 0,-1 0-1 0 0,0-1 1 0 0,0 0 0 0 0,0-1-1 0 0,-1 0 1 0 0,-19-1 0 0 0,15-2 17 0 0,1 0 0 0 0,-1-1 1 0 0,1-1-1 0 0,-1 0 0 0 0,1-1 0 0 0,0 0 1 0 0,1-1-1 0 0,-18-11 0 0 0,3 2-1003 0 0,27 14 270 0 0,-6-4-956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59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169 253 1612 0 0,'0'-63'12376'0'0,"-19"177"-8508"0"0,4-12-2820 0 0,-61 205 197 0 0,74-298-1171 0 0,-6 24 344 0 0,-2-1-1 0 0,-17 38 0 0 0,26-68-107 0 0,-4-13-151 0 0,5 10-154 0 0,-1 0-1 0 0,0 0 0 0 0,1-1 1 0 0,-1 1-1 0 0,1 0 0 0 0,-1-1 1 0 0,1 1-1 0 0,0 0 0 0 0,-1-1 0 0 0,1 1 1 0 0,0-1-1 0 0,0 1 0 0 0,0-3 1 0 0,5-45-10 0 0,17-82 0 0 0,24-47-70 0 0,-37 146 74 0 0,58-182-106 0 0,-55 184 74 0 0,1 0 1 0 0,1 1 0 0 0,1 0-1 0 0,36-47 1 0 0,-50 74 28 0 0,1-1 1 0 0,-1 1-1 0 0,1 0 0 0 0,0 1 0 0 0,0-1 1 0 0,0 0-1 0 0,0 0 0 0 0,0 1 1 0 0,0-1-1 0 0,0 1 0 0 0,0 0 1 0 0,1-1-1 0 0,-1 1 0 0 0,1 0 0 0 0,-1 0 1 0 0,1 1-1 0 0,-1-1 0 0 0,1 1 1 0 0,-1-1-1 0 0,4 1 0 0 0,-4 0 6 0 0,1 1-1 0 0,0-1 1 0 0,0 1-1 0 0,0 0 0 0 0,-1 0 1 0 0,1 0-1 0 0,0 1 1 0 0,-1-1-1 0 0,1 1 1 0 0,-1-1-1 0 0,0 1 0 0 0,1 0 1 0 0,-1 0-1 0 0,0 0 1 0 0,0 0-1 0 0,0 0 1 0 0,3 4-1 0 0,5 8 94 0 0,-1 1 0 0 0,0 0 0 0 0,-1 0 0 0 0,0 1 0 0 0,-1 0 0 0 0,-1 0 0 0 0,6 25 0 0 0,-1 10 406 0 0,6 60 1 0 0,-13-61-176 0 0,-3 1 1 0 0,-2-1 0 0 0,-9 58 0 0 0,0 7-197 0 0,6-77 191 0 0,1-5-1231 0 0,2-12-5122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59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90 124 2152 0 0,'-87'15'13499'0'0,"84"-15"-12525"0"0,5-1-890 0 0,-1 0 1 0 0,1-1-1 0 0,-1 1 1 0 0,1 0-1 0 0,0 0 1 0 0,0-1-1 0 0,-1 2 1 0 0,1-1-1 0 0,0 0 0 0 0,0 0 1 0 0,0 0-1 0 0,4 0 1 0 0,-5 1-60 0 0,166-56 6 0 0,-55 24-3570 0 0,-15 4-3924 0 0,-68 19 3090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3:59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39 1760 0 0,'-2'1'2250'0'0,"-46"48"14021"0"0,51-48-16205 0 0,0-1 0 0 0,0 0 0 0 0,0 0 0 0 0,1 0 0 0 0,-1 0 1 0 0,0 0-1 0 0,0 0 0 0 0,0-1 0 0 0,0 0 0 0 0,5-1 0 0 0,38-14 86 0 0,-19 6-397 0 0,6-1-1028 0 0,33-10-3070 0 0,-22 4-2500 0 0,-19 7 791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0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107 147 2624 0 0,'-3'-1'2255'0'0,"-14"-4"1730"0"0,16 4-3786 0 0,1 1-1 0 0,-1 0 1 0 0,0-1-1 0 0,0 1 1 0 0,0-1-1 0 0,0 1 1 0 0,0-1-1 0 0,0 0 1 0 0,1 1-1 0 0,-1-1 1 0 0,0 0-1 0 0,1 1 1 0 0,-1-1-1 0 0,0 0 1 0 0,1 0-1 0 0,-1 0 1 0 0,1 0-1 0 0,-1 1 1 0 0,1-1-1 0 0,-1-1 1 0 0,1-1-10 0 0,0 0 1 0 0,0 0 0 0 0,0 0 0 0 0,0 0 0 0 0,0 0-1 0 0,1 0 1 0 0,-1 0 0 0 0,1 0 0 0 0,0 0 0 0 0,0 1 0 0 0,0-1-1 0 0,0 0 1 0 0,1 1 0 0 0,-1-1 0 0 0,1 0 0 0 0,2-2 0 0 0,0 0-11 0 0,0 1 0 0 0,0-1 0 0 0,1 1 0 0 0,0 0 0 0 0,0 0 0 0 0,0 0 0 0 0,8-3-1 0 0,-1 1-46 0 0,0 0-1 0 0,1 1 0 0 0,-1 0 1 0 0,1 1-1 0 0,0 1 0 0 0,20-3 0 0 0,-29 5-112 0 0,-1 1 1 0 0,1-1-1 0 0,0 1 0 0 0,-1 0 0 0 0,1 0 0 0 0,0 0 0 0 0,-1 1 0 0 0,1-1 0 0 0,0 1 0 0 0,-1 0 0 0 0,1 0 0 0 0,-1 0 0 0 0,1 1 0 0 0,-1-1 1 0 0,1 1-1 0 0,-1 0 0 0 0,0 0 0 0 0,0 0 0 0 0,0 0 0 0 0,0 0 0 0 0,0 1 0 0 0,-1-1 0 0 0,1 1 0 0 0,-1 0 0 0 0,1 0 0 0 0,-1 0 0 0 0,0 0 0 0 0,0 0 1 0 0,1 4-1 0 0,-1-1-3 0 0,0 0 0 0 0,0 0 0 0 0,-1 0 0 0 0,0 0 0 0 0,0 1 0 0 0,0-1 0 0 0,-1 0 1 0 0,0 0-1 0 0,0 1 0 0 0,-1-1 0 0 0,0 0 0 0 0,0 0 0 0 0,0 1 0 0 0,-1-1 0 0 0,-4 11 0 0 0,-3 2 11 0 0,-2 0 0 0 0,0 0 0 0 0,-2-1 0 0 0,0-1 0 0 0,-30 32 0 0 0,-1 2 49 0 0,43-50-76 0 0,1-1-1 0 0,0 1 1 0 0,0-1 0 0 0,0 0 0 0 0,-1 1 0 0 0,1-1-1 0 0,0 1 1 0 0,0-1 0 0 0,0 1 0 0 0,0-1 0 0 0,0 1 0 0 0,0-1-1 0 0,0 1 1 0 0,0-1 0 0 0,0 1 0 0 0,0-1 0 0 0,0 1-1 0 0,0-1 1 0 0,0 1 0 0 0,0-1 0 0 0,0 0 0 0 0,1 1-1 0 0,-1-1 1 0 0,0 1 0 0 0,0-1 0 0 0,0 1 0 0 0,1-1 0 0 0,-1 0-1 0 0,0 1 1 0 0,1-1 0 0 0,-1 0 0 0 0,0 1 0 0 0,1-1-1 0 0,-1 0 1 0 0,0 1 0 0 0,1-1 0 0 0,-1 0 0 0 0,1 0-1 0 0,-1 1 1 0 0,1-1 0 0 0,-1 0 0 0 0,1 0 0 0 0,28 13 12 0 0,-14-7 23 0 0,-2 2 236 0 0,0 0-1 0 0,-1 0 0 0 0,0 2 1 0 0,-1-1-1 0 0,0 1 1 0 0,12 15-1 0 0,-18-19-82 0 0,0 0 0 0 0,0 0 0 0 0,-1 1 0 0 0,0-1-1 0 0,0 1 1 0 0,0 0 0 0 0,-1 0 0 0 0,0 1 0 0 0,-1-1 0 0 0,1 0 0 0 0,-1 1-1 0 0,-1 0 1 0 0,2 13 0 0 0,-4-15-122 0 0,1 1-1 0 0,-1-1 1 0 0,0 1-1 0 0,0-1 1 0 0,-1 0-1 0 0,0 0 1 0 0,0 0-1 0 0,0 0 1 0 0,-1 0-1 0 0,0 0 1 0 0,0-1-1 0 0,0 1 1 0 0,-1-1-1 0 0,0 0 1 0 0,0 0-1 0 0,0 0 1 0 0,-1 0-1 0 0,1-1 1 0 0,-1 0-1 0 0,0 0 1 0 0,0 0-1 0 0,-1-1 1 0 0,1 1-1 0 0,-12 4 1 0 0,4-3-44 0 0,0 0 0 0 0,-1 0-1 0 0,0-1 1 0 0,0-1 0 0 0,0 0 0 0 0,0-1 0 0 0,0 0-1 0 0,0-1 1 0 0,-1-1 0 0 0,-15-2 0 0 0,20 2-195 0 0,0-1 1 0 0,0-1 0 0 0,1 0-1 0 0,-1 0 1 0 0,1-1 0 0 0,0 0-1 0 0,0-1 1 0 0,0 0 0 0 0,-17-10-1 0 0,25 13 3 0 0,0 1-1 0 0,0-1 0 0 0,1 0 1 0 0,-1 0-1 0 0,0 0 1 0 0,1 0-1 0 0,-1 0 0 0 0,0 0 1 0 0,1 0-1 0 0,-1 0 0 0 0,1 0 1 0 0,0 0-1 0 0,-1 0 1 0 0,1 0-1 0 0,0 0 0 0 0,-1 0 1 0 0,1 0-1 0 0,0 0 1 0 0,0-1-1 0 0,0 1 0 0 0,0 0 1 0 0,0 0-1 0 0,0 0 0 0 0,1 0 1 0 0,-1 0-1 0 0,0 0 1 0 0,0 0-1 0 0,1-1 0 0 0,-1 1 1 0 0,1 0-1 0 0,-1 0 1 0 0,1 0-1 0 0,-1 0 0 0 0,2-1 1 0 0,2-4-1507 0 0,0 1 1 0 0,0 0 0 0 0,0-1-1 0 0,6-4 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0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38 1988 0 0,'-54'14'9944'0'0,"22"-6"-3997"0"0,32-8-5914 0 0,0 1-1 0 0,0-1 1 0 0,1 1 0 0 0,-1-1 0 0 0,0 0-1 0 0,0 1 1 0 0,1-1 0 0 0,-1 0 0 0 0,0 1-1 0 0,0-1 1 0 0,1 0 0 0 0,-1 1-1 0 0,0-1 1 0 0,1 0 0 0 0,-1 0 0 0 0,1 1-1 0 0,-1-1 1 0 0,0 0 0 0 0,1 0-1 0 0,-1 0 1 0 0,1 0 0 0 0,-1 1 0 0 0,0-1-1 0 0,1 0 1 0 0,-1 0 0 0 0,1 0 0 0 0,-1 0-1 0 0,1 0 1 0 0,-1 0 0 0 0,1 0-1 0 0,13 0 181 0 0,-13 0-199 0 0,34-4 263 0 0,0-1-1 0 0,40-11 1 0 0,20-4-1535 0 0,-34 8-2108 0 0,-23 3-4243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0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 2128 0 0,'-7'2'2032'0'0,"0"1"-1"0"0,1 1 1 0 0,-1-1-1 0 0,1 1 1 0 0,-8 6 0 0 0,11-7-1601 0 0,1 0 0 0 0,-1 0 1 0 0,0 0-1 0 0,1 0 1 0 0,0 1-1 0 0,0-1 0 0 0,0 1 1 0 0,0 0-1 0 0,0 0 1 0 0,-1 6-1 0 0,-24 88 3950 0 0,1 52-2622 0 0,-2 6-1433 0 0,19-105-859 0 0,1-6-1561 0 0,-4-2-3909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0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58 112 1912 0 0,'-10'9'5303'0'0,"-31"16"4412"0"0,39-22-8972 0 0,2-3-675 0 0,0 0 0 0 0,-1 0 1 0 0,1 1-1 0 0,0-1 0 0 0,-1 0 1 0 0,1 1-1 0 0,0-1 0 0 0,0 0 1 0 0,-1 1-1 0 0,1-1 1 0 0,0 0-1 0 0,0 1 0 0 0,0-1 1 0 0,-1 1-1 0 0,1-1 0 0 0,0 0 1 0 0,0 1-1 0 0,0-1 1 0 0,0 1-1 0 0,0-1 0 0 0,0 0 1 0 0,0 1-1 0 0,0-1 0 0 0,0 1 1 0 0,0-1-1 0 0,0 1 1 0 0,0-1-1 0 0,0 0 0 0 0,0 1 1 0 0,0-1-1 0 0,0 1 0 0 0,1-1 1 0 0,-1 0-1 0 0,0 1 1 0 0,0-1-1 0 0,0 1 0 0 0,1-1 1 0 0,-1 0-1 0 0,0 1 0 0 0,1-1 1 0 0,-1 0-1 0 0,0 1 0 0 0,1-1 1 0 0,0 1-1 0 0,6 0 110 0 0,1 0 0 0 0,0 0 0 0 0,0 0 0 0 0,0-1 0 0 0,0 0 0 0 0,0 0 1 0 0,12-3-1 0 0,60-15 59 0 0,-55 11-129 0 0,-24 7-109 0 0,164-46-1332 0 0,-85 14-2439 0 0,-58 22-236 0 0,31-21 0 0 0,-22 8-2985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1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68 1264 0 0,'-6'-4'1774'0'0,"1"1"407"0"0,-1-1 0 0 0,1 0-1 0 0,0 0 1 0 0,-7-7-1 0 0,11 9-1835 0 0,0 0-1 0 0,-1 1 0 0 0,1-1 0 0 0,0 0 1 0 0,0 0-1 0 0,0 0 0 0 0,1 0 1 0 0,-1 0-1 0 0,0 0 0 0 0,0-3 0 0 0,1 5-276 0 0,0-1-1 0 0,0 1 0 0 0,0-1 1 0 0,0 1-1 0 0,0-1 0 0 0,0 1 1 0 0,0-1-1 0 0,1 1 0 0 0,-1-1 1 0 0,0 1-1 0 0,0-1 0 0 0,0 1 0 0 0,1-1 1 0 0,-1 1-1 0 0,0-1 0 0 0,0 1 1 0 0,1 0-1 0 0,-1-1 0 0 0,0 1 1 0 0,1-1-1 0 0,-1 1 0 0 0,0 0 1 0 0,1-1-1 0 0,-1 1 0 0 0,1 0 1 0 0,-1 0-1 0 0,1-1 0 0 0,-1 1 1 0 0,1 0-1 0 0,-1 0 0 0 0,1 0 1 0 0,-1-1-1 0 0,1 1 0 0 0,-1 0 1 0 0,1 0-1 0 0,-1 0 0 0 0,1 0 1 0 0,19 0 1110 0 0,-13 2-936 0 0,0 1 0 0 0,0-1 1 0 0,0 1-1 0 0,0 1 0 0 0,-1-1 1 0 0,0 1-1 0 0,1 0 0 0 0,9 9 1 0 0,42 45 959 0 0,-45-45-918 0 0,9 12-63 0 0,-1 1 1 0 0,0 1-1 0 0,-3 0 1 0 0,0 2-1 0 0,-2 0 0 0 0,0 1 1 0 0,13 42-1 0 0,-14-30-95 0 0,-3 1-1 0 0,-2 0 1 0 0,-1 1-1 0 0,-3 0 1 0 0,2 48-1 0 0,-8-31-234 0 0,-2-1 0 0 0,-2 1 0 0 0,-3-1 1 0 0,-3-1-1 0 0,-3 1 0 0 0,-2-2 0 0 0,-2 0 0 0 0,-36 79 0 0 0,36-101-594 0 0,-2-2 0 0 0,-1 0 0 0 0,-1-1 0 0 0,-2-1-1 0 0,-1-1 1 0 0,-2-1 0 0 0,-1-1 0 0 0,-1-1 0 0 0,-33 25 0 0 0,27-28-1367 0 0,-1-1 0 0 0,-1-2 0 0 0,0-2-1 0 0,-77 31 1 0 0,25-20-4820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1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504 92 852 0 0,'-4'-6'687'0'0,"1"-1"0"0"0,-2 1 0 0 0,1-1 0 0 0,-1 1 0 0 0,0 1 0 0 0,0-1 0 0 0,0 1 0 0 0,-1-1 0 0 0,0 2-1 0 0,0-1 1 0 0,0 1 0 0 0,-1 0 0 0 0,1 0 0 0 0,-1 0 0 0 0,0 1 0 0 0,0 0 0 0 0,0 1 0 0 0,-9-3 0 0 0,14 5-629 0 0,0 0 1 0 0,1 0-1 0 0,-1 0 1 0 0,0 0-1 0 0,1 1 0 0 0,-1-1 1 0 0,0 0-1 0 0,1 1 1 0 0,-1-1-1 0 0,1 1 0 0 0,-1 0 1 0 0,1 0-1 0 0,-1-1 1 0 0,1 1-1 0 0,-1 0 0 0 0,-1 2 1 0 0,-18 17 511 0 0,8-4-190 0 0,0 1 1 0 0,1 1 0 0 0,2 0-1 0 0,-17 35 1 0 0,-25 81 789 0 0,49-125-1112 0 0,-52 160 988 0 0,7 3-1 0 0,-32 231 0 0 0,69-328-857 0 0,3 1 1 0 0,3 133-1 0 0,7-179-155 0 0,0 0-1 0 0,2 0 0 0 0,2 0 1 0 0,0-1-1 0 0,2 0 0 0 0,1 0 1 0 0,2-1-1 0 0,0 0 0 0 0,31 51 1 0 0,-28-59-308 0 0,1-1 1 0 0,0 0 0 0 0,2-1-1 0 0,0-1 1 0 0,1-1 0 0 0,0-1-1 0 0,2 0 1 0 0,-1-1 0 0 0,2-1 0 0 0,23 11-1 0 0,-20-13-1270 0 0,1 0 0 0 0,1-2 0 0 0,0 0 0 0 0,0-2-1 0 0,31 4 1 0 0,20-2-6385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2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119 214 180 0 0,'-27'-38'3676'0'0,"3"-2"0"0"0,1 0 0 0 0,-22-55 1830 0 0,54 121-3714 0 0,44 88 1147 0 0,-3-10-1775 0 0,57 128-386 0 0,-80-179-2433 0 0,-6-22-2747 0 0,-13-22 1285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2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14 208 0 0,'-1'-2'334'0'0,"-1"1"0"0"0,1 0 0 0 0,0 0 0 0 0,0 0 0 0 0,-1 0-1 0 0,1 0 1 0 0,-1 0 0 0 0,1 1 0 0 0,0-1 0 0 0,-1 0 0 0 0,0 1 0 0 0,1-1 0 0 0,-1 1 0 0 0,1-1 0 0 0,-1 1 0 0 0,0 0 0 0 0,1 0-1 0 0,-1 0 1 0 0,0 0 0 0 0,1 0 0 0 0,-1 0 0 0 0,1 0 0 0 0,-3 1 0 0 0,0 0 175 0 0,-1 1 0 0 0,0 0 0 0 0,1 0 0 0 0,-1 1 1 0 0,1-1-1 0 0,-8 7 0 0 0,-35 30 1635 0 0,2 2-1 0 0,-62 73 1 0 0,76-79-1709 0 0,10-12-220 0 0,-13 13 32 0 0,1 1 0 0 0,3 2 0 0 0,-38 60 0 0 0,67-97-388 0 0,0 0 0 0 0,0 0 0 0 0,1 0 0 0 0,-1 0-1 0 0,1 1 1 0 0,-1-1 0 0 0,1 0 0 0 0,-1 4 0 0 0,1-5 47 0 0,0 0 1 0 0,0-1 0 0 0,0 1 0 0 0,0-1-1 0 0,1 1 1 0 0,-1-1 0 0 0,0 1-1 0 0,0-1 1 0 0,0 1 0 0 0,0-1 0 0 0,1 1-1 0 0,-1-1 1 0 0,0 1 0 0 0,0-1-1 0 0,1 0 1 0 0,-1 1 0 0 0,0-1-1 0 0,1 1 1 0 0,-1-1 0 0 0,0 0 0 0 0,1 1-1 0 0,-1-1 1 0 0,1 0 0 0 0,-1 1-1 0 0,0-1 1 0 0,1 0 0 0 0,-1 0 0 0 0,1 1-1 0 0,-1-1 1 0 0,1 0 0 0 0,-1 0-1 0 0,1 0 1 0 0,-1 0 0 0 0,1 1-1 0 0,-1-1 1 0 0,1 0 0 0 0,-1 0 0 0 0,1 0-1 0 0,-1 0 1 0 0,1 0 0 0 0,0-1-1 0 0,-1 1 1 0 0,1 0 0 0 0,-1 0 0 0 0,1 0-1 0 0,0-1 1 0 0,37-10-5920 0 0,-18 3 230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2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1028 0 0,'49'7'8744'0'0,"23"1"-40"0"0,-63-8-8538 0 0,-1 0 0 0 0,0 0-1 0 0,13-3 1 0 0,133-28 744 0 0,-103 22-3482 0 0,-3 1-4110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2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11 1836 0 0,'-45'42'6267'0'0,"34"-33"-4268"0"0,1 0 0 0 0,0 1 0 0 0,-14 16 0 0 0,24-26-1937 0 0,0 0 0 0 0,-1 1 0 0 0,1-1 0 0 0,0 0 0 0 0,-1 1 0 0 0,1-1 0 0 0,0 0 0 0 0,0 1 0 0 0,0-1-1 0 0,-1 0 1 0 0,1 1 0 0 0,0-1 0 0 0,0 0 0 0 0,0 1 0 0 0,0-1 0 0 0,-1 1 0 0 0,1-1 0 0 0,0 0 0 0 0,0 1-1 0 0,0-1 1 0 0,0 1 0 0 0,0-1 0 0 0,0 0 0 0 0,0 1 0 0 0,0-1 0 0 0,1 1 0 0 0,-1-1 0 0 0,0 1 0 0 0,0-1-1 0 0,0 0 1 0 0,0 1 0 0 0,0-1 0 0 0,1 0 0 0 0,-1 1 0 0 0,0-1 0 0 0,0 0 0 0 0,1 1 0 0 0,-1-1 0 0 0,0 0-1 0 0,0 1 1 0 0,1-1 0 0 0,-1 0 0 0 0,0 0 0 0 0,1 1 0 0 0,-1-1 0 0 0,0 0 0 0 0,1 0 0 0 0,-1 0 0 0 0,1 1-1 0 0,1-1 14 0 0,1 1 0 0 0,-1-1-1 0 0,0 1 1 0 0,1-1-1 0 0,-1 0 1 0 0,0 0 0 0 0,1 0-1 0 0,2-1 1 0 0,27-4-82 0 0,-2-1 0 0 0,1-2 0 0 0,34-14 0 0 0,14-10-3164 0 0,-4-3-4172 0 0,-41 19 423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3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228 135 1352 0 0,'-10'-10'6929'0'0,"1"3"-3476"0"0,1 0 0 0 0,-15-17 528 0 0,23 24-3956 0 0,0-1-1 0 0,0 1 1 0 0,0 0-1 0 0,0-1 1 0 0,0 1-1 0 0,0 0 1 0 0,0-1-1 0 0,0 1 0 0 0,0 0 1 0 0,-1-1-1 0 0,1 1 1 0 0,0 0-1 0 0,0-1 1 0 0,0 1-1 0 0,0 0 0 0 0,-1 0 1 0 0,1-1-1 0 0,0 1 1 0 0,0 0-1 0 0,-1 0 1 0 0,1 0-1 0 0,0-1 1 0 0,0 1-1 0 0,-1 0 0 0 0,1 0 1 0 0,0 0-1 0 0,-1 0 1 0 0,1-1-1 0 0,0 1 1 0 0,-1 0-1 0 0,1 0 1 0 0,0 0-1 0 0,-1 0 0 0 0,1 0 1 0 0,0 0-1 0 0,-1 0 1 0 0,1 0-1 0 0,0 0 1 0 0,-1 0-1 0 0,1 0 0 0 0,0 0 1 0 0,-1 0-1 0 0,1 0 1 0 0,0 1-1 0 0,0-1 1 0 0,-1 0-1 0 0,1 0 1 0 0,0 0-1 0 0,-1 0 0 0 0,1 0 1 0 0,0 1-1 0 0,0-1 1 0 0,-1 0-1 0 0,1 0 1 0 0,0 1-1 0 0,0-1 1 0 0,-1 1-1 0 0,-15 11 339 0 0,-11 37-213 0 0,1 1 0 0 0,3 1 1 0 0,2 1-1 0 0,-18 66 1 0 0,36-107-142 0 0,0 1 0 0 0,1 0 0 0 0,1 0 1 0 0,0 0-1 0 0,0 0 0 0 0,1 0 0 0 0,0 0 1 0 0,1 0-1 0 0,1 0 0 0 0,4 18 0 0 0,-4-25-3 0 0,-1 0 0 0 0,1 0 0 0 0,1 0 0 0 0,-1 0 0 0 0,1 0 0 0 0,0-1 0 0 0,0 1 0 0 0,0-1-1 0 0,0 0 1 0 0,1 0 0 0 0,0 0 0 0 0,-1 0 0 0 0,1-1 0 0 0,1 0 0 0 0,-1 1 0 0 0,1-2 0 0 0,-1 1 0 0 0,1 0 0 0 0,0-1 0 0 0,0 0-1 0 0,0 0 1 0 0,0 0 0 0 0,0-1 0 0 0,0 1 0 0 0,9 0 0 0 0,-2-1 5 0 0,1-1-1 0 0,0 0 1 0 0,-1-1-1 0 0,1 0 1 0 0,0-1-1 0 0,-1-1 1 0 0,0 1-1 0 0,1-2 1 0 0,-1 0-1 0 0,18-9 1 0 0,-6 2 15 0 0,0-2 0 0 0,-1-1 0 0 0,-1 0 0 0 0,21-19 0 0 0,-24 18 183 0 0,-2-1 0 0 0,0 0 0 0 0,0-2 0 0 0,-2 0 0 0 0,0-1-1 0 0,-1 0 1 0 0,-1-1 0 0 0,-1-1 0 0 0,-1 0 0 0 0,-1 0 0 0 0,13-39 0 0 0,-21 53-123 0 0,0 0 0 0 0,-1 0 0 0 0,0 0 0 0 0,0 0 0 0 0,-1 0 0 0 0,0 0-1 0 0,0 0 1 0 0,-1-1 0 0 0,0 1 0 0 0,0 0 0 0 0,0 0 0 0 0,-1 0 0 0 0,0 1 0 0 0,-4-9 0 0 0,2 7-38 0 0,-1-1 0 0 0,0 1 0 0 0,-1 1 0 0 0,1-1 0 0 0,-1 1 0 0 0,-1 0 0 0 0,1 0 0 0 0,-1 1 0 0 0,-14-10 0 0 0,5 5-18 0 0,-1 1 1 0 0,0 1-1 0 0,-1 0 1 0 0,0 2-1 0 0,0 0 0 0 0,-1 1 1 0 0,0 0-1 0 0,0 2 0 0 0,-33-4 1 0 0,33 6-335 0 0,0 2-1 0 0,1 0 1 0 0,-1 1 0 0 0,0 0 0 0 0,-34 9 0 0 0,41-7-897 0 0,0 1 0 0 0,1 0 0 0 0,-21 12 1 0 0,23-11-801 0 0,0 1 1 0 0,0 0-1 0 0,1 1 0 0 0,-15 14 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06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661 45 1760 0 0,'0'0'13857'0'0,"0"0"-13793"0"0,0-1 0 0 0,0 1 0 0 0,1 0 0 0 0,-1 0-1 0 0,0-1 1 0 0,0 1 0 0 0,0 0 0 0 0,0 0 0 0 0,1-1-1 0 0,-1 1 1 0 0,0 0 0 0 0,0-1 0 0 0,0 1 0 0 0,0 0-1 0 0,0-1 1 0 0,0 1 0 0 0,0 0 0 0 0,0-1 0 0 0,0 1-1 0 0,0 0 1 0 0,0-1 0 0 0,0 1 0 0 0,0 0 0 0 0,0 0-1 0 0,0-1 1 0 0,-6-4 35 0 0,1 1 0 0 0,-1 1-1 0 0,0-1 1 0 0,0 1 0 0 0,-1 0-1 0 0,1 0 1 0 0,0 1 0 0 0,-1-1-1 0 0,0 2 1 0 0,1-1 0 0 0,-1 1-1 0 0,0 0 1 0 0,0 0 0 0 0,0 1-1 0 0,0 0 1 0 0,0 0 0 0 0,0 0-1 0 0,-9 3 1 0 0,-49 6-65 0 0,-68 21 0 0 0,-12 1-1 0 0,40-9-27 0 0,103-22-4 0 0,-16 4-5 0 0,9-1-14 0 0,7-3 7 0 0,1 0 8 0 0,0 0 1 0 0,1 0 0 0 0,-1 0-1 0 0,0 0 1 0 0,1 0 0 0 0,-1 1-1 0 0,0-1 1 0 0,1 0-1 0 0,-1 0 1 0 0,0 0 0 0 0,1 1-1 0 0,-1-1 1 0 0,0 0 0 0 0,1 1-1 0 0,-1-1 1 0 0,0 0-1 0 0,1 1 1 0 0,-1 0 0 0 0,-1 2 2 0 0,1-1 0 0 0,-1 1 0 0 0,1 0 1 0 0,0 0-1 0 0,0-1 0 0 0,0 1 0 0 0,1 0 0 0 0,-1 0 1 0 0,1 0-1 0 0,0 0 0 0 0,-1 0 0 0 0,1 0 0 0 0,0 0 1 0 0,1 0-1 0 0,-1 0 0 0 0,1 0 0 0 0,-1 0 0 0 0,1 0 1 0 0,0 0-1 0 0,0 0 0 0 0,2 3 0 0 0,1 8-1 0 0,25 104 38 0 0,-10-45 102 0 0,9 60 283 0 0,-5 2 0 0 0,8 217 0 0 0,-2 763 1815 0 0,-20-530-1772 0 0,-13-316-219 0 0,-42 293 0 0 0,-58 32 207 0 0,56-343-595 0 0,46-244 143 0 0,1 1 0 0 0,0-1 0 0 0,1 1 0 0 0,-1-1 0 0 0,1 1 0 0 0,1 0 0 0 0,0-1 0 0 0,0 1 0 0 0,0-1 0 0 0,1 0 0 0 0,0 1 0 0 0,0-1 0 0 0,1 0 1 0 0,0 0-1 0 0,0 0 0 0 0,1-1 0 0 0,0 1 0 0 0,0-1 0 0 0,5 7 0 0 0,-1-5 5 0 0,0 0-1 0 0,0 0 1 0 0,1 0 0 0 0,0-1 0 0 0,0 0 0 0 0,1-1-1 0 0,0 0 1 0 0,0-1 0 0 0,0 0 0 0 0,0-1-1 0 0,1 1 1 0 0,12 2 0 0 0,16 2 3 0 0,1-2 1 0 0,0-1-1 0 0,64 0 0 0 0,123-12 44 0 0,-198 4-42 0 0,193-11 18 0 0,582-18 44 0 0,-769 31-337 0 0,122-4-1938 0 0,-79-5-2123 0 0,-56 5 94 0 0,31-11 0 0 0,-26 5-2646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11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36 872 0 0,'0'0'10380'0'0,"0"0"-10316"0"0,0 0-1 0 0,-1 1 0 0 0,1-1 0 0 0,0 0 1 0 0,0 0-1 0 0,-1 0 0 0 0,1 0 0 0 0,0 1 1 0 0,0-1-1 0 0,-1 0 0 0 0,1 0 0 0 0,0 1 0 0 0,0-1 1 0 0,0 0-1 0 0,-1 0 0 0 0,1 1 0 0 0,0-1 1 0 0,0 0-1 0 0,0 1 0 0 0,0-1 0 0 0,0 0 1 0 0,0 1-1 0 0,0-1 0 0 0,0 0 0 0 0,0 1 1 0 0,-1-1-1 0 0,16 1 101 0 0,0-1 1 0 0,0-1-1 0 0,0-1 1 0 0,-1 0-1 0 0,1-1 1 0 0,-1 0-1 0 0,19-8 1 0 0,27-4-60 0 0,-16 8-1846 0 0,-23 7-4777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11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 1080 0 0,'-2'0'1766'0'0,"-55"8"6297"0"0,55-7-7638 0 0,-13 3 403 0 0,13 1-706 0 0,0 1 1 0 0,0-1-1 0 0,0 0 0 0 0,1 1 1 0 0,0-1-1 0 0,0 0 0 0 0,0 1 1 0 0,1-1-1 0 0,0 1 0 0 0,0-1 1 0 0,0 1-1 0 0,2 8 1 0 0,3 13 42 0 0,9 32 1 0 0,-9-43-103 0 0,5 17 34 0 0,16 34 1 0 0,-14-38 13 0 0,-11-28-101 0 0,-1 1 0 0 0,1-1 0 0 0,-1 0 0 0 0,1 0 1 0 0,0 0-1 0 0,-1 0 0 0 0,1 0 0 0 0,0 0 0 0 0,0 0 0 0 0,0 0 0 0 0,0-1 0 0 0,0 1 0 0 0,0 0 0 0 0,0 0 0 0 0,0-1 0 0 0,0 1 0 0 0,0-1 0 0 0,1 1 0 0 0,-1-1 0 0 0,0 1 0 0 0,0-1 0 0 0,0 0 0 0 0,1 1 0 0 0,-1-1 0 0 0,0 0 0 0 0,0 0 0 0 0,1 0 0 0 0,-1 0 0 0 0,0 0 0 0 0,0 0 0 0 0,1-1 0 0 0,-1 1 0 0 0,0 0 1 0 0,0-1-1 0 0,1 1 0 0 0,0-1 0 0 0,6-2 29 0 0,0 0 1 0 0,-1-1-1 0 0,0 0 1 0 0,9-6-1 0 0,-13 8-30 0 0,39-27 87 0 0,-28 18-82 0 0,0 1-1 0 0,1 0 0 0 0,0 1 0 0 0,1 1 0 0 0,0 0 0 0 0,0 1 1 0 0,28-8-1 0 0,-41 14-10 0 0,0 1 0 0 0,0-1 0 0 0,0 1-1 0 0,0-1 1 0 0,0 1 0 0 0,0 0 0 0 0,0 0 0 0 0,0 0 0 0 0,0 0 0 0 0,0 1 0 0 0,0-1 0 0 0,6 3 0 0 0,0 0 16 0 0,-2-1 84 0 0,0 0 0 0 0,0 1 0 0 0,0 0 0 0 0,0 1 1 0 0,0 0-1 0 0,-1 0 0 0 0,0 0 0 0 0,0 0 0 0 0,0 1 0 0 0,0 0 0 0 0,-1 1 0 0 0,0-1 0 0 0,0 1 0 0 0,0 0 0 0 0,-1 0 1 0 0,0 1-1 0 0,0-1 0 0 0,0 1 0 0 0,-1 0 0 0 0,0 0 0 0 0,-1 0 0 0 0,1 0 0 0 0,-1 0 0 0 0,2 14 0 0 0,-3-13 65 0 0,0 1 1 0 0,0-1-1 0 0,-1 1 0 0 0,1-1 0 0 0,-2 1 0 0 0,1-1 0 0 0,-2 1 0 0 0,1-1 0 0 0,-1 0 0 0 0,0 1 0 0 0,0-1 0 0 0,-1 0 0 0 0,0 0 1 0 0,-1-1-1 0 0,0 1 0 0 0,0-1 0 0 0,-1 0 0 0 0,1 0 0 0 0,-2 0 0 0 0,1 0 0 0 0,-12 10 0 0 0,13-14-123 0 0,0 0-1 0 0,0-1 0 0 0,0 1 1 0 0,0-1-1 0 0,0 0 1 0 0,0 0-1 0 0,-1 0 0 0 0,1-1 1 0 0,-1 1-1 0 0,1-1 1 0 0,-1 0-1 0 0,0-1 0 0 0,-6 1 1 0 0,3-1-133 0 0,-1-1 0 0 0,1 1 0 0 0,-1-2 0 0 0,1 1 1 0 0,0-1-1 0 0,-10-4 0 0 0,18 6-34 0 0,-1 0 0 0 0,0 0 0 0 0,0 0 0 0 0,1 0 0 0 0,-1 0 0 0 0,0-1 0 0 0,1 1 0 0 0,-1 0 0 0 0,0 0 0 0 0,0-1 0 0 0,1 1 0 0 0,-1 0 0 0 0,1-1 0 0 0,-1 1 0 0 0,0-1 0 0 0,1 1 0 0 0,-1-1 0 0 0,1 1 1 0 0,-1-1-1 0 0,1 1 0 0 0,-1-1 0 0 0,1 0 0 0 0,0 1 0 0 0,-1-1 0 0 0,1 0 0 0 0,0 1 0 0 0,-1-1 0 0 0,1 0 0 0 0,0 1 0 0 0,0-1 0 0 0,0 0 0 0 0,-1 0 0 0 0,1 1 0 0 0,0-1 0 0 0,0 0 0 0 0,0 0 0 0 0,0 1 0 0 0,0-1 0 0 0,1 0 0 0 0,-1 0 0 0 0,0 1 0 0 0,0-1 0 0 0,0 0 0 0 0,1 1 0 0 0,-1-1 0 0 0,0 0 0 0 0,1 1 0 0 0,0-2 0 0 0,1-1-835 0 0,0 0-1 0 0,1 0 1 0 0,-1 0-1 0 0,1 1 0 0 0,0-1 1 0 0,0 1-1 0 0,6-4 1 0 0,7-3-4574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12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75 2156 0 0,'-17'-15'11311'0'0,"-1"9"-4557"0"0,73 3-6534 0 0,97-19 0 0 0,-110 15-160 0 0,40-10-113 0 0,-80 16-298 0 0,14-2-5377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12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84 952 0 0,'2'-6'2151'0'0,"0"0"-1"0"0,-1 1 1 0 0,1-1 0 0 0,-1 0 0 0 0,-1-1-1 0 0,1-11 1 0 0,-7-2 1218 0 0,5 18-2757 0 0,1 2-576 0 0,0 0-1 0 0,0-1 1 0 0,-1 1 0 0 0,1-1 0 0 0,0 1-1 0 0,0 0 1 0 0,0-1 0 0 0,0 1-1 0 0,-1 0 1 0 0,1-1 0 0 0,0 1 0 0 0,0 0-1 0 0,-1-1 1 0 0,1 1 0 0 0,0 0 0 0 0,-1-1-1 0 0,1 1 1 0 0,0 0 0 0 0,-1 0 0 0 0,1 0-1 0 0,0-1 1 0 0,-1 1 0 0 0,1 0 0 0 0,-1 0-1 0 0,1 0 1 0 0,0 0 0 0 0,-1-1-1 0 0,1 1 1 0 0,-1 0 0 0 0,1 0 0 0 0,0 0-1 0 0,-1 0 1 0 0,1 0 0 0 0,-1 0 0 0 0,1 0-1 0 0,0 0 1 0 0,-1 1 0 0 0,1-1 0 0 0,-1 0-1 0 0,1 0 1 0 0,0 0 0 0 0,-1 0 0 0 0,1 0-1 0 0,-1 1 1 0 0,-21 8 333 0 0,9 2-305 0 0,0 1-1 0 0,1 1 1 0 0,0 0 0 0 0,1 1 0 0 0,1 0 0 0 0,-15 25 0 0 0,9-14-27 0 0,-9 12 28 0 0,3 2 1 0 0,0 1 0 0 0,3 1-1 0 0,1 0 1 0 0,-19 72 0 0 0,31-87-80 0 0,1-1 1 0 0,-3 40 0 0 0,8-54 13 0 0,0 0 0 0 0,0 0 0 0 0,1 0 0 0 0,1 0 0 0 0,0 0 1 0 0,0 0-1 0 0,1-1 0 0 0,6 16 0 0 0,-7-22 13 0 0,1 0-1 0 0,-1 0 1 0 0,1 0 0 0 0,0 0 0 0 0,0 0-1 0 0,0 0 1 0 0,0-1 0 0 0,1 0-1 0 0,-1 1 1 0 0,1-1 0 0 0,0-1 0 0 0,0 1-1 0 0,0 0 1 0 0,1-1 0 0 0,-1 0-1 0 0,0 0 1 0 0,1 0 0 0 0,0-1-1 0 0,-1 0 1 0 0,1 1 0 0 0,0-1 0 0 0,-1-1-1 0 0,1 1 1 0 0,0-1 0 0 0,0 0-1 0 0,0 0 1 0 0,0 0 0 0 0,-1-1-1 0 0,1 0 1 0 0,0 0 0 0 0,0 0 0 0 0,6-3-1 0 0,-6 3 15 0 0,0-1 1 0 0,0 0-1 0 0,0 0 0 0 0,-1-1 0 0 0,1 0 0 0 0,0 0 0 0 0,-1 0 0 0 0,0 0 0 0 0,0 0 1 0 0,0-1-1 0 0,0 0 0 0 0,-1 0 0 0 0,4-4 0 0 0,-5 4 9 0 0,1 1 0 0 0,-2-1 0 0 0,1 0 0 0 0,0 1 0 0 0,-1-1 0 0 0,1 0 0 0 0,-1 0 0 0 0,0 0 0 0 0,-1 0 0 0 0,1 0 0 0 0,-1 0 0 0 0,1 0 0 0 0,-1 0 0 0 0,0 0 0 0 0,-1 0 0 0 0,1 0 0 0 0,-1 0 0 0 0,-1-6 0 0 0,0 6-16 0 0,1 0-1 0 0,-1 0 1 0 0,1 0 0 0 0,-1 0 0 0 0,0 0 0 0 0,0 1-1 0 0,-1-1 1 0 0,1 1 0 0 0,-1 0 0 0 0,0-1-1 0 0,0 1 1 0 0,0 0 0 0 0,0 1 0 0 0,0-1 0 0 0,-1 1-1 0 0,1-1 1 0 0,-1 1 0 0 0,0 0 0 0 0,-5-2 0 0 0,2 1-36 0 0,1 1 1 0 0,-1 1-1 0 0,1-1 1 0 0,-1 1-1 0 0,0 0 1 0 0,1 0-1 0 0,-1 1 1 0 0,0 0-1 0 0,0 0 1 0 0,1 1-1 0 0,-9 1 1 0 0,13-2-160 0 0,0 1 0 0 0,-1 0 1 0 0,1-1-1 0 0,0 1 0 0 0,-1 0 1 0 0,1 0-1 0 0,0 0 0 0 0,0 0 1 0 0,0 0-1 0 0,0 1 0 0 0,0-1 0 0 0,0 1 1 0 0,0-1-1 0 0,0 1 0 0 0,1 0 1 0 0,-1 0-1 0 0,1 0 0 0 0,-1 0 0 0 0,-1 3 1 0 0,2-2-899 0 0,-1 0 0 0 0,1 0-1 0 0,0 0 1 0 0,0 1 0 0 0,1-1 0 0 0,-2 6 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13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73 2300 0 0,'-22'-24'15979'0'0,"21"22"-15350"0"0,-1 1 1 0 0,1-1-1 0 0,0 0 1 0 0,0 0-1 0 0,0 0 0 0 0,-1 0 1 0 0,2 0-1 0 0,-3-4 0 0 0,3-3-607 0 0,0 8 71 0 0,6-4 65 0 0,-5 4-146 0 0,0 0 1 0 0,0 0 0 0 0,0 0-1 0 0,0 1 1 0 0,0-1-1 0 0,0 0 1 0 0,0 0-1 0 0,0 1 1 0 0,0-1-1 0 0,1 1 1 0 0,1-2-1 0 0,6 1 0 0 0,-1 0-1 0 0,1 1 1 0 0,-1 0-1 0 0,0 0 1 0 0,1 0-1 0 0,-1 1 1 0 0,1 1 0 0 0,-1-1-1 0 0,0 2 1 0 0,0-1-1 0 0,0 1 1 0 0,0 0-1 0 0,0 0 1 0 0,-1 1-1 0 0,1 0 1 0 0,-1 1-1 0 0,0 0 1 0 0,0 0-1 0 0,-1 0 1 0 0,1 1-1 0 0,-1-1 1 0 0,0 2-1 0 0,-1-1 1 0 0,0 1 0 0 0,0 0-1 0 0,0 0 1 0 0,-1 0-1 0 0,0 0 1 0 0,0 1-1 0 0,-1 0 1 0 0,0 0-1 0 0,0 0 1 0 0,-1 0-1 0 0,0 0 1 0 0,0 0-1 0 0,0 16 1 0 0,-3-7 20 0 0,0-1 0 0 0,-1 0 0 0 0,-1 0 0 0 0,0 0 0 0 0,-2 0 0 0 0,-5 14 0 0 0,-45 93 286 0 0,20-50-236 0 0,29-58-77 0 0,2-8 5 0 0,0 1 0 0 0,1 0 1 0 0,0-1-1 0 0,1 1 0 0 0,0 0 0 0 0,0 0 0 0 0,-1 11 0 0 0,3-18-1 0 0,0 0-1 0 0,0 0 1 0 0,1 0 0 0 0,-1 0-1 0 0,0 0 1 0 0,1 0-1 0 0,-1 0 1 0 0,0 0 0 0 0,1-1-1 0 0,-1 1 1 0 0,1 0 0 0 0,-1 0-1 0 0,1 0 1 0 0,0 0 0 0 0,-1-1-1 0 0,1 1 1 0 0,0 0 0 0 0,0-1-1 0 0,-1 1 1 0 0,1-1-1 0 0,0 1 1 0 0,0-1 0 0 0,2 2-1 0 0,20 4 124 0 0,-8-5-85 0 0,0 0 0 0 0,0-2 0 0 0,0 0 0 0 0,19-4 0 0 0,61-16 49 0 0,-81 17-75 0 0,206-60 443 0 0,-16 5-5341 0 0,-181 54 2512 0 0,8 1-8094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14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 1320 0 0,'0'0'1807'0'0,"-14"2"2920"0"0,-35 9 1462 0 0,47-11-5574 0 0,-4 4 327 0 0,-1-1 0 0 0,0 0-1 0 0,0 0 1 0 0,-7 2 0 0 0,48 0-904 0 0,125-12 15 0 0,-156 7-49 0 0,14 0-32 0 0,-14 0 28 0 0,10 0 14 0 0,-10 0 8 0 0,8-2 37 0 0,3 2-4399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14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11 2272 0 0,'12'-10'17352'0'0,"-37"37"-15971"0"0,6 3-1360 0 0,0 1 0 0 0,2 1 0 0 0,1 0 0 0 0,2 1 0 0 0,1 0 0 0 0,2 1 0 0 0,-14 69 0 0 0,22-90-26 0 0,2 0 0 0 0,-1 0 1 0 0,2 0-1 0 0,0 0 1 0 0,0 0-1 0 0,1-1 0 0 0,1 1 1 0 0,4 17-1 0 0,-5-26 6 0 0,1 1 0 0 0,-1 0 0 0 0,1-1 0 0 0,0 1 0 0 0,0-1-1 0 0,1 0 1 0 0,-1 0 0 0 0,1 0 0 0 0,0 0 0 0 0,0 0 0 0 0,0-1 0 0 0,1 1 0 0 0,-1-1-1 0 0,1 0 1 0 0,0 0 0 0 0,0 0 0 0 0,0 0 0 0 0,0-1 0 0 0,0 0 0 0 0,1 0 0 0 0,-1 0-1 0 0,1 0 1 0 0,-1-1 0 0 0,1 1 0 0 0,5-1 0 0 0,-2 1 11 0 0,0-2 1 0 0,1 1-1 0 0,-1-1 0 0 0,0-1 1 0 0,1 1-1 0 0,-1-1 0 0 0,16-5 1 0 0,-19 5 5 0 0,0-1 0 0 0,0 1 1 0 0,0-1-1 0 0,-1 0 1 0 0,1-1-1 0 0,6-4 0 0 0,-9 6-11 0 0,0 0 0 0 0,0-1-1 0 0,0 1 1 0 0,-1-1-1 0 0,1 0 1 0 0,0 1-1 0 0,-1-1 1 0 0,1 0-1 0 0,-1 0 1 0 0,0 0-1 0 0,1 0 1 0 0,-1-1 0 0 0,0 1-1 0 0,0 0 1 0 0,-1 0-1 0 0,1-1 1 0 0,0-2-1 0 0,0 2-2 0 0,-1 1 1 0 0,1 0-1 0 0,-1-1 0 0 0,0 1 0 0 0,0-1 0 0 0,0 1 1 0 0,0 0-1 0 0,0-1 0 0 0,-1 1 0 0 0,0-5 0 0 0,0 3 0 0 0,0 3-5 0 0,1 0-1 0 0,-1 0 0 0 0,1 0 0 0 0,-1 1 1 0 0,1-1-1 0 0,-1 0 0 0 0,0 0 0 0 0,1 0 1 0 0,-1 1-1 0 0,0-1 0 0 0,0 0 0 0 0,1 1 1 0 0,-1-1-1 0 0,0 1 0 0 0,0-1 1 0 0,0 1-1 0 0,0-1 0 0 0,0 1 0 0 0,0-1 1 0 0,-2 1-1 0 0,-23-5 35 0 0,20 4-122 0 0,0 2 0 0 0,0-1 0 0 0,0 1-1 0 0,0-1 1 0 0,0 2 0 0 0,0-1 0 0 0,0 1 0 0 0,1 0 0 0 0,-1 0 0 0 0,0 0 0 0 0,1 1-1 0 0,0 0 1 0 0,-1 0 0 0 0,-7 6 0 0 0,8-4-654 0 0,0-1 0 0 0,1 1 0 0 0,-1 1 1 0 0,-3 5-1 0 0,-13 24-7228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16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81 107 424 0 0,'-10'10'3531'0'0,"-2"-1"0"0"0,1 0 1 0 0,-17 8 1702 0 0,27-17-5142 0 0,0 0 0 0 0,0 0 0 0 0,1 0 0 0 0,-1 0 0 0 0,0 0 0 0 0,0 0 0 0 0,1 0 0 0 0,-1 0 0 0 0,0 0 0 0 0,1-1 0 0 0,-1 1 0 0 0,0 0 0 0 0,0-1 0 0 0,1 1 0 0 0,-1 0 0 0 0,1-1-1 0 0,-1 1 1 0 0,0-1 0 0 0,1 1 0 0 0,-1-1 0 0 0,1 1 0 0 0,-1-1 0 0 0,1 1 0 0 0,-1-2 0 0 0,0 1-5 0 0,1 0 0 0 0,0-1 1 0 0,-1 1-1 0 0,1 0 0 0 0,0-1 0 0 0,0 1 0 0 0,0-1 0 0 0,0 1 0 0 0,0 0 0 0 0,0-1 0 0 0,0 1 0 0 0,1 0 1 0 0,-1-1-1 0 0,1-1 0 0 0,2-5-26 0 0,0 1 0 0 0,1 0 1 0 0,-1 0-1 0 0,2 0 0 0 0,-1 0 0 0 0,1 1 0 0 0,-1 0 1 0 0,2 0-1 0 0,-1 0 0 0 0,1 0 0 0 0,0 1 1 0 0,0 0-1 0 0,0 0 0 0 0,1 1 0 0 0,0 0 1 0 0,0 0-1 0 0,0 0 0 0 0,0 1 0 0 0,10-4 0 0 0,-12 6-54 0 0,0-1-1 0 0,0 1 0 0 0,-1 0 1 0 0,1 0-1 0 0,0 1 0 0 0,0-1 1 0 0,0 1-1 0 0,0 0 0 0 0,0 0 1 0 0,0 1-1 0 0,0-1 0 0 0,0 1 0 0 0,0 0 1 0 0,0 1-1 0 0,0-1 0 0 0,-1 1 1 0 0,1 0-1 0 0,-1 0 0 0 0,1 0 1 0 0,-1 1-1 0 0,0 0 0 0 0,0 0 1 0 0,0 0-1 0 0,0 0 0 0 0,0 0 0 0 0,-1 1 1 0 0,0 0-1 0 0,1-1 0 0 0,-1 1 1 0 0,-1 1-1 0 0,1-1 0 0 0,2 5 1 0 0,0 2 16 0 0,-1 0 1 0 0,-1-1-1 0 0,1 1 1 0 0,-2 1 0 0 0,0-1-1 0 0,0 0 1 0 0,-1 0-1 0 0,0 1 1 0 0,-1-1 0 0 0,0 1-1 0 0,-1-1 1 0 0,-1 0-1 0 0,1 0 1 0 0,-2 1 0 0 0,-4 13-1 0 0,-6 14 102 0 0,-2 1 0 0 0,-34 64 0 0 0,-83 111 1492 0 0,126-206-1509 0 0,5-7 146 0 0,5-3-189 0 0,14-5-30 0 0,-1 0 0 0 0,-1-1 1 0 0,0-1-1 0 0,0 0 0 0 0,16-11 1 0 0,7-4-7 0 0,6-1-14 0 0,183-94 11 0 0,-160 84-1608 0 0,-63 30-387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19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52 1008 0 0,'-4'-10'6625'0'0,"-11"-26"3494"0"0,9 31-8507 0 0,6 5-1607 0 0,0 0 1 0 0,0 0 0 0 0,0 0 0 0 0,0-1 0 0 0,-1 1-1 0 0,1 0 1 0 0,0 0 0 0 0,0 0 0 0 0,0 0-1 0 0,0 0 1 0 0,-1 0 0 0 0,1 0 0 0 0,0 0 0 0 0,0 0-1 0 0,0 0 1 0 0,-1 0 0 0 0,1 0 0 0 0,0 0 0 0 0,0 0-1 0 0,0 0 1 0 0,0 0 0 0 0,-1 0 0 0 0,1 0 0 0 0,0 0-1 0 0,0 0 1 0 0,0 1 0 0 0,0-1 0 0 0,-1 0 0 0 0,1 0-1 0 0,0 0 1 0 0,0 0 0 0 0,0 0 0 0 0,0 0 0 0 0,0 1-1 0 0,-1-1 1 0 0,1 0 0 0 0,0 0 0 0 0,0 0-1 0 0,0 0 1 0 0,0 0 0 0 0,0 1 0 0 0,0-1 0 0 0,0 0-1 0 0,0 0 1 0 0,0 0 0 0 0,0 1 0 0 0,0-1 0 0 0,0 0-1 0 0,-1 0 1 0 0,1 0 0 0 0,0 0 0 0 0,0 1 0 0 0,1-1-1 0 0,-1 0 1 0 0,0 0 0 0 0,0 0 0 0 0,0 1 0 0 0,0-1-1 0 0,0 0 1 0 0,-1 76 74 0 0,-3-1-1 0 0,-18 99 1 0 0,-4-32 3 0 0,25-137-65 0 0,-1 0-1 0 0,1 0 0 0 0,0 1 1 0 0,1-1-1 0 0,-1 10 0 0 0,1-13-8 0 0,13-2 1 0 0,-1-2 0 0 0,-1 1 0 0 0,1-1 0 0 0,0-1 1 0 0,0 0-1 0 0,14-6 0 0 0,69-36 43 0 0,-42 19-62 0 0,-45 22 52 0 0,0 0-1 0 0,0 0 1 0 0,14-11 0 0 0,-20 13-33 0 0,0 0 1 0 0,1 0-1 0 0,-1 0 1 0 0,0 0-1 0 0,0-1 1 0 0,-1 1-1 0 0,1-1 1 0 0,0 1-1 0 0,-1-1 1 0 0,1 0-1 0 0,-1 1 1 0 0,0-1-1 0 0,0 0 1 0 0,0 0-1 0 0,1-6 1 0 0,-3-3 172 0 0,0 0 1 0 0,-1 1-1 0 0,0-1 0 0 0,0 0 1 0 0,-1 1-1 0 0,-10-22 0 0 0,6 11 662 0 0,7 23-841 0 0,0-1-1 0 0,0 1 1 0 0,0-1 0 0 0,0 0-1 0 0,0 1 1 0 0,0-1-1 0 0,0 0 1 0 0,0 1 0 0 0,0-1-1 0 0,0 0 1 0 0,0 1-1 0 0,-1-1 1 0 0,1 0 0 0 0,0 1-1 0 0,0-1 1 0 0,0 0-1 0 0,0 1 1 0 0,-1-1 0 0 0,1 0-1 0 0,0 0 1 0 0,0 1-1 0 0,-1-1 1 0 0,1 0 0 0 0,0 0-1 0 0,0 1 1 0 0,-1-1-1 0 0,1 0 1 0 0,0 0 0 0 0,-1 0-1 0 0,1 0 1 0 0,0 1 0 0 0,-1-1-1 0 0,1 0 1 0 0,0 0-1 0 0,-1 0 1 0 0,1 0 0 0 0,0 0-1 0 0,-1 0 1 0 0,1 0-1 0 0,-1 0 1 0 0,1 0 0 0 0,0 0-1 0 0,-1 0 1 0 0,1 0-1 0 0,0 0 1 0 0,-1 0 0 0 0,1 0-1 0 0,0-1 1 0 0,-1 1-1 0 0,1 0 1 0 0,0 0 0 0 0,-1 0-1 0 0,1 0 1 0 0,0-1-1 0 0,0 1 1 0 0,-1 0 0 0 0,1 0-1 0 0,0-1 1 0 0,0 1 0 0 0,-1 0-1 0 0,1-1 1 0 0,0 1-1 0 0,0 0 1 0 0,0 0 0 0 0,-1-1-1 0 0,1 1 1 0 0,0-1-1 0 0,-1 119-23 0 0,1 108-1223 0 0,8-76-5627 0 0,-3-99 1836 0 0,-2-2-2368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2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26 188 728 0 0,'-11'-29'3482'0'0,"10"27"-3303"0"0,-9-45 18995 0 0,8 49-18963 0 0,2-2-202 0 0,0 0 1 0 0,0 0 0 0 0,0 0 0 0 0,0 0-1 0 0,0 0 1 0 0,1 0 0 0 0,-1 0-1 0 0,0 0 1 0 0,0 0 0 0 0,0 0 0 0 0,0 0-1 0 0,0 0 1 0 0,0 1 0 0 0,0-1-1 0 0,0 0 1 0 0,0 0 0 0 0,0 0 0 0 0,0 0-1 0 0,0 0 1 0 0,0 0 0 0 0,0 0-1 0 0,0 0 1 0 0,0 0 0 0 0,0 1 0 0 0,0-1-1 0 0,0 0 1 0 0,0 0 0 0 0,0 0-1 0 0,0 0 1 0 0,0 0 0 0 0,0 0 0 0 0,0 0-1 0 0,0 0 1 0 0,0 0 0 0 0,0 0-1 0 0,0 1 1 0 0,0-1 0 0 0,0 0 0 0 0,0 0-1 0 0,0 0 1 0 0,-1 0 0 0 0,1 0 0 0 0,0 0-1 0 0,0 0 1 0 0,0 0 0 0 0,0 0-1 0 0,0 0 1 0 0,0 0 0 0 0,0 0 0 0 0,0 0-1 0 0,0 0 1 0 0,0 0 0 0 0,0 0-1 0 0,-1 0 1 0 0,1 0 0 0 0,0 0 0 0 0,0 0-1 0 0,0 0 1 0 0,0 0 0 0 0,0 0-1 0 0,0 0 1 0 0,0 0 0 0 0,0 0 0 0 0,35-2 36 0 0,0-2 0 0 0,54-14 1 0 0,-31 6-16 0 0,269-49 100 0 0,-300 58 18 0 0,8-3 201 0 0,-36 2-576 0 0,1-1-733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23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35 2128 0 0,'-12'-34'18026'0'0,"13"120"-16492"0"0,-1 78-728 0 0,-3-117-690 0 0,3 1 1 0 0,10 76-1 0 0,-10-122-113 0 0,0-1 0 0 0,0 1 0 0 0,1 0 0 0 0,-1 0 0 0 0,1 0 0 0 0,0-1 0 0 0,-1 1 1 0 0,1 0-1 0 0,0-1 0 0 0,0 1 0 0 0,0 0 0 0 0,0-1 0 0 0,0 1 0 0 0,0-1 0 0 0,1 0 0 0 0,-1 1 1 0 0,0-1-1 0 0,1 0 0 0 0,-1 0 0 0 0,1 0 0 0 0,1 1 0 0 0,0-1 1 0 0,0 0 0 0 0,-1 0 1 0 0,1 0-1 0 0,0-1 0 0 0,0 0 0 0 0,0 1 0 0 0,-1-1 1 0 0,1 0-1 0 0,0 0 0 0 0,0 0 0 0 0,0-1 0 0 0,3 0 0 0 0,6-2 12 0 0,-1-1 0 0 0,-1 0-1 0 0,1 0 1 0 0,0-1-1 0 0,13-9 1 0 0,-10 4-21 0 0,0 0 1 0 0,-1-1 0 0 0,-1 0 0 0 0,0-1-1 0 0,0-1 1 0 0,-1 1 0 0 0,-1-2-1 0 0,0 0 1 0 0,-1 0 0 0 0,-1 0-1 0 0,0-1 1 0 0,0-1 0 0 0,-2 1-1 0 0,7-24 1 0 0,-6-10 785 0 0,-5 27 557 0 0,-1 3 37 0 0,-2 19-1365 0 0,1 0-1 0 0,0 0 1 0 0,0 0 0 0 0,0 0-1 0 0,0 0 1 0 0,0 0-1 0 0,0 0 1 0 0,0 0-1 0 0,0 0 1 0 0,0 0-1 0 0,0 0 1 0 0,0 0-1 0 0,0 0 1 0 0,0 0 0 0 0,-1-1-1 0 0,1 1 1 0 0,0 0-1 0 0,0 0 1 0 0,0 0-1 0 0,0 0 1 0 0,0 0-1 0 0,0 0 1 0 0,0 0-1 0 0,0 0 1 0 0,0 0 0 0 0,0 0-1 0 0,-1 0 1 0 0,1 0-1 0 0,0 0 1 0 0,0 0-1 0 0,0 0 1 0 0,0 0-1 0 0,0 0 1 0 0,0 0-1 0 0,0 1 1 0 0,0-1 0 0 0,0 0-1 0 0,0 0 1 0 0,0 0-1 0 0,-1 0 1 0 0,1 0-1 0 0,0 0 1 0 0,0 0-1 0 0,0 0 1 0 0,0 0-1 0 0,0 0 1 0 0,0 0 0 0 0,0 0-1 0 0,0 0 1 0 0,0 0-1 0 0,0 1 1 0 0,0-1-1 0 0,0 0 1 0 0,0 0-1 0 0,0 0 1 0 0,0 0-1 0 0,0 0 1 0 0,0 0 0 0 0,0 0-1 0 0,0 0 1 0 0,0 0-1 0 0,0 0 1 0 0,0 1-1 0 0,0-1 1 0 0,0 0-1 0 0,0 0 1 0 0,0 0-1 0 0,0 0 1 0 0,0 0-1 0 0,-8 29 196 0 0,4 43 21 0 0,3 0-1 0 0,12 98 1 0 0,-5-98-141 0 0,7 129-1203 0 0,-8-98-3116 0 0,2-1-6569 0 0,-4-69 1239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21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28 1192 0 0,'-26'28'12620'0'0,"17"-18"-9367"0"0,8-9-3119 0 0,0-1 0 0 0,0 1-1 0 0,0 0 1 0 0,0-1 0 0 0,0 1-1 0 0,0 0 1 0 0,0 0 0 0 0,0-1-1 0 0,1 1 1 0 0,-1 0 0 0 0,0 0-1 0 0,0 0 1 0 0,1 0 0 0 0,-1 0-1 0 0,1 0 1 0 0,-1 0-1 0 0,0 2 1 0 0,2-2-131 0 0,-1 0 1 0 0,1-1-1 0 0,-1 1 0 0 0,1-1 1 0 0,0 1-1 0 0,-1 0 0 0 0,1-1 1 0 0,0 1-1 0 0,-1-1 0 0 0,1 0 1 0 0,0 1-1 0 0,-1-1 0 0 0,1 0 1 0 0,0 1-1 0 0,0-1 0 0 0,0 0 1 0 0,-1 0-1 0 0,1 0 0 0 0,0 1 0 0 0,0-1 1 0 0,0 0-1 0 0,-1 0 0 0 0,1 0 1 0 0,1-1-1 0 0,28 2 43 0 0,17-6 9 0 0,77-18-1 0 0,46-23 271 0 0,-148 40-228 0 0,-20 5-71 0 0,-1 1-19 0 0,-1 0 0 0 0,1 0 0 0 0,-1 1 0 0 0,1-1 1 0 0,-1 0-1 0 0,1 0 0 0 0,-1 0 0 0 0,1 0 0 0 0,-1 0 0 0 0,0-1 0 0 0,1 1 0 0 0,-1 0 0 0 0,1 0 0 0 0,-1 0 0 0 0,1 0 0 0 0,-1 0 0 0 0,1-1 0 0 0,-1 1 0 0 0,0 0 1 0 0,1 0-1 0 0,-1-1 0 0 0,1 1 0 0 0,-1 0 0 0 0,0 0 0 0 0,1-1 0 0 0,-7-7-2128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22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25 1864 0 0,'-9'-25'15848'0'0,"9"26"-15798"0"0,-5 27 1205 0 0,-24 254 205 0 0,24-248-1406 0 0,2-16-20 0 0,1-1 0 0 0,0 28 0 0 0,2-43-24 0 0,1 1 1 0 0,-1-2-11 0 0,0-1 1 0 0,0 0-1 0 0,0 0 0 0 0,0 1 1 0 0,0-1-1 0 0,0 0 0 0 0,0 0 1 0 0,0 1-1 0 0,0-1 0 0 0,0 0 1 0 0,0 0-1 0 0,0 0 0 0 0,0 1 1 0 0,0-1-1 0 0,1 0 0 0 0,-1 0 1 0 0,0 1-1 0 0,0-1 0 0 0,0 0 1 0 0,0 0-1 0 0,0 0 0 0 0,1 1 0 0 0,-1-1 1 0 0,0 0-1 0 0,0 0 0 0 0,0 0 1 0 0,1 0-1 0 0,-1 1 0 0 0,0-1 1 0 0,0 0-1 0 0,0 0 0 0 0,1 0 1 0 0,-1 0-1 0 0,0 0 0 0 0,0 0 1 0 0,1 0-1 0 0,5 0-6 0 0,0 0 1 0 0,0-1-1 0 0,-1 1 0 0 0,1-2 1 0 0,0 1-1 0 0,0 0 1 0 0,-1-1-1 0 0,1 0 0 0 0,-1-1 1 0 0,8-3-1 0 0,55-35-160 0 0,-58 35 137 0 0,16-12-71 0 0,46-37 0 0 0,-65 48 114 0 0,1 0-1 0 0,-1-1 1 0 0,-1 0 0 0 0,1 0-1 0 0,-1 0 1 0 0,-1-1 0 0 0,0 0-1 0 0,0 0 1 0 0,6-14 0 0 0,-11 20 142 0 0,1 0 0 0 0,0 0 1 0 0,-1 0-1 0 0,0 0 0 0 0,0 0 0 0 0,0 0 1 0 0,0 0-1 0 0,0 0 0 0 0,0 0 0 0 0,-1 0 1 0 0,1 0-1 0 0,-1 0 0 0 0,-1-4 0 0 0,1 5 71 0 0,0 2-203 0 0,1 0-1 0 0,-1 0 1 0 0,1-1-1 0 0,-1 1 1 0 0,0 0-1 0 0,1 0 0 0 0,-1 0 1 0 0,0 0-1 0 0,1 0 1 0 0,-1 0-1 0 0,1 0 1 0 0,-1 0-1 0 0,0 0 1 0 0,1 0-1 0 0,-1 0 1 0 0,0 1-1 0 0,1-1 1 0 0,-1 0-1 0 0,1 0 1 0 0,-1 1-1 0 0,0-1 1 0 0,1 0-1 0 0,-1 1 1 0 0,1-1-1 0 0,-1 1 1 0 0,-14 17 291 0 0,-3 23-44 0 0,5 1-95 0 0,2 0 0 0 0,2 1 0 0 0,2 0 0 0 0,1 0 0 0 0,1 71 0 0 0,13 52-2697 0 0,10-2-8202 0 0,-11-120 1358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2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203 199 1572 0 0,'0'0'1816'0'0,"2"-13"3636"0"0,-2 9-4682 0 0,0 0 0 0 0,-1 0-1 0 0,1 0 1 0 0,-1 1 0 0 0,0-1-1 0 0,0 0 1 0 0,0 0 0 0 0,-3-6-1 0 0,3 9-609 0 0,0-1 0 0 0,0 1 0 0 0,0-1-1 0 0,0 1 1 0 0,0-1 0 0 0,0 1 0 0 0,0 0-1 0 0,-1-1 1 0 0,1 1 0 0 0,0 0 0 0 0,-1 0-1 0 0,1 0 1 0 0,-1 0 0 0 0,1 0 0 0 0,-1 1-1 0 0,0-1 1 0 0,1 0 0 0 0,-1 1 0 0 0,0-1-1 0 0,1 1 1 0 0,-1-1 0 0 0,0 1 0 0 0,0 0-1 0 0,-2 0 1 0 0,0 0-123 0 0,0 1 0 0 0,0 0 0 0 0,1 0 0 0 0,-1 0-1 0 0,0 0 1 0 0,1 1 0 0 0,-1-1 0 0 0,1 1 0 0 0,-1 0 0 0 0,1 0 0 0 0,0 0-1 0 0,-1 1 1 0 0,1-1 0 0 0,1 1 0 0 0,-1 0 0 0 0,0 0 0 0 0,1 0-1 0 0,-1 0 1 0 0,1 0 0 0 0,0 0 0 0 0,-4 7 0 0 0,-1 4-18 0 0,0 1-1 0 0,1 0 1 0 0,0 0 0 0 0,-4 18-1 0 0,0 3 27 0 0,2 0-1 0 0,1 0 1 0 0,2 1-1 0 0,1 0 1 0 0,2 0-1 0 0,6 72 1 0 0,-3-103-36 0 0,0-1-1 0 0,0 0 1 0 0,0 1 0 0 0,1-1 0 0 0,0 0 0 0 0,0 0 0 0 0,0 0 0 0 0,0 0 0 0 0,1 0 0 0 0,0-1 0 0 0,0 1 0 0 0,5 5-1 0 0,-5-7 33 0 0,0-1-1 0 0,-1 1 0 0 0,1-1 0 0 0,0 0 0 0 0,0 0 1 0 0,1 0-1 0 0,-1 0 0 0 0,0-1 0 0 0,1 1 0 0 0,-1-1 0 0 0,1 0 1 0 0,-1 0-1 0 0,1 0 0 0 0,-1 0 0 0 0,1-1 0 0 0,0 1 0 0 0,-1-1 1 0 0,1 0-1 0 0,4 0 0 0 0,8-2 25 0 0,-1-1-1 0 0,0 0 1 0 0,0-1-1 0 0,0-1 1 0 0,-1 0-1 0 0,1-1 1 0 0,-1-1-1 0 0,0 0 1 0 0,-1 0-1 0 0,0-2 1 0 0,0 0-1 0 0,-1 0 1 0 0,0-1-1 0 0,-1 0 1 0 0,0-1-1 0 0,0-1 1 0 0,17-24-1 0 0,-17 21-45 0 0,-2-1-1 0 0,1-1 0 0 0,-2 1 0 0 0,0-1 0 0 0,-1-1 1 0 0,-1 0-1 0 0,0 1 0 0 0,-2-2 0 0 0,0 1 0 0 0,-1 0 0 0 0,-1-1 1 0 0,0 0-1 0 0,-2 1 0 0 0,-2-31 0 0 0,0 33-13 0 0,0-1-1 0 0,-1 1 1 0 0,-1 0-1 0 0,-1 0 1 0 0,0 1 0 0 0,-1-1-1 0 0,-14-25 1 0 0,15 34-4 0 0,1 1 1 0 0,0 0 0 0 0,-1 0-1 0 0,0 0 1 0 0,-1 0 0 0 0,1 1-1 0 0,-1 0 1 0 0,0 0 0 0 0,-1 0-1 0 0,1 1 1 0 0,-1 0 0 0 0,0 0-1 0 0,0 1 1 0 0,0 0 0 0 0,0 0-1 0 0,0 1 1 0 0,-1 0-1 0 0,-13-3 1 0 0,5 4-225 0 0,-1 0-1 0 0,1 0 1 0 0,0 2 0 0 0,0 0-1 0 0,-1 1 1 0 0,1 1 0 0 0,0 0-1 0 0,1 1 1 0 0,-30 11 0 0 0,39-12-244 0 0,0 0 1 0 0,-1 1 0 0 0,1-1 0 0 0,1 1 0 0 0,-1 1-1 0 0,1-1 1 0 0,-1 1 0 0 0,-4 5 0 0 0,-19 26-8196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28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55 145 68 0 0,'5'-12'6797'0'0,"-22"-18"5853"0"0,15 30-12106 0 0,-7-1-6 0 0,6 1-44 0 0,7 0-511 0 0,48-8 18 0 0,125-24 1 0 0,-38 2 3 0 0,-73 18-4 0 0,-49 9-4 0 0,9-3-15 0 0,38-1-1 0 0,-19 4-7 0 0,-42 3 78 0 0,16 0 106 0 0,-17 1-143 0 0,-1-1-1 0 0,0 1 0 0 0,0 0 1 0 0,1 0-1 0 0,-1-1 0 0 0,0 1 1 0 0,0 0-1 0 0,0 0 1 0 0,0 0-1 0 0,0 0 0 0 0,0 1 1 0 0,0-1-1 0 0,0 0 0 0 0,0 0 1 0 0,-1 0-1 0 0,1 1 0 0 0,0-1 1 0 0,-1 0-1 0 0,1 1 0 0 0,-1-1 1 0 0,0 1-1 0 0,1-1 1 0 0,-1 0-1 0 0,0 1 0 0 0,0-1 1 0 0,0 1-1 0 0,0-1 0 0 0,0 2 1 0 0,-1 54 452 0 0,0-44-456 0 0,-6 323 1566 0 0,6 293-622 0 0,20-147-93 0 0,-5-167 160 0 0,29 948 586 0 0,-8-693-201 0 0,-30-505-770 0 0,-8 120 0 0 0,0-152-410 0 0,-2 0 1 0 0,-16 57 0 0 0,20-88-200 0 0,-7 16 480 0 0,1-16-550 0 0,-1-1 0 0 0,1 0 0 0 0,0 0-1 0 0,0 0 1 0 0,-1-1 0 0 0,-10 0 0 0 0,-16 0-820 0 0,-337 61-10376 0 0,219-31 3211 0 0,44-10-1193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29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73 288 0 0,'18'-24'4885'0'0,"14"-18"4605"0"0,-33 37-7571 0 0,0 4-1474 0 0,-3 1-337 0 0,-3 0-83 0 0,0 0-1 0 0,0 1 1 0 0,0 0 0 0 0,0 0 0 0 0,0 0-1 0 0,0 1 1 0 0,0 0 0 0 0,0 1 0 0 0,0-1-1 0 0,1 1 1 0 0,0 1 0 0 0,-1-1 0 0 0,1 1-1 0 0,0 0 1 0 0,1 1 0 0 0,-1-1 0 0 0,1 1-1 0 0,0 0 1 0 0,0 0 0 0 0,0 1 0 0 0,1 0-1 0 0,0-1 1 0 0,0 1 0 0 0,0 1 0 0 0,-4 10-1 0 0,3 0-11 0 0,2 0 0 0 0,-1 1-1 0 0,2-1 1 0 0,0 1 0 0 0,1 0 0 0 0,2 24-1 0 0,4 7 33 0 0,10 49-1 0 0,26 122 275 0 0,91 540 1935 0 0,-121-684-1963 0 0,45 439 1086 0 0,-62 17-203 0 0,-4-157-648 0 0,17-35 64 0 0,0 204 1454 0 0,-7-502-1919 0 0,21 191 35 0 0,-14-180-127 0 0,-4-26-34 0 0,9 30 0 0 0,-9-48 14 0 0,0 0 0 0 0,0 0 0 0 0,0 0 0 0 0,1-1-1 0 0,0 1 1 0 0,11 14 0 0 0,-13-21-9 0 0,0 0 0 0 0,0 0 0 0 0,1 0 0 0 0,-1 0-1 0 0,1 0 1 0 0,-1 0 0 0 0,1-1 0 0 0,0 0 0 0 0,-1 1 0 0 0,1-1-1 0 0,0 0 1 0 0,0 0 0 0 0,0 0 0 0 0,0-1 0 0 0,0 1 0 0 0,0-1 0 0 0,0 0-1 0 0,0 0 1 0 0,0 0 0 0 0,0 0 0 0 0,0 0 0 0 0,0 0 0 0 0,0-1-1 0 0,0 0 1 0 0,3 0 0 0 0,9-4-207 0 0,0 0 0 0 0,0-1 0 0 0,22-12 0 0 0,-24 11-82 0 0,213-125-6136 0 0,-83 33-2987 0 0,-85 54 1701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0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30 268 0 0,'0'0'5305'0'0,"-2"-21"3832"0"0,4 14-8005 0 0,5 6-1100 0 0,0 1 0 0 0,0-1 0 0 0,0 1 0 0 0,0 1 0 0 0,0-1 0 0 0,0 1 0 0 0,0 0 0 0 0,0 1 0 0 0,-1-1 0 0 0,1 1 0 0 0,0 1 0 0 0,-1-1 0 0 0,0 1 0 0 0,1 0 0 0 0,-1 1 0 0 0,0-1 0 0 0,-1 1 0 0 0,9 7 0 0 0,-6-4 5 0 0,0 0-1 0 0,0 0 1 0 0,-1 0-1 0 0,0 1 1 0 0,-1 0-1 0 0,1 1 1 0 0,-2-1-1 0 0,1 1 0 0 0,-1 0 1 0 0,-1 0-1 0 0,1 1 1 0 0,2 11-1 0 0,-5-12 51 0 0,0 1 0 0 0,0 0-1 0 0,-1 0 1 0 0,-1 0 0 0 0,0 0-1 0 0,0 1 1 0 0,-1-1 0 0 0,0 0-1 0 0,-4 13 1 0 0,-3 5 505 0 0,-22 50 1 0 0,16-43 219 0 0,5-28-367 0 0,9-7-439 0 0,0 0 1 0 0,0 0-1 0 0,0 0 0 0 0,-1 0 1 0 0,1 0-1 0 0,0 0 0 0 0,0 0 0 0 0,0 0 1 0 0,-1 0-1 0 0,1 0 0 0 0,0 0 0 0 0,0 0 1 0 0,0 0-1 0 0,0 0 0 0 0,-1 0 1 0 0,1 0-1 0 0,0-1 0 0 0,0 1 0 0 0,0 0 1 0 0,0 0-1 0 0,-1 0 0 0 0,1 0 0 0 0,0 0 1 0 0,0-1-1 0 0,0 1 0 0 0,0 0 1 0 0,0 0-1 0 0,0 0 0 0 0,0 0 0 0 0,0-1 1 0 0,0 1-1 0 0,0 0 0 0 0,-1 0 1 0 0,1 0-1 0 0,0 0 0 0 0,0-1 0 0 0,0 1 1 0 0,0 0-1 0 0,0 0 0 0 0,0 0 0 0 0,0-1 1 0 0,0 1-1 0 0,1 0 0 0 0,-1 0 1 0 0,0 0-1 0 0,0-1 0 0 0,0 1 0 0 0,0 0 1 0 0,0 0-1 0 0,0 0 0 0 0,0 0 0 0 0,0-1 1 0 0,0 1-1 0 0,0 0 0 0 0,1 0 1 0 0,3-14 17 0 0,2 0 1 0 0,0 0 0 0 0,0 0 0 0 0,11-16 0 0 0,41-54-50 0 0,-25 37 24 0 0,-26 37-1 0 0,15-23-4 0 0,-1 0 0 0 0,17-37 0 0 0,-37 69 2 0 0,0-1 1 0 0,0 0-1 0 0,-1 1 0 0 0,1-1 0 0 0,-1 0 0 0 0,1 0 1 0 0,-1 0-1 0 0,0 1 0 0 0,0-1 0 0 0,0 0 0 0 0,0-2 1 0 0,-4 0-50 0 0,-5 10 39 0 0,-1 4 20 0 0,0 1 0 0 0,1 0 0 0 0,0 1 0 0 0,1 0 0 0 0,0 0 0 0 0,-9 22 0 0 0,3-3 10 0 0,-15 52 0 0 0,27-78-12 0 0,1 0 0 0 0,0-1 0 0 0,0 1 0 0 0,0 0 0 0 0,1 0-1 0 0,-1 0 1 0 0,1 0 0 0 0,0-1 0 0 0,1 1 0 0 0,-1 0 0 0 0,1 0 0 0 0,0 0-1 0 0,0 0 1 0 0,1-1 0 0 0,-1 1 0 0 0,3 4 0 0 0,-1-5-1 0 0,-1 0 1 0 0,1 0-1 0 0,0-1 1 0 0,0 1-1 0 0,0-1 1 0 0,0 0-1 0 0,1 0 1 0 0,-1 0-1 0 0,1 0 1 0 0,0-1-1 0 0,0 1 1 0 0,0-1 0 0 0,0 0-1 0 0,0 0 1 0 0,0-1-1 0 0,9 3 1 0 0,6 1-426 0 0,0-2 1 0 0,1 0 0 0 0,-1-1 0 0 0,1-1-1 0 0,26-2 1 0 0,49-10-8356 0 0,-62 6 1735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1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29 1768 0 0,'-8'-6'4091'0'0,"1"2"-2133"0"0,0 1 0 0 0,0 0 0 0 0,-13-4 0 0 0,17 6-1176 0 0,1 0-333 0 0,-1 0-1 0 0,0 1 1 0 0,0-1-1 0 0,-1 0 1 0 0,1 1-1 0 0,0 0 1 0 0,0 0-1 0 0,-3 0 1 0 0,5 1-437 0 0,0 0 1 0 0,0 0-1 0 0,1 0 1 0 0,-1 0-1 0 0,0 0 1 0 0,1 0-1 0 0,-1 0 0 0 0,1 0 1 0 0,-1 0-1 0 0,1 0 1 0 0,0 0-1 0 0,-1 1 1 0 0,1-1-1 0 0,0 0 1 0 0,0 0-1 0 0,0 0 1 0 0,0 1-1 0 0,0-1 1 0 0,0 0-1 0 0,0 0 1 0 0,0 2-1 0 0,8 29 87 0 0,-4-17-80 0 0,3 14 6 0 0,1 0 0 0 0,13 29 1 0 0,-19-51-8 0 0,1 0 0 0 0,1-1 1 0 0,-1 1-1 0 0,1-1 0 0 0,0 1 1 0 0,1-1-1 0 0,-1 0 0 0 0,1-1 1 0 0,0 1-1 0 0,1-1 0 0 0,-1 0 1 0 0,1 0-1 0 0,11 6 0 0 0,-14-10-2 0 0,0 1-1 0 0,0-1 0 0 0,-1-1 0 0 0,1 1 0 0 0,1 0 1 0 0,-1-1-1 0 0,0 0 0 0 0,0 1 0 0 0,0-1 0 0 0,0 0 0 0 0,0-1 1 0 0,0 1-1 0 0,0 0 0 0 0,0-1 0 0 0,0 0 0 0 0,0 0 1 0 0,0 0-1 0 0,0 0 0 0 0,0 0 0 0 0,-1 0 0 0 0,1-1 1 0 0,0 1-1 0 0,-1-1 0 0 0,3-2 0 0 0,0 0 3 0 0,0 0 0 0 0,0-1 1 0 0,-1 1-1 0 0,1-1 0 0 0,-1 0 0 0 0,0 0 0 0 0,-1 0 0 0 0,1-1 0 0 0,-1 1 1 0 0,4-10-1 0 0,-2-3 17 0 0,0 1 0 0 0,3-25 0 0 0,-1 5 26 0 0,-35 202 1060 0 0,8-41-317 0 0,9-63-379 0 0,-30 146 1006 0 0,28-154-410 0 0,-37 93 0 0 0,48-140-832 0 0,-1 0 0 0 0,0 0-1 0 0,0 0 1 0 0,0-1 0 0 0,-1 1 0 0 0,0-1 0 0 0,0 0 0 0 0,0 0-1 0 0,-8 7 1 0 0,12-12-165 0 0,-1 1-1 0 0,0-1 0 0 0,0 1 1 0 0,0-1-1 0 0,0 1 0 0 0,0-1 0 0 0,0 0 1 0 0,0 0-1 0 0,1 1 0 0 0,-1-1 1 0 0,0 0-1 0 0,0 0 0 0 0,0 0 1 0 0,0 0-1 0 0,0 0 0 0 0,0 0 1 0 0,0 0-1 0 0,0 0 0 0 0,0 0 1 0 0,0-1-1 0 0,0 1 0 0 0,0 0 1 0 0,0-1-1 0 0,0 1 0 0 0,0 0 1 0 0,0-1-1 0 0,1 1 0 0 0,-1-1 1 0 0,-1 0-1 0 0,0-1 2 0 0,-1 0 0 0 0,1 0 0 0 0,0-1-1 0 0,0 1 1 0 0,0 0 0 0 0,0-1 0 0 0,-2-3 0 0 0,0-3-11 0 0,0 0 1 0 0,1 0 0 0 0,0 0-1 0 0,0 0 1 0 0,1-1-1 0 0,0 1 1 0 0,1-1-1 0 0,0 1 1 0 0,1-1-1 0 0,-1 1 1 0 0,2-1-1 0 0,0 1 1 0 0,0-1-1 0 0,3-13 1 0 0,1 5-201 0 0,0 0 0 0 0,1 0-1 0 0,0 1 1 0 0,2 0 0 0 0,0 0 0 0 0,15-23 0 0 0,-16 31-417 0 0,-1 0 1 0 0,1 1 0 0 0,1 0 0 0 0,-1 0-1 0 0,1 1 1 0 0,1 0 0 0 0,-1 1 0 0 0,1-1-1 0 0,17-8 1 0 0,-18 11-831 0 0,1 1 0 0 0,0-1 0 0 0,0 1 0 0 0,0 1 1 0 0,0 0-1 0 0,0 0 0 0 0,10 0 0 0 0,5 1-6182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2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70 1464 0 0,'-26'-17'14588'0'0,"9"13"-9569"0"0,10 2-3917 0 0,9 3-1060 0 0,13-2-15 0 0,0 1 0 0 0,0-2 0 0 0,0 0 0 0 0,25-7 0 0 0,-3 0 0 0 0,92-15-51 0 0,-128 24 26 0 0,0 0-1 0 0,0 0 0 0 0,0 0 1 0 0,-1 0-1 0 0,1 0 0 0 0,0 0 1 0 0,0 0-1 0 0,-1 0 0 0 0,1 0 0 0 0,0 0 1 0 0,0 0-1 0 0,-1 0 0 0 0,1 1 1 0 0,0-1-1 0 0,0 0 0 0 0,-1 1 1 0 0,1-1-1 0 0,0 0 0 0 0,-1 1 1 0 0,1-1-1 0 0,0 1 0 0 0,-1-1 1 0 0,1 1-1 0 0,-1-1 0 0 0,1 1 0 0 0,-1-1 1 0 0,1 1-1 0 0,0 0 0 0 0,-1 1 1 0 0,1-1 0 0 0,-1 1-1 0 0,0-1 1 0 0,0 1 0 0 0,1 0 0 0 0,-1-1-1 0 0,0 1 1 0 0,0-1 0 0 0,-1 1-1 0 0,1-1 1 0 0,0 1 0 0 0,-1 2-1 0 0,-1 4 6 0 0,-1-1 0 0 0,0 1 0 0 0,0-1 0 0 0,-6 8 0 0 0,-34 49 73 0 0,-80 88 0 0 0,10-14 31 0 0,112-137-107 0 0,-1 0-1 0 0,1 1 1 0 0,0-1 0 0 0,0 0 0 0 0,0 1 0 0 0,0-1-1 0 0,0 1 1 0 0,0 0 0 0 0,0-1 0 0 0,1 1 0 0 0,-1 0 0 0 0,1 0-1 0 0,-1-1 1 0 0,1 1 0 0 0,0 0 0 0 0,-1 0 0 0 0,1-1-1 0 0,0 1 1 0 0,0 0 0 0 0,0 0 0 0 0,0 0 0 0 0,1 0-1 0 0,-1-1 1 0 0,1 4 0 0 0,0-4-2 0 0,0 0 0 0 0,0-1 1 0 0,0 1-1 0 0,0-1 0 0 0,0 1 0 0 0,0-1 0 0 0,0 1 0 0 0,0-1 0 0 0,0 0 1 0 0,0 1-1 0 0,0-1 0 0 0,0 0 0 0 0,0 0 0 0 0,0 0 0 0 0,0 0 1 0 0,0 0-1 0 0,2 0 0 0 0,-2 0 1 0 0,10 0-1 0 0,1-1 0 0 0,-1 0 0 0 0,0-1-1 0 0,1 0 1 0 0,-1-1 0 0 0,0 0 0 0 0,13-5 0 0 0,-3 0 10 0 0,37-12-692 0 0,-1-4 0 0 0,-1-2 0 0 0,78-50 0 0 0,-86 45-2730 0 0,-18 8-2665 0 0,-9 5-2199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3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1 197 1060 0 0,'2'-11'4613'0'0,"7"-28"1115"0"0,-8 37-5289 0 0,-1 1-334 0 0,0 0 0 0 0,0 1 0 0 0,0-1 0 0 0,0 0 0 0 0,0 0 0 0 0,0 1-1 0 0,1-1 1 0 0,-1 0 0 0 0,0 0 0 0 0,0 1 0 0 0,1-1 0 0 0,-1 0 0 0 0,1 1-1 0 0,-1-1 1 0 0,0 0 0 0 0,1 1 0 0 0,-1-1 0 0 0,1 1 0 0 0,0-1 0 0 0,-1 1-1 0 0,1-1 1 0 0,-1 1 0 0 0,1-1 0 0 0,1 0 0 0 0,19-10 1248 0 0,-18 9-1037 0 0,23-9 350 0 0,0 0 0 0 0,39-8 0 0 0,4-2-256 0 0,-24 6-205 0 0,61-12-1 0 0,-57 17-148 0 0,-46 10-52 0 0,-1-1 0 0 0,0 1 0 0 0,0 0 0 0 0,1 0 0 0 0,-1 0-1 0 0,0 1 1 0 0,1-1 0 0 0,-1 0 0 0 0,0 1 0 0 0,0 0-1 0 0,0-1 1 0 0,0 1 0 0 0,1 0 0 0 0,-1 0 0 0 0,0 0 0 0 0,0 0-1 0 0,-1 1 1 0 0,3 0 0 0 0,0 2 38 0 0,-1-1 1 0 0,0 0-1 0 0,0 1 0 0 0,0 0 1 0 0,-1 0-1 0 0,1 0 1 0 0,-1 0-1 0 0,3 6 0 0 0,1 7 155 0 0,0 1-1 0 0,-1-1 0 0 0,4 28 0 0 0,-9-45-195 0 0,63 542 1920 0 0,-28-192-1539 0 0,44 299 454 0 0,20 287 11 0 0,-91-762-413 0 0,-26 289 0 0 0,-19-209 262 0 0,17-139-506 0 0,-10 139 36 0 0,24-104-26 0 0,7-145-62 0 0,-2-1 1 0 0,1 0-1 0 0,0 1 1 0 0,-1-1-1 0 0,0 0 1 0 0,0 0-1 0 0,0 1 1 0 0,0-1-1 0 0,-1 0 1 0 0,0 0 0 0 0,1 0-1 0 0,-1 0 1 0 0,-1-1-1 0 0,1 1 1 0 0,-5 4-1 0 0,2-2-28 0 0,-1-1 0 0 0,0-1-1 0 0,0 1 1 0 0,0-1 0 0 0,-1 0 0 0 0,1 0-1 0 0,-14 5 1 0 0,-13 3-57 0 0,0-1 0 0 0,-1-1-1 0 0,0-2 1 0 0,-49 6 0 0 0,-32-6-2006 0 0,5-10-3853 0 0,99 1 2606 0 0,1-1 0 0 0,-20-4 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4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2120 0 0,'-12'6'2301'0'0,"0"1"-1"0"0,1-1 1 0 0,-12 10 0 0 0,-7 5 1054 0 0,17-10-2284 0 0,13-11-1058 0 0,0 0 0 0 0,0 1 1 0 0,0-1-1 0 0,0 0 0 0 0,0 0 0 0 0,0 0 1 0 0,0 0-1 0 0,0 1 0 0 0,0-1 0 0 0,0 0 1 0 0,0 0-1 0 0,0 0 0 0 0,0 0 1 0 0,0 1-1 0 0,0-1 0 0 0,0 0 0 0 0,0 0 1 0 0,0 0-1 0 0,0 0 0 0 0,0 0 0 0 0,1 1 1 0 0,-1-1-1 0 0,0 0 0 0 0,0 0 0 0 0,0 0 1 0 0,0 0-1 0 0,0 0 0 0 0,0 0 0 0 0,1 0 1 0 0,-1 1-1 0 0,0-1 0 0 0,0 0 1 0 0,0 0-1 0 0,0 0 0 0 0,0 0 0 0 0,1 0 1 0 0,-1 0-1 0 0,0 0 0 0 0,0 0 0 0 0,0 0 1 0 0,1 0-1 0 0,23 0 248 0 0,66-16 186 0 0,1 1-1246 0 0,-33 11-3567 0 0,-57 4 4187 0 0,-1 0 1 0 0,1 0-1 0 0,0 0 0 0 0,-1 0 0 0 0,1 0 1 0 0,-1 0-1 0 0,1 0 0 0 0,0 0 0 0 0,-1 0 0 0 0,1 1 1 0 0,-1-1-1 0 0,1 0 0 0 0,-1 0 0 0 0,1 1 1 0 0,-1-1-1 0 0,1 0 0 0 0,-1 1 0 0 0,1-1 1 0 0,-1 0-1 0 0,1 1 0 0 0,-1-1 0 0 0,0 1 1 0 0,1 0-1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4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78 1500 0 0,'-15'13'2858'0'0,"1"1"-1"0"0,-23 29 1 0 0,37-43-2784 0 0,-1 1 1 0 0,1-1-1 0 0,0 0 1 0 0,-1 1-1 0 0,1-1 1 0 0,0 0-1 0 0,-1 1 1 0 0,1-1-1 0 0,0 0 1 0 0,0 1-1 0 0,-1-1 1 0 0,1 1-1 0 0,0-1 1 0 0,0 0-1 0 0,0 1 1 0 0,0-1-1 0 0,0 1 1 0 0,-1-1-1 0 0,1 1 1 0 0,0-1-1 0 0,0 1 1 0 0,0-1-1 0 0,0 1 1 0 0,0-1-1 0 0,0 0 0 0 0,1 1 1 0 0,-1-1-1 0 0,0 1 1 0 0,0-1-1 0 0,0 1 1 0 0,0-1-1 0 0,0 0 1 0 0,1 1-1 0 0,-1-1 1 0 0,0 1-1 0 0,1-1 1 0 0,0 1 3 0 0,0-1 0 0 0,0 1 0 0 0,1-1 1 0 0,-1 0-1 0 0,0 1 0 0 0,0-1 0 0 0,1 0 0 0 0,-1 0 1 0 0,0 0-1 0 0,0 0 0 0 0,1 0 0 0 0,1 0 1 0 0,39-10 416 0 0,86-47-1050 0 0,-6-14-6370 0 0,-81 44 2468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5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90 828 0 0,'8'-14'3108'0'0,"-1"-1"1"0"0,7-17-1 0 0,-14 30-2399 0 0,1 0-223 0 0,0 1 0 0 0,0-1 0 0 0,0 0 1 0 0,-1 0-1 0 0,1 1 0 0 0,-1-1 0 0 0,1 0 0 0 0,-1-3 0 0 0,-1 4-448 0 0,1 1 1 0 0,-1-1-1 0 0,0 0 1 0 0,0 1-1 0 0,0-1 1 0 0,0 0-1 0 0,0 1 1 0 0,0-1-1 0 0,0 1 1 0 0,0 0-1 0 0,0-1 1 0 0,0 1-1 0 0,-1 0 1 0 0,1 0-1 0 0,0-1 1 0 0,0 1-1 0 0,0 0 1 0 0,0 0-1 0 0,0 0 1 0 0,-1 1-1 0 0,1-1 1 0 0,0 0-1 0 0,-1 1 1 0 0,-32 10 39 0 0,25-7-15 0 0,-3 1-47 0 0,0 1-1 0 0,1 0 0 0 0,0 1 1 0 0,1 0-1 0 0,-1 0 1 0 0,1 2-1 0 0,1-1 1 0 0,0 1-1 0 0,-11 13 0 0 0,7-5-9 0 0,0 0 0 0 0,1 1 0 0 0,1 0 0 0 0,-16 35 0 0 0,20-34 58 0 0,0 1 0 0 0,2 1 0 0 0,0-1 0 0 0,-3 32 0 0 0,-1 84 669 0 0,9-134-719 0 0,15 298 1408 0 0,-1-101-971 0 0,-14 697 562 0 0,-107 76 1035 0 0,-4-87-932 0 0,92-416-792 0 0,18-427-328 0 0,-1-27 15 0 0,2-1-1 0 0,0 0 1 0 0,0 1 0 0 0,1-1 0 0 0,1 0 0 0 0,0 0 0 0 0,6 19 0 0 0,-6-30-8 0 0,-1-1 1 0 0,0 0 0 0 0,1 0 0 0 0,-1 0 0 0 0,1 0-1 0 0,0 0 1 0 0,0-1 0 0 0,0 1 0 0 0,0 0 0 0 0,0-1 0 0 0,0 1-1 0 0,0-1 1 0 0,0 0 0 0 0,0 0 0 0 0,1 0 0 0 0,-1 0 0 0 0,0 0-1 0 0,1 0 1 0 0,-1 0 0 0 0,1-1 0 0 0,-1 1 0 0 0,1-1-1 0 0,-1 0 1 0 0,1 0 0 0 0,0 0 0 0 0,-1 0 0 0 0,5-1 0 0 0,9-1 9 0 0,0 0 0 0 0,0-1 0 0 0,18-6 0 0 0,-22 6-19 0 0,63-19-1032 0 0,101-45 0 0 0,-98 31-2823 0 0,82-51 0 0 0,-94 41-1000 0 0,0-5-2239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6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210 211 1872 0 0,'1'-2'1646'0'0,"6"-30"4104"0"0,-6 30-5011 0 0,-1-17 3284 0 0,-9 124-1511 0 0,2-34-2028 0 0,5-29-208 0 0,1 1 1 0 0,11 81 0 0 0,-6-100-211 0 0,1 0 0 0 0,1 0-1 0 0,1 0 1 0 0,1-1 0 0 0,1 0 0 0 0,18 32-1 0 0,-26-52 19 0 0,1 0 0 0 0,0 1 0 0 0,0-1 0 0 0,0-1 0 0 0,0 1 0 0 0,0 0 0 0 0,1 0 0 0 0,-1-1-1 0 0,1 1 1 0 0,0-1 0 0 0,-1 0 0 0 0,1 0 0 0 0,0 0 0 0 0,1 0 0 0 0,-1-1 0 0 0,0 1 0 0 0,0-1 0 0 0,1 0-1 0 0,-1 0 1 0 0,1 0 0 0 0,-1 0 0 0 0,1 0 0 0 0,-1-1 0 0 0,1 0 0 0 0,-1 0 0 0 0,1 0 0 0 0,0 0 0 0 0,-1 0-1 0 0,1-1 1 0 0,-1 1 0 0 0,6-3 0 0 0,-2 1 44 0 0,0-1 0 0 0,-1 0-1 0 0,1-1 1 0 0,0 0 0 0 0,-1 0 0 0 0,0 0-1 0 0,0-1 1 0 0,0 0 0 0 0,-1 0 0 0 0,1 0-1 0 0,-1-1 1 0 0,0 0 0 0 0,7-12-1 0 0,-2-1-14 0 0,0 0 1 0 0,-1-1-1 0 0,-2 0 0 0 0,0 0 0 0 0,-1-1 0 0 0,0 1 0 0 0,-2-1 0 0 0,1-22 0 0 0,-1-2 192 0 0,-3-1 1 0 0,-6-77-1 0 0,2 102-181 0 0,0 0 1 0 0,-1 0-1 0 0,-1 1 1 0 0,-1-1-1 0 0,-1 1 1 0 0,-11-22-1 0 0,14 33-94 0 0,0 0 1 0 0,-1 1-1 0 0,0 0 0 0 0,-1 0 1 0 0,0 0-1 0 0,0 0 1 0 0,-1 1-1 0 0,1 0 0 0 0,-2 1 1 0 0,1 0-1 0 0,-1 0 0 0 0,0 0 1 0 0,0 1-1 0 0,0 0 0 0 0,-15-6 1 0 0,15 9-50 0 0,1 0 0 0 0,-1 1 0 0 0,0 0 0 0 0,0 0 0 0 0,0 1 0 0 0,0-1 0 0 0,0 2 0 0 0,0-1 0 0 0,1 1 0 0 0,-1 1 0 0 0,0-1 0 0 0,0 2 0 0 0,1-1 0 0 0,-1 1 0 0 0,1 0 0 0 0,0 0 0 0 0,0 1 0 0 0,-13 8 0 0 0,5-2-472 0 0,0 1 1 0 0,1 1-1 0 0,0 0 0 0 0,1 1 1 0 0,1 0-1 0 0,0 1 1 0 0,-12 18-1 0 0,13-15-655 0 0,1 1 0 0 0,0 0-1 0 0,-9 27 1 0 0,-4 25-5411 0 0,7-19-1691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6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182 172 908 0 0,'-10'-18'4903'0'0,"9"14"-3922"0"0,-1 0 0 0 0,0 0 0 0 0,0 1 0 0 0,0-1 0 0 0,0 1 0 0 0,-1-1 0 0 0,0 1 1 0 0,-6-7 627 0 0,8 10-1542 0 0,0-1 1 0 0,0 1 0 0 0,0 0-1 0 0,1-1 1 0 0,-1 1-1 0 0,0 0 1 0 0,0-1 0 0 0,0 1-1 0 0,0 0 1 0 0,0 0 0 0 0,0 0-1 0 0,0 0 1 0 0,1 0-1 0 0,-1 0 1 0 0,0 0 0 0 0,0 0-1 0 0,0 0 1 0 0,0 0-1 0 0,0 0 1 0 0,0 1 0 0 0,0-1-1 0 0,1 0 1 0 0,-1 1 0 0 0,0-1-1 0 0,0 0 1 0 0,0 1-1 0 0,1-1 1 0 0,-1 1 0 0 0,0 0-1 0 0,-1 0 1 0 0,-14 29 322 0 0,1 0-1 0 0,1 2 1 0 0,-17 61-1 0 0,18-43-12 0 0,-13 100 0 0 0,25-134-338 0 0,-1 0 0 0 0,2-1 0 0 0,0 1 0 0 0,1 0 0 0 0,1-1 0 0 0,5 25-1 0 0,-6-36-17 0 0,0 0 1 0 0,0 0-1 0 0,1 0 0 0 0,-1-1 0 0 0,1 1 0 0 0,0-1 0 0 0,0 1 0 0 0,0-1 0 0 0,0 1 0 0 0,1-1 0 0 0,0 0 0 0 0,-1 0 0 0 0,1 0 0 0 0,0-1 0 0 0,0 1 1 0 0,0-1-1 0 0,1 1 0 0 0,-1-1 0 0 0,1 0 0 0 0,-1 0 0 0 0,1-1 0 0 0,0 1 0 0 0,-1-1 0 0 0,1 1 0 0 0,0-1 0 0 0,0-1 0 0 0,0 1 0 0 0,0 0 0 0 0,0-1 0 0 0,5 0 1 0 0,2-1 58 0 0,0 0 1 0 0,0 0-1 0 0,0-1 1 0 0,0-1-1 0 0,-1 0 1 0 0,1 0-1 0 0,-1-1 1 0 0,0-1-1 0 0,0 1 1 0 0,0-2-1 0 0,-1 1 1 0 0,0-1-1 0 0,0-1 1 0 0,0 0 0 0 0,-1 0-1 0 0,0 0 1 0 0,9-11-1 0 0,-5 4 8 0 0,0-1-1 0 0,-1-1 1 0 0,0 0-1 0 0,-1-1 1 0 0,-1 0-1 0 0,-1 0 1 0 0,0-1 0 0 0,10-36-1 0 0,-10 21 17 0 0,-2-1-1 0 0,-1 1 1 0 0,2-57 0 0 0,-7 70-72 0 0,-1 1 1 0 0,-1-1 0 0 0,-1 0 0 0 0,0 1 0 0 0,-1 0-1 0 0,-2 0 1 0 0,-12-33 0 0 0,16 48-38 0 0,0 0 1 0 0,0 0 0 0 0,-1 0-1 0 0,1 0 1 0 0,-1 0-1 0 0,0 0 1 0 0,0 1 0 0 0,0-1-1 0 0,0 1 1 0 0,-1 0-1 0 0,0 0 1 0 0,1 0 0 0 0,-1 0-1 0 0,-7-3 1 0 0,8 5-42 0 0,1 1 0 0 0,-1-1 0 0 0,1 1 0 0 0,-1 0 1 0 0,1 0-1 0 0,-1 0 0 0 0,1 0 0 0 0,-1 0 0 0 0,1 1 0 0 0,-1-1 0 0 0,1 1 1 0 0,-1 0-1 0 0,1-1 0 0 0,0 1 0 0 0,-1 0 0 0 0,1 0 0 0 0,0 1 1 0 0,0-1-1 0 0,0 0 0 0 0,0 1 0 0 0,0-1 0 0 0,-3 4 0 0 0,-3 2-454 0 0,0 0 0 0 0,1 1 0 0 0,-12 14 1 0 0,8-4-665 0 0,-1 1 0 0 0,2-1 1 0 0,-13 33-1 0 0,-5 24-5497 0 0,14-33-16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7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97 289 1572 0 0,'0'-2'2764'0'0,"0"-10"-767"0"0,-1 0 0 0 0,0 1 0 0 0,-1-1 0 0 0,0 1 1 0 0,-5-19-1 0 0,6 29-1522 0 0,1 1-432 0 0,-1-1 1 0 0,1 1-1 0 0,-1-1 0 0 0,1 1 0 0 0,-1-1 0 0 0,1 1 1 0 0,-1-1-1 0 0,1 1 0 0 0,-1 0 0 0 0,0-1 0 0 0,1 1 1 0 0,-1 0-1 0 0,1 0 0 0 0,-1-1 0 0 0,0 1 0 0 0,1 0 1 0 0,-1 0-1 0 0,0 0 0 0 0,1 0 0 0 0,-1 0 0 0 0,1 0 1 0 0,-1 0-1 0 0,0 0 0 0 0,1 0 0 0 0,-1 0 1 0 0,0 0-1 0 0,1 0 0 0 0,-1 1 0 0 0,0-1 0 0 0,1 0 1 0 0,-1 0-1 0 0,1 1 0 0 0,-1-1 0 0 0,0 0 0 0 0,1 1 1 0 0,-1-1-1 0 0,1 0 0 0 0,-1 1 0 0 0,0 0 0 0 0,-8 17 9 0 0,1 1 0 0 0,1-1-1 0 0,1 1 1 0 0,0 1-1 0 0,-5 31 1 0 0,6-9 17 0 0,-2 73 1 0 0,7-103-59 0 0,1-1 1 0 0,0 1-1 0 0,0-1 1 0 0,1 1-1 0 0,1-1 0 0 0,-1 0 1 0 0,2 0-1 0 0,8 20 0 0 0,-10-28-2 0 0,0 1 0 0 0,0-1 0 0 0,1 1 0 0 0,-1-1 0 0 0,1 0 0 0 0,0 1-1 0 0,0-1 1 0 0,0-1 0 0 0,0 1 0 0 0,0 0 0 0 0,0-1 0 0 0,1 0 0 0 0,-1 1 0 0 0,1-1-1 0 0,0-1 1 0 0,0 1 0 0 0,0 0 0 0 0,0-1 0 0 0,0 0 0 0 0,0 0 0 0 0,0 0 0 0 0,0-1-1 0 0,0 1 1 0 0,0-1 0 0 0,0 0 0 0 0,0 0 0 0 0,7-1 0 0 0,4-1 30 0 0,-1-1 1 0 0,0-1-1 0 0,0 1 1 0 0,0-2-1 0 0,-1 0 1 0 0,1-1-1 0 0,-1 0 1 0 0,0-1-1 0 0,-1-1 1 0 0,0 0-1 0 0,0 0 1 0 0,-1-1-1 0 0,0-1 1 0 0,0 1-1 0 0,-1-2 1 0 0,14-18-1 0 0,-13 13 34 0 0,0 0 0 0 0,-2 0-1 0 0,0-1 1 0 0,-1 0 0 0 0,0 0 0 0 0,-2-1-1 0 0,0 0 1 0 0,-1-1 0 0 0,0 1-1 0 0,-2-1 1 0 0,0 0 0 0 0,0-23 0 0 0,-3 16-36 0 0,-1 1 1 0 0,0-1 0 0 0,-9-38 0 0 0,8 54-26 0 0,0 0 0 0 0,-1 1 0 0 0,0-1 0 0 0,-1 1 0 0 0,0 0 0 0 0,0 0-1 0 0,-1 0 1 0 0,0 1 0 0 0,-1 0 0 0 0,0 0 0 0 0,0 0 0 0 0,-9-8 0 0 0,12 13-13 0 0,-1 0-1 0 0,0 1 0 0 0,1-1 0 0 0,-1 1 1 0 0,0 0-1 0 0,0 0 0 0 0,0 1 1 0 0,0-1-1 0 0,-1 1 0 0 0,1 0 0 0 0,0 0 1 0 0,-1 0-1 0 0,1 1 0 0 0,0-1 1 0 0,-1 1-1 0 0,1 0 0 0 0,-1 0 1 0 0,1 1-1 0 0,-1-1 0 0 0,1 1 0 0 0,0 0 1 0 0,0 0-1 0 0,-1 1 0 0 0,1-1 1 0 0,0 1-1 0 0,0 0 0 0 0,-6 4 0 0 0,3-2-405 0 0,0 0 0 0 0,1 1 0 0 0,-1 0 0 0 0,1 0-1 0 0,0 1 1 0 0,-7 8 0 0 0,9-9-898 0 0,0 1-1 0 0,-1 0 1 0 0,2 0 0 0 0,-1 0-1 0 0,1 0 1 0 0,-5 14 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39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9 656 0 0,'-11'16'11423'0'0,"7"-9"-9973"0"0,10-5-994 0 0,1-1 0 0 0,-1-1 0 0 0,1 1 1 0 0,-1-1-1 0 0,1 0 0 0 0,10-2 0 0 0,45-8 598 0 0,-60 9-1015 0 0,52-8 245 0 0,0 2 0 0 0,61 1 1 0 0,-110 6-280 0 0,0 0 0 0 0,-1 1 0 0 0,1-1 0 0 0,0 1 1 0 0,-1 0-1 0 0,1 0 0 0 0,0 1 0 0 0,-1 0 0 0 0,0-1 0 0 0,1 1 1 0 0,-1 1-1 0 0,0-1 0 0 0,8 6 0 0 0,-7-3 38 0 0,0 0-1 0 0,1 1 1 0 0,-2-1 0 0 0,1 1-1 0 0,-1 0 1 0 0,0 0 0 0 0,0 1-1 0 0,3 7 1 0 0,3 10 184 0 0,-2 0 0 0 0,0 1 0 0 0,8 49 1 0 0,-15-65-188 0 0,21 137 868 0 0,6 287 0 0 0,-45 150 259 0 0,13-490-1018 0 0,-3 65 53 0 0,-64 1096 616 0 0,38-700-384 0 0,28-442-367 0 0,1-23-13 0 0,-3 68 176 0 0,-28 161 0 0 0,-38 118 559 0 0,43-282 256 0 0,28-147-771 0 0,-8 27 2759 0 0,9-33-2986 0 0,0-1 0 0 0,0 1 0 0 0,1 0 0 0 0,-2 0 0 0 0,1-1 0 0 0,0 1 0 0 0,0 0 0 0 0,0-1 0 0 0,0 1 0 0 0,0-1 0 0 0,0 0 0 0 0,-1 1 0 0 0,1-1 0 0 0,0 0 0 0 0,0 0 0 0 0,-2 0 0 0 0,-26 1 258 0 0,26-1-267 0 0,-83-4-2442 0 0,-111 7 1 0 0,61 13-2898 0 0,45-3-2108 0 0,-1 1-4193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45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84 1184 0 0,'-58'-35'13280'0'0,"37"27"-8880"0"0,18 7-3492 0 0,15 2-773 0 0,-11-1-137 0 0,49 1 50 0 0,0-3-1 0 0,-1-1 0 0 0,68-15 1 0 0,-79 12-73 0 0,-11 1-614 0 0,24-3-1941 0 0,-16 12-6950 0 0,-23-2 4613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46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3 1580 0 0,'-15'-2'6548'0'0,"4"2"-4115"0"0,8 0-1828 0 0,0-1 0 0 0,0 1 0 0 0,1 1 1 0 0,-1-1-1 0 0,0 0 0 0 0,0 1 1 0 0,0-1-1 0 0,0 1 0 0 0,-3 1 1 0 0,5-1-499 0 0,0 0 0 0 0,-1 0 0 0 0,1 0 0 0 0,0 1 0 0 0,-1-1 0 0 0,1 0 0 0 0,0 1 0 0 0,0-1 0 0 0,0 1 0 0 0,0-1 0 0 0,0 1 0 0 0,1 0 0 0 0,-1-1 0 0 0,0 1 0 0 0,1 0 1 0 0,-1-1-1 0 0,1 1 0 0 0,-1 3 0 0 0,-48 287 2216 0 0,49-272-2136 0 0,0-20-184 0 0,0 1 1 0 0,0-1-1 0 0,0 0 1 0 0,0 0-1 0 0,0 0 1 0 0,0 0-1 0 0,0 1 1 0 0,0-1-1 0 0,0 0 1 0 0,0 0-1 0 0,1 0 1 0 0,-1 0-1 0 0,0 0 1 0 0,0 1-1 0 0,0-1 1 0 0,0 0-1 0 0,0 0 1 0 0,0 0-1 0 0,1 0 1 0 0,-1 0-1 0 0,0 0 1 0 0,0 0-1 0 0,0 0 1 0 0,0 1-1 0 0,0-1 1 0 0,1 0-1 0 0,-1 0 1 0 0,0 0-1 0 0,0 0 1 0 0,0 0-1 0 0,1 0 1 0 0,-1 0-1 0 0,0 0 1 0 0,0 0-1 0 0,0 0 1 0 0,0 0-1 0 0,1 0 1 0 0,-1 0-1 0 0,0 0 1 0 0,0 0-1 0 0,0 0 1 0 0,0-1-1 0 0,1 1 1 0 0,19-20 111 0 0,-12 11-164 0 0,1-2 40 0 0,-6 7 7 0 0,0 0 0 0 0,0 0 0 0 0,0 1 1 0 0,0-1-1 0 0,1 1 0 0 0,-1 0 1 0 0,1 0-1 0 0,0 0 0 0 0,0 0 0 0 0,0 1 1 0 0,1 0-1 0 0,-1-1 0 0 0,0 2 0 0 0,1-1 1 0 0,0 0-1 0 0,8-1 0 0 0,-8 3 12 0 0,-1 0-1 0 0,0 0 1 0 0,1 0-1 0 0,-1 0 1 0 0,1 1-1 0 0,-1 0 1 0 0,0 0 0 0 0,0 0-1 0 0,1 1 1 0 0,-1-1-1 0 0,0 1 1 0 0,0 0-1 0 0,5 3 1 0 0,-3 0-5 0 0,0-1 1 0 0,0 1-1 0 0,0 0 1 0 0,0 1 0 0 0,-1 0-1 0 0,0-1 1 0 0,6 10-1 0 0,-5-5 57 0 0,0 0-1 0 0,-1 0 1 0 0,0 1-1 0 0,-1-1 1 0 0,0 1-1 0 0,0 0 1 0 0,-1 0-1 0 0,-1 0 1 0 0,1 0 0 0 0,0 21-1 0 0,-3-24 52 0 0,-1 0 0 0 0,1 0 0 0 0,-1 0 0 0 0,-1 0 0 0 0,1-1-1 0 0,-1 1 1 0 0,-1 0 0 0 0,1-1 0 0 0,-1 1 0 0 0,-1-1 0 0 0,-4 8 0 0 0,5-10-35 0 0,-1 0 0 0 0,1-1 0 0 0,-1 0 0 0 0,0 1 0 0 0,-1-1 0 0 0,1-1 0 0 0,-1 1 0 0 0,1 0 0 0 0,-1-1 0 0 0,0 0 0 0 0,0-1 0 0 0,-1 1 0 0 0,1-1 0 0 0,-1 0 0 0 0,-9 3 0 0 0,-1-3-7 0 0,0 0 0 0 0,0-1 1 0 0,0-1-1 0 0,0 0 0 0 0,1-1 1 0 0,-26-5-1 0 0,7 1-47 0 0,32 5-40 0 0,-5-1 290 0 0,0-1-1167 0 0,25 6-7006 0 0,10-4-1132 0 0,-10-1 3680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47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2816 0 0,'8'-23'8594'0'0,"-6"17"-7421"0"0,0 1-274 0 0,1 0-1 0 0,-1 0 1 0 0,1 0 0 0 0,-1 1 0 0 0,7-8-1 0 0,-7 10-749 0 0,-1 0 0 0 0,1 0 0 0 0,0 1 0 0 0,0-1 0 0 0,0 1-1 0 0,0 0 1 0 0,0-1 0 0 0,1 1 0 0 0,-1 0 0 0 0,0 0 0 0 0,0 1-1 0 0,1-1 1 0 0,-1 0 0 0 0,1 1 0 0 0,-1-1 0 0 0,0 1 0 0 0,1 0-1 0 0,3 0 1 0 0,-2 0-58 0 0,0 0 0 0 0,0 0 0 0 0,0 1-1 0 0,1 0 1 0 0,-1 0 0 0 0,0 0 0 0 0,0 0-1 0 0,0 1 1 0 0,0-1 0 0 0,-1 1 0 0 0,1 0 0 0 0,0 0-1 0 0,-1 1 1 0 0,1-1 0 0 0,3 4 0 0 0,-2-1-36 0 0,-1 0 0 0 0,0 0 0 0 0,0 0-1 0 0,0 0 1 0 0,0 1 0 0 0,-1-1 0 0 0,0 1 0 0 0,0 0 0 0 0,2 8 0 0 0,-1-3-40 0 0,-1 1 0 0 0,0-1 1 0 0,-1 1-1 0 0,-1 0 0 0 0,1 0 0 0 0,-2 0 0 0 0,0 0 1 0 0,0 0-1 0 0,-1 0 0 0 0,-5 22 0 0 0,3-20 9 0 0,-1 1 0 0 0,-1-1 1 0 0,0 0-1 0 0,-1 0 0 0 0,0 0 0 0 0,-14 20 0 0 0,20-34-19 0 0,0 1 0 0 0,-1-1-1 0 0,1 1 1 0 0,0-1 0 0 0,-1 1-1 0 0,1-1 1 0 0,-1 1 0 0 0,1-1-1 0 0,0 0 1 0 0,-1 1-1 0 0,1-1 1 0 0,-1 1 0 0 0,1-1-1 0 0,-1 0 1 0 0,1 0 0 0 0,-1 1-1 0 0,0-1 1 0 0,1 0 0 0 0,-1 0-1 0 0,1 0 1 0 0,-1 0-1 0 0,0 1 1 0 0,1-1 0 0 0,-1 0-1 0 0,1 0 1 0 0,-1 0 0 0 0,0 0-1 0 0,1 0 1 0 0,-1-1-1 0 0,1 1 1 0 0,-1 0 0 0 0,1 0-1 0 0,-1 0 1 0 0,0 0 0 0 0,0-1-1 0 0,-1 0-11 0 0,2 0 8 0 0,-1-1 0 0 0,1 0 1 0 0,0 1-1 0 0,0-1 0 0 0,0 1 1 0 0,0-1-1 0 0,0 0 0 0 0,0 1 1 0 0,0-1-1 0 0,0 1 0 0 0,0-1 1 0 0,2-2-1 0 0,2-9 24 0 0,1 1 0 0 0,0 0 0 0 0,1 0 0 0 0,0 1 0 0 0,12-17 0 0 0,44-50 49 0 0,-46 60-77 0 0,29-24 1 0 0,-29 29-9 0 0,-1 0 0 0 0,22-28 1 0 0,-30 34-3 0 0,-7 11 15 0 0,-9 14-3 0 0,-4-2-51 0 0,1 1 1 0 0,1 0 0 0 0,-15 30-1 0 0,22-40 43 0 0,1 1 0 0 0,0 0 0 0 0,0-1 0 0 0,1 1 0 0 0,0 0 0 0 0,0 0 0 0 0,1 1 0 0 0,0-1 0 0 0,0 0 0 0 0,1 0 0 0 0,1 13 0 0 0,0-17 8 0 0,-1 0 1 0 0,1-1 0 0 0,1 1-1 0 0,-1-1 1 0 0,0 1-1 0 0,1-1 1 0 0,0 1-1 0 0,0-1 1 0 0,0 0-1 0 0,0 0 1 0 0,0 0 0 0 0,0 0-1 0 0,1 0 1 0 0,5 4-1 0 0,-3-3 5 0 0,0-1 0 0 0,1 1 0 0 0,-1-1-1 0 0,1 0 1 0 0,0-1 0 0 0,0 1 0 0 0,0-1 0 0 0,7 1-1 0 0,2 1 25 0 0,1-2-1 0 0,0 0 1 0 0,0-1-1 0 0,-1-1 0 0 0,1 0 1 0 0,17-3-1 0 0,-30 2-21 0 0,0 1-1 0 0,0-1 1 0 0,0 0-1 0 0,0 0 1 0 0,0-1-1 0 0,0 1 1 0 0,0-1-1 0 0,0 1 1 0 0,0-1-1 0 0,-1 0 1 0 0,1 0-1 0 0,3-3 0 0 0,-5 3-165 0 0,18-25-5330 0 0,1 5-3233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47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8 1320 0 0,'-3'1'2441'0'0,"-57"19"8644"0"0,58-19-10191 0 0,-14 9 3116 0 0,45-11-3128 0 0,1-2 0 0 0,47-12 0 0 0,-4 1-2487 0 0,-35 10-2830 0 0,0 2-3541 0 0,-22 2 2000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48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48 1512 0 0,'29'-40'13051'0'0,"-32"37"-12283"0"0,3 3-747 0 0,0 0 1 0 0,0-1-1 0 0,0 1 1 0 0,0 0-1 0 0,0 0 1 0 0,0 0-1 0 0,0-1 0 0 0,0 1 1 0 0,0 0-1 0 0,-1 0 1 0 0,1 0-1 0 0,0-1 1 0 0,0 1-1 0 0,0 0 0 0 0,0 0 1 0 0,0 0-1 0 0,0 0 1 0 0,-1 0-1 0 0,1-1 0 0 0,0 1 1 0 0,0 0-1 0 0,0 0 1 0 0,-1 0-1 0 0,1 0 1 0 0,0 0-1 0 0,0 0 0 0 0,0 0 1 0 0,-1 0-1 0 0,1 0 1 0 0,0 0-1 0 0,0 0 1 0 0,0-1-1 0 0,-1 1 0 0 0,1 0 1 0 0,0 0-1 0 0,0 1 1 0 0,0-1-1 0 0,-1 0 0 0 0,1 0 1 0 0,0 0-1 0 0,0 0 1 0 0,-1 0-1 0 0,-8 5 154 0 0,0 0 0 0 0,0 1 0 0 0,0 0 0 0 0,1 0-1 0 0,0 1 1 0 0,0 0 0 0 0,0 1 0 0 0,1 0 0 0 0,0 0 0 0 0,-10 16-1 0 0,-3 7 181 0 0,-28 61 0 0 0,29-52-190 0 0,3 1 0 0 0,-22 83 0 0 0,33-104-134 0 0,2-1 0 0 0,0 1 0 0 0,1 0 0 0 0,0 1 0 0 0,2-1 0 0 0,1 0 0 0 0,0 0 0 0 0,8 36-1 0 0,-8-52 13 0 0,0 0 0 0 0,0 0 0 0 0,1 0 0 0 0,0 0-1 0 0,0 0 1 0 0,0 0 0 0 0,0-1 0 0 0,0 1 0 0 0,1 0-1 0 0,-1-1 1 0 0,1 0 0 0 0,0 0 0 0 0,0 0 0 0 0,0 0-1 0 0,1 0 1 0 0,-1-1 0 0 0,1 1 0 0 0,-1-1 0 0 0,1 0-1 0 0,0 0 1 0 0,0 0 0 0 0,6 2 0 0 0,-5-3 1 0 0,1 0 0 0 0,-1 0 1 0 0,1-1-1 0 0,0 0 0 0 0,-1 0 1 0 0,1 0-1 0 0,-1 0 0 0 0,1-1 0 0 0,-1 0 1 0 0,1 0-1 0 0,-1 0 0 0 0,0-1 1 0 0,1 0-1 0 0,-1 0 0 0 0,0 0 1 0 0,9-6-1 0 0,-10 5-20 0 0,0 0 0 0 0,0 1 1 0 0,0-1-1 0 0,-1-1 0 0 0,0 1 0 0 0,1 0 1 0 0,-1-1-1 0 0,0 0 0 0 0,-1 1 0 0 0,1-1 1 0 0,-1 0-1 0 0,0-1 0 0 0,0 1 0 0 0,0 0 1 0 0,0-1-1 0 0,-1 1 0 0 0,0-1 0 0 0,0 1 1 0 0,1-9-1 0 0,-2 9-8 0 0,1 1 1 0 0,-2-1-1 0 0,1 0 1 0 0,0 0 0 0 0,-1 1-1 0 0,0-1 1 0 0,0 1-1 0 0,0-1 1 0 0,0 0-1 0 0,0 1 1 0 0,-1 0-1 0 0,0-1 1 0 0,0 1-1 0 0,0 0 1 0 0,0 0-1 0 0,0 0 1 0 0,0 0-1 0 0,-1 0 1 0 0,1 0-1 0 0,-1 1 1 0 0,0 0-1 0 0,0-1 1 0 0,0 1 0 0 0,-6-3-1 0 0,3 2-34 0 0,1 1-1 0 0,-1 0 1 0 0,0 0-1 0 0,1 0 1 0 0,-1 1-1 0 0,0 0 1 0 0,0 0-1 0 0,0 1 1 0 0,0 0-1 0 0,0 0 1 0 0,0 0 0 0 0,0 0-1 0 0,0 1 1 0 0,0 0-1 0 0,1 1 1 0 0,-1-1-1 0 0,0 1 1 0 0,1 0-1 0 0,-1 0 1 0 0,1 1-1 0 0,-8 4 1 0 0,12-6-172 0 0,-1 0 0 0 0,1 0 0 0 0,0 0 1 0 0,-1 0-1 0 0,1 0 0 0 0,0 1 0 0 0,-1-1 0 0 0,1 0 0 0 0,0 1 1 0 0,0-1-1 0 0,0 1 0 0 0,0-1 0 0 0,1 1 0 0 0,-1 0 0 0 0,0-1 1 0 0,0 4-1 0 0,3 9-3282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49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26 1768 0 0,'-8'-26'17462'0'0,"2"29"-17716"0"0,5-1 442 0 0,0 0 0 0 0,0 0-1 0 0,0 0 1 0 0,1 0-1 0 0,-1 0 1 0 0,0 1 0 0 0,1-1-1 0 0,0 0 1 0 0,-1 0-1 0 0,1 4 1 0 0,-1 10-65 0 0,2 1 1 0 0,-1-1-1 0 0,2 1 1 0 0,0-1-1 0 0,1 0 1 0 0,1 1-1 0 0,0-2 1 0 0,1 1-1 0 0,1 0 0 0 0,0-1 1 0 0,13 22-1 0 0,-15-31-113 0 0,0 0 0 0 0,0-1 0 0 0,0 0 0 0 0,1 0 0 0 0,0 0-1 0 0,0 0 1 0 0,0-1 0 0 0,1 0 0 0 0,-1 0 0 0 0,1 0 0 0 0,0-1-1 0 0,0 0 1 0 0,0 0 0 0 0,1 0 0 0 0,-1-1 0 0 0,1 0 0 0 0,-1 0-1 0 0,1-1 1 0 0,0 0 0 0 0,-1 0 0 0 0,1 0 0 0 0,9-1-1 0 0,-10 0 7 0 0,0-1 0 0 0,-1 1-1 0 0,1-1 1 0 0,0-1 0 0 0,0 1-1 0 0,-1-1 1 0 0,1 0-1 0 0,-1 0 1 0 0,0 0 0 0 0,1-1-1 0 0,-1 0 1 0 0,0 0-1 0 0,-1 0 1 0 0,1 0 0 0 0,0-1-1 0 0,-1 0 1 0 0,0 0-1 0 0,0 0 1 0 0,0-1 0 0 0,0 1-1 0 0,-1-1 1 0 0,0 0-1 0 0,0 0 1 0 0,0 0 0 0 0,0 0-1 0 0,1-7 1 0 0,9-42 1764 0 0,-10 41-1219 0 0,-3 11 12 0 0,-1 4-539 0 0,-1-1-1 0 0,1 1 1 0 0,0-1 0 0 0,-1 1-1 0 0,1-1 1 0 0,0 1 0 0 0,0 0-1 0 0,0-1 1 0 0,0 1-1 0 0,0 3 1 0 0,-7 24 518 0 0,2 0 0 0 0,1 0-1 0 0,-1 33 1 0 0,0-6-8 0 0,-86 482 1803 0 0,47-374-1683 0 0,39-147-595 0 0,-1 0 0 0 0,-1 0 0 0 0,0-1 0 0 0,-1 0 0 0 0,0-1 0 0 0,-2 0 0 0 0,-15 18 0 0 0,24-30-69 0 0,-1 0 0 0 0,1-1 0 0 0,-1 1 0 0 0,0-1 0 0 0,0 1 0 0 0,0-1 0 0 0,-1 0 0 0 0,1 0 0 0 0,0 0 0 0 0,-1 0 0 0 0,-4 1 0 0 0,-7-2 0 0 0,13-1 0 0 0,-1 0 0 0 0,1-1 0 0 0,0 1 0 0 0,-1-1 0 0 0,1 1 0 0 0,0-1 0 0 0,0 0 0 0 0,0 0 0 0 0,-1 0 0 0 0,1 0 0 0 0,0 0 0 0 0,0 0 0 0 0,0-1 0 0 0,1 1 0 0 0,-1-1 0 0 0,0 1 0 0 0,-1-3 0 0 0,0 0 0 0 0,0 1 0 0 0,1-1 0 0 0,-1 0 0 0 0,1 0 0 0 0,0 0 0 0 0,1 0 0 0 0,-1-1 0 0 0,-1-6 0 0 0,0-1 0 0 0,1 0 0 0 0,1-1 0 0 0,0 1 0 0 0,1-1 0 0 0,2-24 0 0 0,1 18-454 0 0,0 0 0 0 0,1 1 0 0 0,1 0 1 0 0,1 0-1 0 0,1 0 0 0 0,0 1 0 0 0,1 0 0 0 0,1 0 0 0 0,1 1 1 0 0,12-17-1 0 0,-8 15-372 0 0,2 0-1 0 0,0 1 1 0 0,1 1 0 0 0,1 1 0 0 0,0 0 0 0 0,1 1-1 0 0,36-20 1 0 0,14-2-8932 0 0,-33 19 755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49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67 1012 0 0,'-11'-6'5981'0'0,"0"1"-2499"0"0,-17-3 7994 0 0,29 9-11338 0 0,1 0-1 0 0,0 0 1 0 0,1 0-1 0 0,-1 0 1 0 0,0 0-1 0 0,0-1 0 0 0,0 1 1 0 0,0-1-1 0 0,0 0 1 0 0,1 0-1 0 0,-1 0 1 0 0,0 0-1 0 0,0 0 0 0 0,5-1 1 0 0,194-25 1154 0 0,-50 5-2967 0 0,-112 14-3086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1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16 448 0 0,'-12'-6'6227'0'0,"6"3"-4583"0"0,-11-3 5332 0 0,16 6-6842 0 0,0 0 0 0 0,1 0 1 0 0,-1 1-1 0 0,1-1 0 0 0,-1 0 1 0 0,1 1-1 0 0,-1-1 0 0 0,1 1 1 0 0,-1-1-1 0 0,1 0 0 0 0,-1 1 1 0 0,1-1-1 0 0,-1 1 0 0 0,1-1 1 0 0,0 1-1 0 0,-1 0 0 0 0,1-1 1 0 0,0 1-1 0 0,0-1 0 0 0,-1 1 1 0 0,1-1-1 0 0,0 1 0 0 0,0 0 1 0 0,0-1-1 0 0,0 1 0 0 0,0 0 1 0 0,0-1-1 0 0,0 1 0 0 0,0 0 0 0 0,0-1 1 0 0,0 2-1 0 0,-1 31 2708 0 0,4 55 0 0 0,0-6-1775 0 0,-19 181-298 0 0,10-202-1187 0 0,6-47-2854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1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164 191 2936 0 0,'1'-1'476'0'0,"0"-1"0"0"0,0 1 0 0 0,0 0 0 0 0,0-1 0 0 0,0 1 0 0 0,-1-1 0 0 0,1 1-1 0 0,-1-1 1 0 0,1 1 0 0 0,-1-1 0 0 0,1 0 0 0 0,-1 1 0 0 0,0-1 0 0 0,0 1 0 0 0,0-1 0 0 0,0 0 0 0 0,0 1-1 0 0,0-1 1 0 0,0 0 0 0 0,0 1 0 0 0,-1-1 0 0 0,0-2 0 0 0,-2-3 503 0 0,0 0 1 0 0,0 1 0 0 0,-1 0-1 0 0,-5-8 1 0 0,5 9-603 0 0,0 0 1 0 0,1-1-1 0 0,0 1 1 0 0,0-1 0 0 0,0 0-1 0 0,-2-8 1 0 0,4 12-359 0 0,1 0 1 0 0,-1 0-1 0 0,1 0 1 0 0,-1 0-1 0 0,1 0 1 0 0,0 0-1 0 0,0 0 1 0 0,0-1-1 0 0,0 1 0 0 0,0 0 1 0 0,1 0-1 0 0,-1 0 1 0 0,1 0-1 0 0,-1 0 1 0 0,1 0-1 0 0,0 0 1 0 0,0 0-1 0 0,0 0 1 0 0,0 0-1 0 0,0 0 1 0 0,0 1-1 0 0,0-1 1 0 0,1 0-1 0 0,-1 1 1 0 0,0-1-1 0 0,1 1 1 0 0,0-1-1 0 0,-1 1 1 0 0,1 0-1 0 0,0-1 1 0 0,0 1-1 0 0,-1 0 1 0 0,1 0-1 0 0,0 1 1 0 0,0-1-1 0 0,0 0 1 0 0,0 1-1 0 0,0-1 1 0 0,1 1-1 0 0,-1-1 1 0 0,0 1-1 0 0,0 0 1 0 0,3 0-1 0 0,1 1 5 0 0,0 0 1 0 0,-1 0-1 0 0,1 0 1 0 0,-1 1-1 0 0,1 0 0 0 0,-1 0 1 0 0,0 1-1 0 0,0-1 1 0 0,0 1-1 0 0,0 0 1 0 0,0 1-1 0 0,-1-1 0 0 0,1 1 1 0 0,-1 0-1 0 0,7 8 1 0 0,-5-5 36 0 0,0 0 0 0 0,0 1 1 0 0,-1-1-1 0 0,0 2 0 0 0,-1-1 1 0 0,0 0-1 0 0,0 1 0 0 0,5 17 1 0 0,-7-11-27 0 0,0 0 0 0 0,0 1 0 0 0,-1-1 0 0 0,-1 0 0 0 0,-1 1 0 0 0,0-1 0 0 0,-1 0 0 0 0,0 0 0 0 0,-2 1 0 0 0,0-2 0 0 0,-11 29 0 0 0,6-20-47 0 0,-2 0 0 0 0,-1-1 0 0 0,-1-1 1 0 0,-1 0-1 0 0,0-1 0 0 0,-28 30 0 0 0,36-43 15 0 0,0 0 0 0 0,-1-1 1 0 0,1 0-1 0 0,-1 0 0 0 0,0-1 0 0 0,-1 0 0 0 0,1 0 0 0 0,-1 0 0 0 0,0-1 0 0 0,0 0 1 0 0,-1-1-1 0 0,-11 3 0 0 0,18-5 1 0 0,0-1 0 0 0,0 0 0 0 0,0 0-1 0 0,0-1 1 0 0,0 1 0 0 0,0 0 0 0 0,0-1 0 0 0,0 1 0 0 0,0-1 0 0 0,0 0 0 0 0,0 1 0 0 0,0-1 0 0 0,1 0 0 0 0,-1 0 0 0 0,0 0-1 0 0,1-1 1 0 0,-1 1 0 0 0,0 0 0 0 0,1-1 0 0 0,-1 1 0 0 0,1 0 0 0 0,0-1 0 0 0,0 0 0 0 0,-1 1 0 0 0,-1-4 0 0 0,0-1-4 0 0,1 1 0 0 0,-1-1 0 0 0,1 1 0 0 0,-1-1 0 0 0,2 0 0 0 0,-3-6 0 0 0,4 9-3 0 0,0 0 0 0 0,0 0 0 0 0,0 0 1 0 0,0 0-1 0 0,0 1 0 0 0,0-1 0 0 0,1 0 0 0 0,-1 0 1 0 0,1 0-1 0 0,0 1 0 0 0,0-1 0 0 0,0 0 0 0 0,0 1 0 0 0,0-1 1 0 0,1 1-1 0 0,-1-1 0 0 0,1 1 0 0 0,0 0 0 0 0,-1-1 1 0 0,1 1-1 0 0,0 0 0 0 0,3-2 0 0 0,-4 3 7 0 0,1-1 0 0 0,0 1-1 0 0,0 0 1 0 0,0 0 0 0 0,0-1-1 0 0,1 1 1 0 0,-1 1 0 0 0,0-1 0 0 0,0 0-1 0 0,1 0 1 0 0,-1 1 0 0 0,0-1-1 0 0,1 1 1 0 0,-1 0 0 0 0,4 0-1 0 0,29 4 37 0 0,-34-4-41 0 0,7 3 18 0 0,0-1-1 0 0,0 1 0 0 0,0 0 1 0 0,0 1-1 0 0,-1 0 1 0 0,1 0-1 0 0,-1 1 0 0 0,0 0 1 0 0,8 8-1 0 0,8 8-279 0 0,24 30-1 0 0,-21-22-901 0 0,9 5-3068 0 0,-8-15-4065 0 0</inkml:trace>
  <inkml:trace contextRef="#ctx0" brushRef="#br0" timeOffset="1">667 443 360 0 0,'12'-36'22124'0'0,"-10"26"-18040"0"0,-3 9-4017 0 0,0-1-1 0 0,0 0 0 0 0,0 1 0 0 0,0-1 0 0 0,0 0 1 0 0,0 1-1 0 0,0 0 0 0 0,-1-1 0 0 0,1 1 0 0 0,-1 0 0 0 0,1-1 1 0 0,-1 1-1 0 0,1 0 0 0 0,-1 0 0 0 0,0 0 0 0 0,1 1 1 0 0,-3-2-1 0 0,-35-13-77 0 0,30 12 85 0 0,-97-28-74 0 0,104 30-22 0 0,-10-7-71 0 0,25 6 91 0 0,-1 0 0 0 0,0 0 0 0 0,1 1 0 0 0,0 0 0 0 0,12 2 0 0 0,7-2 1 0 0,99-11-8 0 0,30-1 33 0 0,-161 13-24 0 0,1 0 0 0 0,-1 0 0 0 0,1 0 0 0 0,0 0 1 0 0,-1 0-1 0 0,1 0 0 0 0,-1 0 0 0 0,1 0 0 0 0,-1 0 0 0 0,1 0 0 0 0,-1 1 0 0 0,1-1 1 0 0,-1 0-1 0 0,1 0 0 0 0,-1 1 0 0 0,1-1 0 0 0,-1 0 0 0 0,1 1 0 0 0,-1-1 0 0 0,1 0 1 0 0,-1 1-1 0 0,0-1 0 0 0,1 1 0 0 0,-1-1 0 0 0,0 0 0 0 0,1 1 0 0 0,-1-1 1 0 0,0 1-1 0 0,0-1 0 0 0,1 1 0 0 0,-1-1 0 0 0,0 1 0 0 0,0-1 0 0 0,0 1 0 0 0,0 0 1 0 0,0-1-1 0 0,1 1 0 0 0,-1-1 0 0 0,0 1 0 0 0,0-1 0 0 0,-1 1 0 0 0,1-1 1 0 0,0 1-1 0 0,0 0 0 0 0,0-1 0 0 0,0 1 0 0 0,0-1 0 0 0,-1 1 0 0 0,1 0 0 0 0,-12 23 4 0 0,-188 231-3 0 0,73-99-57 0 0,126-155 59 0 0,0 0 1 0 0,0 0-1 0 0,0 1 0 0 0,0-1 1 0 0,0 0-1 0 0,0 1 0 0 0,1-1 0 0 0,-1 1 1 0 0,0-1-1 0 0,1 1 0 0 0,-1-1 0 0 0,1 1 1 0 0,-1 0-1 0 0,1 2 0 0 0,0-4-2 0 0,0 1 0 0 0,0-1 1 0 0,1 1-1 0 0,-1-1 0 0 0,0 0 0 0 0,0 1 0 0 0,1-1 0 0 0,-1 0 0 0 0,0 1 0 0 0,1-1 0 0 0,-1 0 1 0 0,0 1-1 0 0,1-1 0 0 0,-1 0 0 0 0,0 1 0 0 0,1-1 0 0 0,-1 0 0 0 0,1 0 0 0 0,-1 0 1 0 0,1 1-1 0 0,-1-1 0 0 0,0 0 0 0 0,1 0 0 0 0,-1 0 0 0 0,1 0 0 0 0,-1 0 0 0 0,1 0 1 0 0,-1 0-1 0 0,1 0 0 0 0,0 0 0 0 0,6-1 5 0 0,1 0 0 0 0,-1 0-1 0 0,0 0 1 0 0,10-4 0 0 0,-10 3-7 0 0,134-41-374 0 0,-47 9-2855 0 0,9-3-5519 0 0,-76 26 3594 0 0,1 0-2709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2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0 904 0 0,'0'0'1899'0'0,"-14"8"3453"0"0,12-7-5224 0 0,0 0 371 0 0,0 0 1 0 0,0 1 0 0 0,-1-1 0 0 0,1 0-1 0 0,0 1 1 0 0,0 0 0 0 0,0-1 0 0 0,1 1 0 0 0,-1 0-1 0 0,0 0 1 0 0,1 0 0 0 0,-1 0 0 0 0,-1 4-1 0 0,2-4 1 0 0,24 12 1208 0 0,-1-11-1818 0 0,0-2-1 0 0,-1-1 1 0 0,1 0-1 0 0,30-5 1 0 0,-32 3-1760 0 0,-16 1 636 0 0,-1 2-88 0 0,0 0 744 0 0,3 0-4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2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9 2188 0 0,'-69'59'11513'0'0,"69"-59"-11401"0"0,-1 0 0 0 0,1 0 0 0 0,-1 1-1 0 0,1-1 1 0 0,-1 1 0 0 0,1-1 0 0 0,-1 0 0 0 0,1 1-1 0 0,-1-1 1 0 0,1 1 0 0 0,0-1 0 0 0,-1 1-1 0 0,1-1 1 0 0,0 1 0 0 0,0-1 0 0 0,-1 1 0 0 0,1-1-1 0 0,0 1 1 0 0,0 0 0 0 0,0-1 0 0 0,-1 1-1 0 0,1-1 1 0 0,0 1 0 0 0,0 0 0 0 0,0 0 0 0 0,1 0-50 0 0,-1-1 1 0 0,1 1 0 0 0,-1-1 0 0 0,0 1 0 0 0,1-1 0 0 0,-1 1 0 0 0,1-1 0 0 0,0 1-1 0 0,-1-1 1 0 0,1 0 0 0 0,-1 1 0 0 0,1-1 0 0 0,-1 0 0 0 0,1 0 0 0 0,0 1 0 0 0,-1-1-1 0 0,1 0 1 0 0,0 0 0 0 0,28 3 463 0 0,-12-5-407 0 0,0 0 0 0 0,1-1 0 0 0,23-9-1 0 0,5 0-549 0 0,71-16-2972 0 0,-39 6-3408 0 0,-45 12 1057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3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76 1740 0 0,'-22'-10'12627'0'0,"11"7"-10387"0"0,0 1 1 0 0,-20-1 0 0 0,23 2-1778 0 0,0 2 0 0 0,1-1 0 0 0,-1 1 0 0 0,-12 3 0 0 0,14-2-438 0 0,0 0 1 0 0,0 0 0 0 0,0 0 0 0 0,0 1-1 0 0,0 0 1 0 0,1 1 0 0 0,-1-1 0 0 0,1 1 0 0 0,0 0-1 0 0,0 0 1 0 0,0 1 0 0 0,1-1 0 0 0,-1 1-1 0 0,-5 9 1 0 0,-1 3-6 0 0,0 1-1 0 0,1 0 1 0 0,0 1 0 0 0,2 1-1 0 0,0-1 1 0 0,2 1 0 0 0,0 0-1 0 0,-6 38 1 0 0,10-42-5 0 0,0 1 1 0 0,2-1 0 0 0,0 1-1 0 0,0-1 1 0 0,2 1-1 0 0,0-1 1 0 0,1 0 0 0 0,0 1-1 0 0,2-2 1 0 0,-1 1 0 0 0,13 26-1 0 0,-10-29 10 0 0,0-1 0 0 0,0 0 0 0 0,1 0 0 0 0,0-1 0 0 0,1 0 1 0 0,1 0-1 0 0,0-1 0 0 0,0 0 0 0 0,1-1 0 0 0,17 12 0 0 0,-20-16-22 0 0,2 0 1 0 0,-1-1-1 0 0,0 1 1 0 0,1-2-1 0 0,0 1 0 0 0,0-1 1 0 0,0-1-1 0 0,0 0 1 0 0,0-1-1 0 0,1 1 1 0 0,-1-2-1 0 0,0 0 1 0 0,1 0-1 0 0,-1-1 0 0 0,11-1 1 0 0,-4-2 66 0 0,0 0 1 0 0,-1 0-1 0 0,1-2 1 0 0,-1 0-1 0 0,0-1 0 0 0,0-1 1 0 0,-1 0-1 0 0,0-1 1 0 0,-1 0-1 0 0,0-2 1 0 0,0 1-1 0 0,-1-2 0 0 0,0 0 1 0 0,-1 0-1 0 0,-1-1 1 0 0,0-1-1 0 0,-1 0 0 0 0,0 0 1 0 0,-1-1-1 0 0,0 0 1 0 0,-2-1-1 0 0,0 1 1 0 0,0-2-1 0 0,-2 1 0 0 0,0-1 1 0 0,-1 1-1 0 0,0-1 1 0 0,-1-1-1 0 0,-1 1 0 0 0,-1 0 1 0 0,-1 0-1 0 0,0-1 1 0 0,-4-24-1 0 0,2 26-56 0 0,-1 0 0 0 0,-1 0 0 0 0,0 1 0 0 0,-1-1 0 0 0,-1 1 0 0 0,0 0 0 0 0,-1 1 0 0 0,-13-20 0 0 0,14 25-12 0 0,0 1 0 0 0,0 0 0 0 0,-1 0-1 0 0,0 1 1 0 0,-1 0 0 0 0,0 0 0 0 0,0 0 0 0 0,0 1 0 0 0,-1 1-1 0 0,0-1 1 0 0,0 1 0 0 0,0 1 0 0 0,0 0 0 0 0,-14-4-1 0 0,11 4-172 0 0,0 2 0 0 0,-1-1 0 0 0,1 1-1 0 0,-1 1 1 0 0,0 0 0 0 0,1 1-1 0 0,-1 1 1 0 0,-16 2 0 0 0,17-1-719 0 0,0 1 0 0 0,0 1 0 0 0,0 0 1 0 0,1 0-1 0 0,0 1 0 0 0,0 1 0 0 0,0-1 1 0 0,-17 14-1 0 0,-23 21-7221 0 0,28-20 1143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4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 2452 0 0,'-29'-4'8687'0'0,"19"2"-7927"0"0,-30-1 7973 0 0,31 3-8540 0 0,6 0 888 0 0,-11 1-569 0 0,20 2-485 0 0,1 0-1 0 0,-1-1 0 0 0,1 0 1 0 0,0 0-1 0 0,0-1 1 0 0,0 1-1 0 0,0-1 1 0 0,0-1-1 0 0,0 0 1 0 0,8 0-1 0 0,19 2 26 0 0,-8-1-21 0 0,48-2 0 0 0,-19-1 16 0 0,7 0-3578 0 0,-22-1-7736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79 740 0 0,'5'-5'2028'0'0,"-1"-1"0"0"0,1 0 1 0 0,-1 0-1 0 0,-1-1 0 0 0,4-6 0 0 0,2-6 2089 0 0,-8 19-3914 0 0,-1-1 0 0 0,1 1-1 0 0,-1-1 1 0 0,0 1 0 0 0,1-1 0 0 0,-1 0-1 0 0,0 1 1 0 0,1-1 0 0 0,-1 1 0 0 0,0-1-1 0 0,0 0 1 0 0,1 1 0 0 0,-1-1 0 0 0,0 0-1 0 0,0 1 1 0 0,0-1 0 0 0,0 0 0 0 0,0 1-1 0 0,0-1 1 0 0,0 0 0 0 0,-1-1 0 0 0,1 2-123 0 0,0 0 1 0 0,-1-1-1 0 0,1 1 1 0 0,-1 0 0 0 0,1 0-1 0 0,-1 0 1 0 0,1 0-1 0 0,-1 0 1 0 0,1-1-1 0 0,-1 1 1 0 0,1 0-1 0 0,0 0 1 0 0,-1 0 0 0 0,1 0-1 0 0,-1 0 1 0 0,1 0-1 0 0,-1 1 1 0 0,1-1-1 0 0,-1 0 1 0 0,1 0-1 0 0,-1 0 1 0 0,0 1 0 0 0,-3 0 21 0 0,1 0 1 0 0,-1 1 0 0 0,0 0-1 0 0,1 0 1 0 0,0 0 0 0 0,-4 2-1 0 0,-7 11 103 0 0,0 0-1 0 0,1 1 0 0 0,1 1 1 0 0,0 0-1 0 0,-16 32 0 0 0,-37 99 163 0 0,62-140-350 0 0,-4 8 1 0 0,-83 234 220 0 0,82-218-206 0 0,0-1 1 0 0,2 2-1 0 0,1-1 0 0 0,2 0 0 0 0,1 1 0 0 0,2 35 1 0 0,1-64-24 0 0,-1 1 0 0 0,1 0 0 0 0,-1-1 0 0 0,1 1-1 0 0,1 0 1 0 0,-1-1 0 0 0,1 1 0 0 0,-1-1 0 0 0,1 0 0 0 0,0 0 0 0 0,1 0 0 0 0,-1 0 0 0 0,1 0 0 0 0,0 0 0 0 0,0 0 0 0 0,6 5 0 0 0,-6-7-2 0 0,0 0 1 0 0,1 0-1 0 0,0 0 0 0 0,0 0 1 0 0,-1 0-1 0 0,1-1 0 0 0,0 0 0 0 0,0 1 1 0 0,0-2-1 0 0,1 1 0 0 0,-1 0 1 0 0,0-1-1 0 0,0 0 0 0 0,0 0 1 0 0,0 0-1 0 0,1 0 0 0 0,-1-1 1 0 0,8-1-1 0 0,-3-1 0 0 0,0 1-1 0 0,1-2 1 0 0,-1 1 0 0 0,-1-1 0 0 0,1-1-1 0 0,0 1 1 0 0,-1-2 0 0 0,0 1-1 0 0,0-1 1 0 0,10-10 0 0 0,-15 14-8 0 0,-1-1 0 0 0,1 1 1 0 0,-1-1-1 0 0,0 1 0 0 0,0-1 1 0 0,0 0-1 0 0,0 0 0 0 0,-1 0 0 0 0,1 0 1 0 0,-1 0-1 0 0,1 0 0 0 0,-1 0 1 0 0,0 0-1 0 0,0-1 0 0 0,-1 1 0 0 0,1 0 1 0 0,-1-1-1 0 0,1 1 0 0 0,-1 0 0 0 0,0-1 1 0 0,-1 1-1 0 0,1-1 0 0 0,0 1 1 0 0,-1 0-1 0 0,0-1 0 0 0,0 1 0 0 0,0 0 1 0 0,0 0-1 0 0,0 0 0 0 0,-1-1 1 0 0,1 1-1 0 0,-1 1 0 0 0,-3-5 0 0 0,2 3-1 0 0,-1 1 0 0 0,1-1-1 0 0,-1 1 1 0 0,0 0 0 0 0,0 0-1 0 0,0 1 1 0 0,-1-1 0 0 0,1 1-1 0 0,-1 0 1 0 0,1 0-1 0 0,-1 0 1 0 0,0 1 0 0 0,0 0-1 0 0,0 0 1 0 0,1 0 0 0 0,-1 0-1 0 0,0 1 1 0 0,0-1 0 0 0,-10 2-1 0 0,-2 0-21 0 0,1 1-1 0 0,0 0 1 0 0,-1 1 0 0 0,-26 9-1 0 0,37-10-77 0 0,0 0 1 0 0,0 1-1 0 0,0 0 0 0 0,0 0 1 0 0,1 0-1 0 0,-9 7 0 0 0,13-9-150 0 0,-1 0-1 0 0,1 0 1 0 0,0 0-1 0 0,0 0 1 0 0,0 0-1 0 0,0 0 1 0 0,0 0-1 0 0,0 1 0 0 0,1-1 1 0 0,-1 1-1 0 0,0-1 1 0 0,1 0-1 0 0,-1 1 1 0 0,0-1-1 0 0,1 1 1 0 0,0-1-1 0 0,-1 1 0 0 0,1-1 1 0 0,0 1-1 0 0,0 0 1 0 0,0-1-1 0 0,0 1 1 0 0,0-1-1 0 0,0 1 1 0 0,1-1-1 0 0,-1 1 0 0 0,0-1 1 0 0,1 1-1 0 0,-1-1 1 0 0,1 1-1 0 0,0 1 1 0 0,0-2 47 0 0,-1-1 1 0 0,0 1-1 0 0,1 0 1 0 0,-1-1-1 0 0,0 1 1 0 0,1-1 0 0 0,-1 1-1 0 0,1 0 1 0 0,-1-1-1 0 0,1 1 1 0 0,-1-1-1 0 0,1 0 1 0 0,0 1 0 0 0,-1-1-1 0 0,1 1 1 0 0,1 0-1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5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76 348 0 0,'-2'-16'6111'0'0,"2"12"-4663"0"0,-1-1 0 0 0,1 1-1 0 0,0-1 1 0 0,0 0 0 0 0,1-8 0 0 0,-1 12-1343 0 0,1 0-1 0 0,-1 0 0 0 0,0-1 1 0 0,1 1-1 0 0,0 0 0 0 0,-1 0 1 0 0,1 0-1 0 0,-1 0 0 0 0,1 0 1 0 0,0 0-1 0 0,0 0 0 0 0,0 0 1 0 0,0 0-1 0 0,-1 0 0 0 0,1 1 1 0 0,0-1-1 0 0,0 0 0 0 0,1 1 1 0 0,-1-1-1 0 0,0 0 0 0 0,0 1 1 0 0,0-1-1 0 0,0 1 0 0 0,0 0 1 0 0,1-1-1 0 0,-1 1 0 0 0,2 0 1 0 0,4-1-11 0 0,-1 0 1 0 0,1 1-1 0 0,0 0 1 0 0,0 0-1 0 0,-1 1 1 0 0,1 0-1 0 0,0 0 1 0 0,-1 1-1 0 0,1 0 1 0 0,-1 0-1 0 0,0 0 1 0 0,1 1-1 0 0,-1 0 1 0 0,0 0-1 0 0,0 0 0 0 0,-1 1 1 0 0,1 0-1 0 0,-1 0 1 0 0,0 0-1 0 0,0 1 1 0 0,0 0-1 0 0,0 0 1 0 0,-1 0-1 0 0,0 0 1 0 0,0 1-1 0 0,-1 0 1 0 0,1-1-1 0 0,-1 1 1 0 0,0 1-1 0 0,-1-1 1 0 0,0 0-1 0 0,0 1 1 0 0,0-1-1 0 0,-1 1 1 0 0,1 7-1 0 0,0 0-30 0 0,-1 0-1 0 0,-1 0 1 0 0,-1 0-1 0 0,0 0 1 0 0,0 0-1 0 0,-5 17 1 0 0,-28 79 472 0 0,20-71-187 0 0,14-37-139 0 0,29-53-248 0 0,2 2 0 0 0,49-60 0 0 0,-35 49 18 0 0,16-25 61 0 0,-60 83-47 0 0,-3 4-20 0 0,-3 2 23 0 0,0 0 0 0 0,1 1-1 0 0,-1 0 1 0 0,1 0 0 0 0,0 0 0 0 0,-6 11-1 0 0,-20 41-17 0 0,13-24 72 0 0,13-26-23 0 0,-34 70 149 0 0,33-66-155 0 0,1 0-1 0 0,0 0 0 0 0,1 0 1 0 0,1 1-1 0 0,-3 15 1 0 0,5-25-19 0 0,0 0 0 0 0,0 0 1 0 0,0 0-1 0 0,1 0 0 0 0,-1 0 0 0 0,0 0 1 0 0,1-1-1 0 0,-1 1 0 0 0,1 0 0 0 0,0 0 1 0 0,-1 0-1 0 0,1 0 0 0 0,0-1 0 0 0,0 1 1 0 0,0-1-1 0 0,0 1 0 0 0,1 0 0 0 0,-1-1 1 0 0,0 0-1 0 0,1 1 0 0 0,-1-1 1 0 0,1 0-1 0 0,-1 0 0 0 0,1 1 0 0 0,0-1 1 0 0,-1-1-1 0 0,1 1 0 0 0,0 0 0 0 0,0 0 1 0 0,-1-1-1 0 0,1 1 0 0 0,0-1 0 0 0,0 1 1 0 0,0-1-1 0 0,4 0 0 0 0,6 2-169 0 0,0-2 0 0 0,0 1-1 0 0,0-2 1 0 0,18-2 0 0 0,16-4-2821 0 0,87-26 0 0 0,-17-5-4805 0 0,-60 19 1451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6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13 1384 0 0,'-3'0'2060'0'0,"-27"3"5516"0"0,24-1-6033 0 0,0-1 0 0 0,0-1-1 0 0,-1 1 1 0 0,-11-1 0 0 0,33 11-454 0 0,27-4-448 0 0,-6-2-442 0 0,-29-4-171 0 0,1 0 0 0 0,-1-1 1 0 0,1 0-1 0 0,-1 0 0 0 0,1-1 1 0 0,-1 0-1 0 0,10-2 1 0 0,4 0 14 0 0,-5 0-845 0 0,31-8 0 0 0,-35 7-1994 0 0,0 0 0 0 0,20-11 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6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22 2532 0 0,'-5'-4'1950'0'0,"-1"1"0"0"0,1-1 0 0 0,-1 2 1 0 0,0-1-1 0 0,-9-3 0 0 0,15 6-1820 0 0,-1 0 0 0 0,0 1 0 0 0,1-1 0 0 0,-1 0 0 0 0,0 0 0 0 0,1 1 1 0 0,-1-1-1 0 0,1 1 0 0 0,-1-1 0 0 0,1 0 0 0 0,-1 1 0 0 0,1-1 1 0 0,-1 1-1 0 0,1-1 0 0 0,0 1 0 0 0,-1-1 0 0 0,1 1 0 0 0,-1-1 0 0 0,1 1 1 0 0,0 0-1 0 0,0-1 0 0 0,-1 1 0 0 0,1-1 0 0 0,0 1 0 0 0,0 0 0 0 0,-7 18 1468 0 0,2 14-44 0 0,1 0 0 0 0,1 62-1 0 0,2-39-1028 0 0,-1 0-435 0 0,-2 107 849 0 0,7-54-3843 0 0,0-79-676 0 0,-2-20-154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7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61 2720 0 0,'27'-61'15842'0'0,"-25"72"-14509"0"0,-1 25-110 0 0,-1 0 1 0 0,-3 0-1 0 0,-11 62 0 0 0,1-9-819 0 0,2-21-200 0 0,6-37-56 0 0,-3 54 0 0 0,8-84-147 0 0,1 0 1 0 0,-1-1 0 0 0,1 1-1 0 0,-1 0 1 0 0,1 0-1 0 0,-1-1 1 0 0,1 1 0 0 0,0-1-1 0 0,-1 1 1 0 0,1-1 0 0 0,0 1-1 0 0,0-1 1 0 0,-1 1-1 0 0,1-1 1 0 0,0 1 0 0 0,0-1-1 0 0,-1 0 1 0 0,1 1 0 0 0,0-1-1 0 0,0 0 1 0 0,0 0-1 0 0,0 0 1 0 0,0 0 0 0 0,-1 0-1 0 0,1 0 1 0 0,0 0 0 0 0,0 0-1 0 0,0 0 1 0 0,0 0-1 0 0,0 0 1 0 0,1-1 0 0 0,33-9-452 0 0,62-27 0 0 0,-55 19-22 0 0,-29 14 365 0 0,-1-1 0 0 0,1-1 1 0 0,-1 0-1 0 0,0-1 0 0 0,0 0 1 0 0,-1-1-1 0 0,0 0 0 0 0,0-1 0 0 0,-1 0 1 0 0,12-13-1 0 0,-21 20 104 0 0,1-1 1 0 0,0 1-1 0 0,-1-1 0 0 0,1 1 0 0 0,-1-1 1 0 0,0 0-1 0 0,0 0 0 0 0,0 1 1 0 0,0-1-1 0 0,0-4 0 0 0,-1 4 56 0 0,0-1-1 0 0,0 0 0 0 0,0 0 1 0 0,0 0-1 0 0,-1 0 1 0 0,0 1-1 0 0,1-1 0 0 0,-2 0 1 0 0,-1-5-1 0 0,2 8 15 0 0,0 0-1 0 0,0 0 0 0 0,0 0 1 0 0,0 0-1 0 0,0 0 0 0 0,0 0 1 0 0,0 0-1 0 0,0 0 0 0 0,0 0 1 0 0,-1 1-1 0 0,1-1 0 0 0,0 0 1 0 0,-1 1-1 0 0,1-1 0 0 0,0 1 1 0 0,-1 0-1 0 0,1-1 0 0 0,-1 1 1 0 0,-2 0-1 0 0,2 0-18 0 0,0 0 0 0 0,0 0 0 0 0,0 0 0 0 0,0 1 0 0 0,0-1 0 0 0,0 1 0 0 0,0-1 0 0 0,0 1 0 0 0,0 0 0 0 0,0 0 0 0 0,0 0 0 0 0,0 0 0 0 0,0 0 0 0 0,1 0 0 0 0,-1 1 0 0 0,0-1 0 0 0,1 0 0 0 0,-1 1 0 0 0,1-1 0 0 0,0 1 0 0 0,-1 0 0 0 0,1-1 0 0 0,0 1 0 0 0,0 0 0 0 0,-1 2 0 0 0,-3 6 55 0 0,0 0-1 0 0,1 0 0 0 0,-4 12 0 0 0,-7 28 55 0 0,2 2 0 0 0,3 0-1 0 0,-7 99 1 0 0,13-19-3113 0 0,8-77-2462 0 0,-3-50 3869 0 0,0 0 0 0 0,1 0 0 0 0,0-1 0 0 0,-1 1 0 0 0,4 5 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8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83 3064 0 0,'12'-72'17543'0'0,"-9"62"-15479"0"0,0 17-1786 0 0,-1 1 0 0 0,1 0 1 0 0,-1 1-1 0 0,-1-1 0 0 0,0 0 0 0 0,0 0 0 0 0,0 1 0 0 0,-2 12 0 0 0,2 4-56 0 0,0-13-138 0 0,-1 5-12 0 0,1 0-1 0 0,1 0 1 0 0,1 0 0 0 0,9 32 0 0 0,-11-45-68 0 0,1-1 0 0 0,-1 1-1 0 0,1-1 1 0 0,-1 0 0 0 0,1 1 0 0 0,0-1 0 0 0,0 0-1 0 0,0 0 1 0 0,1 0 0 0 0,-1-1 0 0 0,1 1 0 0 0,0 0-1 0 0,-1-1 1 0 0,1 0 0 0 0,0 1 0 0 0,0-1 0 0 0,1-1-1 0 0,-1 1 1 0 0,0 0 0 0 0,1-1 0 0 0,-1 1 0 0 0,1-1-1 0 0,-1 0 1 0 0,1 0 0 0 0,0-1 0 0 0,-1 1 0 0 0,1-1-1 0 0,0 0 1 0 0,7 0 0 0 0,-3-1-3 0 0,1 0-1 0 0,-1 0 1 0 0,1-1 0 0 0,-1 0 0 0 0,0 0-1 0 0,0-1 1 0 0,0 0 0 0 0,0-1-1 0 0,0 1 1 0 0,-1-2 0 0 0,0 1-1 0 0,1-1 1 0 0,-2 0 0 0 0,1 0-1 0 0,-1-1 1 0 0,1 0 0 0 0,-1 0 0 0 0,-1-1-1 0 0,0 1 1 0 0,0-1 0 0 0,8-14-1 0 0,-3 1-27 0 0,10-33 0 0 0,-6 14 15 0 0,-14 38 0 0 0,-1 3 16 0 0,-1 1 0 0 0,1-1 0 0 0,-1 1 0 0 0,1-1-1 0 0,0 1 1 0 0,0-1 0 0 0,0 1 0 0 0,1 0 0 0 0,-1-1 0 0 0,0 5 0 0 0,1-6-3 0 0,-45 363 3180 0 0,23-153-2304 0 0,7-91-324 0 0,-54 208 0 0 0,66-320-534 0 0,0 0 1 0 0,0 0-1 0 0,0 0 0 0 0,-1 0 0 0 0,0-1 1 0 0,-1 1-1 0 0,0-1 0 0 0,0-1 0 0 0,-11 13 1 0 0,14-17-15 0 0,-1 0 1 0 0,1 0 0 0 0,-1 0-1 0 0,0 0 1 0 0,0 0-1 0 0,0 0 1 0 0,0-1 0 0 0,0 0-1 0 0,0 1 1 0 0,0-1 0 0 0,0 0-1 0 0,0-1 1 0 0,-1 1-1 0 0,1 0 1 0 0,0-1 0 0 0,-1 0-1 0 0,1 0 1 0 0,0 0 0 0 0,-1 0-1 0 0,1 0 1 0 0,0-1-1 0 0,0 1 1 0 0,-1-1 0 0 0,1 0-1 0 0,0 0 1 0 0,0 0 0 0 0,-6-3-1 0 0,1-1-278 0 0,-1-1 0 0 0,1 1 0 0 0,0-1 0 0 0,0-1-1 0 0,1 0 1 0 0,-1 0 0 0 0,2 0 0 0 0,-1-1 0 0 0,1 0 0 0 0,0 0 0 0 0,1 0-1 0 0,0-1 1 0 0,0 0 0 0 0,0 0 0 0 0,2 0 0 0 0,-1-1 0 0 0,1 1 0 0 0,-4-20-1 0 0,4 12-274 0 0,1 0-1 0 0,1 0 1 0 0,0-1-1 0 0,1 1 1 0 0,0 0-1 0 0,2 0 1 0 0,0 0-1 0 0,1 0 1 0 0,1 0-1 0 0,8-23 1 0 0,-1 15-2046 0 0,1 1 0 0 0,1 0 0 0 0,25-33 0 0 0,-35 51 1801 0 0,24-32-5859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8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4 1672 0 0,'-3'0'1324'0'0,"-20"1"1297"0"0,0 0 0 0 0,0 2 1 0 0,-30 7-1 0 0,51-9-2415 0 0,-8 7 832 0 0,10-7-985 0 0,1 0-1 0 0,0 0 0 0 0,-1-1 0 0 0,1 1 0 0 0,-1 0 1 0 0,1 0-1 0 0,0 0 0 0 0,0-1 0 0 0,-1 1 0 0 0,1-1 1 0 0,0 1-1 0 0,0 0 0 0 0,0-1 0 0 0,0 1 0 0 0,0-1 1 0 0,0 0-1 0 0,0 1 0 0 0,0-1 0 0 0,0 0 1 0 0,0 0-1 0 0,0 1 0 0 0,0-1 0 0 0,0 0 0 0 0,1 0 1 0 0,34 1 394 0 0,-29-1-364 0 0,43-2 49 0 0,66-12 0 0 0,-18 1-4997 0 0,-63 6-537 0 0,-20 2 1248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9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75 2320 0 0,'-4'-14'4353'0'0,"1"1"0"0"0,-11-24 572 0 0,10 26-2153 0 0,2 17-2497 0 0,0 0 0 0 0,1-1 0 0 0,0 1 0 0 0,0 0 0 0 0,0 0 0 0 0,1 0 0 0 0,0 0 0 0 0,1 11 0 0 0,-1 6 154 0 0,-17 129 676 0 0,9-108-918 0 0,3 1 0 0 0,0 82 0 0 0,5-123-179 0 0,0 0-1 0 0,1 0 1 0 0,-1 0 0 0 0,1 0-1 0 0,0-1 1 0 0,0 1 0 0 0,1 0 0 0 0,-1 0-1 0 0,1-1 1 0 0,0 1 0 0 0,3 5-1 0 0,-4-8-6 0 0,1 1 1 0 0,-1 0-1 0 0,1-1 0 0 0,0 1 0 0 0,-1-1 0 0 0,1 0 0 0 0,0 0 0 0 0,0 1 0 0 0,0-1 0 0 0,0 0 0 0 0,0-1 0 0 0,0 1 0 0 0,0 0 0 0 0,1-1 0 0 0,-1 1 0 0 0,0-1 0 0 0,0 1 0 0 0,0-1 0 0 0,1 0 0 0 0,-1 0 0 0 0,3 0 0 0 0,2-1-47 0 0,0-1 1 0 0,0 1-1 0 0,0-1 0 0 0,0 0 1 0 0,-1-1-1 0 0,1 0 0 0 0,0 0 0 0 0,-1 0 1 0 0,0-1-1 0 0,0 0 0 0 0,0 0 1 0 0,0 0-1 0 0,-1-1 0 0 0,1 0 0 0 0,4-5 1 0 0,5-7-66 0 0,0-1 1 0 0,-2-1-1 0 0,16-25 1 0 0,-13 14 72 0 0,-2 0-1 0 0,15-42 1 0 0,-11 24 126 0 0,-18 47 197 0 0,-1 11 60 0 0,0-1-1 0 0,-1 1 0 0 0,0 0 1 0 0,-4 10-1 0 0,-1 3 142 0 0,-13 59 852 0 0,-81 348 881 0 0,89-359-3886 0 0,11-28-4359 0 0,4-30 2926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4:59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69 2284 0 0,'-22'-44'19355'0'0,"34"46"-19054"0"0,0 0-1 0 0,1-1 1 0 0,-1 0 0 0 0,23-2 0 0 0,55-9-130 0 0,-34 3-6 0 0,-19 2-112 0 0,67-3 19 0 0,-74 11-41 0 0,-21 3-7 0 0,-7-2-24 0 0,-1-4 0 0 0,-1 1 1 0 0,0 0-1 0 0,1-1 0 0 0,-1 1 1 0 0,0 0-1 0 0,0 0 0 0 0,1-1 1 0 0,-1 1-1 0 0,0 0 0 0 0,0 0 1 0 0,0 0-1 0 0,0-1 0 0 0,0 1 1 0 0,0 0-1 0 0,0 0 0 0 0,0-1 1 0 0,0 1-1 0 0,-1 0 1 0 0,1 0-1 0 0,0-1 0 0 0,0 1 1 0 0,-1 1-1 0 0,-9 18 42 0 0,8-17-45 0 0,-12 19 83 0 0,-1 0 0 0 0,-1 0 0 0 0,-32 30 0 0 0,1 1 278 0 0,15-15 19 0 0,17-22-199 0 0,0 0 0 0 0,2 1 1 0 0,0 1-1 0 0,1 1 0 0 0,-15 29 0 0 0,21-25 181 0 0,6-22-341 0 0,0 0 1 0 0,0-1 0 0 0,0 1 0 0 0,-1 0 0 0 0,1 0 0 0 0,0 0 0 0 0,0-1 0 0 0,0 1-1 0 0,1 0 1 0 0,-1 0 0 0 0,0-1 0 0 0,0 1 0 0 0,0 0 0 0 0,1 0 0 0 0,-1-1-1 0 0,0 1 1 0 0,0 0 0 0 0,1 0 0 0 0,-1-1 0 0 0,1 1 0 0 0,-1 0 0 0 0,1-1 0 0 0,-1 1-1 0 0,1-1 1 0 0,-1 1 0 0 0,1-1 0 0 0,0 1 0 0 0,0 0 0 0 0,9 1 33 0 0,-1 0 0 0 0,1 0 0 0 0,0-1 0 0 0,0-1 0 0 0,-1 0 0 0 0,1 0 0 0 0,0-1 0 0 0,0 0 0 0 0,-1 0 0 0 0,16-5 0 0 0,15-6-755 0 0,43-19 0 0 0,-71 27 295 0 0,129-60-5843 0 0,-50 14-2469 0 0,-46 23 601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7 1248 0 0,'-66'14'10809'0'0,"1"5"-3667"0"0,29-9-3532 0 0,49-8-3164 0 0,3-3-327 0 0,-1-1 0 0 0,1 0 0 0 0,22-8 0 0 0,-12 4-141 0 0,76-16-3137 0 0,-69 17-1193 0 0,-1 2-3815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0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1 224 0 0,'-46'38'8804'0'0,"34"-30"-6508"0"0,1 1 0 0 0,1 0 1 0 0,-13 13-1 0 0,23-22-2238 0 0,0 0 0 0 0,-1 1 0 0 0,1-1 0 0 0,-1 0 0 0 0,1 1 0 0 0,0-1-1 0 0,-1 0 1 0 0,1 1 0 0 0,0-1 0 0 0,-1 1 0 0 0,1-1 0 0 0,0 1 0 0 0,0-1 0 0 0,-1 1 0 0 0,1-1 0 0 0,0 1 0 0 0,0-1 0 0 0,0 1 0 0 0,0-1-1 0 0,0 1 1 0 0,-1-1 0 0 0,1 1 0 0 0,0-1 0 0 0,0 1 0 0 0,0-1 0 0 0,1 1 0 0 0,-1-1 0 0 0,0 1 0 0 0,0-1 0 0 0,0 1 0 0 0,0-1 0 0 0,0 1-1 0 0,1-1 1 0 0,-1 1 0 0 0,0-1 0 0 0,0 1 0 0 0,1-1 0 0 0,-1 0 0 0 0,0 1 0 0 0,1-1 0 0 0,-1 1 0 0 0,0-1 0 0 0,1 0 0 0 0,-1 1 0 0 0,1-1 0 0 0,-1 0-1 0 0,0 1 1 0 0,1-1 0 0 0,-1 0 0 0 0,1 0 0 0 0,-1 0 0 0 0,1 1 0 0 0,-1-1 0 0 0,1 0 0 0 0,-1 0 0 0 0,1 0 0 0 0,-1 0 0 0 0,1 0 0 0 0,-1 0-1 0 0,1 0 1 0 0,-1 0 0 0 0,1 0 0 0 0,0 0 0 0 0,31 0 279 0 0,8-6-1137 0 0,0-2-1 0 0,53-18 1 0 0,18-12-8023 0 0,-88 30 5997 0 0,3 0-2977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0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74 400 0 0,'-21'-22'16340'0'0,"19"20"-16028"0"0,0 1 0 0 0,1-1 0 0 0,-1 1 0 0 0,0 0 0 0 0,0 0 0 0 0,0-1 0 0 0,0 1 0 0 0,0 1 0 0 0,0-1 0 0 0,0 0 0 0 0,0 0 0 0 0,0 1 0 0 0,0-1 0 0 0,0 1 0 0 0,0 0 0 0 0,-4-1 0 0 0,2 1-102 0 0,0 1 0 0 0,0-1-1 0 0,1 1 1 0 0,-1 0 0 0 0,0 0 0 0 0,0 0-1 0 0,1 1 1 0 0,-7 3 0 0 0,0 0-7 0 0,0 2 0 0 0,1 0 0 0 0,0 0 1 0 0,0 0-1 0 0,-13 15 0 0 0,3 1 19 0 0,0 0-1 0 0,1 2 1 0 0,2 0-1 0 0,0 0 1 0 0,-23 55 0 0 0,33-65-186 0 0,0 0-1 0 0,1 1 1 0 0,1-1 0 0 0,0 1 0 0 0,2 0 0 0 0,-1 1 0 0 0,2-1-1 0 0,0 0 1 0 0,1 0 0 0 0,1 1 0 0 0,0-1 0 0 0,6 24-1 0 0,-5-32-21 0 0,0-2 0 0 0,0 1-1 0 0,1 0 1 0 0,0 0-1 0 0,0-1 1 0 0,1 0 0 0 0,0 1-1 0 0,0-1 1 0 0,0-1-1 0 0,1 1 1 0 0,0-1 0 0 0,0 1-1 0 0,0-1 1 0 0,1-1-1 0 0,0 1 1 0 0,0-1 0 0 0,0 0-1 0 0,0-1 1 0 0,9 5-1 0 0,-5-4-4 0 0,1-1-1 0 0,0 1 0 0 0,0-2 0 0 0,0 0 0 0 0,0 0 0 0 0,0-1 1 0 0,1 0-1 0 0,-1-1 0 0 0,0 0 0 0 0,1-1 0 0 0,18-3 0 0 0,-11 0-8 0 0,-1-1-1 0 0,1 0 0 0 0,-1-1 1 0 0,-1-1-1 0 0,1-1 0 0 0,-1 0 0 0 0,-1-2 1 0 0,1 1-1 0 0,-2-2 0 0 0,21-17 0 0 0,-24 17 2 0 0,0-1-1 0 0,-1 0 0 0 0,-1-1 0 0 0,0 0 1 0 0,-1 0-1 0 0,0-1 0 0 0,-1 0 0 0 0,-1 0 1 0 0,0-1-1 0 0,-1 0 0 0 0,0-1 1 0 0,4-21-1 0 0,-4 12-3 0 0,-2-1 1 0 0,-1 1-1 0 0,0-1 1 0 0,-3-38-1 0 0,-1 52-1 0 0,0 0 0 0 0,0 0 0 0 0,-2 0 0 0 0,1 1 0 0 0,-2-1 0 0 0,1 1-1 0 0,-2-1 1 0 0,1 1 0 0 0,-2 1 0 0 0,1-1 0 0 0,-14-18 0 0 0,16 25-106 0 0,0 1-1 0 0,0-1 1 0 0,-1 1 0 0 0,1 0 0 0 0,-1 0 0 0 0,0 0 0 0 0,0 0-1 0 0,0 1 1 0 0,0 0 0 0 0,0 0 0 0 0,-1 0 0 0 0,1 0-1 0 0,-1 0 1 0 0,1 1 0 0 0,-1 0 0 0 0,0 0 0 0 0,1 0-1 0 0,-1 1 1 0 0,0 0 0 0 0,0-1 0 0 0,1 2 0 0 0,-1-1 0 0 0,0 0-1 0 0,1 1 1 0 0,-1 0 0 0 0,0 0 0 0 0,1 1 0 0 0,-8 2-1 0 0,-9 5-2364 0 0,1 1-1 0 0,0 0 0 0 0,1 2 0 0 0,-29 22 0 0 0,7-4-6795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4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62 584 0 0,'0'0'4628'0'0,"-17"2"1446"0"0,15-2-6051 0 0,0 0 397 0 0,0 0-1 0 0,0 0 0 0 0,-1 0 0 0 0,1 0 0 0 0,0 0 1 0 0,0 0-1 0 0,0-1 0 0 0,0 1 0 0 0,-3-1 278 0 0,-3-5 194 0 0,7 5-877 0 0,0 0 1 0 0,1 0 0 0 0,-1-1 0 0 0,0 1 0 0 0,1 0 0 0 0,-1-1 0 0 0,1 1 0 0 0,0-1 0 0 0,-1 1-1 0 0,1-1 1 0 0,0 1 0 0 0,0-1 0 0 0,0 1 0 0 0,0-1 0 0 0,0 1 0 0 0,0 0 0 0 0,0-1 0 0 0,0 1 0 0 0,1-1-1 0 0,-1 1 1 0 0,1-1 0 0 0,-1 1 0 0 0,1 0 0 0 0,-1-1 0 0 0,1 1 0 0 0,0 0 0 0 0,0-1 0 0 0,-1 1-1 0 0,1 0 1 0 0,0 0 0 0 0,2-2 0 0 0,-1 2-14 0 0,1-1 0 0 0,-1 1 0 0 0,1 0 0 0 0,-1 0 0 0 0,1 0 0 0 0,0 0 0 0 0,-1 0 0 0 0,1 1 0 0 0,0-1 0 0 0,-1 1 0 0 0,1-1 0 0 0,0 1 0 0 0,0 0 0 0 0,0 0 0 0 0,-1 1 0 0 0,5 0 0 0 0,2 1 5 0 0,0 0 0 0 0,0 1 0 0 0,-1 0 0 0 0,0 1 1 0 0,1-1-1 0 0,-1 2 0 0 0,-1-1 0 0 0,1 1 0 0 0,-1 0 0 0 0,1 1 0 0 0,-1 0 1 0 0,-1 0-1 0 0,1 0 0 0 0,-1 1 0 0 0,-1 0 0 0 0,9 12 0 0 0,-6-6 9 0 0,0 0 0 0 0,0 1-1 0 0,-2 0 1 0 0,1 0-1 0 0,-2 1 1 0 0,0 0 0 0 0,-1 0-1 0 0,4 26 1 0 0,-6-17-7 0 0,-1-1-1 0 0,-1 1 1 0 0,-1 0 0 0 0,-1 0-1 0 0,-2 0 1 0 0,0-1 0 0 0,-1 0-1 0 0,-1 0 1 0 0,-17 39 0 0 0,12-36 2 0 0,-1-1 0 0 0,-2 0 1 0 0,-1 0-1 0 0,-1-2 0 0 0,0 1 1 0 0,-2-2-1 0 0,-37 36 0 0 0,44-48 5 0 0,1-1-1 0 0,-1-1 0 0 0,-1 0 0 0 0,1 0 1 0 0,-1-1-1 0 0,-18 7 0 0 0,24-12-2 0 0,1 0-1 0 0,-1 0 0 0 0,0 0 0 0 0,0-1 0 0 0,0 0 1 0 0,0 0-1 0 0,0-1 0 0 0,0 1 0 0 0,0-1 0 0 0,-1-1 1 0 0,1 1-1 0 0,0-1 0 0 0,0 0 0 0 0,0 0 1 0 0,0-1-1 0 0,-9-4 0 0 0,7 2-3 0 0,-1-1 0 0 0,1 0 0 0 0,0-1 0 0 0,1 0 0 0 0,-1 0 0 0 0,1-1 0 0 0,1 0 0 0 0,-1 0 0 0 0,1-1 0 0 0,-10-16 0 0 0,13 20-6 0 0,1 0-1 0 0,0 0 0 0 0,0-1 1 0 0,0 1-1 0 0,1-1 0 0 0,0 0 1 0 0,-1 1-1 0 0,2-1 0 0 0,-1 0 1 0 0,0-8-1 0 0,1 10-2 0 0,1 0 0 0 0,-1 0 0 0 0,1-1-1 0 0,0 1 1 0 0,-1 0 0 0 0,1 1 0 0 0,1-1 0 0 0,-1 0-1 0 0,0 0 1 0 0,1 0 0 0 0,-1 1 0 0 0,1-1 0 0 0,0 1 0 0 0,0-1-1 0 0,0 1 1 0 0,0 0 0 0 0,0 0 0 0 0,3-3 0 0 0,0 2 19 0 0,0 0 0 0 0,1 0 0 0 0,-1 0 0 0 0,1 0 0 0 0,-1 1 0 0 0,1 0 0 0 0,0 0 0 0 0,0 0 0 0 0,0 1 1 0 0,-1 0-1 0 0,2 0 0 0 0,-1 1 0 0 0,0-1 0 0 0,0 1 0 0 0,12 2 0 0 0,6 1 217 0 0,0 2 0 0 0,38 11 0 0 0,-47-11-142 0 0,2 1-18 0 0,0 0 0 0 0,0 2 0 0 0,-1 0 0 0 0,1 0 0 0 0,-2 2 0 0 0,26 19 0 0 0,77 79-369 0 0,-115-104 256 0 0,1 0-573 0 0,1 1 84 0 0,0 0 1 0 0,1 0 0 0 0,-1-1-1 0 0,9 6 1 0 0,-12-9-171 0 0,0 0 1 0 0,0 0 0 0 0,0 0 0 0 0,1 0 0 0 0,-1 0 0 0 0,0-1-1 0 0,1 1 1 0 0,-1-1 0 0 0,0 1 0 0 0,1-1 0 0 0,2 0 0 0 0,17-2-4513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5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90 792 0 0,'0'-63'10800'0'0,"0"62"-10696"0"0,0 0 0 0 0,0 0 0 0 0,0 0 0 0 0,0 0 0 0 0,0 0 0 0 0,0 0 0 0 0,0 0 0 0 0,0 0 0 0 0,1 0 0 0 0,-1 0 0 0 0,0 0 0 0 0,1 0 0 0 0,-1 0 0 0 0,1 0 0 0 0,-1 0 0 0 0,1 1 0 0 0,-1-1 0 0 0,1 0 0 0 0,0 0 0 0 0,-1 0 0 0 0,1 1 0 0 0,0-1 0 0 0,-1 0 0 0 0,1 1 0 0 0,0-1 0 0 0,0 1 0 0 0,0-1 0 0 0,0 1 0 0 0,0-1 0 0 0,0 1 0 0 0,0-1 0 0 0,0 1 0 0 0,0 0 0 0 0,0 0 0 0 0,0-1 0 0 0,0 1 0 0 0,0 0 0 0 0,0 0 0 0 0,0 0 0 0 0,0 0 0 0 0,0 0 0 0 0,1 1 0 0 0,4 0 144 0 0,-1 0 1 0 0,0 0-1 0 0,-1 0 0 0 0,1 1 0 0 0,0 0 0 0 0,7 4 1 0 0,-7-3-139 0 0,0 0 0 0 0,0 1 1 0 0,0 0-1 0 0,0 0 1 0 0,-1 1-1 0 0,0-1 1 0 0,0 1-1 0 0,0 0 0 0 0,-1 0 1 0 0,1 0-1 0 0,-1 0 1 0 0,0 1-1 0 0,-1-1 1 0 0,1 1-1 0 0,-1 0 0 0 0,-1 0 1 0 0,1 0-1 0 0,-1 0 1 0 0,2 9-1 0 0,-2 0 45 0 0,0 0 0 0 0,0 1 0 0 0,-1-1 0 0 0,-1 0 0 0 0,-1 1 0 0 0,-5 23 0 0 0,2-19 137 0 0,0 0 0 0 0,-1 0-1 0 0,-1-1 1 0 0,-1 0 0 0 0,-1-1 0 0 0,-16 27-1 0 0,19-39 423 0 0,11-20-556 0 0,13-22-158 0 0,44-70 48 0 0,36-71 45 0 0,-93 159-91 0 0,-9 10-70 0 0,2 6 48 0 0,0 3 18 0 0,1-1 0 0 0,-1 0 0 0 0,0 1 0 0 0,1-1 0 0 0,-1 1 0 0 0,1 0 0 0 0,-1-1 0 0 0,1 1 0 0 0,-1 0 0 0 0,1 0 0 0 0,0 0 0 0 0,-1 0 0 0 0,-1 2 0 0 0,2-2 2 0 0,-8 6 7 0 0,0 1 1 0 0,1 0 0 0 0,1 1-1 0 0,-1 0 1 0 0,-10 17 0 0 0,-28 54 40 0 0,37-62-51 0 0,-1-1-22 0 0,1 2 0 0 0,1-1 0 0 0,1 1 0 0 0,0 0 0 0 0,1 1 0 0 0,-4 29 0 0 0,10-46 24 0 0,-1 0 1 0 0,1 1 0 0 0,0-1-1 0 0,0 0 1 0 0,0 0 0 0 0,0 0 0 0 0,0 0-1 0 0,1 0 1 0 0,0 0 0 0 0,-1 0-1 0 0,1 0 1 0 0,0 0 0 0 0,0 0 0 0 0,1 0-1 0 0,-1-1 1 0 0,1 1 0 0 0,-1 0-1 0 0,1-1 1 0 0,3 5 0 0 0,-2-5 9 0 0,1 1 0 0 0,-1-1 0 0 0,1 0 0 0 0,-1 0 0 0 0,1 0 0 0 0,0 0 0 0 0,0 0 0 0 0,-1-1 0 0 0,1 0 0 0 0,0 0 0 0 0,0 0 0 0 0,8 1 1 0 0,7-1-396 0 0,0-1 1 0 0,0-1-1 0 0,-1-1 1 0 0,1 0 0 0 0,22-6-1 0 0,74-25-5138 0 0,-40 5-1875 0 0,-39 13 975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5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39 920 0 0,'-13'-1'3312'0'0,"0"1"-1"0"0,0 1 1 0 0,-15 2 0 0 0,8-1-761 0 0,-24 10 3674 0 0,44-12-6190 0 0,1 1 0 0 0,-1-1-1 0 0,0 1 1 0 0,0-1-1 0 0,0 0 1 0 0,0 1 0 0 0,1-1-1 0 0,-1 0 1 0 0,0 1 0 0 0,0-1-1 0 0,0 0 1 0 0,1 0-1 0 0,-1 1 1 0 0,0-1 0 0 0,1 0-1 0 0,-1 0 1 0 0,0 1-1 0 0,1-1 1 0 0,-1 0 0 0 0,0 0-1 0 0,1 0 1 0 0,-1 1-1 0 0,0-1 1 0 0,1 0 0 0 0,-1 0-1 0 0,0 0 1 0 0,1 0-1 0 0,-1 0 1 0 0,1 0 0 0 0,-1 0-1 0 0,1 0 1 0 0,17-1 478 0 0,20-7-149 0 0,8-1-75 0 0,57-19 0 0 0,-88 24-192 0 0,-13 3-437 0 0,1 0 0 0 0,0 0 0 0 0,0 0 0 0 0,-1 0 0 0 0,1 0 0 0 0,-1 0 0 0 0,1-1 0 0 0,3-2 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6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149 124 936 0 0,'-5'-20'6678'0'0,"-1"-13"2355"0"0,-13-37 1789 0 0,20 105-9192 0 0,0-14-1162 0 0,-8 49 186 0 0,-4-2-1 0 0,-33 122 0 0 0,6-35-462 0 0,30-123-147 0 0,5-20 14 0 0,0 0 0 0 0,0 0 0 0 0,0 16 0 0 0,3-26-40 0 0,2-1 2 0 0,3-1-20 0 0,0 1 1 0 0,0-1 0 0 0,-1 0 0 0 0,1 0-1 0 0,0-1 1 0 0,0 0 0 0 0,-1 1 0 0 0,1-1 0 0 0,5-3-1 0 0,49-18 51 0 0,-25 8-23 0 0,-18 8 26 0 0,86-34-831 0 0,-87 33 513 0 0,0-1 0 0 0,0 0 0 0 0,-1-1-1 0 0,19-16 1 0 0,-30 22 245 0 0,-1 1 0 0 0,1-1 0 0 0,-1 1-1 0 0,0-1 1 0 0,0 0 0 0 0,0 1 0 0 0,0-1 0 0 0,-1 0 0 0 0,1 0 0 0 0,-1 0-1 0 0,0-1 1 0 0,0 1 0 0 0,0 0 0 0 0,0-1 0 0 0,0 1 0 0 0,0-4 0 0 0,-1 2 16 0 0,0-1 1 0 0,-1 1 0 0 0,0-1 0 0 0,1 1 0 0 0,-2 0 0 0 0,1 0 0 0 0,0-1 0 0 0,-1 1 0 0 0,0 0 0 0 0,-1 0 0 0 0,1 0 0 0 0,-5-6 0 0 0,-8-8 36 0 0,14 19-26 0 0,1 0 0 0 0,-1-1 0 0 0,1 1 0 0 0,-1 0 0 0 0,1-1 0 0 0,-1 1 0 0 0,1 0 0 0 0,-1 0 0 0 0,0 0 0 0 0,1-1 0 0 0,-1 1 0 0 0,1 0 0 0 0,-1 0 0 0 0,1 0 0 0 0,-1 0 0 0 0,0 0 0 0 0,1 0 0 0 0,-1 0 1 0 0,0 0-1 0 0,1 0 0 0 0,-1 1 0 0 0,-1 0 20 0 0,0 0 0 0 0,0 1 0 0 0,1-1 0 0 0,-1 1 0 0 0,0 0 0 0 0,1-1 1 0 0,0 1-1 0 0,-1 0 0 0 0,1 0 0 0 0,0 0 0 0 0,0 0 0 0 0,0 0 0 0 0,0 0 1 0 0,1 0-1 0 0,-2 5 0 0 0,-12 39 214 0 0,3 1-1 0 0,-10 74 1 0 0,10-49-170 0 0,-16 126-322 0 0,23-132-2929 0 0,5-1-4394 0 0,-1-63 7110 0 0,3 22-4158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6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61 2116 0 0,'3'-36'11033'0'0,"-1"12"-980"0"0,2 46-5957 0 0,-1 10-3399 0 0,2 0 0 0 0,10 34-1 0 0,-12-56-665 0 0,0 0 1 0 0,1 0-1 0 0,0 0 0 0 0,0-1 0 0 0,1 1 0 0 0,0-1 0 0 0,1-1 0 0 0,0 1 0 0 0,0-1 1 0 0,11 11-1 0 0,-15-17-22 0 0,1 0-1 0 0,-1 0 1 0 0,1 0 0 0 0,-1-1 0 0 0,1 1 0 0 0,0-1 0 0 0,0 1 0 0 0,0-1 0 0 0,0 0-1 0 0,0 0 1 0 0,0 0 0 0 0,0-1 0 0 0,0 1 0 0 0,1-1 0 0 0,-1 1 0 0 0,0-1 0 0 0,4 0-1 0 0,-1-1 1 0 0,-1 0-1 0 0,0 0 0 0 0,0-1 0 0 0,1 1 0 0 0,-1-1 1 0 0,-1 0-1 0 0,1 0 0 0 0,0-1 0 0 0,7-5 1 0 0,-3 2-4 0 0,0-1 0 0 0,-1 0 1 0 0,0-1-1 0 0,0 0 0 0 0,-1 0 1 0 0,0-1-1 0 0,0 0 0 0 0,-1 0 1 0 0,8-15-1 0 0,-3-4 6 0 0,-1 0 1 0 0,11-49-1 0 0,-21 75-10 0 0,1 0-11 0 0,-1 2-16 0 0,-1 0 25 0 0,0 0 0 0 0,1 1 1 0 0,-1-1-1 0 0,1 0 1 0 0,-1 0-1 0 0,1 1 0 0 0,-1-1 1 0 0,1 0-1 0 0,-1 1 0 0 0,1-1 1 0 0,0 1-1 0 0,-1-1 0 0 0,1 0 1 0 0,-1 1-1 0 0,1-1 1 0 0,0 1-1 0 0,-1-1 0 0 0,1 1 1 0 0,0-1-1 0 0,0 1 0 0 0,0 0 1 0 0,-1-1-1 0 0,1 2 0 0 0,-5 16-1 0 0,4-14 0 0 0,-20 109 1031 0 0,-10 164 0 0 0,13-84-325 0 0,11-132-704 0 0,-30 185 0 0 0,31-220 0 0 0,-2 1 0 0 0,0-2 0 0 0,-1 1 0 0 0,-2-1 0 0 0,-1-1 0 0 0,0 0 0 0 0,-17 22 0 0 0,23-37 0 0 0,0-1 0 0 0,-1 0 0 0 0,0 0 0 0 0,0-1 0 0 0,-1 0 0 0 0,0 0 0 0 0,0 0 0 0 0,-1-1 0 0 0,-9 5 0 0 0,15-10 0 0 0,-1 1 0 0 0,1-1 0 0 0,-1 0 0 0 0,0 1 0 0 0,1-1 0 0 0,-1-1 0 0 0,0 1 0 0 0,0-1 0 0 0,0 1 0 0 0,1-1 0 0 0,-1 0 0 0 0,0-1 0 0 0,0 1 0 0 0,0 0 0 0 0,0-1 0 0 0,1 0 0 0 0,-1 0 0 0 0,0 0 0 0 0,1-1 0 0 0,-1 1 0 0 0,1-1 0 0 0,-1 0 0 0 0,1 0 0 0 0,0 0 0 0 0,0 0 0 0 0,0 0 0 0 0,-3-4 0 0 0,2 2 0 0 0,0 0 0 0 0,0 0 0 0 0,0-1 0 0 0,0 0 0 0 0,1 1 0 0 0,0-1 0 0 0,0-1 0 0 0,0 1 0 0 0,1 0 0 0 0,-1-1 0 0 0,-2-10 0 0 0,3 7 0 0 0,1-1 0 0 0,-1 0 0 0 0,2 0 0 0 0,-1 0 0 0 0,1 0 0 0 0,2-15 0 0 0,2 2 0 0 0,1-1 0 0 0,1 1 0 0 0,2 0 0 0 0,18-43 0 0 0,-13 40-915 0 0,20-31-1 0 0,-14 30-1544 0 0,1 1-1 0 0,28-29 0 0 0,-9 17-1799 0 0,1 2-1 0 0,59-40 1 0 0,-66 53-4109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7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72 1316 0 0,'-112'-20'10898'0'0,"109"20"-10273"0"0,-26-5 4757 0 0,30 7-4665 0 0,-2-2-700 0 0,1 1 1 0 0,0-1-1 0 0,0 0 0 0 0,0 0 0 0 0,0 1 0 0 0,0-1 1 0 0,0 0-1 0 0,0 0 0 0 0,0 0 0 0 0,0 1 1 0 0,0-1-1 0 0,0 0 0 0 0,0 0 0 0 0,1 1 0 0 0,-1-1 1 0 0,0 0-1 0 0,0 0 0 0 0,0 0 0 0 0,0 1 0 0 0,0-1 1 0 0,0 0-1 0 0,0 0 0 0 0,1 0 0 0 0,-1 0 1 0 0,0 1-1 0 0,0-1 0 0 0,0 0 0 0 0,0 0 0 0 0,0 0 1 0 0,1 0-1 0 0,-1 0 0 0 0,0 0 0 0 0,0 1 1 0 0,0-1-1 0 0,1 0 0 0 0,-1 0 0 0 0,16 2 233 0 0,0 0-1 0 0,0 0 1 0 0,1-2-1 0 0,-1 0 1 0 0,22-3-1 0 0,85-18-890 0 0,-98 16 54 0 0,4-1-566 0 0,35-6-2929 0 0,-23 2-2321 0 0,-20 5 601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7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45 184 0 0,'-120'82'14963'0'0,"110"-72"-13144"0"0,12-2-98 0 0,0-7-1631 0 0,-1-1 1 0 0,0 1 0 0 0,1 0-1 0 0,-1 0 1 0 0,1-1 0 0 0,-1 1 0 0 0,1-1-1 0 0,-1 0 1 0 0,1 1 0 0 0,-1-1-1 0 0,1 0 1 0 0,1 0 0 0 0,16-1 117 0 0,-1-1 0 0 0,0 0 0 0 0,22-8 0 0 0,-6 3-77 0 0,210-55-3234 0 0,-151 36 345 0 0,9-2-3673 0 0,-57 16 298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08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92 2124 0 0,'-11'-11'4821'0'0,"3"2"-2462"0"0,0 0-1 0 0,0 1 1 0 0,-16-12-1 0 0,17 13-1505 0 0,3 4-622 0 0,0 0 0 0 0,0 1 1 0 0,-1 0-1 0 0,1-1 1 0 0,0 1-1 0 0,-1 0 1 0 0,1 1-1 0 0,-1-1 1 0 0,0 1-1 0 0,0 0 1 0 0,1 0-1 0 0,-1 1 0 0 0,0-1 1 0 0,0 1-1 0 0,0 0 1 0 0,0 0-1 0 0,1 1 1 0 0,-1 0-1 0 0,0-1 1 0 0,0 2-1 0 0,0-1 1 0 0,1 0-1 0 0,-7 4 0 0 0,-5 2 74 0 0,-1 1 0 0 0,1 0 0 0 0,0 2-1 0 0,-24 19 1 0 0,21-13-127 0 0,1 0 0 0 0,0 2 0 0 0,1 0 0 0 0,1 1-1 0 0,1 1 1 0 0,1 0 0 0 0,1 1 0 0 0,0 0 0 0 0,2 1 0 0 0,0 1-1 0 0,2 0 1 0 0,0 0 0 0 0,2 1 0 0 0,0 0 0 0 0,2 0 0 0 0,1 0 0 0 0,0 1-1 0 0,1 37 1 0 0,3-52-158 0 0,1 1-1 0 0,0-1 1 0 0,1 1 0 0 0,0-1-1 0 0,1 1 1 0 0,0-1 0 0 0,0 0-1 0 0,1 0 1 0 0,1-1-1 0 0,-1 1 1 0 0,2-1 0 0 0,-1 0-1 0 0,9 11 1 0 0,-7-13 1 0 0,-1 0 1 0 0,2 0-1 0 0,-1-1 1 0 0,1 0 0 0 0,0 0-1 0 0,0-1 1 0 0,0 0-1 0 0,1 0 1 0 0,0-1-1 0 0,0 0 1 0 0,0-1 0 0 0,0 0-1 0 0,0 0 1 0 0,16 2-1 0 0,-13-2 31 0 0,0-1-1 0 0,0-1 1 0 0,0 0-1 0 0,1 0 1 0 0,-1-2 0 0 0,0 1-1 0 0,0-1 1 0 0,0-1-1 0 0,0 0 1 0 0,0-1-1 0 0,0 0 1 0 0,-1-1-1 0 0,1 0 1 0 0,-1-1-1 0 0,13-7 1 0 0,-7 1-29 0 0,0 0 0 0 0,-1-1 0 0 0,0 0-1 0 0,-1-2 1 0 0,-1 0 0 0 0,0 0 0 0 0,-1-1 0 0 0,-1-1 0 0 0,0 0 0 0 0,-1-1-1 0 0,-1 0 1 0 0,13-29 0 0 0,-12 20 16 0 0,-1-1 0 0 0,-1 0 0 0 0,-2-1 0 0 0,0 0 0 0 0,-2 0 0 0 0,-1 0 0 0 0,-1-1-1 0 0,-2-36 1 0 0,-1 56-46 0 0,-1 0 0 0 0,0 0-1 0 0,0 0 1 0 0,-1 0 0 0 0,0 0 0 0 0,0 0-1 0 0,-1 0 1 0 0,0 0 0 0 0,-1 1-1 0 0,0 0 1 0 0,0 0 0 0 0,-1 0-1 0 0,0 0 1 0 0,0 1 0 0 0,-1-1-1 0 0,0 1 1 0 0,0 1 0 0 0,-1-1-1 0 0,0 1 1 0 0,0 0 0 0 0,0 1 0 0 0,-1 0-1 0 0,0 0 1 0 0,0 0 0 0 0,0 1-1 0 0,0 0 1 0 0,-1 1 0 0 0,0 0-1 0 0,1 0 1 0 0,-1 1 0 0 0,-14-2-1 0 0,6 2-500 0 0,0 0 0 0 0,-1 2 1 0 0,1 0-1 0 0,-1 0 0 0 0,1 2 0 0 0,0 0 0 0 0,0 1 0 0 0,-23 7 0 0 0,13-1-1609 0 0,-32 15 0 0 0,-22 18-5890 0 0,18-5-2302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28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43 808 0 0,'-4'-10'4516'0'0,"-10"-23"3990"0"0,18 34-8499 0 0,0 0-1 0 0,0 0 1 0 0,1 0 0 0 0,-1 0 0 0 0,0 1-1 0 0,0-1 1 0 0,0 1 0 0 0,0 0 0 0 0,0 1-1 0 0,-1-1 1 0 0,1 1 0 0 0,-1-1-1 0 0,5 5 1 0 0,4 4 11 0 0,-1 0-1 0 0,13 18 1 0 0,-12-13-15 0 0,-2 2 0 0 0,0-1 1 0 0,-1 1-1 0 0,0 0 1 0 0,-1 1-1 0 0,-2 0 0 0 0,0 0 1 0 0,-1 1-1 0 0,0-1 0 0 0,-2 1 1 0 0,0 0-1 0 0,-2 0 1 0 0,0 24-1 0 0,-4 27 20 0 0,-3 0 1 0 0,-21 92-1 0 0,27-159-22 0 0,-8 30-31 0 0,8-30 31 0 0,-1-1 0 0 0,1 0 0 0 0,0 1 1 0 0,0-1-1 0 0,0 0 0 0 0,0 1 1 0 0,1 4-1 0 0,0-7 1 0 0,-1-1 1 0 0,1 1 0 0 0,-1 0-1 0 0,1 0 1 0 0,-1-1-1 0 0,1 1 1 0 0,-1 0 0 0 0,1-1-1 0 0,-1 1 1 0 0,1 0-1 0 0,0-1 1 0 0,-1 1 0 0 0,1-1-1 0 0,0 1 1 0 0,1 0-1 0 0,1 1-3 0 0,3-1 5 0 0,-1 0 0 0 0,1 0-1 0 0,-1 0 1 0 0,1-1 0 0 0,-1 0-1 0 0,1 0 1 0 0,-1 0 0 0 0,9-2-1 0 0,-9 1 0 0 0,23-2 13 0 0,0-2 1 0 0,29-9-1 0 0,-12 2 1029 0 0,-43 12-971 0 0,-1 0 1 0 0,1-1-1 0 0,-1 1 0 0 0,1-1 1 0 0,-1 0-1 0 0,1 1 1 0 0,-1-1-1 0 0,0 0 0 0 0,1 0 1 0 0,-1 0-1 0 0,0 0 1 0 0,0 0-1 0 0,1 0 0 0 0,-1 0 1 0 0,0 0-1 0 0,0 0 1 0 0,0-1-1 0 0,-1 1 0 0 0,2-2 1 0 0,-1 1 151 0 0,-1 1 44 0 0,0 0-253 0 0,0 1 1 0 0,0-1-1 0 0,0 1 1 0 0,0-1-1 0 0,-1 1 1 0 0,1-1 0 0 0,0 1-1 0 0,0-1 1 0 0,0 1-1 0 0,0-1 1 0 0,0 1-1 0 0,-1-1 1 0 0,1 1 0 0 0,0-1-1 0 0,-1 1 1 0 0,1-1-1 0 0,0 1 1 0 0,-1-1-1 0 0,1 1 1 0 0,0 0 0 0 0,-1-1-1 0 0,1 1 1 0 0,-1 0-1 0 0,1-1 1 0 0,0 1-1 0 0,-1 0 1 0 0,1 0 0 0 0,-1-1-1 0 0,1 1 1 0 0,-1 0-1 0 0,1 0 1 0 0,-1 0-1 0 0,1 0 1 0 0,-1-1 0 0 0,1 1-1 0 0,-1 0 1 0 0,-1 0-1 0 0,-4 2 1 0 0,1 0-1 0 0,-1 1 1 0 0,0 0-1 0 0,0 0 1 0 0,1 0 0 0 0,0 0-1 0 0,0 1 1 0 0,0 0-1 0 0,0 0 1 0 0,0 0-1 0 0,1 1 1 0 0,0-1-1 0 0,0 1 1 0 0,-6 9-1 0 0,-7 11 49 0 0,-22 45-1 0 0,38-68-61 0 0,-35 73 307 0 0,3 1-1 0 0,3 2 1 0 0,4 1-1 0 0,-25 130 0 0 0,-51 438 900 0 0,101-641-1227 0 0,0 16 693 0 0,-2 1-1 0 0,0-1 0 0 0,-2-1 0 0 0,0 1 1 0 0,-15 36-1 0 0,18-55-593 0 0,0 0 0 0 0,0 0 1 0 0,0-1-1 0 0,0 1 0 0 0,-1 0 0 0 0,0-1 0 0 0,1 0 0 0 0,-1 1 1 0 0,0-1-1 0 0,0 0 0 0 0,0-1 0 0 0,0 1 0 0 0,0 0 1 0 0,-1-1-1 0 0,1 0 0 0 0,0 0 0 0 0,-1 0 0 0 0,1 0 1 0 0,-1 0-1 0 0,1-1 0 0 0,-1 1 0 0 0,1-1 0 0 0,-1 0 1 0 0,-6-1-1 0 0,-10 0-36 0 0,0-2-1 0 0,1 0 1 0 0,-25-8 0 0 0,29 7 37 0 0,0 1-394 0 0,1-1 1 0 0,0 0 0 0 0,0-1-1 0 0,0-1 1 0 0,-15-9 0 0 0,28 15 41 0 0,0-1-1 0 0,0 0 1 0 0,0 0 0 0 0,0 0 0 0 0,0 0 0 0 0,0-1 0 0 0,1 1-1 0 0,-1 0 1 0 0,0 0 0 0 0,1 0 0 0 0,-1-1 0 0 0,0 1 0 0 0,1 0 0 0 0,0-1-1 0 0,-1 1 1 0 0,1 0 0 0 0,0-1 0 0 0,0 1 0 0 0,-1 0 0 0 0,1-1 0 0 0,0 1-1 0 0,0-1 1 0 0,1 1 0 0 0,-1-3 0 0 0,2-1-905 0 0,-1 0 0 0 0,1 1 0 0 0,0-1 0 0 0,0 1 0 0 0,3-6 0 0 0,-1 3-1209 0 0,6-10-4607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30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31 148 1532 0 0,'-27'-54'7918'0'0,"26"53"-7819"0"0,1-1 1 0 0,-1 1-1 0 0,1-1 0 0 0,-1 0 0 0 0,1 0 1 0 0,-1 1-1 0 0,1-1 0 0 0,0 0 0 0 0,0 0 1 0 0,0 1-1 0 0,0-1 0 0 0,0 0 0 0 0,1 0 0 0 0,-1 1 1 0 0,0-1-1 0 0,1 0 0 0 0,-1 1 0 0 0,1-1 1 0 0,-1 0-1 0 0,1 1 0 0 0,0-1 0 0 0,0 1 1 0 0,0-1-1 0 0,2-2 0 0 0,1 0-1 0 0,-1 0 1 0 0,2 0-1 0 0,-1 0 0 0 0,9-6 0 0 0,-11 8-91 0 0,0 1 0 0 0,0 0 0 0 0,1 0 0 0 0,-1 0-1 0 0,0 0 1 0 0,1 0 0 0 0,-1 1 0 0 0,0-1-1 0 0,1 1 1 0 0,-1-1 0 0 0,1 1 0 0 0,-1 0-1 0 0,1 0 1 0 0,-1 0 0 0 0,1 0 0 0 0,-1 1-1 0 0,0-1 1 0 0,1 1 0 0 0,-1-1 0 0 0,1 1-1 0 0,-1 0 1 0 0,4 2 0 0 0,0-1 0 0 0,-1 1 0 0 0,0 0-1 0 0,0 1 1 0 0,0-1 0 0 0,-1 1 0 0 0,1 0 0 0 0,7 9-1 0 0,-8-8 51 0 0,-1 1 0 0 0,1 0-1 0 0,-1 0 1 0 0,0 0 0 0 0,0 1-1 0 0,-1-1 1 0 0,0 1 0 0 0,0-1-1 0 0,0 1 1 0 0,-1 0-1 0 0,0 0 1 0 0,0 0 0 0 0,-1 0-1 0 0,0 12 1 0 0,-3 8 218 0 0,0 0 0 0 0,-10 36 0 0 0,10-51-189 0 0,-39 130 2981 0 0,56-167-3024 0 0,1 0 1 0 0,1 1 0 0 0,23-26-1 0 0,65-65-21 0 0,-5 7-4 0 0,-81 89-19 0 0,-15 16 5 0 0,0 0 0 0 0,0 0 0 0 0,0 0 0 0 0,0 0-1 0 0,0 0 1 0 0,-1-1 0 0 0,1 0 0 0 0,-1 1 0 0 0,0-1 0 0 0,0 0-1 0 0,0 0 1 0 0,-1 0 0 0 0,0 0 0 0 0,1 0 0 0 0,-1 0-1 0 0,0-7 1 0 0,-1 11-4 0 0,0 0-1 0 0,0 0 0 0 0,-1-1 0 0 0,1 1 0 0 0,0 0 1 0 0,0 0-1 0 0,-1 0 0 0 0,1 0 0 0 0,0-1 1 0 0,-1 1-1 0 0,1 0 0 0 0,0 0 0 0 0,0 0 0 0 0,-1 0 1 0 0,1 0-1 0 0,0 0 0 0 0,-1 0 0 0 0,1 0 1 0 0,0 0-1 0 0,-1 0 0 0 0,1 0 0 0 0,0 0 1 0 0,-1 0-1 0 0,1 0 0 0 0,0 0 0 0 0,-1 0 0 0 0,1 0 1 0 0,0 1-1 0 0,-1-1 0 0 0,1 0 0 0 0,0 0 1 0 0,0 0-1 0 0,-1 1 0 0 0,-14 4-23 0 0,14-4 26 0 0,-5 3-14 0 0,0 0 0 0 0,1 1 0 0 0,0-1 0 0 0,0 1 0 0 0,0 1 0 0 0,0-1 0 0 0,-4 8 0 0 0,-24 44-14 0 0,24-40 23 0 0,1 1 0 0 0,0 0 1 0 0,2 1-1 0 0,-7 30 0 0 0,11-43 4 0 0,1 0-1 0 0,0 0 1 0 0,0 0 0 0 0,1 1 0 0 0,0-1 0 0 0,0 0 0 0 0,0 1 0 0 0,1-1 0 0 0,0 0-1 0 0,0 0 1 0 0,0 0 0 0 0,1 0 0 0 0,0 0 0 0 0,0 0 0 0 0,1 0 0 0 0,0 0 0 0 0,0-1-1 0 0,4 7 1 0 0,-2-8 1 0 0,0 1-1 0 0,0-1 0 0 0,0 0 1 0 0,1 0-1 0 0,-1-1 1 0 0,1 0-1 0 0,0 0 0 0 0,0 0 1 0 0,0-1-1 0 0,0 1 1 0 0,1-1-1 0 0,-1-1 1 0 0,0 0-1 0 0,1 1 0 0 0,6-1 1 0 0,12 1 3 0 0,0-1 0 0 0,39-4 0 0 0,21-9-75 0 0,-33-1-2877 0 0,-37 3 358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31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87 150 1864 0 0,'-15'4'4196'0'0,"-26"11"6245"0"0,12 3-1550 0 0,29-17-8870 0 0,0-1 0 0 0,0 0 0 0 0,0 0-1 0 0,0 0 1 0 0,-1 0 0 0 0,1 0 0 0 0,0 1 0 0 0,0-1-1 0 0,0 0 1 0 0,0 0 0 0 0,0 0 0 0 0,0 0-1 0 0,0 1 1 0 0,0-1 0 0 0,0 0 0 0 0,0 0 0 0 0,0 0-1 0 0,0 0 1 0 0,0 1 0 0 0,0-1 0 0 0,0 0-1 0 0,0 0 1 0 0,0 0 0 0 0,0 1 0 0 0,0-1 0 0 0,0 0-1 0 0,0 0 1 0 0,0 0 0 0 0,0 0 0 0 0,0 1 0 0 0,0-1-1 0 0,0 0 1 0 0,1 0 0 0 0,-1 0 0 0 0,0 0-1 0 0,0 0 1 0 0,0 1 0 0 0,0-1 0 0 0,0 0 0 0 0,0 0-1 0 0,1 0 1 0 0,10 3 412 0 0,21-2-118 0 0,-26-1-204 0 0,408-18 909 0 0,-281 10-929 0 0,1782-136 12 0 0,-1699 127-106 0 0,-200 15 3 0 0,15-1-4 0 0,-29 3 0 0 0,17-2-340 0 0,-6-1-753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34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55 1100 0 0,'-8'-8'5256'0'0,"3"-1"-2830"0"0,4 8-2167 0 0,0 0 1 0 0,0-1-1 0 0,0 1 1 0 0,0 0 0 0 0,0-1-1 0 0,1 1 1 0 0,-1-1-1 0 0,0 1 1 0 0,1-1 0 0 0,-1 0-1 0 0,1 1 1 0 0,0-1-1 0 0,-1 1 1 0 0,1-1 0 0 0,0 0-1 0 0,0 1 1 0 0,0-1-1 0 0,1-3 1 0 0,-1 4-142 0 0,13-4 196 0 0,-8 7-296 0 0,0 0 0 0 0,0 0 0 0 0,-1 1 1 0 0,1-1-1 0 0,-1 1 0 0 0,0 0 0 0 0,1 0 0 0 0,-1 0 0 0 0,-1 1 0 0 0,1-1 1 0 0,0 1-1 0 0,-1 0 0 0 0,0 0 0 0 0,0 1 0 0 0,0-1 0 0 0,0 0 0 0 0,-1 1 1 0 0,3 5-1 0 0,0 2 37 0 0,0-1 0 0 0,0 1 0 0 0,-1 0 1 0 0,-1 0-1 0 0,0 1 0 0 0,2 20 0 0 0,-5-12-8 0 0,-1-1 0 0 0,0 0 0 0 0,-1 1-1 0 0,-2-1 1 0 0,0 0 0 0 0,-1 0-1 0 0,-1 0 1 0 0,0-1 0 0 0,-2 0 0 0 0,-15 29-1 0 0,5-16-10 0 0,-2-2 0 0 0,0 0-1 0 0,-2-1 1 0 0,-2-1 0 0 0,-29 28-1 0 0,40-44-19 0 0,0 0 0 0 0,-1-1 0 0 0,0 0 0 0 0,0-1 0 0 0,-2-1 0 0 0,1 0-1 0 0,-1-1 1 0 0,-20 7 0 0 0,30-13-10 0 0,0 0 0 0 0,0 0 0 0 0,0-1 0 0 0,0 0 0 0 0,-1 0 0 0 0,1-1 0 0 0,0 1 0 0 0,0-2 0 0 0,-1 1 0 0 0,1 0 0 0 0,0-1 0 0 0,0 0-1 0 0,0-1 1 0 0,0 1 0 0 0,0-1 0 0 0,0-1 0 0 0,0 1 0 0 0,0-1 0 0 0,1 0 0 0 0,-1 0 0 0 0,1 0 0 0 0,0-1 0 0 0,0 0 0 0 0,0 0 0 0 0,1 0 0 0 0,-6-7 0 0 0,2 2-8 0 0,1 0 1 0 0,0-1-1 0 0,0-1 1 0 0,1 1-1 0 0,-8-20 1 0 0,12 25-3 0 0,0 1-1 0 0,1-1 1 0 0,-1 1 0 0 0,1-1 0 0 0,0 0 0 0 0,0 0 0 0 0,1 0 0 0 0,-1 0-1 0 0,1 1 1 0 0,0-1 0 0 0,1 0 0 0 0,-1 0 0 0 0,1 0 0 0 0,0 0 0 0 0,0 1 0 0 0,3-10-1 0 0,-2 12 2 0 0,-1-1-1 0 0,0 1 1 0 0,1 0-1 0 0,-1 0 1 0 0,1 0-1 0 0,0 0 1 0 0,0 0-1 0 0,0 0 1 0 0,0 0-1 0 0,0 0 0 0 0,0 1 1 0 0,0-1-1 0 0,1 1 1 0 0,-1 0-1 0 0,0 0 1 0 0,5-2-1 0 0,-2 2 5 0 0,-1 0 0 0 0,1 0 0 0 0,0 0 0 0 0,0 1 0 0 0,0 0 0 0 0,0 0 0 0 0,0 0 0 0 0,7 1 0 0 0,4 3 13 0 0,1 0-1 0 0,-1 0 1 0 0,0 2-1 0 0,18 9 1 0 0,-9-3 14 0 0,-1 1 0 0 0,-1 1 0 0 0,28 23 0 0 0,59 56 193 0 0,-6-3-3411 0 0,-63-63-3419 0 0,-29-23 2633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34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37 165 904 0 0,'17'-94'9822'0'0,"-6"23"-3597"0"0,-21 106-4752 0 0,-10 38-594 0 0,-9 49-235 0 0,27-106-606 0 0,0 0 0 0 0,1 1 0 0 0,0-1 0 0 0,1 1 0 0 0,4 25 0 0 0,-3-39-30 0 0,-1 1 0 0 0,1-1 0 0 0,0 1 0 0 0,0-1 0 0 0,0 0 0 0 0,0 1 0 0 0,0-1 0 0 0,1 0 0 0 0,0 0 1 0 0,-1 0-1 0 0,1 0 0 0 0,0 0 0 0 0,0-1 0 0 0,1 1 0 0 0,-1 0 0 0 0,1-1 0 0 0,-1 0 0 0 0,1 0 0 0 0,0 1 1 0 0,0-1-1 0 0,-1-1 0 0 0,2 1 0 0 0,-1 0 0 0 0,0-1 0 0 0,0 0 0 0 0,0 0 0 0 0,1 0 0 0 0,-1 0 0 0 0,0 0 1 0 0,1 0-1 0 0,-1-1 0 0 0,1 0 0 0 0,3 0 0 0 0,0 0-3 0 0,0-1 0 0 0,0 0-1 0 0,-1 0 1 0 0,1 0 0 0 0,-1-1 0 0 0,1 0 0 0 0,-1-1-1 0 0,0 1 1 0 0,0-1 0 0 0,0 0 0 0 0,0-1 0 0 0,0 1 0 0 0,-1-1-1 0 0,1 0 1 0 0,-1-1 0 0 0,6-6 0 0 0,2-6 45 0 0,0-1 0 0 0,-2 0 0 0 0,0-1 0 0 0,-2 0 0 0 0,12-31 0 0 0,-5 14 768 0 0,-3 9-177 0 0,-12 26-418 0 0,-6 15-28 0 0,-12 40 524 0 0,-12 72 1 0 0,10-40-435 0 0,-50 309 10 0 0,63-367-142 0 0,0 3-3941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38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7 304 0 0,'0'0'17300'0'0,"1"0"-17292"0"0,-1 1-1 0 0,1 0 1 0 0,-1-1 0 0 0,0 1 0 0 0,1-1 0 0 0,-1 0 0 0 0,1 1 0 0 0,-1-1 0 0 0,1 1 0 0 0,-1-1 0 0 0,1 0 0 0 0,-1 1 0 0 0,1-1 0 0 0,0 0 0 0 0,-1 0-1 0 0,1 1 1 0 0,0-1 0 0 0,54 3 107 0 0,95-9-1 0 0,-50 0-93 0 0,-31 3 119 0 0,-66 3-108 0 0,1-1 75 0 0,2 0-523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0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350 175 68 0 0,'-5'-10'3788'0'0,"0"2"-2582"0"0,-1 0-1 0 0,0 0 1 0 0,0 1 0 0 0,-13-11 0 0 0,2 3 149 0 0,-1 1 1 0 0,-26-14-1 0 0,40 25-1287 0 0,0 1 0 0 0,0 0 0 0 0,1 0 0 0 0,-2 0 0 0 0,1 1 0 0 0,0 0 0 0 0,0-1 0 0 0,0 1 0 0 0,-1 1 0 0 0,1-1 0 0 0,0 1 0 0 0,-1-1 0 0 0,1 1 1 0 0,-1 1-1 0 0,1-1 0 0 0,0 0 0 0 0,-6 2 0 0 0,4 0-44 0 0,1 1 0 0 0,-1-1 0 0 0,1 1 0 0 0,0 0 0 0 0,0 0 0 0 0,0 0 0 0 0,1 0 0 0 0,-1 1 0 0 0,1 0 0 0 0,0 0 0 0 0,-6 8 0 0 0,0 2-21 0 0,0 0 0 0 0,1 0 0 0 0,1 1-1 0 0,1 1 1 0 0,0-1 0 0 0,1 1 0 0 0,-8 32 0 0 0,11-39 3 0 0,2 1 1 0 0,-1-1 0 0 0,1 1-1 0 0,1 0 1 0 0,-1-1-1 0 0,2 1 1 0 0,-1 0 0 0 0,1-1-1 0 0,1 1 1 0 0,4 13 0 0 0,-4-16 0 0 0,1-1 1 0 0,-1 1-1 0 0,2-1 1 0 0,-1 0 0 0 0,1 0-1 0 0,0-1 1 0 0,0 1 0 0 0,0-1-1 0 0,1 1 1 0 0,0-2 0 0 0,0 1-1 0 0,1 0 1 0 0,-1-1 0 0 0,1 0-1 0 0,7 4 1 0 0,69 32 48 0 0,-63-32-48 0 0,1 1-1 0 0,-1 0 0 0 0,0 2 1 0 0,-1 0-1 0 0,0 1 1 0 0,18 17-1 0 0,-32-25 36 0 0,0 0 1 0 0,0 1-1 0 0,-1-1 0 0 0,1 1 0 0 0,-1 0 1 0 0,0 0-1 0 0,-1 0 0 0 0,1 0 0 0 0,-1 1 1 0 0,0-1-1 0 0,0 1 0 0 0,-1-1 0 0 0,2 11 1 0 0,-2-8 21 0 0,-1 0 0 0 0,0 0 1 0 0,-1 0-1 0 0,1 0 1 0 0,-2-1-1 0 0,1 1 1 0 0,-1 0-1 0 0,0-1 0 0 0,-4 10 1 0 0,-2 0 106 0 0,-1 0 0 0 0,-1 0 0 0 0,0-1 0 0 0,-1 0 1 0 0,-1-1-1 0 0,0 0 0 0 0,-23 19 0 0 0,30-28-35 0 0,0-2 0 0 0,0 1-1 0 0,-1 0 1 0 0,0-1 0 0 0,0 0 0 0 0,0-1-1 0 0,0 1 1 0 0,-1-1 0 0 0,1 0 0 0 0,-1-1 0 0 0,0 0-1 0 0,-12 3 1 0 0,18-5-124 0 0,-1 0-1 0 0,1 0 1 0 0,0 0-1 0 0,0 0 1 0 0,0-1 0 0 0,0 1-1 0 0,0 0 1 0 0,0-1-1 0 0,-1 1 1 0 0,1-1-1 0 0,0 1 1 0 0,0-1 0 0 0,0 1-1 0 0,0-1 1 0 0,0 0-1 0 0,1 1 1 0 0,-1-1-1 0 0,0 0 1 0 0,0 0 0 0 0,0 0-1 0 0,1 0 1 0 0,-1 0-1 0 0,0 1 1 0 0,1-1-1 0 0,-1 0 1 0 0,1-1-1 0 0,-1 1 1 0 0,1 0 0 0 0,-1 0-1 0 0,1-2 1 0 0,-2-2 5 0 0,1 0 0 0 0,0 1 0 0 0,0-1 0 0 0,1 0 0 0 0,-1-6 0 0 0,3-9 14 0 0,0-1 1 0 0,0 1-1 0 0,2 0 1 0 0,1 0-1 0 0,14-39 1 0 0,49-93-39 0 0,-63 142 5 0 0,50-99-8 0 0,57-129-18 0 0,-107 226 27 0 0,-1 0 0 0 0,0-1 1 0 0,-1 1-1 0 0,0-1 0 0 0,-1 0 0 0 0,-1 0 0 0 0,0-25 0 0 0,-1 34 0 0 0,0 0 0 0 0,0 0 0 0 0,-1 0 0 0 0,0 0 0 0 0,0 0 0 0 0,0 1 0 0 0,0-1 0 0 0,0 0 0 0 0,-1 1 0 0 0,0-1 0 0 0,0 1 0 0 0,0-1 0 0 0,0 1 0 0 0,0 0 0 0 0,-1 0 0 0 0,1 0 0 0 0,-1 0 0 0 0,0 1 0 0 0,0-1 0 0 0,0 0 0 0 0,0 1 0 0 0,0 0-1 0 0,0 0 1 0 0,-1 0 0 0 0,1 0 0 0 0,-1 1 0 0 0,0-1 0 0 0,1 1 0 0 0,-1 0 0 0 0,-5-1 0 0 0,2 1-124 0 0,0 0 0 0 0,0 1 0 0 0,0 0 0 0 0,0 0 0 0 0,0 0 0 0 0,0 1-1 0 0,0 0 1 0 0,0 0 0 0 0,0 1 0 0 0,0 0 0 0 0,0 0 0 0 0,-9 5 0 0 0,12-5-274 0 0,0 0 1 0 0,0 1-1 0 0,0-1 1 0 0,0 1-1 0 0,0-1 1 0 0,1 1-1 0 0,-1 0 1 0 0,1 1 0 0 0,0-1-1 0 0,0 0 1 0 0,0 1-1 0 0,1 0 1 0 0,-1 0-1 0 0,1 0 1 0 0,0 0-1 0 0,0 0 1 0 0,0 0-1 0 0,0 0 1 0 0,-1 9-1 0 0,4 0-4532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0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40 1884 0 0,'-24'-30'12431'0'0,"135"25"-11267"0"0,37 0-2177 0 0,-119 10-541 0 0,-28-5 1295 0 0,0 0 0 0 0,0 0-1 0 0,0 0 1 0 0,0 1 0 0 0,0-1 0 0 0,0 0 0 0 0,0 1 0 0 0,0-1-1 0 0,0 1 1 0 0,0-1 0 0 0,-1 1 0 0 0,1-1 0 0 0,0 1 0 0 0,0 0-1 0 0,0-1 1 0 0,-1 1 0 0 0,1 0 0 0 0,0 0 0 0 0,-1-1 0 0 0,1 1-1 0 0,-1 0 1 0 0,1 0 0 0 0,-1 0 0 0 0,1 0 0 0 0,-1 0 0 0 0,1 0-1 0 0,-1 1 1 0 0,0 10-2992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1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0 96 0 0,'-156'102'10467'0'0,"154"-102"-10358"0"0,1 1 0 0 0,0 0 0 0 0,0-1 0 0 0,-1 1 1 0 0,1 0-1 0 0,0 0 0 0 0,0 0 0 0 0,0 0 0 0 0,0 0 0 0 0,0 0 0 0 0,0 0 1 0 0,0 0-1 0 0,1 1 0 0 0,-1-1 0 0 0,0 0 0 0 0,0 3 0 0 0,1-4-73 0 0,0 1 0 0 0,0-1 1 0 0,0 1-1 0 0,0-1 0 0 0,0 1 0 0 0,1-1 0 0 0,-1 1 0 0 0,0-1 1 0 0,0 1-1 0 0,1-1 0 0 0,-1 1 0 0 0,0-1 0 0 0,0 0 0 0 0,1 1 0 0 0,-1-1 1 0 0,1 1-1 0 0,-1-1 0 0 0,0 0 0 0 0,1 1 0 0 0,-1-1 0 0 0,1 0 1 0 0,-1 0-1 0 0,1 1 0 0 0,-1-1 0 0 0,1 0 0 0 0,-1 0 0 0 0,1 0 0 0 0,0 1 1 0 0,4 0 57 0 0,1 1 1 0 0,0-1 0 0 0,-1 0 0 0 0,1-1 0 0 0,0 1 0 0 0,8-2 0 0 0,267-37 318 0 0,-166 19-1005 0 0,-85 15 293 0 0,241-41-6395 0 0,-199 30 2139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1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64 1744 0 0,'-16'-41'9829'0'0,"8"19"-3420"0"0,5 39-4795 0 0,-5 103 824 0 0,4-77-2129 0 0,2 0 0 0 0,4 58 0 0 0,-2-95-289 0 0,1 0 0 0 0,0 0 0 0 0,0 0 1 0 0,1 0-1 0 0,0 0 0 0 0,0 0 0 0 0,0-1 1 0 0,1 1-1 0 0,0-1 0 0 0,0 1 0 0 0,0-1 1 0 0,8 9-1 0 0,-7-11-6 0 0,-1 0 0 0 0,0 0 0 0 0,1 0 0 0 0,-1-1 0 0 0,1 1 0 0 0,0-1 0 0 0,0 0 0 0 0,0 0 0 0 0,0-1 0 0 0,0 1 0 0 0,1-1 0 0 0,-1 0 0 0 0,0 0 0 0 0,1 0 0 0 0,-1 0 0 0 0,1-1 0 0 0,-1 0-1 0 0,7 0 1 0 0,-3-1-4 0 0,0 0-1 0 0,0 0 0 0 0,0-1 0 0 0,0 0 0 0 0,-1 0 0 0 0,1-1 0 0 0,0 0 0 0 0,-1-1 0 0 0,0 1 0 0 0,0-1 0 0 0,0-1 0 0 0,0 1 0 0 0,-1-1 0 0 0,0 0 0 0 0,0-1 0 0 0,0 1 0 0 0,6-8 0 0 0,-5 3-19 0 0,1-1 0 0 0,-1 1-1 0 0,-1-1 1 0 0,0 0 0 0 0,-1-1 0 0 0,0 0-1 0 0,0 1 1 0 0,-1-1 0 0 0,-1-1 0 0 0,3-16-1 0 0,-6 27 9 0 0,1-1 0 0 0,-1 1 0 0 0,0 0 0 0 0,0-1 0 0 0,0 1 0 0 0,0 0-1 0 0,0-1 1 0 0,-1 1 0 0 0,0-4 0 0 0,1 5 3 0 0,0 1 0 0 0,0 0 0 0 0,-1-1 1 0 0,1 1-1 0 0,0 0 0 0 0,0 0 0 0 0,0-1 0 0 0,-1 1 0 0 0,1 0 0 0 0,0 0 1 0 0,0-1-1 0 0,-1 1 0 0 0,1 0 0 0 0,0 0 0 0 0,0 0 0 0 0,-1 0 1 0 0,1-1-1 0 0,0 1 0 0 0,-1 0 0 0 0,1 0 0 0 0,0 0 0 0 0,-1 0 1 0 0,1 0-1 0 0,0 0 0 0 0,-1 0 0 0 0,1 0 0 0 0,-1 0 0 0 0,-15 8 48 0 0,8 0-20 0 0,0-1-1 0 0,0 1 0 0 0,1 1 0 0 0,0 0 0 0 0,-9 15 0 0 0,-26 54 570 0 0,28-51-317 0 0,-59 148 903 0 0,53-120-462 0 0,-47 92 0 0 0,60-135-556 0 0,0 0 0 0 0,-1 0-1 0 0,0-1 1 0 0,-1-1 0 0 0,0 1 0 0 0,-12 9-1 0 0,16-16-123 0 0,-1 0 0 0 0,1 0-1 0 0,-1 0 1 0 0,0-1 0 0 0,0 0-1 0 0,0 0 1 0 0,-1 0-1 0 0,1-1 1 0 0,0 0 0 0 0,-1 0-1 0 0,0-1 1 0 0,1 0 0 0 0,-1 0-1 0 0,-9 0 1 0 0,-1-2-197 0 0,1 0 0 0 0,-1-1 0 0 0,1-1 0 0 0,0 0 0 0 0,-24-9 1 0 0,2-2-3264 0 0,1-2-3597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1 284 0 0,'-52'32'6119'0'0,"33"-22"-3509"0"0,0 2 0 0 0,1 0 0 0 0,-30 27 1 0 0,47-39-2529 0 0,1 0 1 0 0,-1 1 0 0 0,0-1-1 0 0,0 1 1 0 0,1 0-1 0 0,-1-1 1 0 0,1 1 0 0 0,-1 0-1 0 0,0-1 1 0 0,1 1 0 0 0,-1 0-1 0 0,1-1 1 0 0,0 1 0 0 0,-1 0-1 0 0,1 0 1 0 0,0 0 0 0 0,-1 0-1 0 0,1-1 1 0 0,0 1 0 0 0,0 0-1 0 0,0 0 1 0 0,-1 0 0 0 0,1 0-1 0 0,0 0 1 0 0,0 0 0 0 0,1-1-1 0 0,-1 1 1 0 0,0 0-1 0 0,0 0 1 0 0,0 0 0 0 0,0 0-1 0 0,1 0 1 0 0,-1-1 0 0 0,0 1-1 0 0,1 0 1 0 0,-1 0 0 0 0,1-1-1 0 0,-1 1 1 0 0,1 0 0 0 0,-1 0-1 0 0,1-1 1 0 0,0 1 0 0 0,-1 0-1 0 0,1-1 1 0 0,0 1 0 0 0,-1-1-1 0 0,1 1 1 0 0,0-1 0 0 0,0 0-1 0 0,-1 1 1 0 0,1-1 0 0 0,0 1-1 0 0,1-1 1 0 0,4 2 96 0 0,0 1-1 0 0,0-1 1 0 0,1-1 0 0 0,-1 0 0 0 0,1 1-1 0 0,7-1 1 0 0,476-17 1457 0 0,-265 1-1400 0 0,358-12-70 0 0,-564 26 503 0 0,11-1-4799 0 0,-49 2-1695 0 0,15 0 5128 0 0,-2 0-189 0 0,-28-4-10437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5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1172 0 0,'0'0'12336'0'0,"-1"0"-12245"0"0,1 1-1 0 0,-1-1 1 0 0,1 0-1 0 0,-1 0 1 0 0,1 0 0 0 0,0 0-1 0 0,-1 1 1 0 0,1-1 0 0 0,-1 0-1 0 0,1 0 1 0 0,-1 1 0 0 0,1-1-1 0 0,0 0 1 0 0,-1 1 0 0 0,1-1-1 0 0,-1 1 1 0 0,1-1-1 0 0,0 0 1 0 0,-1 2 0 0 0,9 3 342 0 0,-1 0 0 0 0,1-1 0 0 0,0 0 1 0 0,0 0-1 0 0,1-1 0 0 0,-1 0 0 0 0,15 4 0 0 0,70 8 326 0 0,-58-10-500 0 0,175 21 412 0 0,-207-26-615 0 0,-1 0-37 0 0,7 0 383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5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30 2756 0 0,'22'-25'11357'0'0,"-13"20"-9484"0"0,-6 7-717 0 0,-6 14-171 0 0,1-7-788 0 0,-185 595 3477 0 0,165-546-3769 0 0,7-24-2938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6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75 684 0 0,'8'-31'12761'0'0,"-8"29"-12600"0"0,0 0 1 0 0,0 1-1 0 0,1-1 1 0 0,-1 0-1 0 0,1 0 1 0 0,0 1-1 0 0,-1-1 1 0 0,1 0-1 0 0,0 1 1 0 0,0-1 0 0 0,0 0-1 0 0,0 1 1 0 0,0 0-1 0 0,1-1 1 0 0,-1 1-1 0 0,0 0 1 0 0,1-1-1 0 0,-1 1 1 0 0,1 0-1 0 0,-1 0 1 0 0,1 0 0 0 0,-1 0-1 0 0,1 0 1 0 0,0 1-1 0 0,-1-1 1 0 0,3 0-1 0 0,3-1-148 0 0,0 0 0 0 0,0 1 0 0 0,0 0 0 0 0,0 1 0 0 0,0-1 0 0 0,1 1-1 0 0,-1 1 1 0 0,0-1 0 0 0,0 1 0 0 0,0 1 0 0 0,0-1 0 0 0,0 1 0 0 0,-1 0-1 0 0,1 1 1 0 0,0-1 0 0 0,-1 1 0 0 0,9 6 0 0 0,-10-6-5 0 0,0 1 0 0 0,0-1-1 0 0,-1 1 1 0 0,1 0 0 0 0,-1 0 0 0 0,0 1 0 0 0,0-1 0 0 0,-1 1-1 0 0,1 0 1 0 0,-1 0 0 0 0,0 0 0 0 0,0 1 0 0 0,-1-1 0 0 0,0 1-1 0 0,0-1 1 0 0,0 1 0 0 0,0 0 0 0 0,-1 0 0 0 0,0-1 0 0 0,0 1-1 0 0,0 9 1 0 0,-2-2 63 0 0,-1 0 0 0 0,0 0 0 0 0,0 0 0 0 0,-1-1 0 0 0,-1 1 0 0 0,0-1 0 0 0,-1 0 0 0 0,0 0 0 0 0,-1-1 0 0 0,0 1 0 0 0,-10 12 0 0 0,-12 15 645 0 0,-54 57 0 0 0,64-75-449 0 0,-75 81 1806 0 0,92-102-2047 0 0,1 0-1 0 0,-1 1 1 0 0,0 0 0 0 0,1-1-1 0 0,-1 1 1 0 0,1-1-1 0 0,-1 1 1 0 0,1 0 0 0 0,-1-1-1 0 0,1 1 1 0 0,0 0 0 0 0,-1-1-1 0 0,1 1 1 0 0,0 0-1 0 0,-1 0 1 0 0,1-1 0 0 0,0 1-1 0 0,0 0 1 0 0,0 0 0 0 0,0-1-1 0 0,-1 1 1 0 0,1 0-1 0 0,0 0 1 0 0,1 0 0 0 0,-1-1-1 0 0,0 1 1 0 0,0 1 0 0 0,1-1-11 0 0,1 0 1 0 0,-1-1-1 0 0,0 1 1 0 0,0-1 0 0 0,1 1-1 0 0,-1-1 1 0 0,0 0-1 0 0,1 0 1 0 0,-1 1-1 0 0,0-1 1 0 0,1 0 0 0 0,-1 0-1 0 0,0 0 1 0 0,1 0-1 0 0,-1-1 1 0 0,1 1 0 0 0,1-1-1 0 0,97-8 193 0 0,-46 5-989 0 0,60-12 0 0 0,-35 4-12642 0 0,-61 8 6772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6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64 2856 0 0,'-3'0'4253'0'0,"-14"-1"-18"0"0,13 1-3159 0 0,-24-3 7509 0 0,103-15-7755 0 0,128-13 1 0 0,-140 24-1525 0 0,-2 4-4290 0 0,-46 3-352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7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13 288 0 0,'-21'-13'16424'0'0,"10"13"-13362"0"0,10 1-2954 0 0,1-1-1 0 0,-1 1 0 0 0,1 0 0 0 0,-1 0 0 0 0,1-1 0 0 0,0 1 1 0 0,-1 0-1 0 0,1 0 0 0 0,0 0 0 0 0,0-1 0 0 0,0 1 0 0 0,-1 0 1 0 0,1 0-1 0 0,0 0 0 0 0,0 0 0 0 0,0-1 0 0 0,1 3 0 0 0,-1 31 910 0 0,-7 149 1085 0 0,2-133-1977 0 0,-3 0 1 0 0,-2 0 0 0 0,-17 51-1 0 0,21-78-607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7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93 1276 0 0,'6'-30'7689'0'0,"-4"21"-5610"0"0,-1 1 0 0 0,2 0 0 0 0,4-15 1 0 0,-5 22-1933 0 0,0-1 0 0 0,1 1 0 0 0,-1 0 0 0 0,0-1 0 0 0,0 1 0 0 0,1 0 0 0 0,-1 0-1 0 0,0 1 1 0 0,1-1 0 0 0,-1 0 0 0 0,1 1 0 0 0,3-1 0 0 0,-1 0-52 0 0,1 1-1 0 0,-1-1 0 0 0,1 1 0 0 0,0 0 0 0 0,-1 0 1 0 0,1 1-1 0 0,-1 0 0 0 0,1 0 0 0 0,-1 0 1 0 0,0 0-1 0 0,1 1 0 0 0,5 3 0 0 0,0 0 6 0 0,0 0-1 0 0,0 1 1 0 0,-1 0-1 0 0,12 10 1 0 0,-17-12-43 0 0,0 0 0 0 0,0 0 0 0 0,0 1 0 0 0,-1 0 1 0 0,0 0-1 0 0,0 0 0 0 0,0 0 0 0 0,-1 1 0 0 0,1-1 1 0 0,-1 1-1 0 0,-1 0 0 0 0,1 0 0 0 0,-1 0 0 0 0,3 12 1 0 0,-4-9 9 0 0,0 0 0 0 0,0 1 0 0 0,-1-1 0 0 0,0 0 0 0 0,-1 0 0 0 0,0 0 0 0 0,-1 0 0 0 0,0 0-1 0 0,-4 13 1 0 0,-5 5 167 0 0,-1 0 0 0 0,-1-1-1 0 0,-1-1 1 0 0,-1 0 0 0 0,-31 37-1 0 0,26-35 106 0 0,-98 113 1648 0 0,100-119-1484 0 0,17-20-472 0 0,0 0 1 0 0,1 0 0 0 0,-1 0-1 0 0,0 0 1 0 0,1 0 0 0 0,-1 0-1 0 0,1 0 1 0 0,-1 0 0 0 0,1 0-1 0 0,0 0 1 0 0,-1 0 0 0 0,1 0-1 0 0,0 1 1 0 0,0-1 0 0 0,0 0-1 0 0,0 0 1 0 0,0 0 0 0 0,0 2-1 0 0,1-2-28 0 0,-1-1 0 0 0,1 1 0 0 0,0-1 0 0 0,0 1-1 0 0,-1-1 1 0 0,1 1 0 0 0,0-1 0 0 0,0 0 0 0 0,0 1-1 0 0,0-1 1 0 0,0 0 0 0 0,0 0 0 0 0,0 0 0 0 0,0 1-1 0 0,-1-1 1 0 0,1 0 0 0 0,0 0 0 0 0,0-1 0 0 0,2 1-1 0 0,17-2 11 0 0,-19 2-11 0 0,255-34 101 0 0,-240 31-1366 0 0,-1-1-1 0 0,24-7 1 0 0,-18 1-3372 0 0,2-2-3300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7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74 864 0 0,'-15'-46'12293'0'0,"15"45"-12149"0"0,0 0 0 0 0,-1 1 1 0 0,1-1-1 0 0,0 0 1 0 0,-1 0-1 0 0,1 1 1 0 0,0-1-1 0 0,-1 0 0 0 0,1 0 1 0 0,-1 1-1 0 0,1-1 1 0 0,-1 0-1 0 0,0 1 1 0 0,1-1-1 0 0,-1 1 0 0 0,0-1 1 0 0,1 1-1 0 0,-1-1 1 0 0,0 1-1 0 0,1-1 1 0 0,-1 1-1 0 0,0 0 1 0 0,0-1-1 0 0,0 1 0 0 0,1 0 1 0 0,-3 0-1 0 0,1-1 72 0 0,0 1 1 0 0,-1 1-1 0 0,1-1 0 0 0,-1 0 0 0 0,1 1 1 0 0,0-1-1 0 0,-1 1 0 0 0,1-1 1 0 0,-4 3-1 0 0,-3 1 263 0 0,0 1 0 0 0,0 0 0 0 0,-10 8 0 0 0,7-4-269 0 0,0 1 0 0 0,1 1 0 0 0,0 0 0 0 0,1 0 1 0 0,0 1-1 0 0,1 0 0 0 0,0 1 0 0 0,1 0 0 0 0,-7 16 1 0 0,10-19-161 0 0,0 0 1 0 0,1 0-1 0 0,1 1 1 0 0,0 0-1 0 0,0-1 1 0 0,1 1-1 0 0,0 0 1 0 0,1 0-1 0 0,0 1 1 0 0,1-1 0 0 0,0 0-1 0 0,1 0 1 0 0,2 13-1 0 0,-1-17-17 0 0,0 0 0 0 0,0-1 0 0 0,0 1 0 0 0,1-1 0 0 0,0 1 0 0 0,0-1 0 0 0,1 0 0 0 0,0 0 0 0 0,0 0 0 0 0,0-1 0 0 0,1 1-1 0 0,-1-1 1 0 0,1 0 0 0 0,1 0 0 0 0,5 4 0 0 0,-3-4 6 0 0,0 0-1 0 0,0-1 0 0 0,1 0 0 0 0,-1-1 0 0 0,1 1 1 0 0,0-2-1 0 0,0 1 0 0 0,0-1 0 0 0,0 0 1 0 0,15 0-1 0 0,-11-1 26 0 0,1-1 1 0 0,-1-1-1 0 0,0 0 0 0 0,1-1 0 0 0,-1 0 1 0 0,0-1-1 0 0,0 0 0 0 0,0-1 0 0 0,0-1 1 0 0,-1 0-1 0 0,0-1 0 0 0,0 0 1 0 0,0-1-1 0 0,-1 0 0 0 0,20-17 0 0 0,-23 17-34 0 0,-1-1 0 0 0,0 0 0 0 0,0-1 1 0 0,-1 0-1 0 0,0 0 0 0 0,0 0 0 0 0,-1-1 0 0 0,-1 0 0 0 0,1 0 0 0 0,-2 0 0 0 0,1 0 0 0 0,-1-1 0 0 0,3-20 0 0 0,-6 23-51 0 0,1 1-1 0 0,-1-1 1 0 0,-1 1 0 0 0,1-1-1 0 0,-1 1 1 0 0,0 0 0 0 0,-1-1-1 0 0,0 1 1 0 0,0 0 0 0 0,0 0-1 0 0,-1 0 1 0 0,0 0 0 0 0,0 0-1 0 0,-1 1 1 0 0,0 0 0 0 0,0-1-1 0 0,-1 2 1 0 0,0-1 0 0 0,1 0-1 0 0,-2 1 1 0 0,-6-6 0 0 0,0 2-442 0 0,-1 0 1 0 0,0 1-1 0 0,0 0 1 0 0,0 1 0 0 0,-1 0-1 0 0,-1 2 1 0 0,-14-5-1 0 0,-38-7-3872 0 0,-1 6-5015 0 0,51 7 3267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8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49 2244 0 0,'-69'16'16880'0'0,"93"-25"-16745"0"0,2 2 1 0 0,-1 0 0 0 0,50-5-1 0 0,-32 6-120 0 0,115-15-1960 0 0,-52 18-7448 0 0,-88 4 3454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4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 2048 0 0,'-148'66'12278'0'0,"147"-66"-12256"0"0,1 0-1 0 0,0 0 1 0 0,0 0-1 0 0,-1 0 1 0 0,1 0 0 0 0,0 0-1 0 0,0 0 1 0 0,0 0-1 0 0,-1 0 1 0 0,1 0 0 0 0,0 0-1 0 0,0 0 1 0 0,0 0 0 0 0,-1 1-1 0 0,1-1 1 0 0,0 0-1 0 0,0 0 1 0 0,0 0 0 0 0,0 0-1 0 0,-1 0 1 0 0,1 1-1 0 0,0-1 1 0 0,0 0 0 0 0,0 0-1 0 0,0 0 1 0 0,0 1-1 0 0,0-1 1 0 0,-1 0 0 0 0,1 0-1 0 0,0 0 1 0 0,0 1 0 0 0,0-1-1 0 0,0 0 1 0 0,0 0-1 0 0,0 1 1 0 0,0-1 0 0 0,0 0-1 0 0,0 0 1 0 0,0 0-1 0 0,0 1 1 0 0,0-1 0 0 0,0 0-1 0 0,0 0 1 0 0,1 1 0 0 0,-1-1-1 0 0,0 0 1 0 0,0 0-1 0 0,0 0 1 0 0,0 1 0 0 0,0-1-1 0 0,0 0 1 0 0,0 0-1 0 0,1 0 1 0 0,-1 0 0 0 0,0 1-1 0 0,0-1 1 0 0,0 0-1 0 0,0 0 1 0 0,1 0 0 0 0,-1 0-1 0 0,11 5 295 0 0,-11-5-315 0 0,12 3 109 0 0,0-2 1 0 0,1 1-1 0 0,-1-1 1 0 0,1-1-1 0 0,-1 0 1 0 0,15-3-1 0 0,1 1-160 0 0,127-9-2693 0 0,-52-1-2859 0 0,-40 3-333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0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819 43 956 0 0,'-3'0'4671'0'0,"-12"0"1628"0"0,9 0-6075 0 0,-18 0 9251 0 0,21 0-8934 0 0,-20-3 2215 0 0,21 3-2171 0 0,-3-2-579 0 0,2 0-59 0 0,48-6 26 0 0,0 1 0 0 0,73 1-1 0 0,-33 2 28 0 0,187-7 10 0 0,-244 14 4 0 0,-27-3-14 0 0,-1 0 0 0 0,1 0 1 0 0,0 0-1 0 0,-1 0 0 0 0,1 0 1 0 0,-1 0-1 0 0,1 0 0 0 0,-1 1 1 0 0,1-1-1 0 0,-1 0 0 0 0,1 0 1 0 0,-1 0-1 0 0,1 1 0 0 0,-1-1 1 0 0,1 0-1 0 0,-1 1 0 0 0,1-1 1 0 0,-1 0-1 0 0,0 1 0 0 0,1-1 1 0 0,-1 0-1 0 0,1 1 0 0 0,-1-1 1 0 0,0 1-1 0 0,1-1 0 0 0,-1 1 1 0 0,0-1-1 0 0,0 1 0 0 0,0-1 1 0 0,1 1-1 0 0,-1-1 0 0 0,0 1 1 0 0,0-1-1 0 0,0 1 0 0 0,0-1 1 0 0,0 1-1 0 0,0 0 0 0 0,0-1 1 0 0,0 1-1 0 0,0-1 0 0 0,0 1 1 0 0,-3 5 4 0 0,0-1 1 0 0,0 1 0 0 0,0-1-1 0 0,-1 0 1 0 0,0-1 0 0 0,0 1 0 0 0,-9 7-1 0 0,-40 31 22 0 0,30-26-21 0 0,-160 109 251 0 0,30-23 4 0 0,66-40-278 0 0,86-63 24 0 0,0 1 1 0 0,0 0-1 0 0,0-1 1 0 0,0 1-1 0 0,0 0 1 0 0,0-1-1 0 0,1 1 0 0 0,-1 0 1 0 0,0 0-1 0 0,1 0 1 0 0,-1 0-1 0 0,0 0 0 0 0,1-1 1 0 0,-1 1-1 0 0,1 0 1 0 0,0 0-1 0 0,-1 2 1 0 0,1-2-4 0 0,0-1 1 0 0,0 1 0 0 0,0-1 0 0 0,0 1 0 0 0,0 0 0 0 0,1-1 0 0 0,-1 1 0 0 0,0-1 0 0 0,0 1 0 0 0,1-1 0 0 0,-1 1 0 0 0,0-1-1 0 0,1 1 1 0 0,-1-1 0 0 0,0 0 0 0 0,1 1 0 0 0,-1-1 0 0 0,1 1 0 0 0,-1-1 0 0 0,0 0 0 0 0,1 1 0 0 0,-1-1 0 0 0,2 0 0 0 0,2 2 20 0 0,0 0 0 0 0,0-1 0 0 0,0 1 0 0 0,0-1 0 0 0,0 0 0 0 0,8 0 0 0 0,38 2 17 0 0,1-3-1 0 0,77-10 1 0 0,-53 4-24 0 0,337-27-12770 0 0,-399 32 8208 0 0</inkml:trace>
  <inkml:trace contextRef="#ctx0" brushRef="#br0" timeOffset="1">353 814 96 0 0,'-322'87'14553'0'0,"301"-81"-13821"0"0,12-2 331 0 0,14-1-343 0 0,20-3-180 0 0,1156-96 1018 0 0,212 46-1380 0 0,-1355 50-141 0 0,113-5 200 0 0,-148 5-278 0 0,-56-5-8603 0 0,38 4 5929 0 0,-9 0-3195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6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3268 0 0,'7'8'5269'0'0,"2"1"-2125"0"0,-2-1-1356 0 0,-2-1-1600 0 0,0 2-2364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7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76 1252 0 0,'-23'-14'15971'0'0,"38"25"-16078"0"0,-10-7 111 0 0,1 1-1 0 0,0-1 1 0 0,-1 1-1 0 0,0 0 1 0 0,0 1-1 0 0,-1-1 0 0 0,1 1 1 0 0,-1 0-1 0 0,-1 0 1 0 0,1 0-1 0 0,-1 1 1 0 0,0-1-1 0 0,0 1 1 0 0,-1 0-1 0 0,0 0 1 0 0,0 0-1 0 0,0 0 1 0 0,-1 0-1 0 0,0 0 0 0 0,-1 0 1 0 0,1 0-1 0 0,-2 0 1 0 0,1 1-1 0 0,-1-1 1 0 0,-1 8-1 0 0,-3 3 12 0 0,0-1 0 0 0,-1-1 0 0 0,-1 1-1 0 0,0-1 1 0 0,-20 30 0 0 0,-2 6 107 0 0,27-48-91 0 0,-1 1 0 0 0,0 0 0 0 0,-1-1-1 0 0,1 0 1 0 0,-5 5 0 0 0,7-8 25 0 0,0-2-54 0 0,1 1 0 0 0,-1-1 0 0 0,1 1 0 0 0,-1-1 0 0 0,1 1 0 0 0,0-1 0 0 0,-1 1 0 0 0,1-1 0 0 0,0 0 0 0 0,-1 1 0 0 0,1-1-1 0 0,0 0 1 0 0,0 1 0 0 0,-1-1 0 0 0,1 0 0 0 0,0 1 0 0 0,0-1 0 0 0,0 0 0 0 0,0 0 0 0 0,6-12 3 0 0,1 0 1 0 0,0 1-1 0 0,1 0 0 0 0,0 0 0 0 0,1 1 1 0 0,13-14-1 0 0,69-60 30 0 0,-81 76-34 0 0,220-168-89 0 0,-197 153 85 0 0,33-26-4 0 0,-64 49 5 0 0,-5 2-96 0 0,-7 6 90 0 0,1 0 0 0 0,0 1 0 0 0,0 0 0 0 0,0 1 0 0 0,1 0 0 0 0,-12 18 0 0 0,13-19 5 0 0,-5 7 14 0 0,-69 95-40 0 0,73-98 24 0 0,1-1-1 0 0,1 2 1 0 0,0-1-1 0 0,1 1 0 0 0,0 0 1 0 0,1 0-1 0 0,-4 24 1 0 0,7-34 9 0 0,1 0-1 0 0,0 0 1 0 0,0 0-1 0 0,0 0 1 0 0,0 0 0 0 0,0 0-1 0 0,1 0 1 0 0,-1 0 0 0 0,1 0-1 0 0,0 0 1 0 0,0-1 0 0 0,0 1-1 0 0,0 0 1 0 0,0 0 0 0 0,1-1-1 0 0,-1 1 1 0 0,1-1-1 0 0,2 3 1 0 0,-1-2 6 0 0,0 0 0 0 0,1 0 0 0 0,-1 0 0 0 0,1 0 0 0 0,0-1 0 0 0,0 0 1 0 0,0 1-1 0 0,0-2 0 0 0,0 1 0 0 0,8 2 0 0 0,5 0 17 0 0,1-1 0 0 0,0-1 0 0 0,-1 0 0 0 0,34-2 0 0 0,134-14-742 0 0,-124 5-2206 0 0,0-4-3684 0 0,-44 10 1484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8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97 1868 0 0,'-70'21'2670'0'0,"-8"3"1741"0"0,-77 35 1 0 0,149-56-3948 0 0,1-2 37 0 0,-1 1 1 0 0,2 0-1 0 0,-1 0 1 0 0,0 0 0 0 0,-5 3-1 0 0,10-4-432 0 0,0 0-1 0 0,0-1 0 0 0,1 1 1 0 0,-1-1-1 0 0,0 1 1 0 0,0-1-1 0 0,1 1 1 0 0,-1-1-1 0 0,0 1 0 0 0,1-1 1 0 0,-1 1-1 0 0,0-1 1 0 0,1 0-1 0 0,-1 1 1 0 0,1-1-1 0 0,-1 0 0 0 0,1 1 1 0 0,-1-1-1 0 0,1 0 1 0 0,-1 1-1 0 0,1-1 1 0 0,-1 0-1 0 0,1 0 0 0 0,-1 0 1 0 0,1 1-1 0 0,0-1 1 0 0,71-4 1039 0 0,119-23 0 0 0,-73 8-774 0 0,948-104 285 0 0,-848 103-606 0 0,219-15-1706 0 0,-406 36-1090 0 0,-30-1 2696 0 0,-1 0 1 0 0,0 0-1 0 0,0 0 1 0 0,1 0-1 0 0,-1 0 1 0 0,0 0 0 0 0,0 0-1 0 0,1 0 1 0 0,-1 0-1 0 0,0 0 1 0 0,0 0-1 0 0,1 0 1 0 0,-1 0 0 0 0,0 0-1 0 0,0 0 1 0 0,1 0-1 0 0,-1 0 1 0 0,0 0-1 0 0,0 1 1 0 0,1-1 0 0 0,-1 0-1 0 0,0 0 1 0 0,1 1-346 0 0,-1-1 345 0 0,0 1 1 0 0,0-1-1 0 0,0 0 1 0 0,1 0-1 0 0,-1 0 1 0 0,0 1-1 0 0,0-1 1 0 0,0 0 0 0 0,0 1-1 0 0,0-1 1 0 0,0 0-1 0 0,0 0 1 0 0,0 1-1 0 0,0-1 1 0 0,0 0 0 0 0,0 0-1 0 0,0 1 1 0 0,0-1-1 0 0,0 0 1 0 0,0 0-1 0 0,0 1 1 0 0,0-1 0 0 0,-1 0-1 0 0,1 0 1 0 0,0 1-1 0 0,0-1 1 0 0,0 0-1 0 0,0 0 1 0 0,0 0 0 0 0,-1 1-1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8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99 168 0 0,'-19'-41'8274'0'0,"4"1"-4537"0"0,14 39-3348 0 0,1 0-336 0 0,1 1-1 0 0,-1-1 1 0 0,0 0-1 0 0,0 1 1 0 0,0-1-1 0 0,0 1 0 0 0,0-1 1 0 0,0 0-1 0 0,0 1 1 0 0,0-1-1 0 0,0 1 0 0 0,-1-1 1 0 0,1 1-1 0 0,0-1 1 0 0,0 0-1 0 0,0 1 0 0 0,-1-1 1 0 0,1 1-1 0 0,0-1 1 0 0,-1 1-1 0 0,1-1 0 0 0,-1 0 1 0 0,1 1-43 0 0,0 0 0 0 0,0 0 0 0 0,-1 0-1 0 0,1-1 1 0 0,0 1 0 0 0,0 0 0 0 0,0 0 0 0 0,-1 0 0 0 0,1 0 0 0 0,0 0 0 0 0,0-1 0 0 0,-1 1 0 0 0,1 0 0 0 0,0 0 0 0 0,0 0 0 0 0,-1 0 0 0 0,1 0-1 0 0,0 0 1 0 0,0 0 0 0 0,-1 0 0 0 0,1 0 0 0 0,0 0 0 0 0,0 0 0 0 0,-1 0 0 0 0,1 0 0 0 0,0 0 0 0 0,0 0 0 0 0,-1 0 0 0 0,1 0 0 0 0,0 0 0 0 0,0 1 0 0 0,-1-1-1 0 0,1 0 1 0 0,0 0 0 0 0,0 0 0 0 0,-1 0 0 0 0,1 0 0 0 0,0 1 0 0 0,0-1 0 0 0,0 0 0 0 0,0 0 0 0 0,-1 0 0 0 0,1 1 0 0 0,0-1 0 0 0,0 0 0 0 0,0 0-1 0 0,0 1 1 0 0,0-1 0 0 0,0 0 0 0 0,-1 0 0 0 0,1 1 0 0 0,0-1 0 0 0,0 1 0 0 0,-1 2 2 0 0,0 1 0 0 0,1 0 0 0 0,-1 0-1 0 0,1 0 1 0 0,0 0 0 0 0,0 0 0 0 0,0 0 0 0 0,1 4 0 0 0,0 12 264 0 0,-58 592 3283 0 0,33-484-3317 0 0,-12 79-283 0 0,36-205-578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9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92 1608 0 0,'40'-82'13581'0'0,"-39"80"-12941"0"0,-1 2-605 0 0,0-1-1 0 0,0 1 1 0 0,1 0-1 0 0,-1 0 1 0 0,0-1-1 0 0,0 1 1 0 0,0 0-1 0 0,0-1 0 0 0,-1 1 1 0 0,1 0-1 0 0,0 0 1 0 0,0-1-1 0 0,0 1 1 0 0,0 0-1 0 0,0 0 1 0 0,0-1-1 0 0,0 1 1 0 0,0 0-1 0 0,0 0 0 0 0,-1 0 1 0 0,1-1-1 0 0,0 1 1 0 0,0 0-1 0 0,0 0 1 0 0,-1 0-1 0 0,1-1 1 0 0,0 1-1 0 0,0 0 0 0 0,0 0 1 0 0,-1 0-1 0 0,1 0 1 0 0,0 0-1 0 0,0 0 1 0 0,-1 0-1 0 0,1-1 1 0 0,0 1-1 0 0,0 0 0 0 0,-1 0 1 0 0,1 0-1 0 0,0 0 1 0 0,0 0-1 0 0,-1 0 1 0 0,1 0-1 0 0,0 0 1 0 0,0 0-1 0 0,-1 0 1 0 0,1 0-1 0 0,0 0 0 0 0,0 1 1 0 0,-1-1-1 0 0,-18 11 424 0 0,-16 21-321 0 0,9-2 12 0 0,1 0 0 0 0,-27 45-1 0 0,-34 72 146 0 0,80-136-275 0 0,-16 30 126 0 0,-25 65-1 0 0,38-81-101 0 0,1 0 0 0 0,2 0 1 0 0,0 0-1 0 0,-2 32 0 0 0,7-51-30 0 0,1 0 0 0 0,0-1 0 0 0,0 1 0 0 0,0-1 0 0 0,1 1 0 0 0,0-1 0 0 0,0 1 0 0 0,0-1-1 0 0,1 0 1 0 0,0 1 0 0 0,0-1 0 0 0,0 0 0 0 0,0 0 0 0 0,5 6 0 0 0,-4-8-1 0 0,0 1 0 0 0,0-1 0 0 0,0 0 0 0 0,0 0 0 0 0,0-1 0 0 0,1 1 0 0 0,0-1 0 0 0,-1 1 0 0 0,1-1 0 0 0,0 0 0 0 0,0 0 0 0 0,0-1 0 0 0,0 1 0 0 0,1-1 0 0 0,-1 0 0 0 0,0 0 0 0 0,0-1 0 0 0,7 1 0 0 0,6-1 19 0 0,1 0 0 0 0,-1-1-1 0 0,0-1 1 0 0,-1-1 0 0 0,1 0 0 0 0,0-2-1 0 0,-1 0 1 0 0,0 0 0 0 0,0-1 0 0 0,0-1-1 0 0,-1-1 1 0 0,0 0 0 0 0,0-1 0 0 0,-1-1-1 0 0,16-14 1 0 0,-25 20-22 0 0,0-1 0 0 0,0 1 0 0 0,-1-1-1 0 0,0 0 1 0 0,0 0 0 0 0,0 0 0 0 0,-1 0-1 0 0,1-1 1 0 0,3-9 0 0 0,-6 13-8 0 0,-1 0-1 0 0,1 1 1 0 0,-1-1 0 0 0,1 0-1 0 0,-1 0 1 0 0,0 0 0 0 0,1 0 0 0 0,-1 0-1 0 0,0 0 1 0 0,0 0 0 0 0,-1 0-1 0 0,1 0 1 0 0,0 0 0 0 0,0 1 0 0 0,-1-1-1 0 0,0 0 1 0 0,1 0 0 0 0,-1 0-1 0 0,0 0 1 0 0,0 1 0 0 0,0-1 0 0 0,0 0-1 0 0,0 1 1 0 0,0-1 0 0 0,0 1-1 0 0,0-1 1 0 0,-1 1 0 0 0,1-1 0 0 0,-1 1-1 0 0,1 0 1 0 0,-1 0 0 0 0,1 0-1 0 0,-1 0 1 0 0,-2-1 0 0 0,-6-3 16 0 0,0 1 1 0 0,0 1-1 0 0,0 0 1 0 0,-1 0-1 0 0,1 1 1 0 0,-1 1-1 0 0,1-1 1 0 0,-1 2-1 0 0,-15 0 0 0 0,-6 2-1373 0 0,-58 10 0 0 0,59-7-2696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9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55 1516 0 0,'-57'-11'5993'0'0,"38"6"-3322"0"0,0 1 0 0 0,-38-2-1 0 0,89-4-2430 0 0,-5 7-474 0 0,146-12 1030 0 0,-86 15-2078 0 0,-3 7-3638 0 0,-69-4 1638 0 0,0 1-1153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9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99 1848 0 0,'-114'60'11128'0'0,"114"-59"-11089"0"0,0-1 0 0 0,-1 0 0 0 0,1 0 0 0 0,0 0 1 0 0,-1 0-1 0 0,1 0 0 0 0,-1 1 0 0 0,1-1 0 0 0,0 0 0 0 0,-1 0 0 0 0,1 1 1 0 0,0-1-1 0 0,0 0 0 0 0,-1 0 0 0 0,1 1 0 0 0,0-1 0 0 0,0 0 0 0 0,-1 1 0 0 0,1-1 1 0 0,0 0-1 0 0,0 1 0 0 0,0-1 0 0 0,-1 0 0 0 0,1 1 0 0 0,0-1 0 0 0,0 1 1 0 0,0-1-1 0 0,0 0 0 0 0,0 1 0 0 0,0-1 0 0 0,0 1 0 0 0,0-1 0 0 0,0 0 1 0 0,0 1-1 0 0,0-1 0 0 0,0 1 0 0 0,0-1 0 0 0,0 0 0 0 0,1 1 0 0 0,-1-1 0 0 0,0 1 1 0 0,0-1-1 0 0,0 0 0 0 0,0 1 0 0 0,1-1 0 0 0,-1 0 0 0 0,0 1 0 0 0,0-1 1 0 0,1 0-1 0 0,-1 0 0 0 0,0 1 0 0 0,1-1 0 0 0,-1 0 0 0 0,0 0 0 0 0,1 1 1 0 0,-1-1-1 0 0,0 0 0 0 0,1 0 0 0 0,-1 0 0 0 0,1 0 0 0 0,-1 0 0 0 0,0 1 1 0 0,1-1-1 0 0,-1 0 0 0 0,1 0 0 0 0,-1 0 0 0 0,36-3 195 0 0,-1-1-1 0 0,1-2 1 0 0,35-11 0 0 0,-19 5-136 0 0,55-11-224 0 0,135-31 129 0 0,-82 13-5673 0 0,-136 34 2166 0 0,-2-3-1426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0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64 144 788 0 0,'6'-18'2773'0'0,"6"-12"3581"0"0,14-60 0 0 0,-26 89-6134 0 0,0-4 424 0 0,2 16-514 0 0,-3 29-38 0 0,0-16-46 0 0,1 1 0 0 0,1-1 0 0 0,1 0 1 0 0,9 42-1 0 0,-9-60-32 0 0,0 0 1 0 0,0 1-1 0 0,1-1 1 0 0,-1 0-1 0 0,2 0 0 0 0,-1 0 1 0 0,1-1-1 0 0,-1 1 1 0 0,2-1-1 0 0,-1 0 1 0 0,1 0-1 0 0,-1 0 0 0 0,1-1 1 0 0,0 1-1 0 0,1-1 1 0 0,-1 0-1 0 0,1-1 1 0 0,0 1-1 0 0,0-1 0 0 0,0-1 1 0 0,0 1-1 0 0,7 1 1 0 0,-3-1 4 0 0,1 0-1 0 0,-1-1 1 0 0,1-1 0 0 0,0 0 0 0 0,0 0 0 0 0,-1-1 0 0 0,1 0 0 0 0,0-1 0 0 0,0 0 0 0 0,-1-1 0 0 0,1 0 0 0 0,-1-1 0 0 0,20-7 0 0 0,-18 5 31 0 0,1-1 0 0 0,-1-1 0 0 0,0 0 0 0 0,-1-1 1 0 0,0 0-1 0 0,0 0 0 0 0,0-1 0 0 0,-1-1 1 0 0,-1 0-1 0 0,13-15 0 0 0,14-18 1112 0 0,-34 41-1014 0 0,6 10-92 0 0,-7-5-39 0 0,0 0 1 0 0,-1 0-1 0 0,1 0 0 0 0,-1 0 0 0 0,0 1 1 0 0,0-1-1 0 0,0 0 0 0 0,0 0 0 0 0,0 0 1 0 0,-1 1-1 0 0,1-1 0 0 0,-2 4 1 0 0,-1 6 105 0 0,-35 208 1365 0 0,26-173-1013 0 0,-2 1 0 0 0,-29 67 1 0 0,38-105-340 0 0,0 0 1 0 0,-1-1-1 0 0,0 0 1 0 0,-1 0-1 0 0,0 0 1 0 0,-1-1-1 0 0,0 0 1 0 0,0 0-1 0 0,-16 12 1 0 0,17-16-85 0 0,0-1 0 0 0,-1 1 0 0 0,1-1 1 0 0,-1 0-1 0 0,0-1 0 0 0,-1 0 0 0 0,1 0 0 0 0,0-1 0 0 0,-1 0 1 0 0,1 0-1 0 0,-1-1 0 0 0,0 0 0 0 0,-17-1 0 0 0,6-1 20 0 0,-1-1-1 0 0,1-1 0 0 0,-1-1 0 0 0,-29-10 0 0 0,36 8-511 0 0,-1 0 1 0 0,-18-10-1 0 0,24 10-606 0 0,0 1 0 0 0,0-2 0 0 0,1 1 0 0 0,-9-9 0 0 0,17 14 737 0 0,-1 0 1 0 0,0 0-1 0 0,1 1 0 0 0,-1-1 0 0 0,1 0 0 0 0,-1 0 1 0 0,1 0-1 0 0,-1 0 0 0 0,1 0 0 0 0,0 0 1 0 0,0 0-1 0 0,-1 0 0 0 0,1 0 0 0 0,0 0 0 0 0,0 0 1 0 0,0-2-1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02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0 1100 0 0,'-244'133'13722'0'0,"243"-132"-13674"0"0,1-1 0 0 0,-1 0 0 0 0,1 0 0 0 0,0 0 0 0 0,-1 1 0 0 0,1-1 0 0 0,-1 0 0 0 0,1 0 0 0 0,0 1 0 0 0,-1-1 0 0 0,1 0 0 0 0,0 1 0 0 0,0-1-1 0 0,-1 1 1 0 0,1-1 0 0 0,0 0 0 0 0,0 1 0 0 0,-1-1 0 0 0,1 1 0 0 0,0-1 0 0 0,0 0 0 0 0,0 1 0 0 0,0-1 0 0 0,0 1 0 0 0,0-1 0 0 0,0 1 0 0 0,0-1 0 0 0,0 1 0 0 0,0-1 0 0 0,0 0 0 0 0,0 1 0 0 0,0-1 0 0 0,0 1 0 0 0,0-1 0 0 0,0 1 0 0 0,0-1 0 0 0,0 1 0 0 0,1-1 0 0 0,-1 0 0 0 0,0 1-1 0 0,0-1 1 0 0,1 1 0 0 0,-1-1 0 0 0,0 0 0 0 0,0 1 0 0 0,1-1 0 0 0,-1 0 0 0 0,0 0 0 0 0,1 1 0 0 0,-1-1 0 0 0,1 0 0 0 0,-1 0 0 0 0,0 1 0 0 0,1-1 0 0 0,-1 0 0 0 0,1 0 0 0 0,-1 0 0 0 0,1 0 0 0 0,-1 1 0 0 0,0-1 0 0 0,1 0 0 0 0,0 0 0 0 0,38 1 384 0 0,-1-1 1 0 0,1-2-1 0 0,47-9 1 0 0,-19 3-226 0 0,1267-100 629 0 0,-1274 105-829 0 0,122-13-24 0 0,-156 9-2005 0 0,-65 18-6862 0 0,34-9 7309 0 0,-13 4-4147 0 0</inkml:trace>
  <inkml:trace contextRef="#ctx0" brushRef="#br0" timeOffset="1">901 717 1468 0 0,'0'0'1474'0'0,"2"-13"2823"0"0,12-45 4826 0 0,-14 57-8947 0 0,0 0 1 0 0,0 0-1 0 0,0 0 0 0 0,0 0 0 0 0,-1 0 0 0 0,1 0 0 0 0,0 0 1 0 0,0-1-1 0 0,-1 1 0 0 0,1 0 0 0 0,-1 0 0 0 0,1 0 1 0 0,-1 0-1 0 0,1 0 0 0 0,-2-1 0 0 0,-10 8-151 0 0,-1 0-1 0 0,2 1 1 0 0,-1 0 0 0 0,1 1-1 0 0,0 1 1 0 0,0-1 0 0 0,1 2-1 0 0,0-1 1 0 0,1 1 0 0 0,0 1-1 0 0,1 0 1 0 0,0 0 0 0 0,-8 15-1 0 0,15-23-21 0 0,0-1-1 0 0,0 0 0 0 0,0 1 0 0 0,1 0 0 0 0,-1-1 1 0 0,1 1-1 0 0,-1 0 0 0 0,1-1 0 0 0,0 1 0 0 0,0 0 1 0 0,0-1-1 0 0,0 1 0 0 0,0 0 0 0 0,1-1 0 0 0,-1 1 1 0 0,1-1-1 0 0,0 1 0 0 0,0 0 0 0 0,0-1 0 0 0,0 1 0 0 0,0-1 1 0 0,0 0-1 0 0,1 1 0 0 0,-1-1 0 0 0,1 0 0 0 0,-1 0 1 0 0,1 0-1 0 0,0 0 0 0 0,0 0 0 0 0,2 1 0 0 0,8 7 14 0 0,1-1-1 0 0,0 0 0 0 0,0-1 0 0 0,17 8 0 0 0,-3-1-21 0 0,18 10 21 0 0,35 21-26 0 0,-72-40 21 0 0,0 0 1 0 0,0 0-1 0 0,-1 1 0 0 0,0 0 1 0 0,0 0-1 0 0,12 17 0 0 0,-17-21 70 0 0,0 1-1 0 0,0 0 0 0 0,0 0 1 0 0,-1 0-1 0 0,1 0 0 0 0,-1 0 1 0 0,0 0-1 0 0,0 0 0 0 0,0 0 1 0 0,-1 0-1 0 0,1 1 0 0 0,-1-1 0 0 0,0 0 1 0 0,0 1-1 0 0,-1 5 0 0 0,-1-3 18 0 0,0-1 0 0 0,0 1 0 0 0,0-1-1 0 0,-1 1 1 0 0,0-1 0 0 0,0 0 0 0 0,-1 0-1 0 0,-7 10 1 0 0,1-3 30 0 0,-1-1-1 0 0,0-1 1 0 0,-1 0-1 0 0,-1-1 1 0 0,1 0 0 0 0,-1-1-1 0 0,-22 12 1 0 0,16-12 76 0 0,1-1 0 0 0,-35 10 0 0 0,45-15-126 0 0,0-1 1 0 0,0-1-1 0 0,-1 1 1 0 0,1-1-1 0 0,0-1 1 0 0,-1 0-1 0 0,1 0 0 0 0,-1 0 1 0 0,-10-3-1 0 0,17 2-69 0 0,-1 1 1 0 0,1-1-1 0 0,-1 0 0 0 0,1 0 0 0 0,0 0 0 0 0,0 0 1 0 0,-1-1-1 0 0,1 1 0 0 0,0 0 0 0 0,0-1 1 0 0,0 1-1 0 0,0-1 0 0 0,1 0 0 0 0,-1 0 0 0 0,0 0 1 0 0,1 0-1 0 0,-1 0 0 0 0,1 0 0 0 0,0 0 0 0 0,0 0 1 0 0,0-1-1 0 0,0 1 0 0 0,0 0 0 0 0,0-1 0 0 0,1 1 1 0 0,-1-1-1 0 0,1 1 0 0 0,-1-1 0 0 0,1 1 0 0 0,0-1 1 0 0,0 1-1 0 0,0-1 0 0 0,0 1 0 0 0,1-1 1 0 0,0-2-1 0 0,1-6-7 0 0,1-1 0 0 0,0 1 0 0 0,0 0-1 0 0,1 0 1 0 0,1 1 0 0 0,8-15 0 0 0,8-11 17 0 0,2 1 1 0 0,34-39-1 0 0,62-60-25 0 0,-63 75-66 0 0,70-97 1 0 0,-122 150 69 0 0,0 0 0 0 0,-1 0 0 0 0,0 0 0 0 0,0 0 0 0 0,0-1 0 0 0,-1 1 0 0 0,0-1 0 0 0,0 0-1 0 0,-1 0 1 0 0,2-12 0 0 0,-3 16 5 0 0,0 0 0 0 0,0-1 0 0 0,-1 1 0 0 0,1 0 0 0 0,-1 0-1 0 0,1 0 1 0 0,-1 1 0 0 0,0-1 0 0 0,0 0 0 0 0,0 0 0 0 0,-1 0-1 0 0,1 1 1 0 0,-1-1 0 0 0,1 0 0 0 0,-1 1 0 0 0,0 0 0 0 0,0-1-1 0 0,0 1 1 0 0,0 0 0 0 0,0 0 0 0 0,-1 0 0 0 0,1 0 0 0 0,-1 0-1 0 0,1 1 1 0 0,-1-1 0 0 0,-5-1 0 0 0,-7-3-133 0 0,-1 1 0 0 0,0 1 0 0 0,0 1 0 0 0,0 0 0 0 0,-1 1 0 0 0,1 0 0 0 0,0 2-1 0 0,-1 0 1 0 0,1 1 0 0 0,-1 0 0 0 0,1 1 0 0 0,0 1 0 0 0,0 1 0 0 0,0 0 0 0 0,-23 10 0 0 0,35-12-157 0 0,0 0 1 0 0,1 0-1 0 0,-1 1 1 0 0,1-1-1 0 0,0 1 0 0 0,0-1 1 0 0,-1 1-1 0 0,2 0 1 0 0,-1 0-1 0 0,0 0 0 0 0,-3 6 1 0 0,5-8-25 0 0,1 1 0 0 0,-1-1 0 0 0,1 0 1 0 0,-1 1-1 0 0,1-1 0 0 0,-1 1 0 0 0,1-1 1 0 0,0 0-1 0 0,-1 1 0 0 0,1-1 0 0 0,0 1 1 0 0,0-1-1 0 0,0 1 0 0 0,0-1 0 0 0,1 1 1 0 0,-1-1-1 0 0,0 1 0 0 0,1-1 0 0 0,-1 1 0 0 0,1-1 1 0 0,-1 0-1 0 0,1 1 0 0 0,-1-1 0 0 0,1 0 1 0 0,0 1-1 0 0,0-1 0 0 0,0 0 0 0 0,0 0 1 0 0,0 0-1 0 0,0 0 0 0 0,0 0 0 0 0,0 0 1 0 0,0 0-1 0 0,0 0 0 0 0,2 1 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02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47 1564 0 0,'-2'-1'2080'0'0,"-28"0"3676"0"0,26 1-4750 0 0,-24-2 6676 0 0,234-17-7061 0 0,-16 0-1077 0 0,-63 14-3114 0 0,-103 6 1375 0 0,-11 0-2980 0 0,3 1 266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02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92 776 0 0,'-65'33'8609'0'0,"27"-16"-4528"0"0,30-9-2920 0 0,13-4 93 0 0,15-1-337 0 0,16-5-661 0 0,0-2-1 0 0,-1-2 0 0 0,47-12 1 0 0,-29 5-168 0 0,103-20-475 0 0,-5 2-2000 0 0,-3-4-4780 0 0,-91 21 1604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03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39 2216 0 0,'-3'-1'2248'0'0,"-35"-9"6027"0"0,23 6-4469 0 0,-2-2-1772 0 0,17 6-2015 0 0,0 0 0 0 0,0 0-1 0 0,0 0 1 0 0,0-1-1 0 0,0 1 1 0 0,0 0-1 0 0,0 0 1 0 0,0 0 0 0 0,0 0-1 0 0,0 0 1 0 0,0-1-1 0 0,0 1 1 0 0,0 0-1 0 0,0 0 1 0 0,0 0 0 0 0,1 0-1 0 0,-1-1 1 0 0,0 1-1 0 0,0 0 1 0 0,0 0-1 0 0,0 0 1 0 0,0 0 0 0 0,0 0-1 0 0,0 0 1 0 0,0-1-1 0 0,1 1 1 0 0,-1 0 0 0 0,0 0-1 0 0,0 0 1 0 0,0 0-1 0 0,0 0 1 0 0,0 0-1 0 0,0 0 1 0 0,1 0 0 0 0,-1 0-1 0 0,0 0 1 0 0,0 0-1 0 0,0 0 1 0 0,0-1-1 0 0,1 1 1 0 0,-1 0 0 0 0,0 0-1 0 0,0 0 1 0 0,0 0-1 0 0,1 1 1 0 0,32-7 183 0 0,97-2-83 0 0,162 12-1 0 0,-229-2-106 0 0,61 8-8 0 0,-124-10-4 0 0,1 0 0 0 0,0 0 0 0 0,0 0 0 0 0,0 0 0 0 0,0 0 0 0 0,0 1 0 0 0,0-1 0 0 0,0 0 0 0 0,0 0 0 0 0,0 1 0 0 0,0-1 0 0 0,-1 1 0 0 0,1-1 0 0 0,0 1 0 0 0,0-1 0 0 0,0 1 0 0 0,-1-1 0 0 0,1 1 0 0 0,0 0 0 0 0,-1-1 0 0 0,1 1 0 0 0,0 0 0 0 0,-1 0 0 0 0,1-1 0 0 0,-1 1 0 0 0,1 0 0 0 0,-1 0-1 0 0,0 0 1 0 0,1 0 0 0 0,-1 0 0 0 0,0-1 0 0 0,0 1 0 0 0,1 0 0 0 0,-1 0 0 0 0,0 0 0 0 0,0 0 0 0 0,0 0 0 0 0,0 0 0 0 0,0 0 0 0 0,0 0 0 0 0,0 0 0 0 0,-1 0 0 0 0,1 0 0 0 0,0 0 0 0 0,-1 0 0 0 0,1 1 0 0 0,-2 2 2 0 0,0 1 1 0 0,-1-1-1 0 0,1 0 0 0 0,-1 1 0 0 0,1-1 1 0 0,-7 7-1 0 0,-22 17 41 0 0,-1-1 1 0 0,-1-1 0 0 0,-2-2-1 0 0,-38 20 1 0 0,-17 13 377 0 0,-93 72 435 0 0,182-129-837 0 0,0 1 0 0 0,1 0 0 0 0,-1-1 0 0 0,0 1 0 0 0,0-1 0 0 0,1 1 0 0 0,-1 0 0 0 0,0-1 0 0 0,1 1 0 0 0,-1 0 0 0 0,0 0 0 0 0,1 0 0 0 0,-1-1 0 0 0,1 1 1 0 0,0 0-1 0 0,-1 0 0 0 0,1 0 0 0 0,0 0 0 0 0,-1 0 0 0 0,1 1 0 0 0,0-1 3 0 0,0-1-1 0 0,1 1 1 0 0,-1 0 0 0 0,0-1 0 0 0,0 1-1 0 0,1-1 1 0 0,-1 1 0 0 0,0 0 0 0 0,1-1-1 0 0,-1 1 1 0 0,1-1 0 0 0,-1 1 0 0 0,1-1-1 0 0,-1 0 1 0 0,1 1 0 0 0,-1-1-1 0 0,1 1 1 0 0,-1-1 0 0 0,1 0 0 0 0,0 1-1 0 0,0-1 1 0 0,4 2 65 0 0,0-1-1 0 0,-1 1 1 0 0,1-1-1 0 0,0 0 1 0 0,9 0-1 0 0,62-1 152 0 0,-1-4 0 0 0,109-19 1 0 0,-106 12-183 0 0,29-6 259 0 0,-29 4-2050 0 0,-28 6-3818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03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76 2472 0 0,'-354'109'18114'0'0,"320"-96"-13806"0"0,38-14-3999 0 0,152-22 462 0 0,220-27-561 0 0,333-7-139 0 0,-280 25 80 0 0,-284 18-663 0 0,-144 14 248 0 0,-1 0 0 0 0,1 0 1 0 0,0 0-1 0 0,0 0 0 0 0,0-1 0 0 0,-1 1 1 0 0,1 0-1 0 0,0-1 0 0 0,0 1 1 0 0,-1-1-1 0 0,1 1 0 0 0,0-1 0 0 0,-1 1 1 0 0,1-1-1 0 0,0 1 0 0 0,-1-1 1 0 0,1 1-1 0 0,-1-1 0 0 0,1 0 0 0 0,-1 0 1 0 0,1 1-1 0 0,-1-1 0 0 0,0 0 1 0 0,1 0-1 0 0,-1 1 0 0 0,0-1 1 0 0,1 0-1 0 0,-1 0 0 0 0,0 0 0 0 0,0 1 1 0 0,0-1-1 0 0,0 0 0 0 0,0-1 1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09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48 0 0,'0'0'1816'0'0,"7"-6"-176"0"0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4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314 127 224 0 0,'-6'-24'6820'0'0,"6"21"-6567"0"0,-1 0 0 0 0,1-1 0 0 0,0 1 0 0 0,0 0 0 0 0,0 0 0 0 0,1 0 0 0 0,-1 0 0 0 0,1 0-1 0 0,0-1 1 0 0,-1 1 0 0 0,1 0 0 0 0,1 0 0 0 0,-1 1 0 0 0,0-1 0 0 0,1 0 0 0 0,-1 0 0 0 0,1 1 0 0 0,0-1 0 0 0,0 1 0 0 0,0-1 0 0 0,0 1 0 0 0,3-3 0 0 0,1 1-84 0 0,0 0-1 0 0,0 0 1 0 0,0 1 0 0 0,0-1 0 0 0,1 1 0 0 0,0 1 0 0 0,-1-1-1 0 0,12-2 1 0 0,-14 5-140 0 0,1-1 1 0 0,0 1-1 0 0,0 0 0 0 0,0 0 0 0 0,-1 0 0 0 0,1 0 0 0 0,0 1 0 0 0,0 0 0 0 0,-1 0 0 0 0,1 0 0 0 0,-1 1 0 0 0,1 0 1 0 0,-1 0-1 0 0,6 2 0 0 0,-4 0-6 0 0,0 0 1 0 0,1 0-1 0 0,-1 0 1 0 0,-1 0-1 0 0,1 1 0 0 0,-1 0 1 0 0,0 1-1 0 0,6 6 1 0 0,-8-7 17 0 0,1 0 1 0 0,-1 0 0 0 0,0 1 0 0 0,-1-1-1 0 0,1 1 1 0 0,-1 0 0 0 0,0 0-1 0 0,-1 0 1 0 0,1 0 0 0 0,-1 0-1 0 0,0 0 1 0 0,-1 0 0 0 0,1 12 0 0 0,-2-9 23 0 0,-1 1 1 0 0,0 0-1 0 0,0-1 1 0 0,0 1-1 0 0,-1-1 1 0 0,-1 1-1 0 0,-8 16 1 0 0,-3-2 79 0 0,-1 0-1 0 0,-1 0 1 0 0,-1-2 0 0 0,-41 39 0 0 0,-3-4 428 0 0,-3-3 0 0 0,-103 66 0 0 0,152-109-404 0 0,-76 54 510 0 0,91-65-676 0 0,1 0-1 0 0,0 0 0 0 0,-1 1 0 0 0,1-1 1 0 0,0 0-1 0 0,0 1 0 0 0,-1-1 0 0 0,1 1 1 0 0,0-1-1 0 0,0 0 0 0 0,-1 1 0 0 0,1-1 1 0 0,0 0-1 0 0,0 1 0 0 0,0-1 0 0 0,0 1 1 0 0,0-1-1 0 0,0 1 0 0 0,0-1 0 0 0,0 0 0 0 0,0 1 1 0 0,0-1-1 0 0,0 1 0 0 0,0-1 0 0 0,0 1 1 0 0,0-1-1 0 0,0 0 0 0 0,0 1 0 0 0,0-1 1 0 0,1 1-1 0 0,-1-1 0 0 0,0 0 0 0 0,0 1 1 0 0,0-1-1 0 0,1 1 0 0 0,-1-1 0 0 0,0 0 1 0 0,0 1-1 0 0,1-1 0 0 0,-1 0 0 0 0,0 0 1 0 0,1 1-1 0 0,-1-1 0 0 0,0 0 0 0 0,1 0 0 0 0,-1 1 1 0 0,1-1-1 0 0,0 0 0 0 0,17 9 40 0 0,-6-6-29 0 0,0-1 0 0 0,0 0-1 0 0,0-1 1 0 0,0-1-1 0 0,0 0 1 0 0,0 0-1 0 0,13-3 1 0 0,10 1-20 0 0,-28 2 9 0 0,183-10-2760 0 0,-65-9-6333 0 0,-94 12 3668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4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78 137 1988 0 0,'4'-13'2928'0'0,"0"1"0"0"0,0-1-1 0 0,1-14 1 0 0,-5 25-2405 0 0,3-8 1060 0 0,-10 18-1320 0 0,0-1 1 0 0,1 1-1 0 0,0 0 1 0 0,1 0 0 0 0,0 1-1 0 0,0-1 1 0 0,1 1-1 0 0,-4 10 1 0 0,0 0 35 0 0,1-4-186 0 0,1 0 1 0 0,0 1-1 0 0,2 0 0 0 0,-1 0 1 0 0,2 0-1 0 0,0 1 1 0 0,1-1-1 0 0,1 1 0 0 0,1 21 1 0 0,1-31-97 0 0,-1 1 1 0 0,2-1-1 0 0,-1 1 0 0 0,1-1 1 0 0,0 0-1 0 0,1 0 1 0 0,-1 0-1 0 0,2 0 0 0 0,-1-1 1 0 0,5 8-1 0 0,-5-10 0 0 0,1 1 0 0 0,0-1 1 0 0,0 0-1 0 0,0 0 0 0 0,1 0 0 0 0,-1 0 0 0 0,1-1 0 0 0,0 0 0 0 0,0 0 0 0 0,0 0 0 0 0,0-1 1 0 0,0 0-1 0 0,1 0 0 0 0,8 3 0 0 0,-4-3 4 0 0,-1-1 1 0 0,1 1 0 0 0,0-2-1 0 0,0 1 1 0 0,0-1-1 0 0,1-1 1 0 0,-2 0 0 0 0,1 0-1 0 0,0-1 1 0 0,0 0-1 0 0,0-1 1 0 0,-1 0 0 0 0,1 0-1 0 0,-1-1 1 0 0,0 0-1 0 0,0-1 1 0 0,0 0 0 0 0,-1 0-1 0 0,0-1 1 0 0,0 0-1 0 0,0-1 1 0 0,-1 0 0 0 0,0 0-1 0 0,0 0 1 0 0,-1-1-1 0 0,0 0 1 0 0,6-9 0 0 0,-6 8-18 0 0,-1 0 0 0 0,0 0 1 0 0,0-1-1 0 0,0 0 0 0 0,-1 0 1 0 0,-1 0-1 0 0,0 0 0 0 0,0-1 1 0 0,-1 1-1 0 0,0-1 1 0 0,-1 0-1 0 0,0 1 0 0 0,-1-1 1 0 0,0 0-1 0 0,-1 0 0 0 0,0 1 1 0 0,-1-1-1 0 0,0 0 0 0 0,0 1 1 0 0,-1 0-1 0 0,-1-1 0 0 0,1 1 1 0 0,-2 0-1 0 0,1 1 1 0 0,-8-12-1 0 0,5 13-1 0 0,0 0 1 0 0,0 0-1 0 0,0 0 0 0 0,-1 1 1 0 0,-1 0-1 0 0,1 1 0 0 0,-1 0 1 0 0,0 0-1 0 0,0 1 1 0 0,-1 0-1 0 0,-11-4 0 0 0,14 6-11 0 0,-1 0-1 0 0,1 0 1 0 0,-1 1 0 0 0,0 1-1 0 0,0-1 1 0 0,0 1-1 0 0,0 0 1 0 0,0 1-1 0 0,0 0 1 0 0,0 0-1 0 0,0 1 1 0 0,0 0 0 0 0,0 0-1 0 0,0 1 1 0 0,-12 4-1 0 0,18-5-167 0 0,-1 0-1 0 0,1 1 0 0 0,-1-1 0 0 0,1 0 1 0 0,0 1-1 0 0,0 0 0 0 0,0-1 1 0 0,0 1-1 0 0,0 0 0 0 0,0 0 1 0 0,0 0-1 0 0,1 1 0 0 0,-1-1 1 0 0,1 0-1 0 0,-3 5 0 0 0,4-6-153 0 0,-1 0 1 0 0,1 1-1 0 0,0-1 0 0 0,-1 1 0 0 0,1-1 1 0 0,0 1-1 0 0,0-1 0 0 0,0 1 0 0 0,0-1 0 0 0,0 1 1 0 0,1-1-1 0 0,-1 1 0 0 0,0-1 0 0 0,1 1 1 0 0,-1-1-1 0 0,1 0 0 0 0,-1 1 0 0 0,1-1 1 0 0,0 0-1 0 0,-1 1 0 0 0,1-1 0 0 0,0 0 1 0 0,0 0-1 0 0,0 0 0 0 0,0 1 0 0 0,0-1 0 0 0,0 0 1 0 0,0 0-1 0 0,0-1 0 0 0,2 2 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5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3000 0 0,'16'-1'14450'0'0,"-7"1"-14338"0"0,-1 0 0 0 0,1 0-1 0 0,0-1 1 0 0,0 0-1 0 0,-1 0 1 0 0,1-1 0 0 0,11-4-1 0 0,-4 2-49 0 0,177-31 209 0 0,-113 24-5776 0 0,-64 7-299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5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158 120 956 0 0,'-1'-3'2414'0'0,"1"-5"-756"0"0,-2-3 648 0 0,2 0 1 0 0,-1 1 0 0 0,3-15-1 0 0,-2 21-2046 0 0,1 0-1 0 0,0 1 1 0 0,0-1-1 0 0,0 1 0 0 0,0-1 1 0 0,0 1-1 0 0,1-1 0 0 0,2-4 1 0 0,-2 7-232 0 0,-1 0 1 0 0,0-1-1 0 0,1 1 0 0 0,-1 0 1 0 0,0 0-1 0 0,1 0 0 0 0,-1 0 1 0 0,1 0-1 0 0,0 0 0 0 0,-1 1 1 0 0,1-1-1 0 0,0 0 0 0 0,-1 1 1 0 0,1-1-1 0 0,0 1 1 0 0,0 0-1 0 0,-1 0 0 0 0,1-1 1 0 0,3 2-1 0 0,30 2 59 0 0,-33-3-73 0 0,4 1-6 0 0,0 0 0 0 0,0 1 0 0 0,0-1 1 0 0,0 1-1 0 0,0 0 0 0 0,0 1 0 0 0,-1-1 0 0 0,1 1 0 0 0,-1 0 1 0 0,1 1-1 0 0,-1-1 0 0 0,0 1 0 0 0,-1 0 0 0 0,1 0 0 0 0,-1 1 1 0 0,0-1-1 0 0,0 1 0 0 0,0 0 0 0 0,0 0 0 0 0,-1 0 1 0 0,0 1-1 0 0,0-1 0 0 0,0 1 0 0 0,-1-1 0 0 0,0 1 0 0 0,0 0 1 0 0,0 0-1 0 0,-1 0 0 0 0,0 0 0 0 0,0 0 0 0 0,-1 1 0 0 0,1-1 1 0 0,-1 0-1 0 0,-1 0 0 0 0,1 0 0 0 0,-1 1 0 0 0,0-1 0 0 0,0 0 1 0 0,-1 0-1 0 0,0 0 0 0 0,0-1 0 0 0,-4 8 0 0 0,-5 10 118 0 0,-1 0-1 0 0,-1-1 1 0 0,-1 0 0 0 0,-1-1-1 0 0,-31 33 1 0 0,-100 84 1313 0 0,56-55-547 0 0,89-81-812 0 0,-1 3 95 0 0,1 0 70 0 0,10-1-96 0 0,8-2-88 0 0,1-1 0 0 0,-1 0 0 0 0,0-1 0 0 0,1-1-1 0 0,27-5 1 0 0,1 0-19 0 0,18-4 118 0 0,-61 10-129 0 0,-1-1-25 0 0,1 0 318 0 0,14-3-3027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5:56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410 107 1280 0 0,'32'-86'16085'0'0,"-31"84"-15401"0"0,2-16 2264 0 0,-17 25-2895 0 0,1 0-1 0 0,0 1 0 0 0,0 0 1 0 0,1 1-1 0 0,0 1 1 0 0,-20 21-1 0 0,17-17-29 0 0,-105 103 13 0 0,99-93-24 0 0,0 0-1 0 0,1 2 0 0 0,-19 33 1 0 0,35-51-7 0 0,0-1 0 0 0,0 1 0 0 0,1 0-1 0 0,0 0 1 0 0,0 0 0 0 0,1 1 0 0 0,0-1 0 0 0,0 1 0 0 0,1-1 0 0 0,0 1 0 0 0,1 11 0 0 0,0-15 0 0 0,1 0 1 0 0,0 0-1 0 0,0-1 0 0 0,0 1 0 0 0,1 0 0 0 0,-1-1 0 0 0,1 1 1 0 0,0-1-1 0 0,1 1 0 0 0,-1-1 0 0 0,1 0 0 0 0,0 0 0 0 0,0 0 1 0 0,0 0-1 0 0,0-1 0 0 0,1 1 0 0 0,-1-1 0 0 0,1 0 0 0 0,0 0 1 0 0,0 0-1 0 0,6 3 0 0 0,0-1 20 0 0,1 1 0 0 0,-1-2 0 0 0,1 0-1 0 0,0 0 1 0 0,0-1 0 0 0,1 0 0 0 0,-1-1 0 0 0,16 2 0 0 0,-21-4-4 0 0,1 0 0 0 0,0 0 0 0 0,0 0 0 0 0,0-1 1 0 0,0 0-1 0 0,0 0 0 0 0,0 0 0 0 0,-1-1 0 0 0,1 0 0 0 0,0-1 1 0 0,-1 1-1 0 0,0-1 0 0 0,1-1 0 0 0,10-7 0 0 0,-16 10-20 0 0,0 1 0 0 0,0-1 0 0 0,0 0-1 0 0,0 0 1 0 0,-1 0 0 0 0,1 0 0 0 0,0 0 0 0 0,0 0-1 0 0,-1 0 1 0 0,1 0 0 0 0,0 0 0 0 0,-1 0-1 0 0,1 0 1 0 0,-1-1 0 0 0,0 1 0 0 0,1 0 0 0 0,-1 0-1 0 0,0 0 1 0 0,0-1 0 0 0,0 1 0 0 0,0 0-1 0 0,0 0 1 0 0,0-1 0 0 0,0 1 0 0 0,0 0 0 0 0,0 0-1 0 0,0-1 1 0 0,-1 1 0 0 0,1 0 0 0 0,-1 0-1 0 0,1 0 1 0 0,-1 0 0 0 0,0-2 0 0 0,0 1 2 0 0,-1 0 1 0 0,1 0-1 0 0,-1 0 0 0 0,0 0 1 0 0,1 0-1 0 0,-1 0 1 0 0,0 1-1 0 0,0-1 1 0 0,0 1-1 0 0,0-1 1 0 0,0 1-1 0 0,-1 0 0 0 0,1 0 1 0 0,0 0-1 0 0,-3-1 1 0 0,-8-1 7 0 0,0 0 1 0 0,0 2-1 0 0,1-1 1 0 0,-1 1-1 0 0,0 1 1 0 0,0 1-1 0 0,0 0 0 0 0,0 0 1 0 0,0 1-1 0 0,-22 7 1 0 0,19-4-953 0 0,0 1 1 0 0,-28 15-1 0 0,25-10-3804 0 0,-32 25-1 0 0,30-19-2928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15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8 608 0 0,'-10'4'9548'0'0,"21"-4"-9051"0"0,-1 1 0 0 0,1-1 0 0 0,-1-1 0 0 0,1 0 0 0 0,13-3 0 0 0,-7 1-425 0 0,-15 3-44 0 0,1 0-17 0 0,3-1-10 0 0,-3 0-4 0 0,-1 1 0 0 0,1 0-1 0 0,-1-1 1 0 0,1 1-1 0 0,0 0 1 0 0,-1 0 0 0 0,1 0-1 0 0,0 0 1 0 0,-1 1 0 0 0,1-1-1 0 0,0 1 1 0 0,-1 0 0 0 0,1 0-1 0 0,-1 0 1 0 0,1 0 0 0 0,-1 0-1 0 0,4 3 1 0 0,-1-1 7 0 0,-1 0-1 0 0,0 1 1 0 0,0-1 0 0 0,-1 1-1 0 0,1 0 1 0 0,-1 0 0 0 0,0 1-1 0 0,0-1 1 0 0,0 1 0 0 0,-1-1-1 0 0,1 1 1 0 0,-1 0 0 0 0,-1 0-1 0 0,1 0 1 0 0,0 0 0 0 0,0 10 0 0 0,1-2 83 0 0,-2 0 1 0 0,0 0 0 0 0,-1 0 0 0 0,0 0-1 0 0,-4 24 1 0 0,3-32-52 0 0,-15 72 492 0 0,14-69-343 0 0,-1 0-1 0 0,0 0 0 0 0,0-1 1 0 0,-1 0-1 0 0,0 1 0 0 0,0-1 1 0 0,-9 10-1 0 0,3-6 56 0 0,1-1 0 0 0,-1-1 0 0 0,-1 0 0 0 0,0 0 0 0 0,0-1 1 0 0,0-1-1 0 0,-1 0 0 0 0,0 0 0 0 0,-1-1 0 0 0,1-1 0 0 0,-1 0 0 0 0,0 0 0 0 0,-19 3 0 0 0,20-6-99 0 0,0 0 1 0 0,-1-1-1 0 0,1-1 1 0 0,0 0-1 0 0,0 0 0 0 0,0-1 1 0 0,0 0-1 0 0,-1-1 1 0 0,2-1-1 0 0,-1 0 0 0 0,0 0 1 0 0,0-2-1 0 0,-13-6 1 0 0,18 6-112 0 0,0 0 1 0 0,0 0-1 0 0,0-1 1 0 0,1 0 0 0 0,0 0-1 0 0,1-1 1 0 0,-1 0-1 0 0,1 0 1 0 0,-6-11 0 0 0,10 17-21 0 0,0 0-6 0 0,0 1-1 0 0,0-1 1 0 0,1 0-1 0 0,-1 1 1 0 0,0-1-1 0 0,0 0 1 0 0,0 0-1 0 0,1 0 1 0 0,-1 0-1 0 0,0 0 1 0 0,1 0 0 0 0,-2-2-1 0 0,-7-9 9 0 0,7 10 17 0 0,-24-16-347 0 0,25 17 138 0 0,0 1 0 0 0,0-1 1 0 0,0 0-1 0 0,0 1 0 0 0,-1-1 0 0 0,1 1 1 0 0,0 0-1 0 0,0-1 0 0 0,0 1 1 0 0,0 0-1 0 0,-1 0 0 0 0,1 0 0 0 0,0 0 1 0 0,0 0-1 0 0,0 0 0 0 0,-1 0 1 0 0,1 0-1 0 0,0 0 0 0 0,0 0 0 0 0,0 1 1 0 0,-1-1-1 0 0,0 1 0 0 0,-3 3-1032 0 0,-12 7-5182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17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40 732 0 0,'-16'2'8436'0'0,"-5"6"445"0"0,21-8-8862 0 0,0 0 0 0 0,0 0-1 0 0,0 0 1 0 0,0 1 0 0 0,0-1 0 0 0,0 0-1 0 0,0 0 1 0 0,0 0 0 0 0,0 0 0 0 0,0 1-1 0 0,0-1 1 0 0,0 0 0 0 0,0 0 0 0 0,1 0-1 0 0,-1 0 1 0 0,0 0 0 0 0,0 1 0 0 0,0-1-1 0 0,0 0 1 0 0,0 0 0 0 0,0 0 0 0 0,0 0-1 0 0,0 0 1 0 0,1 0 0 0 0,-1 1 0 0 0,0-1-1 0 0,0 0 1 0 0,0 0 0 0 0,0 0 0 0 0,1 0 0 0 0,-1 0-1 0 0,0 0 1 0 0,0 0 0 0 0,0 0 0 0 0,0 0-1 0 0,0 0 1 0 0,1 0 0 0 0,-1 0 0 0 0,0 0-1 0 0,0 0 1 0 0,0 0 0 0 0,1 0 0 0 0,-1 0-1 0 0,0 0 1 0 0,0 0 0 0 0,0 0 0 0 0,18 0 220 0 0,25-5-341 0 0,-37 4 186 0 0,63-9-41 0 0,163-17 27 0 0,-198 22-40 0 0,-31 5-27 0 0,12-2 7 0 0,-11 2-16 0 0,22-3 22 0 0,-23 2-11 0 0,0 2-758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17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73 1488 0 0,'10'-38'7759'0'0,"-2"5"-4230"0"0,-7 32-2798 0 0,1 16 43 0 0,-1 0 0 0 0,0 0 0 0 0,-1 0 0 0 0,-1 0 0 0 0,0 0 0 0 0,-7 29 0 0 0,2-5-31 0 0,-46 258 1975 0 0,26-156-2093 0 0,9-58-444 0 0,-7 40 96 0 0,16-98 215 0 0,4-18-1058 0 0,5-16-3447 0 0,3-4 1418 0 0,1 0 0 0 0,0 0-1 0 0,8-13 1 0 0,0 5-4002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18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324 112 252 0 0,'78'-105'16474'0'0,"-77"103"-16042"0"0,2-2 941 0 0,-9 8-915 0 0,5-4-447 0 0,-173 207 3517 0 0,151-176-3271 0 0,2 1 0 0 0,1 1-1 0 0,1 2 1 0 0,-27 68 0 0 0,43-93-218 0 0,0-1 0 0 0,1 0 0 0 0,0 1 0 0 0,0 0 0 0 0,1-1 0 0 0,0 1-1 0 0,1 0 1 0 0,0-1 0 0 0,1 1 0 0 0,0 0 0 0 0,0 0 0 0 0,5 15 0 0 0,-4-20-19 0 0,0 0 1 0 0,0 0 0 0 0,1 0-1 0 0,-1 0 1 0 0,1 0-1 0 0,0-1 1 0 0,0 0 0 0 0,1 1-1 0 0,-1-1 1 0 0,1 0-1 0 0,0-1 1 0 0,0 1 0 0 0,0-1-1 0 0,0 0 1 0 0,1 1 0 0 0,0-2-1 0 0,-1 1 1 0 0,1-1-1 0 0,0 0 1 0 0,0 0 0 0 0,0 0-1 0 0,0 0 1 0 0,1-1-1 0 0,6 1 1 0 0,-1-1 12 0 0,-1 0-1 0 0,1 0 1 0 0,0-2-1 0 0,-1 1 1 0 0,1-1 0 0 0,-1-1-1 0 0,16-3 1 0 0,-18 3 15 0 0,-1-1 0 0 0,1 0 0 0 0,-1 0 0 0 0,0 0 1 0 0,0-1-1 0 0,0 1 0 0 0,-1-2 0 0 0,1 1 0 0 0,-1-1 1 0 0,11-11-1 0 0,-16 15-34 0 0,1-1 1 0 0,-1 1-1 0 0,0-1 1 0 0,0 0-1 0 0,1 1 1 0 0,-1-1 0 0 0,-1 0-1 0 0,1 0 1 0 0,0 0-1 0 0,0 0 1 0 0,-1 0-1 0 0,1 0 1 0 0,-1 0-1 0 0,1 0 1 0 0,-1 0-1 0 0,0 0 1 0 0,0 0-1 0 0,0-1 1 0 0,0 1 0 0 0,0 0-1 0 0,0 0 1 0 0,-1 0-1 0 0,1 0 1 0 0,-1 0-1 0 0,1 0 1 0 0,-1 0-1 0 0,0 0 1 0 0,0 0-1 0 0,0 0 1 0 0,0 1 0 0 0,0-1-1 0 0,0 0 1 0 0,-1 0-1 0 0,-1-2 1 0 0,-1 1-12 0 0,1-1 0 0 0,-1 1 0 0 0,0 0 1 0 0,0 0-1 0 0,0 0 0 0 0,0 1 0 0 0,0 0 0 0 0,-1-1 1 0 0,1 1-1 0 0,-1 1 0 0 0,1-1 0 0 0,-1 1 1 0 0,-9-2-1 0 0,1 2-258 0 0,1 0 0 0 0,-1 1-1 0 0,1 1 1 0 0,-1 0 0 0 0,1 1 0 0 0,0 0 0 0 0,0 1 0 0 0,-16 5 0 0 0,-3 5-4460 0 0,-52 28 0 0 0,55-26 1161 0 0,-16 9-4940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1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71 1204 0 0,'0'0'1281'0'0,"-7"29"10070"0"0,15-34-11325 0 0,-1 0 0 0 0,1 0 0 0 0,0 0 0 0 0,0 1 0 0 0,0 1 0 0 0,0-1 0 0 0,1 1 0 0 0,0 1 0 0 0,-1-1 0 0 0,1 1 0 0 0,0 1 0 0 0,0 0 0 0 0,0 0 0 0 0,0 1 0 0 0,0 0 0 0 0,0 0 0 0 0,0 1 0 0 0,0 1 0 0 0,0-1 0 0 0,0 1 0 0 0,0 1 0 0 0,-1 0 0 0 0,1 0 1 0 0,-1 0-1 0 0,0 1 0 0 0,0 1 0 0 0,0-1 0 0 0,0 1 0 0 0,-1 0 0 0 0,13 12 0 0 0,-15-11-34 0 0,0-1 1 0 0,-1 1 0 0 0,1 0-1 0 0,-1 0 1 0 0,-1 1 0 0 0,1-1-1 0 0,-1 1 1 0 0,0-1 0 0 0,-1 1-1 0 0,0 0 1 0 0,0 0-1 0 0,0 1 1 0 0,-1-1 0 0 0,0 0-1 0 0,0 0 1 0 0,-1 1 0 0 0,1-1-1 0 0,-2 0 1 0 0,1 1 0 0 0,-1-1-1 0 0,-3 10 1 0 0,1-3 67 0 0,0 0-1 0 0,-1-1 1 0 0,-1 1-1 0 0,-1-1 1 0 0,1 0 0 0 0,-2 0-1 0 0,0-1 1 0 0,-1 0-1 0 0,0 0 1 0 0,-10 11 0 0 0,13-17 133 0 0,1-2 31 0 0,1 0 0 0 0,-1 0 0 0 0,0-1 0 0 0,0 1 0 0 0,-8 5 0 0 0,10-8-102 0 0,1-2-107 0 0,1 1-1 0 0,-1 0 0 0 0,0 0 0 0 0,1-1 1 0 0,-1 1-1 0 0,0 0 0 0 0,1-1 1 0 0,-1 1-1 0 0,1 0 0 0 0,-1-1 1 0 0,1 1-1 0 0,-1-1 0 0 0,1 1 1 0 0,-1-1-1 0 0,1 1 0 0 0,-1-2 1 0 0,0-3 3 0 0,2 0 1 0 0,-1 0-1 0 0,0 0 1 0 0,1 0 0 0 0,0 0-1 0 0,0 0 1 0 0,1 0-1 0 0,0 0 1 0 0,-1 0 0 0 0,6-7-1 0 0,30-50 39 0 0,-27 46-28 0 0,30-38 7 0 0,1 3 1 0 0,3 1 0 0 0,52-46 0 0 0,-49 49-33 0 0,-40 35 9 0 0,-7 11-13 0 0,-1 1 0 0 0,0 0-1 0 0,0-1 1 0 0,0 1 0 0 0,0 0 0 0 0,0 0-1 0 0,0 0 1 0 0,0 0 0 0 0,0 0-1 0 0,0 0 1 0 0,0 0 0 0 0,0 0 0 0 0,0 0-1 0 0,0 0 1 0 0,0 1 0 0 0,0-1 0 0 0,0 0-1 0 0,1 1 1 0 0,-1-1 0 0 0,0 0-1 0 0,0 1 1 0 0,0-1 0 0 0,0 1 0 0 0,0-1-1 0 0,1 1 1 0 0,-1 0 0 0 0,0-1-1 0 0,0 2 1 0 0,-1-1-3 0 0,-14 12-16 0 0,1 0-1 0 0,1 0 1 0 0,0 2 0 0 0,0-1 0 0 0,2 2-1 0 0,-12 17 1 0 0,15-21 9 0 0,1 0-1 0 0,1 0 1 0 0,0 1-1 0 0,1 0 1 0 0,0 0-1 0 0,1 1 0 0 0,1 0 1 0 0,-4 14-1 0 0,8-23 12 0 0,-1 0-1 0 0,0-1 1 0 0,1 1 0 0 0,0-1-1 0 0,0 1 1 0 0,1 0-1 0 0,-1-1 1 0 0,1 1-1 0 0,0-1 1 0 0,0 1 0 0 0,0-1-1 0 0,1 1 1 0 0,0-1-1 0 0,0 0 1 0 0,0 0-1 0 0,0 0 1 0 0,0 0-1 0 0,1 0 1 0 0,0 0 0 0 0,0-1-1 0 0,0 1 1 0 0,0-1-1 0 0,0 0 1 0 0,1 0-1 0 0,0 0 1 0 0,-1 0-1 0 0,1-1 1 0 0,7 4 0 0 0,1-1-63 0 0,-1 0 0 0 0,0-1 0 0 0,1-1 0 0 0,0 0 0 0 0,0 0 1 0 0,0-2-1 0 0,0 1 0 0 0,0-1 0 0 0,22-2 0 0 0,39-5-2855 0 0,-5-6-3894 0 0,-50 8 2292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2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93 732 0 0,'-89'37'6323'0'0,"-6"2"5651"0"0,105-38-11691 0 0,0-1-1 0 0,0 1 1 0 0,0-2 0 0 0,0 1-1 0 0,0-1 1 0 0,0-1 0 0 0,11-2-1 0 0,6-1-20 0 0,182-26 387 0 0,165-22-304 0 0,-131 25-252 0 0,84-11 35 0 0,-256 32-100 0 0,-67 7-150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5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110 151 1464 0 0,'0'0'2921'0'0,"-14"-2"891"0"0,4-1-2810 0 0,1 0 0 0 0,0 0-1 0 0,0-1 1 0 0,0 0-1 0 0,0-1 1 0 0,1 1 0 0 0,-12-10-1 0 0,19 13-752 0 0,0 1-229 0 0,1 0-1 0 0,-1 0 1 0 0,1 0 0 0 0,-1-1-1 0 0,1 1 1 0 0,-1 0 0 0 0,0 0 0 0 0,1-1-1 0 0,-1 1 1 0 0,1 0 0 0 0,-1-1-1 0 0,1 1 1 0 0,0 0 0 0 0,-1-1 0 0 0,1 1-1 0 0,-1-1 1 0 0,1 1 0 0 0,0-1 0 0 0,-1 1-1 0 0,1-1 1 0 0,0 1 0 0 0,-1-1-1 0 0,1 1 1 0 0,0-1 0 0 0,0 1 0 0 0,0-1-1 0 0,-1 0 1 0 0,1 1 0 0 0,0-1-1 0 0,0 1 1 0 0,0-1 0 0 0,0 0 0 0 0,0 1-1 0 0,0-1 1 0 0,0 0 0 0 0,3-20 165 0 0,0 17-177 0 0,0 1 0 0 0,0-1 0 0 0,0 0-1 0 0,0 1 1 0 0,0 0 0 0 0,1-1 0 0 0,0 1-1 0 0,-1 1 1 0 0,1-1 0 0 0,0 0 0 0 0,0 1-1 0 0,7-3 1 0 0,2 0-6 0 0,0 0 1 0 0,0 0-1 0 0,14-2 0 0 0,-16 5-1 0 0,0 0-1 0 0,1 1 1 0 0,-1 0 0 0 0,0 1-1 0 0,1 0 1 0 0,-1 1-1 0 0,1 1 1 0 0,-1-1 0 0 0,0 2-1 0 0,0-1 1 0 0,0 2-1 0 0,0-1 1 0 0,17 9-1 0 0,-22-9-4 0 0,-1 0-1 0 0,1 1 1 0 0,-1 0 0 0 0,0-1-1 0 0,0 1 1 0 0,0 1-1 0 0,-1-1 1 0 0,0 1-1 0 0,0 0 1 0 0,0 0-1 0 0,0 0 1 0 0,-1 0-1 0 0,1 1 1 0 0,-1 0-1 0 0,-1-1 1 0 0,1 1-1 0 0,-1 0 1 0 0,0 0-1 0 0,-1 0 1 0 0,1 1-1 0 0,-1-1 1 0 0,0 0-1 0 0,-1 1 1 0 0,1-1 0 0 0,-1 0-1 0 0,-1 7 1 0 0,-2 4 77 0 0,0 0 0 0 0,-1 0 0 0 0,0-1 0 0 0,-1 1 0 0 0,-1-1 0 0 0,-1-1 0 0 0,0 1 0 0 0,-1-1 0 0 0,-18 25 0 0 0,-10 8 640 0 0,-58 61 0 0 0,84-98-636 0 0,-37 44 234 0 0,47-55-307 0 0,0 1 0 0 0,0-1-1 0 0,0 0 1 0 0,0 1 0 0 0,0-1-1 0 0,1 1 1 0 0,-1-1-1 0 0,0 0 1 0 0,0 1 0 0 0,0-1-1 0 0,0 0 1 0 0,0 1 0 0 0,1-1-1 0 0,-1 0 1 0 0,0 1-1 0 0,0-1 1 0 0,1 0 0 0 0,-1 0-1 0 0,0 1 1 0 0,0-1 0 0 0,1 0-1 0 0,-1 0 1 0 0,0 1-1 0 0,1-1 1 0 0,-1 0 0 0 0,0 0-1 0 0,1 0 1 0 0,-1 0 0 0 0,0 1-1 0 0,1-1 1 0 0,-1 0-1 0 0,0 0 1 0 0,1 0 0 0 0,-1 0-1 0 0,1 0 1 0 0,-1 0 0 0 0,0 0-1 0 0,1 0 1 0 0,-1 0-1 0 0,1 0 1 0 0,14 2 19 0 0,-15-2-24 0 0,22-1-17 0 0,0 0-1 0 0,0-2 0 0 0,-1 0 1 0 0,29-9-1 0 0,-6 1-1 0 0,332-69-25 0 0,-366 78 43 0 0,37-9 190 0 0,-37 3 363 0 0,1-15-4328 0 0,-1 4 126 0 0,11-5-2348 0 0,-6 10 1184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5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128 137 492 0 0,'-3'-1'1099'0'0,"-22"-8"1584"0"0,10 3-907 0 0,0 0-1 0 0,-17-9 0 0 0,31 14-1346 0 0,-24-5 2190 0 0,13 2 540 0 0,24-1-3111 0 0,1 1 0 0 0,-1 0 0 0 0,1 1 0 0 0,0 1 0 0 0,0-1 0 0 0,16 1 0 0 0,6-2 2 0 0,370-48 157 0 0,-338 44-151 0 0,-65 7-52 0 0,18 0-861 0 0,-20 1 768 0 0,0 0 0 0 0,1 1 0 0 0,-1-1 0 0 0,1 0 0 0 0,-1 0 0 0 0,1 0 0 0 0,-1 0-1 0 0,1 0 1 0 0,-1 1 0 0 0,1-1 0 0 0,-1 0 0 0 0,0 0 0 0 0,1 1 0 0 0,-1-1 0 0 0,0 0-1 0 0,1 1 1 0 0,-1-1 0 0 0,0 1 0 0 0,1-1 0 0 0,-1 0 0 0 0,0 1 0 0 0,0-1 0 0 0,1 1-1 0 0,-1-1 1 0 0,0 0 0 0 0,0 1 0 0 0,0-1 0 0 0,0 1 0 0 0,1-1 0 0 0,-1 1 0 0 0,0-1 0 0 0,0 1-1 0 0,0-1 1 0 0,0 1 0 0 0,0-1 0 0 0,0 1 0 0 0,0-1 0 0 0,-1 1 0 0 0,1-1 0 0 0,0 1-1 0 0,0-1 1 0 0,0 0 0 0 0,0 1 0 0 0,0-1 0 0 0,-1 1 0 0 0,1 0 0 0 0,-17 20-5482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5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0 1444 0 0,'-108'61'13079'0'0,"106"-60"-12769"0"0,2-1-264 0 0,0 1 0 0 0,-1-1-1 0 0,1 0 1 0 0,0 0 0 0 0,0 0 0 0 0,-1 0-1 0 0,1 1 1 0 0,0-1 0 0 0,0 0-1 0 0,-1 0 1 0 0,1 1 0 0 0,0-1 0 0 0,0 0-1 0 0,0 1 1 0 0,-1-1 0 0 0,1 0-1 0 0,0 1 1 0 0,0-1 0 0 0,0 0 0 0 0,0 1-1 0 0,0-1 1 0 0,0 0 0 0 0,0 1-1 0 0,0-1 1 0 0,0 0 0 0 0,0 1-1 0 0,4 1 60 0 0,1-1 0 0 0,-1 1 0 0 0,1-1 0 0 0,-1 0-1 0 0,1 0 1 0 0,0-1 0 0 0,0 0 0 0 0,5 0 0 0 0,45-3 162 0 0,-30 0-127 0 0,245-25 314 0 0,-4 0-284 0 0,-210 22-127 0 0,8-1-1253 0 0,-24 8-2548 0 0,-38-1 2709 0 0,5 2-718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7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58 1308 0 0,'-6'-12'2802'0'0,"-19"-25"1517"0"0,24 36-3960 0 0,-2-2-13 0 0,3 3-329 0 0,0-1-1 0 0,0 1 0 0 0,0 0 0 0 0,0 0 0 0 0,0 0 0 0 0,0-1 0 0 0,-1 1 0 0 0,1 0 0 0 0,0 0 0 0 0,0 0 1 0 0,0-1-1 0 0,0 1 0 0 0,0 0 0 0 0,0 0 0 0 0,-1 0 0 0 0,1 0 0 0 0,0 0 0 0 0,0-1 0 0 0,0 1 1 0 0,0 0-1 0 0,-1 0 0 0 0,1 0 0 0 0,0 0 0 0 0,0 0 0 0 0,0 0 0 0 0,-1 0 0 0 0,1 0 0 0 0,0 0 0 0 0,0 0 1 0 0,0 0-1 0 0,-1 0 0 0 0,1-1 0 0 0,0 1 0 0 0,0 1 0 0 0,0-1 0 0 0,-1 0 0 0 0,-1 2 34 0 0,0 1-1 0 0,0 0 1 0 0,0 0-1 0 0,0 0 1 0 0,0 0 0 0 0,1 0-1 0 0,-1 0 1 0 0,1 0-1 0 0,0 1 1 0 0,0-1-1 0 0,0 0 1 0 0,1 1 0 0 0,-1-1-1 0 0,1 1 1 0 0,-1 4-1 0 0,0 7 35 0 0,1 0-1 0 0,1 20 1 0 0,1-24-16 0 0,-1 0-1 0 0,1 0 1 0 0,1-1 0 0 0,0 1 0 0 0,0-1 0 0 0,1 0 0 0 0,0 0 0 0 0,1 0-1 0 0,8 13 1 0 0,-9-19 4 0 0,-1 1 0 0 0,1-1-1 0 0,0 0 1 0 0,0 0 0 0 0,0 0-1 0 0,0 0 1 0 0,1-1 0 0 0,-1 0-1 0 0,1 1 1 0 0,0-2-1 0 0,0 1 1 0 0,0-1 0 0 0,0 0-1 0 0,1 0 1 0 0,-1 0 0 0 0,1-1-1 0 0,-1 1 1 0 0,1-1 0 0 0,-1-1-1 0 0,1 1 1 0 0,5-1 0 0 0,-6 0-12 0 0,-1 0 1 0 0,0 0-1 0 0,0-1 1 0 0,1 1 0 0 0,-1-1-1 0 0,0 0 1 0 0,0 0-1 0 0,0-1 1 0 0,0 1-1 0 0,0-1 1 0 0,0 0 0 0 0,0 0-1 0 0,0 0 1 0 0,-1 0-1 0 0,1-1 1 0 0,-1 1 0 0 0,0-1-1 0 0,1 0 1 0 0,-1 0-1 0 0,-1 0 1 0 0,1-1 0 0 0,0 1-1 0 0,-1-1 1 0 0,0 1-1 0 0,3-6 1 0 0,0-6 349 0 0,0-1-1 0 0,0 1 1 0 0,3-29-1 0 0,-7 36-156 0 0,0-13 179 0 0,-7 28-245 0 0,-10 30-102 0 0,-24 79 38 0 0,11-31-98 0 0,-44 91-1 0 0,68-165-13 0 0,2-3 5 0 0,-1-1 1 0 0,1 1 0 0 0,-1-1 0 0 0,-1 0-1 0 0,1 0 1 0 0,-1-1 0 0 0,-1 1-1 0 0,1-1 1 0 0,-1 0 0 0 0,-6 5 0 0 0,7-10-236 0 0,0 1 0 0 0,-1-1 0 0 0,1 0 0 0 0,0 0 0 0 0,0-1 0 0 0,-1 0 0 0 0,1 0 0 0 0,0 0 0 0 0,0-1 0 0 0,-1 1 0 0 0,1-1 0 0 0,-7-2 0 0 0,-73-18-8407 0 0,65 18 4937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7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0 524 0 0,'-2'2'584'0'0,"-1"1"0"0"0,1-1 0 0 0,-1 1 0 0 0,1 0 0 0 0,0 0 0 0 0,0 0 0 0 0,0 0 0 0 0,0 0 1 0 0,1 0-1 0 0,-1 0 0 0 0,1 1 0 0 0,0-1 0 0 0,0 0 0 0 0,-1 7 0 0 0,1-9-492 0 0,1 0 0 0 0,0 0 0 0 0,1 0 0 0 0,-1 0 0 0 0,0 0 0 0 0,0 0 0 0 0,0 0-1 0 0,1 0 1 0 0,-1-1 0 0 0,0 1 0 0 0,1 0 0 0 0,-1 0 0 0 0,0 0 0 0 0,1 0 0 0 0,-1-1 0 0 0,1 1 0 0 0,0 0 0 0 0,-1-1 0 0 0,1 1 0 0 0,-1 0 0 0 0,1-1 0 0 0,0 1 0 0 0,0-1 0 0 0,0 1 0 0 0,22 10 1019 0 0,-22-10-1053 0 0,19 4 285 0 0,0 0 0 0 0,1-2-1 0 0,-1 0 1 0 0,1-1 0 0 0,-1-2-1 0 0,26-1 1 0 0,-16 1-132 0 0,427-23 978 0 0,-225 8-969 0 0,-63 6-917 0 0,-168 9 623 0 0,-1 0 0 0 0,1 0 0 0 0,-1 0 0 0 0,1 0 1 0 0,-1 0-1 0 0,0 0 0 0 0,1 0 0 0 0,-1 0 0 0 0,1 0 0 0 0,-1 0 1 0 0,1 0-1 0 0,-1 0 0 0 0,1 0 0 0 0,-1 0 0 0 0,1 1 0 0 0,-1-1 0 0 0,1 0 1 0 0,-1 0-1 0 0,0 0 0 0 0,1 1 0 0 0,-1-1 0 0 0,1 0 0 0 0,-1 1 1 0 0,0-1-1 0 0,1 0 0 0 0,-1 1 0 0 0,0-1 0 0 0,1 0 0 0 0,-1 1 0 0 0,0-1 1 0 0,0 1-1 0 0,1-1 0 0 0,-1 0 0 0 0,0 1 0 0 0,0-1 0 0 0,0 1 1 0 0,0-1-1 0 0,0 1 0 0 0,1-1 0 0 0,-1 1 0 0 0,0-1 0 0 0,0 1 0 0 0,0-1 1 0 0,0 1-1 0 0,0-1 0 0 0,0 0 0 0 0,-1 1 0 0 0,1-1 0 0 0,0 1 1 0 0,0-1-1 0 0,0 1 0 0 0,0-1 0 0 0,0 1 0 0 0,-1 0 0 0 0,-14 20-5630 0 0,3-10 1799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7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 2624 0 0,'-2'2'1844'0'0,"-2"4"-406"0"0,-1 1 0 0 0,1 0 0 0 0,0 0 0 0 0,0 0 0 0 0,1 1 0 0 0,0-1 0 0 0,-3 12-1 0 0,-14 86 4136 0 0,5 55-1835 0 0,6-59-2237 0 0,-32 233 1011 0 0,41-324-5296 0 0,3-15 587 0 0,7-29-1398 0 0,-2 9 260 0 0,3-2-1840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7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70 956 0 0,'-89'-23'10451'0'0,"87"22"-9802"0"0,-16-3 1102 0 0,18 4-1737 0 0,-1 0 0 0 0,1 0 1 0 0,0-1-1 0 0,0 1 1 0 0,0 0-1 0 0,0 0 1 0 0,0 0-1 0 0,0-1 0 0 0,0 1 1 0 0,0 0-1 0 0,0 0 1 0 0,0 0-1 0 0,0-1 1 0 0,0 1-1 0 0,0 0 0 0 0,0 0 1 0 0,0 0-1 0 0,0-1 1 0 0,0 1-1 0 0,0 0 1 0 0,1 0-1 0 0,-1 0 0 0 0,0 0 1 0 0,0-1-1 0 0,0 1 1 0 0,0 0-1 0 0,0 0 1 0 0,0 0-1 0 0,1 0 0 0 0,-1-1 1 0 0,0 1-1 0 0,0 0 1 0 0,0 0-1 0 0,0 0 0 0 0,0 0 1 0 0,1 0-1 0 0,-1 0 1 0 0,0 0-1 0 0,0 0 1 0 0,0 0-1 0 0,1-1 0 0 0,-1 1 1 0 0,0 0-1 0 0,0 0 1 0 0,0 0-1 0 0,1 0 1 0 0,-1 0-1 0 0,0 0 0 0 0,0 0 1 0 0,1 0-1 0 0,21-7 252 0 0,24-2-126 0 0,-41 8-215 0 0,128-14 445 0 0,-66 13-2262 0 0,-2 8-4587 0 0,-52-3 2011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8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59 1956 0 0,'-66'36'8042'0'0,"65"-35"-7973"0"0,1-1 0 0 0,0 0 0 0 0,0 0 0 0 0,-1 0 0 0 0,1 0 0 0 0,0 0 0 0 0,-1 0 0 0 0,1 0 0 0 0,0 1 0 0 0,-1-1 1 0 0,1 0-1 0 0,0 0 0 0 0,0 0 0 0 0,-1 0 0 0 0,1 1 0 0 0,0-1 0 0 0,0 0 0 0 0,0 0 0 0 0,-1 1 0 0 0,1-1 0 0 0,0 0 1 0 0,0 1-1 0 0,0-1 0 0 0,0 0 0 0 0,0 0 0 0 0,-1 1 0 0 0,1-1 0 0 0,0 0 0 0 0,0 1 0 0 0,0-1 0 0 0,0 0 0 0 0,0 1 1 0 0,0-1-1 0 0,0 0 0 0 0,0 1 0 0 0,1-1-11 0 0,-1 1-1 0 0,1-1 1 0 0,-1 1 0 0 0,1-1 0 0 0,-1 0 0 0 0,1 1-1 0 0,0-1 1 0 0,-1 0 0 0 0,1 1 0 0 0,0-1-1 0 0,-1 0 1 0 0,1 0 0 0 0,0 0 0 0 0,-1 0-1 0 0,1 0 1 0 0,0 1 0 0 0,-1-1 0 0 0,1 0 0 0 0,0-1-1 0 0,-1 1 1 0 0,2 0 0 0 0,238-26 1287 0 0,4-15-3871 0 0,-241 41 2464 0 0,132-27-5272 0 0,-66 13 559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9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51 1824 0 0,'-142'69'12381'0'0,"143"-69"-12302"0"0,-1 0 0 0 0,0 0 0 0 0,1 0 0 0 0,-1 0 0 0 0,0 0 0 0 0,1 0 0 0 0,-1 0 0 0 0,0 0 0 0 0,1 0 0 0 0,-1 1 0 0 0,0-1 0 0 0,1 0 0 0 0,-1 0 0 0 0,0 0 0 0 0,0 1 0 0 0,1-1 0 0 0,-1 0 0 0 0,0 0 0 0 0,0 0 0 0 0,1 1 0 0 0,-1-1 0 0 0,0 0 0 0 0,0 1 0 0 0,0-1 0 0 0,1 0 0 0 0,-1 0 0 0 0,0 1 0 0 0,0-1 0 0 0,0 0 0 0 0,0 1 0 0 0,0-1 0 0 0,0 0 0 0 0,0 1 0 0 0,0-1 0 0 0,0 0 0 0 0,0 1-1 0 0,0-1 1 0 0,0 1 0 0 0,0-1 0 0 0,0 0 0 0 0,0 1 0 0 0,0-1 0 0 0,0 0 0 0 0,0 1 0 0 0,0-1 0 0 0,0 0 0 0 0,-1 0 0 0 0,1 1 0 0 0,0-1 0 0 0,0 0 0 0 0,0 1 0 0 0,-1-1 0 0 0,1 0 0 0 0,0 0 0 0 0,0 1 0 0 0,0-1 0 0 0,-1 0 0 0 0,1 0 0 0 0,0 0 0 0 0,-1 1 0 0 0,1-1 0 0 0,46 0 791 0 0,0-2 0 0 0,81-14-1 0 0,-53 6-631 0 0,-2 1-104 0 0,478-75 311 0 0,-493 74-1707 0 0,-23 7-5203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9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120 110 2012 0 0,'-88'-1'11517'0'0,"85"1"-10639"0"0,-16 0 1707 0 0,17-1-2042 0 0,-5-3 354 0 0,48-8-426 0 0,2 2 1 0 0,83-9 0 0 0,-25 4-321 0 0,-48 8-22 0 0,22-6 194 0 0,-72 13-292 0 0,-2 0-70 0 0,1 0 0 0 0,0 0 1 0 0,0 0-1 0 0,-1-1 0 0 0,1 1 1 0 0,0 0-1 0 0,-1-1 0 0 0,1 1 1 0 0,0-1-1 0 0,-1 1 0 0 0,1-1 0 0 0,-1 0 1 0 0,1 0-1 0 0,-1 0 0 0 0,1 0 1 0 0,-1 0-1 0 0,1 0 0 0 0,0-1 1 0 0,5-13-5326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9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99 3076 0 0,'0'-17'6581'0'0,"0"13"-5747"0"0,0 0 1 0 0,0 0 0 0 0,0 0-1 0 0,1 0 1 0 0,0 0-1 0 0,0 0 1 0 0,0 0-1 0 0,0 0 1 0 0,0 0-1 0 0,3-5 1 0 0,-2 7-747 0 0,0-1 0 0 0,-1 1-1 0 0,1 0 1 0 0,0 0 0 0 0,0 1 0 0 0,0-1 0 0 0,1 0 0 0 0,-1 1 0 0 0,0-1 0 0 0,1 1-1 0 0,-1 0 1 0 0,1 0 0 0 0,-1 0 0 0 0,1 0 0 0 0,0 0 0 0 0,-1 0 0 0 0,5 0 0 0 0,6-1-34 0 0,-1 0 1 0 0,0 1-1 0 0,0 0 1 0 0,0 1-1 0 0,1 1 1 0 0,-1 0-1 0 0,0 0 1 0 0,0 1-1 0 0,14 5 1 0 0,-22-6-19 0 0,0 0 0 0 0,0 1 0 0 0,0-1 0 0 0,0 1 0 0 0,-1 0 0 0 0,1 0 0 0 0,0 0 0 0 0,-1 0 0 0 0,0 1 0 0 0,1 0-1 0 0,-1-1 1 0 0,0 1 0 0 0,0 1 0 0 0,-1-1 0 0 0,1 0 0 0 0,-1 0 0 0 0,1 1 0 0 0,-1 0 0 0 0,0-1 0 0 0,-1 1 0 0 0,1 0 0 0 0,-1 0 0 0 0,1 0 0 0 0,-1 0 0 0 0,0 0 0 0 0,0 0 0 0 0,-1 0 0 0 0,1 0 0 0 0,-1 1 0 0 0,-1 5 0 0 0,0 2 267 0 0,-1 0-1 0 0,0-1 0 0 0,-1 1 0 0 0,-1 0 0 0 0,1-1 0 0 0,-2 0 1 0 0,0 0-1 0 0,-9 15 0 0 0,-58 80 1955 0 0,65-96-2046 0 0,-47 55 1983 0 0,-106 101-1 0 0,86-94-1158 0 0,65-66-984 0 0,7-5-49 0 0,1 0-1 0 0,-1 1 1 0 0,0-1 0 0 0,1 0 0 0 0,-1 1 0 0 0,1 0 0 0 0,-1-1-1 0 0,1 1 1 0 0,0 0 0 0 0,-1-1 0 0 0,1 1 0 0 0,0 0-1 0 0,0 0 1 0 0,-1 4 0 0 0,2-6-2 0 0,-1 1 0 0 0,1-1 0 0 0,0 1 0 0 0,0-1 0 0 0,0 1 0 0 0,0-1 0 0 0,0 1 0 0 0,0 0 0 0 0,-1-1 0 0 0,1 1 0 0 0,0-1 0 0 0,0 1 0 0 0,1-1 0 0 0,-1 1 0 0 0,0-1 0 0 0,0 1 0 0 0,0 0 0 0 0,0-1 0 0 0,0 1 0 0 0,1 0 0 0 0,1 0 0 0 0,-1 1 0 0 0,1 0 0 0 0,0-1 0 0 0,0 0 0 0 0,0 1 0 0 0,0-1 0 0 0,0 0 0 0 0,0 0 0 0 0,0 0 0 0 0,1 0 0 0 0,-1-1 0 0 0,0 1 0 0 0,0-1 0 0 0,1 1 0 0 0,2-1 0 0 0,45 5 0 0 0,-37-5 0 0 0,106 5-28 0 0,1-6 1 0 0,-1-6-1 0 0,138-24 1 0 0,-181 20-1881 0 0,7-2-6788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28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82 1752 0 0,'-150'-35'11576'0'0,"148"35"-11471"0"0,0-1 1 0 0,1 1-1 0 0,-1 0 0 0 0,1 0 1 0 0,-1-1-1 0 0,1 1 0 0 0,0-1 1 0 0,-1 1-1 0 0,1-1 0 0 0,-1 0 1 0 0,1 1-1 0 0,0-1 1 0 0,-1 0-1 0 0,-1-2 0 0 0,3 3-71 0 0,1-1 0 0 0,-1 1-1 0 0,0 0 1 0 0,0-1 0 0 0,0 1-1 0 0,0-1 1 0 0,1 1 0 0 0,-1 0-1 0 0,0-1 1 0 0,1 1 0 0 0,-1-1 0 0 0,0 1-1 0 0,1 0 1 0 0,-1-1 0 0 0,0 1-1 0 0,1 0 1 0 0,-1 0 0 0 0,0-1-1 0 0,1 1 1 0 0,-1 0 0 0 0,1 0-1 0 0,-1 0 1 0 0,1-1 0 0 0,-1 1 0 0 0,0 0-1 0 0,1 0 1 0 0,-1 0 0 0 0,2 0-1 0 0,46-11 476 0 0,27 3-314 0 0,110 1 1 0 0,-148 5-181 0 0,-31 3-15 0 0,0 1 2 0 0,-5-2-2 0 0,0 0 1 0 0,0 1 0 0 0,0-1 0 0 0,-1 1 0 0 0,1-1-1 0 0,0 0 1 0 0,0 1 0 0 0,-1-1 0 0 0,1 1 0 0 0,0 0-1 0 0,-1-1 1 0 0,1 1 0 0 0,-1-1 0 0 0,1 1 0 0 0,0 0-1 0 0,-1 0 1 0 0,1-1 0 0 0,-1 1 0 0 0,0 0 0 0 0,1 0-1 0 0,-1 0 1 0 0,0-1 0 0 0,1 1 0 0 0,-1 0 0 0 0,0 0-1 0 0,0 0 1 0 0,0 0 0 0 0,0 0 0 0 0,0-1 0 0 0,0 1-1 0 0,0 0 1 0 0,0 0 0 0 0,0 0 0 0 0,0 0 0 0 0,0 0-1 0 0,-1 0 1 0 0,1-1 0 0 0,0 1 0 0 0,-1 1 0 0 0,-4 5 1 0 0,1 0 1 0 0,-2 0 0 0 0,1 0 0 0 0,-1-1-1 0 0,0 0 1 0 0,0 0 0 0 0,-1 0 0 0 0,-10 6-1 0 0,2 1 10 0 0,-110 79 51 0 0,-8 7 127 0 0,109-80-64 0 0,17-15-90 0 0,1 0 0 0 0,0 1 0 0 0,1 0 0 0 0,-1 0 0 0 0,-4 6 0 0 0,4-5-125 0 0,-8 8 1010 0 0,14-13-887 0 0,-1-1-1 0 0,1 0 1 0 0,0 1 0 0 0,0-1-1 0 0,0 1 1 0 0,0-1 0 0 0,-1 0-1 0 0,1 1 1 0 0,0-1 0 0 0,0 1-1 0 0,0-1 1 0 0,0 1 0 0 0,0-1-1 0 0,0 0 1 0 0,0 1 0 0 0,0-1-1 0 0,0 1 1 0 0,0-1 0 0 0,0 1-1 0 0,0-1 1 0 0,1 0 0 0 0,-1 1-1 0 0,0-1 1 0 0,0 1 0 0 0,0-1-1 0 0,1 0 1 0 0,-1 1 0 0 0,0-1-1 0 0,0 0 1 0 0,1 1 0 0 0,-1-1-1 0 0,0 0 1 0 0,1 1 0 0 0,-1-1-1 0 0,0 0 1 0 0,1 0 0 0 0,-1 1-1 0 0,0-1 1 0 0,1 0 0 0 0,6 3 98 0 0,-1 0 1 0 0,0 0-1 0 0,1-1 1 0 0,0 0-1 0 0,0-1 1 0 0,-1 1-1 0 0,1-1 1 0 0,0-1-1 0 0,11 1 1 0 0,70-6 169 0 0,-75 4-248 0 0,226-22 599 0 0,-80 6-1745 0 0,-55 8-3286 0 0,-87 9 1156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0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1 748 0 0,'-8'8'4678'0'0,"5"-3"-3751"0"0,1-3-531 0 0,1 0 0 0 0,-1 0 0 0 0,1 0 0 0 0,0 0 1 0 0,0 1-1 0 0,0-1 0 0 0,0 0 0 0 0,0 1 0 0 0,-1 2 0 0 0,3-4-360 0 0,-1 0 1 0 0,0 0 0 0 0,0 0 0 0 0,0-1 0 0 0,1 1 0 0 0,-1 0 0 0 0,0 0 0 0 0,1 0 0 0 0,-1 0-1 0 0,1-1 1 0 0,-1 1 0 0 0,1 0 0 0 0,-1 0 0 0 0,1-1 0 0 0,-1 1 0 0 0,1 0 0 0 0,0-1 0 0 0,-1 1-1 0 0,1-1 1 0 0,0 1 0 0 0,0-1 0 0 0,-1 1 0 0 0,1-1 0 0 0,0 1 0 0 0,0-1 0 0 0,0 0 0 0 0,0 1-1 0 0,0-1 1 0 0,-1 0 0 0 0,1 0 0 0 0,0 0 0 0 0,0 0 0 0 0,2 0 0 0 0,94 14 376 0 0,-50-8-1806 0 0,-1 1-3374 0 0,-29-4 1350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0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16 188 0 0,'-58'11'10630'0'0,"56"-10"-9905"0"0,-8 1 1915 0 0,55-9-3016 0 0,90-3 1 0 0,-23 3-5506 0 0,-63 1 734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1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58 124 1604 0 0,'-4'-2'422'0'0,"0"0"1"0"0,0 0-1 0 0,1 0 0 0 0,0 0 0 0 0,-1 0 0 0 0,1 0 0 0 0,0-1 1 0 0,0 0-1 0 0,0 0 0 0 0,0 1 0 0 0,1-2 0 0 0,-1 1 1 0 0,1 0-1 0 0,0 0 0 0 0,0-1 0 0 0,0 1 0 0 0,-2-6 1 0 0,3 7-314 0 0,0 0 0 0 0,1 0 1 0 0,-1 0-1 0 0,1-1 1 0 0,0 1-1 0 0,0 0 1 0 0,-1 0-1 0 0,1 0 0 0 0,1-1 1 0 0,-1 1-1 0 0,0 0 1 0 0,0 0-1 0 0,1-1 1 0 0,-1 1-1 0 0,1 0 0 0 0,0 0 1 0 0,0 0-1 0 0,0 0 1 0 0,0 0-1 0 0,0 0 1 0 0,0 0-1 0 0,0 0 0 0 0,1 1 1 0 0,-1-1-1 0 0,0 0 1 0 0,1 1-1 0 0,0-1 0 0 0,-1 1 1 0 0,1-1-1 0 0,0 1 1 0 0,4-2-1 0 0,-4 2-75 0 0,0 0 0 0 0,0 0 0 0 0,1 1 0 0 0,-1-1 0 0 0,0 1 0 0 0,1-1 0 0 0,-1 1 0 0 0,1 0-1 0 0,-1 0 1 0 0,0 0 0 0 0,1 0 0 0 0,-1 0 0 0 0,1 1 0 0 0,2 0 0 0 0,32 12 185 0 0,-29-9-196 0 0,-1 1-1 0 0,0 0 0 0 0,1 0 0 0 0,-2 1 1 0 0,1 0-1 0 0,-1 0 0 0 0,0 1 1 0 0,0 0-1 0 0,-1 0 0 0 0,1 0 0 0 0,-2 0 1 0 0,1 1-1 0 0,-1 0 0 0 0,0 0 1 0 0,-1 0-1 0 0,0 1 0 0 0,3 10 0 0 0,-3-6 25 0 0,0-1-1 0 0,-1 0 0 0 0,-1 1 0 0 0,0 0 1 0 0,-1-1-1 0 0,0 1 0 0 0,0-1 0 0 0,-2 1 1 0 0,0 0-1 0 0,0-1 0 0 0,-7 20 0 0 0,7-26 299 0 0,0 1 0 0 0,-1-1 0 0 0,0 1-1 0 0,0-1 1 0 0,0 0 0 0 0,-6 6 0 0 0,8-11-140 0 0,-1-1-37 0 0,0 0-151 0 0,1-1-1 0 0,0 1 1 0 0,-1 0 0 0 0,1-1 0 0 0,0 1 0 0 0,0-1 0 0 0,-1 1 0 0 0,1-1 0 0 0,0 0 0 0 0,0 1 0 0 0,0-1 0 0 0,0 0 0 0 0,0 0 0 0 0,0 0 0 0 0,0 0 0 0 0,0 0 0 0 0,0 0 0 0 0,0 0 0 0 0,0 0 0 0 0,1 0 0 0 0,-2-2 0 0 0,1 0-2 0 0,-1-1 1 0 0,1 0 0 0 0,0 0-1 0 0,0 0 1 0 0,0 0 0 0 0,0 0-1 0 0,0-5 1 0 0,1-2-10 0 0,0 1 0 0 0,1 0-1 0 0,0 0 1 0 0,0 0 0 0 0,5-15-1 0 0,-5 20-4 0 0,1 0-1 0 0,0-1 0 0 0,0 1 1 0 0,1 1-1 0 0,-1-1 0 0 0,1 0 0 0 0,0 1 1 0 0,0-1-1 0 0,1 1 0 0 0,-1 0 1 0 0,1 0-1 0 0,0 0 0 0 0,0 0 1 0 0,1 1-1 0 0,-1 0 0 0 0,0 0 0 0 0,1 0 1 0 0,0 0-1 0 0,0 1 0 0 0,0 0 1 0 0,0 0-1 0 0,0 0 0 0 0,9-1 1 0 0,-6 1-3 0 0,0 2 0 0 0,0-1 0 0 0,0 1 1 0 0,0 0-1 0 0,0 1 0 0 0,0 0 0 0 0,0 0 1 0 0,0 1-1 0 0,0 0 0 0 0,0 0 0 0 0,0 1 1 0 0,-1 0-1 0 0,1 0 0 0 0,-1 1 0 0 0,8 5 1 0 0,-4-2 5 0 0,0 2 1 0 0,-1-1-1 0 0,0 1 1 0 0,0 1-1 0 0,-1 0 1 0 0,0 0-1 0 0,-1 1 1 0 0,0 0-1 0 0,0 0 1 0 0,-1 1-1 0 0,-1 0 1 0 0,6 16-1 0 0,14 31 257 0 0,-25-57-162 0 0,1 2 168 0 0,-4-12-204 0 0,0-9-55 0 0,0 1 0 0 0,2-1 1 0 0,-1 0-1 0 0,2 1 1 0 0,1-1-1 0 0,0 0 0 0 0,1 1 1 0 0,0-1-1 0 0,1 1 1 0 0,11-25-1 0 0,-12 34-11 0 0,0-1-1 0 0,1 1 1 0 0,0 0 0 0 0,0 0 0 0 0,1 0-1 0 0,0 0 1 0 0,0 1 0 0 0,1 0 0 0 0,0 0-1 0 0,0 0 1 0 0,0 1 0 0 0,0 0 0 0 0,1 0-1 0 0,0 1 1 0 0,0 0 0 0 0,0 0-1 0 0,1 0 1 0 0,-1 1 0 0 0,1 0 0 0 0,0 1-1 0 0,0-1 1 0 0,0 2 0 0 0,9-2 0 0 0,-11 2 2 0 0,1 1 1 0 0,-1 0 0 0 0,0 0 0 0 0,0 1 0 0 0,1-1-1 0 0,-1 1 1 0 0,0 1 0 0 0,0-1 0 0 0,0 1 0 0 0,0 0-1 0 0,0 1 1 0 0,-1-1 0 0 0,1 1 0 0 0,0 0-1 0 0,-1 0 1 0 0,0 1 0 0 0,0 0 0 0 0,0 0 0 0 0,-1 0-1 0 0,1 0 1 0 0,-1 1 0 0 0,0 0 0 0 0,0 0-1 0 0,0 0 1 0 0,-1 0 0 0 0,0 0 0 0 0,0 1 0 0 0,0 0-1 0 0,-1-1 1 0 0,1 1 0 0 0,-1 0 0 0 0,-1 0 0 0 0,1 0-1 0 0,-1 1 1 0 0,0-1 0 0 0,0 7 0 0 0,0 76 50 0 0,-1-88-50 0 0,0 0 0 0 0,0 0 0 0 0,1 0-1 0 0,-1 0 1 0 0,0 0 0 0 0,0 0-1 0 0,1 0 1 0 0,-1 0 0 0 0,1-1 0 0 0,-1 1-1 0 0,1 0 1 0 0,-1 0 0 0 0,1 0-1 0 0,-1-1 1 0 0,1 1 0 0 0,0 0 0 0 0,-1-1-1 0 0,1 1 1 0 0,0 0 0 0 0,0-1-1 0 0,-1 1 1 0 0,1-1 0 0 0,0 1 0 0 0,0-1-1 0 0,0 0 1 0 0,0 1 0 0 0,1-1-1 0 0,24 5-229 0 0,-23-4 124 0 0,11-1-937 0 0,-1 0-1 0 0,1-1 1 0 0,0-1 0 0 0,-1 0 0 0 0,1-1 0 0 0,16-5 0 0 0,-14 3-1536 0 0,16-3-3284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2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64 1160 0 0,'-1'-10'1484'0'0,"-1"1"0"0"0,0 0 0 0 0,-1-1 0 0 0,-3-9-1 0 0,5 17-1045 0 0,1 2-410 0 0,0 0 0 0 0,-1-1 0 0 0,1 1 0 0 0,0 0-1 0 0,0 0 1 0 0,0-1 0 0 0,0 1 0 0 0,-1 0 0 0 0,1 0 0 0 0,0-1-1 0 0,0 1 1 0 0,0 0 0 0 0,-1 0 0 0 0,1-1 0 0 0,0 1-1 0 0,0 0 1 0 0,-1 0 0 0 0,1 0 0 0 0,0 0 0 0 0,-1 0-1 0 0,1 0 1 0 0,0-1 0 0 0,-1 1 0 0 0,1 0 0 0 0,0 0-1 0 0,0 0 1 0 0,-1 0 0 0 0,1 0 0 0 0,0 0 0 0 0,-1 0-1 0 0,1 0 1 0 0,-1 0 0 0 0,-13 21 325 0 0,0 0 1 0 0,2 0-1 0 0,0 1 1 0 0,-13 35-1 0 0,6-15-55 0 0,0-1-75 0 0,-80 187 751 0 0,82-183-823 0 0,2 1 1 0 0,2 0-1 0 0,-8 54 1 0 0,20-87-123 0 0,-1 0 1 0 0,2 0-1 0 0,-1 0 1 0 0,2 0 0 0 0,0 1-1 0 0,0-1 1 0 0,2 0 0 0 0,-1-1-1 0 0,1 1 1 0 0,1 0-1 0 0,7 14 1 0 0,-7-19-68 0 0,0 0-1 0 0,1 0 1 0 0,0 0-1 0 0,1 0 1 0 0,-1-1-1 0 0,2 0 1 0 0,-1 0-1 0 0,1 0 1 0 0,0-1 0 0 0,0 0-1 0 0,1-1 1 0 0,-1 0-1 0 0,1 0 1 0 0,1 0-1 0 0,-1-1 1 0 0,12 4 0 0 0,-5-3-782 0 0,0 0 1 0 0,0-1 0 0 0,0-1 0 0 0,0-1-1 0 0,1 0 1 0 0,0-1 0 0 0,20-1 0 0 0,8-3-3728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273 106 704 0 0,'0'-1'360'0'0,"-2"-9"804"0"0,1 1 0 0 0,-2-1 0 0 0,1 0-1 0 0,-1 1 1 0 0,-7-14 0 0 0,9 20-1030 0 0,-1 1 0 0 0,0-1 0 0 0,1 1 0 0 0,-1 0 0 0 0,0 0 0 0 0,0 0 0 0 0,0 0 0 0 0,0 0 0 0 0,-1 1 0 0 0,1-1 0 0 0,0 0 0 0 0,-1 1 0 0 0,1 0 0 0 0,-1-1 0 0 0,1 1 0 0 0,-1 0 0 0 0,0 1 0 0 0,0-1 1 0 0,1 0-1 0 0,-1 1 0 0 0,0-1 0 0 0,0 1 0 0 0,0 0 0 0 0,-2 0 0 0 0,-7 1 103 0 0,0 0 1 0 0,0 0-1 0 0,0 2 0 0 0,1-1 1 0 0,-1 1-1 0 0,-15 7 1 0 0,19-7-166 0 0,1 0 0 0 0,-1 1 0 0 0,1 0 0 0 0,0 0 0 0 0,0 1 0 0 0,0 0 0 0 0,1 0 0 0 0,0 0 0 0 0,-11 13 1 0 0,15-17-62 0 0,1 1 0 0 0,0-1 1 0 0,0 1-1 0 0,0-1 1 0 0,0 1-1 0 0,0 0 1 0 0,0-1-1 0 0,0 1 0 0 0,1 0 1 0 0,-1 0-1 0 0,1 0 1 0 0,-1 0-1 0 0,1-1 1 0 0,0 1-1 0 0,-1 0 0 0 0,1 0 1 0 0,0 0-1 0 0,0 0 1 0 0,0 0-1 0 0,1 0 1 0 0,-1 0-1 0 0,0-1 1 0 0,1 1-1 0 0,-1 0 0 0 0,1 0 1 0 0,0 0-1 0 0,0-1 1 0 0,-1 1-1 0 0,1 0 1 0 0,0-1-1 0 0,0 1 0 0 0,1 0 1 0 0,-1-1-1 0 0,0 0 1 0 0,0 1-1 0 0,1-1 1 0 0,-1 0-1 0 0,1 1 0 0 0,-1-1 1 0 0,1 0-1 0 0,2 1 1 0 0,9 5 20 0 0,-1-1 1 0 0,1 0-1 0 0,0-1 1 0 0,22 6-1 0 0,-20-6-1 0 0,81 24 78 0 0,78 28-40 0 0,-171-56-23 0 0,0 0 1 0 0,0 0-1 0 0,0 1 0 0 0,-1-1 1 0 0,1 1-1 0 0,0 0 0 0 0,-1 0 1 0 0,0 0-1 0 0,1 0 0 0 0,-1 0 1 0 0,0 1-1 0 0,0-1 1 0 0,0 1-1 0 0,0-1 0 0 0,2 6 1 0 0,-3-7 26 0 0,-1 1 0 0 0,1 0 1 0 0,-1 0-1 0 0,0 0 0 0 0,1 0 1 0 0,-1 0-1 0 0,0 0 0 0 0,0-1 1 0 0,0 1-1 0 0,0 0 0 0 0,-1 0 1 0 0,1 0-1 0 0,0 0 1 0 0,-1 0-1 0 0,0 0 0 0 0,1-1 1 0 0,-1 1-1 0 0,0 0 0 0 0,0 0 1 0 0,0-1-1 0 0,0 1 0 0 0,0 0 1 0 0,0-1-1 0 0,0 1 1 0 0,0-1-1 0 0,-3 3 0 0 0,-6 4 109 0 0,0 0 0 0 0,0-1 0 0 0,0 0 0 0 0,-1 0 1 0 0,0-1-1 0 0,0-1 0 0 0,-1 0 0 0 0,0 0 0 0 0,-19 4 0 0 0,10-4-64 0 0,1 0 1 0 0,-1-2-1 0 0,0-1 0 0 0,0 0 1 0 0,-22-2-1 0 0,5-6-6 0 0,36 6-143 0 0,-1-1 0 0 0,1 1 1 0 0,0-1-1 0 0,0 0 0 0 0,-1 0 0 0 0,1 0 1 0 0,0 0-1 0 0,0-1 0 0 0,0 1 0 0 0,0 0 1 0 0,0-1-1 0 0,0 1 0 0 0,-1-3 0 0 0,2 3-60 0 0,1 0-1 0 0,-1 0 0 0 0,1 0 1 0 0,0 0-1 0 0,0 0 0 0 0,-1 0 1 0 0,1 0-1 0 0,0 0 0 0 0,0 0 0 0 0,0 0 1 0 0,0 0-1 0 0,0 0 0 0 0,0 0 1 0 0,1 0-1 0 0,-1 0 0 0 0,0 0 0 0 0,0 0 1 0 0,1 0-1 0 0,-1 0 0 0 0,0 0 1 0 0,1 0-1 0 0,-1 0 0 0 0,1 0 1 0 0,0 0-1 0 0,-1 0 0 0 0,1 1 0 0 0,0-1 1 0 0,-1 0-1 0 0,1 0 0 0 0,0 1 1 0 0,0-1-1 0 0,0 0 0 0 0,-1 1 0 0 0,1-1 1 0 0,2 0-1 0 0,33-20-2967 0 0,-34 20 2894 0 0,53-23-5545 0 0,-20 9 783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3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84 1084 0 0,'16'-12'2404'0'0,"-1"-1"1"0"0,14-15-1 0 0,-25 24-1941 0 0,-3 3-421 0 0,-1 1-1 0 0,0 0 1 0 0,1-1-1 0 0,-1 1 1 0 0,0 0-1 0 0,1-1 1 0 0,-1 1-1 0 0,0-1 1 0 0,0 1-1 0 0,1 0 1 0 0,-1-1-1 0 0,0 1 1 0 0,0-1-1 0 0,0 1 1 0 0,1-1-1 0 0,-1 1 1 0 0,0-1-1 0 0,0 1 1 0 0,0-1-1 0 0,0 1 1 0 0,0 0-1 0 0,0-1 0 0 0,0 1 1 0 0,0-1-1 0 0,0 1 1 0 0,0-1-1 0 0,-1 1 1 0 0,1-1-1 0 0,0 1 1 0 0,0-1-1 0 0,0 1 1 0 0,-1 0-1 0 0,1-1 1 0 0,0 1-1 0 0,0-1 1 0 0,-1 1-1 0 0,1 0 1 0 0,0-1-1 0 0,-1 1 1 0 0,1 0-1 0 0,0-1 1 0 0,-1 1-1 0 0,1 0 1 0 0,0 0-1 0 0,-1-1 1 0 0,0 1-1 0 0,-19-7 937 0 0,11 7-775 0 0,0 1 0 0 0,0 1 0 0 0,1 0 0 0 0,-1 0 0 0 0,0 0 0 0 0,1 1 0 0 0,0 0 0 0 0,-13 7 0 0 0,-60 40 538 0 0,80-49-726 0 0,-19 13 147 0 0,1 1 0 0 0,-29 28 0 0 0,40-35-133 0 0,1 0 1 0 0,0 0 0 0 0,1 0-1 0 0,0 1 1 0 0,0 0 0 0 0,1 0-1 0 0,0 0 1 0 0,-6 18-1 0 0,10-24-18 0 0,0-1-1 0 0,1 1 0 0 0,-1 0 0 0 0,1 0 0 0 0,-1 0 0 0 0,1 0 1 0 0,0 0-1 0 0,0 0 0 0 0,0 0 0 0 0,0-1 0 0 0,1 1 1 0 0,-1 0-1 0 0,1 0 0 0 0,0 0 0 0 0,0 0 0 0 0,0-1 0 0 0,0 1 1 0 0,0 0-1 0 0,3 3 0 0 0,-1-2 0 0 0,0-1 1 0 0,0 0-1 0 0,0 0 1 0 0,0-1-1 0 0,1 1 1 0 0,-1-1-1 0 0,1 1 1 0 0,-1-1-1 0 0,1 0 1 0 0,0-1-1 0 0,0 1 1 0 0,5 1-1 0 0,4 0 4 0 0,0 0 1 0 0,1 0-1 0 0,-1-2 0 0 0,1 0 1 0 0,-1 0-1 0 0,1-1 0 0 0,20-3 0 0 0,-22 1-15 0 0,0-1-1 0 0,-1 0 1 0 0,0 0-1 0 0,0-1 1 0 0,0-1-1 0 0,0 0 1 0 0,-1 0-1 0 0,1-1 1 0 0,-1-1-1 0 0,-1 1 1 0 0,1-1-1 0 0,-1-1 1 0 0,14-15 0 0 0,-7 4 5 0 0,-1 0 0 0 0,0-1 1 0 0,-2-1-1 0 0,0-1 1 0 0,14-33-1 0 0,-25 49 5 0 0,14-25 13 0 0,-15 30-21 0 0,-2 49 16 0 0,-1-25 18 0 0,2 0 0 0 0,1 1 1 0 0,5 32-1 0 0,-4-49-28 0 0,-1 0 0 0 0,1 0-1 0 0,1 0 1 0 0,-1 0 0 0 0,1 0 0 0 0,1-1 0 0 0,-1 1 0 0 0,1-1-1 0 0,0 0 1 0 0,1 0 0 0 0,-1 0 0 0 0,1-1 0 0 0,0 1-1 0 0,0-1 1 0 0,8 5 0 0 0,-8-6-5 0 0,0 0-1 0 0,1-1 1 0 0,-1 0-1 0 0,1 0 1 0 0,-1-1-1 0 0,1 0 1 0 0,0 0-1 0 0,0 0 1 0 0,0 0-1 0 0,0-1 1 0 0,0 0-1 0 0,0-1 1 0 0,1 1-1 0 0,-1-1 1 0 0,0 0-1 0 0,0 0 1 0 0,0-1-1 0 0,1 0 1 0 0,-1 0-1 0 0,0-1 1 0 0,0 1-1 0 0,0-1 1 0 0,-1-1-1 0 0,1 1 1 0 0,0-1-1 0 0,-1 0 1 0 0,0 0-1 0 0,6-4 1 0 0,1-2-14 0 0,-1 0 0 0 0,0 0 1 0 0,-1-1-1 0 0,0 0 0 0 0,-1-1 1 0 0,0 0-1 0 0,0-1 0 0 0,-1 0 1 0 0,-1 0-1 0 0,0-1 0 0 0,6-15 0 0 0,22-69-13 0 0,-32 93 82 0 0,-6 16 81 0 0,-3 22 190 0 0,6-24-211 0 0,1-1 0 0 0,0 0 0 0 0,0 0 0 0 0,1 1 0 0 0,0-1 0 0 0,1 0 0 0 0,0-1 0 0 0,0 1 0 0 0,1 0 0 0 0,0-1 0 0 0,1 0 0 0 0,0 0 0 0 0,0 0 0 0 0,0 0 0 0 0,1-1 0 0 0,8 8 0 0 0,-10-11-98 0 0,1 0-1 0 0,0 0 1 0 0,0 0-1 0 0,1 0 1 0 0,-1-1-1 0 0,1 0 1 0 0,0 0-1 0 0,0 0 1 0 0,0-1-1 0 0,0 0 1 0 0,0 0-1 0 0,0-1 1 0 0,0 1-1 0 0,1-2 1 0 0,-1 1-1 0 0,1 0 0 0 0,-1-1 1 0 0,1 0-1 0 0,-1-1 1 0 0,0 0-1 0 0,1 1 1 0 0,-1-2-1 0 0,0 1 1 0 0,8-4-1 0 0,-5 1-15 0 0,1 0 1 0 0,-1 0-1 0 0,0-1 0 0 0,-1-1 0 0 0,1 0 0 0 0,-1 0 0 0 0,0 0 0 0 0,-1-1 0 0 0,0 0 0 0 0,0-1 0 0 0,7-9 0 0 0,7-12-10 0 0,30-59-1 0 0,-28 46 10 0 0,1-4-36 0 0,-23 44 27 0 0,0 3-6 0 0,-1 1 14 0 0,0 0 0 0 0,1 0 0 0 0,-1-1-1 0 0,0 1 1 0 0,0 0 0 0 0,0 0-1 0 0,0 0 1 0 0,0-1 0 0 0,0 1 0 0 0,-2 3-1 0 0,-34 173 2048 0 0,-19 113 527 0 0,42-203-2065 0 0,-32 190 655 0 0,28-193-520 0 0,-35 100 0 0 0,48-172-353 0 0,-1-1-1 0 0,0 0 1 0 0,-1 0-1 0 0,0 0 0 0 0,-1 0 1 0 0,0-1-1 0 0,-12 14 1 0 0,17-23-218 0 0,0 1 0 0 0,-1-1 0 0 0,1 1 0 0 0,-1-1 0 0 0,0 0 0 0 0,1 0 0 0 0,-1-1 0 0 0,0 1 0 0 0,0 0 0 0 0,0-1 1 0 0,0 0-1 0 0,-1 0 0 0 0,1 0 0 0 0,0 0 0 0 0,0 0 0 0 0,-1-1 0 0 0,1 1 0 0 0,0-1 0 0 0,-1 0 0 0 0,1 0 0 0 0,0 0 0 0 0,-1 0 0 0 0,1-1 0 0 0,0 1 1 0 0,-1-1-1 0 0,1 0 0 0 0,0 0 0 0 0,0 0 0 0 0,0-1 0 0 0,0 1 0 0 0,0-1 0 0 0,0 1 0 0 0,-5-5 0 0 0,-1 0-3 0 0,1-1 0 0 0,0 0-1 0 0,0-1 1 0 0,0 0 0 0 0,1 0 0 0 0,0 0-1 0 0,1-1 1 0 0,0 0 0 0 0,0-1-1 0 0,-6-12 1 0 0,5 5-27 0 0,0-1 1 0 0,0 0-1 0 0,2 0 1 0 0,0 0-1 0 0,-2-24 0 0 0,6 31-84 0 0,1 1-1 0 0,0-1 1 0 0,1 0-1 0 0,0 0 1 0 0,1 0 0 0 0,0 1-1 0 0,0-1 1 0 0,1 1-1 0 0,1-1 1 0 0,0 1-1 0 0,0 0 1 0 0,10-16-1 0 0,0 4-597 0 0,1 0-1 0 0,0 1 1 0 0,2 1-1 0 0,22-21 1 0 0,0 6-2285 0 0,1 2-1 0 0,2 2 1 0 0,74-41-1 0 0,-51 33-3430 0 0,-17 8-1570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3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56 1436 0 0,'-24'-55'9180'0'0,"26"56"-8966"0"0,0-1 1 0 0,-1 1 0 0 0,1 0-1 0 0,0 0 1 0 0,-1 0-1 0 0,1 1 1 0 0,-1-1 0 0 0,1 0-1 0 0,-1 0 1 0 0,0 1 0 0 0,0-1-1 0 0,0 1 1 0 0,1-1 0 0 0,0 4-1 0 0,0-2 56 0 0,23 39 1013 0 0,-1 2 0 0 0,-2 0-1 0 0,-3 1 1 0 0,20 67 0 0 0,-20-46-909 0 0,-3 1 0 0 0,-2 0 1 0 0,-4 0-1 0 0,-3 1 0 0 0,-2 1 1 0 0,-4-1-1 0 0,-3 0 0 0 0,-15 104 1 0 0,2-87-687 0 0,-4-1 1 0 0,-4 0-1 0 0,-3-2 1 0 0,-4-1 0 0 0,-3-2-1 0 0,-60 104 1 0 0,32-82-1607 0 0,-92 116 1 0 0,6-32-1091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8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146 130 1620 0 0,'-20'-21'5171'0'0,"-39"-33"0"0"0,37 35-3012 0 0,-11-12 1490 0 0,32 30-3441 0 0,-7-2 78 0 0,6 3-70 0 0,6 8 30 0 0,56 82 245 0 0,14 24-190 0 0,-31-30-125 0 0,-3 3 0 0 0,50 163 1 0 0,-77-210-903 0 0,-4-14-1137 0 0,-1-2-3655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8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63 872 0 0,'-13'-57'11275'0'0,"13"57"-11159"0"0,-1-1-1 0 0,1 1 0 0 0,0 0 1 0 0,0-1-1 0 0,0 1 1 0 0,0 0-1 0 0,-2-2 577 0 0,2 2-576 0 0,0 0-1 0 0,-1-1 1 0 0,1 1-1 0 0,0 0 0 0 0,-1 0 1 0 0,1 0-1 0 0,0 0 1 0 0,-1-1-1 0 0,1 1 0 0 0,-1 0 1 0 0,-4 7 341 0 0,0 0 0 0 0,1 0 0 0 0,0 0 0 0 0,0 1 1 0 0,-5 15-1 0 0,-3 5 1 0 0,-80 161 735 0 0,-53 104-853 0 0,112-235-1217 0 0,24-40-1536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9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2144 0 0,'-4'13'14147'0'0,"4"-11"-13504"0"0,4-2-635 0 0,1 0-1 0 0,-1 0 1 0 0,0 0 0 0 0,1 1 0 0 0,-1 0 0 0 0,0 0 0 0 0,0 0 0 0 0,0 0 0 0 0,1 1 0 0 0,-1-1 0 0 0,0 1 0 0 0,-1 0 0 0 0,1 0 0 0 0,0 1 0 0 0,-1-1 0 0 0,1 1 0 0 0,-1 0 0 0 0,0 0 0 0 0,1 0 0 0 0,-2 0 0 0 0,1 0 0 0 0,0 1-1 0 0,-1-1 1 0 0,1 1 0 0 0,-1 0 0 0 0,0 0 0 0 0,3 7 0 0 0,0 4 6 0 0,1 1 0 0 0,-2-1 0 0 0,0 1 0 0 0,-1 1 0 0 0,0-1-1 0 0,-2 0 1 0 0,0 1 0 0 0,0-1 0 0 0,-2 1 0 0 0,-3 21 0 0 0,0-7 419 0 0,-3 0 1 0 0,0 0-1 0 0,-2 0 1 0 0,-19 41-1 0 0,6-22 660 0 0,-15 34 1062 0 0,37-82-2080 0 0,-3 3 5 0 0,3-5-77 0 0,0 0 0 0 0,0 0 0 0 0,0 1 0 0 0,0-1 0 0 0,0 0 0 0 0,-1 0 0 0 0,1 0 0 0 0,0 0 0 0 0,0 0 0 0 0,0 0 0 0 0,0 1 0 0 0,0-1 0 0 0,0 0 0 0 0,0 0 0 0 0,0 0 0 0 0,0 0 0 0 0,0 0 0 0 0,0 0 0 0 0,0 1 1 0 0,0-1-1 0 0,0 0 0 0 0,0 0 0 0 0,0 0 0 0 0,0 0 0 0 0,0 0 0 0 0,0 0 0 0 0,1 0 0 0 0,-1 1 0 0 0,0-1 0 0 0,0 0 0 0 0,0 0 0 0 0,0 0 0 0 0,0 0 0 0 0,0 0 0 0 0,0 0 0 0 0,0 0 0 0 0,0 0 0 0 0,0 0 0 0 0,1 1 0 0 0,-1-1 0 0 0,0 0 0 0 0,0 0 0 0 0,0 0 0 0 0,0 0 0 0 0,0 0 0 0 0,0 0 0 0 0,0 0 0 0 0,1 0 0 0 0,-1 0 0 0 0,0 0 0 0 0,0 0 0 0 0,0 0 0 0 0,0 0 0 0 0,1 0 0 0 0,6-1 1 0 0,1-1-1 0 0,0 0 1 0 0,0 0-1 0 0,-1 0 0 0 0,0-1 1 0 0,9-4-1 0 0,47-29-853 0 0,-24 14-313 0 0,53-31-3232 0 0,-33 15-2180 0 0,-18 12-1107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9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84 1716 0 0,'-19'8'15432'0'0,"81"-37"-14920"0"0,23-9-1145 0 0,-25 17-8937 0 0,-44 17 4517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39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49 1960 0 0,'-8'9'2572'0'0,"1"-1"1"0"0,0 2-1 0 0,-10 18 0 0 0,16-26-2147 0 0,2-2-376 0 0,-1 1-1 0 0,0-1 1 0 0,1 1 0 0 0,-1-1 0 0 0,1 1 0 0 0,-1-1 0 0 0,1 0 0 0 0,-1 1-1 0 0,1-1 1 0 0,-1 0 0 0 0,1 1 0 0 0,-1-1 0 0 0,1 0 0 0 0,-1 0-1 0 0,1 1 1 0 0,-1-1 0 0 0,1 0 0 0 0,0 0 0 0 0,-1 0 0 0 0,1 0-1 0 0,-1 0 1 0 0,1 0 0 0 0,0 0 0 0 0,0 0 0 0 0,22-4 456 0 0,27-17-485 0 0,-41 17-9 0 0,117-58-7201 0 0,-83 42 2353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4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480 122 2104 0 0,'5'-46'9645'0'0,"-3"30"-6352"0"0,-2 14-3044 0 0,0-1-1 0 0,0 1 1 0 0,0 0-1 0 0,-1 0 1 0 0,1-1-1 0 0,-1 1 1 0 0,1 0 0 0 0,-1 0-1 0 0,0 0 1 0 0,1 0-1 0 0,-1 0 1 0 0,0 0 0 0 0,-1 0-1 0 0,1 0 1 0 0,0 0-1 0 0,0 0 1 0 0,-1 0-1 0 0,-2-2 1 0 0,1 2-178 0 0,0 0-1 0 0,0 0 1 0 0,-1 0 0 0 0,1 1-1 0 0,-1-1 1 0 0,1 1-1 0 0,-1 0 1 0 0,1 0 0 0 0,-1 0-1 0 0,0 0 1 0 0,1 1 0 0 0,-6-1-1 0 0,-13 0-1 0 0,0 1-1 0 0,0 1 1 0 0,0 1 0 0 0,-38 8-1 0 0,44-6-55 0 0,0 1-1 0 0,1 0 1 0 0,0 0-1 0 0,-1 2 0 0 0,2 0 1 0 0,-1 1-1 0 0,-17 12 1 0 0,21-11-12 0 0,1 1 0 0 0,0 0 0 0 0,0 0 0 0 0,1 1 1 0 0,1 0-1 0 0,0 1 0 0 0,0-1 0 0 0,1 2 0 0 0,1-1 0 0 0,0 1 0 0 0,1 0 1 0 0,0 0-1 0 0,1 0 0 0 0,-5 27 0 0 0,1 12 275 0 0,3-1 0 0 0,2 87-1 0 0,3-121-153 0 0,20 713 1364 0 0,-11 211 2236 0 0,-23-628-2878 0 0,-1 98 1051 0 0,22-257-1315 0 0,-6-128-456 0 0,2 0 0 0 0,9 45 0 0 0,-10-64-96 0 0,0 0 0 0 0,0 1 1 0 0,1-1-1 0 0,0 0 0 0 0,0-1 0 0 0,1 1 0 0 0,0 0 1 0 0,0-1-1 0 0,0 0 0 0 0,1 0 0 0 0,0 0 1 0 0,0-1-1 0 0,0 1 0 0 0,9 5 0 0 0,-10-8-42 0 0,1-1 0 0 0,-1 0 1 0 0,1 0-1 0 0,0-1 0 0 0,-1 1 0 0 0,1-1 0 0 0,0 0 0 0 0,0 0 0 0 0,0-1 0 0 0,0 0 0 0 0,0 1 0 0 0,0-1 0 0 0,0-1 1 0 0,7 0-1 0 0,9-3-488 0 0,0-1 0 0 0,21-7 0 0 0,-26 7 33 0 0,56-19-3245 0 0,89-44 0 0 0,-12-7-6200 0 0,-72 34 429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41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37 131 1836 0 0,'-2'-2'1887'0'0,"-4"-4"180"0"0,2 3-1141 0 0,1 0 0 0 0,-1-1 0 0 0,1 1-1 0 0,0-1 1 0 0,1 1 0 0 0,-4-5 0 0 0,6 7-811 0 0,-1-1 0 0 0,1 1 0 0 0,-1 0 0 0 0,1 0 0 0 0,-1-1-1 0 0,1 1 1 0 0,0 0 0 0 0,0-1 0 0 0,0 1 0 0 0,-1 0 0 0 0,1-1 0 0 0,1 1-1 0 0,-1 0 1 0 0,0-1 0 0 0,0 1 0 0 0,0 0 0 0 0,1 0 0 0 0,-1-1 0 0 0,0 1-1 0 0,1 0 1 0 0,0 0 0 0 0,-1-1 0 0 0,1 1 0 0 0,-1 0 0 0 0,1 0 0 0 0,0 0-1 0 0,0 0 1 0 0,1-1 0 0 0,3-4-20 0 0,1 1 0 0 0,1 0 0 0 0,-1 0 0 0 0,1 0 0 0 0,0 1 0 0 0,0 0 0 0 0,0 0-1 0 0,0 1 1 0 0,0 0 0 0 0,1 0 0 0 0,0 1 0 0 0,0-1 0 0 0,-1 2 0 0 0,1-1 0 0 0,16 0 0 0 0,-20 2-88 0 0,1 0 0 0 0,-1 0 0 0 0,0 0 0 0 0,0 1-1 0 0,1-1 1 0 0,-1 1 0 0 0,0 0 0 0 0,0 0 0 0 0,0 1 0 0 0,0-1 0 0 0,0 1 0 0 0,0 0 0 0 0,0 0 0 0 0,-1 0 0 0 0,1 0 0 0 0,-1 1 0 0 0,1-1 0 0 0,-1 1 0 0 0,0 0-1 0 0,0 0 1 0 0,0 0 0 0 0,0 1 0 0 0,-1-1 0 0 0,0 1 0 0 0,1-1 0 0 0,-1 1 0 0 0,0 0 0 0 0,-1 0 0 0 0,1 0 0 0 0,-1 0 0 0 0,1 0 0 0 0,0 4 0 0 0,0 5 109 0 0,-1 0 0 0 0,0 0 0 0 0,0 0 0 0 0,-1 0 1 0 0,-1 1-1 0 0,0-1 0 0 0,-1 0 0 0 0,0 0 0 0 0,-6 16 1 0 0,-6 13 905 0 0,-28 58-1 0 0,7-20-82 0 0,26-59-712 0 0,6-13-102 0 0,-1 0 0 0 0,1 0 0 0 0,-3 16 0 0 0,6-24-119 0 0,0 0 0 0 0,0 1 1 0 0,0-1-1 0 0,0 1 1 0 0,0-1-1 0 0,0 1 0 0 0,0-1 1 0 0,0 0-1 0 0,1 1 0 0 0,-1-1 1 0 0,0 1-1 0 0,0-1 1 0 0,0 0-1 0 0,1 1 0 0 0,-1-1 1 0 0,0 0-1 0 0,0 1 0 0 0,1-1 1 0 0,-1 0-1 0 0,0 0 0 0 0,1 1 1 0 0,-1-1-1 0 0,0 0 1 0 0,1 0-1 0 0,-1 1 0 0 0,1-1 1 0 0,-1 0-1 0 0,0 0 0 0 0,1 0 1 0 0,-1 0-1 0 0,1 0 1 0 0,-1 0-1 0 0,0 1 0 0 0,1-1 1 0 0,-1 0-1 0 0,1 0 0 0 0,-1 0 1 0 0,1 0-1 0 0,-1-1 1 0 0,1 1-1 0 0,15-1 41 0 0,-16 1-47 0 0,36-9-28 0 0,-1-1-1 0 0,38-17 1 0 0,24-7-1391 0 0,-1 9-2449 0 0,-30 14-4278 0 0,-41 7 1539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41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66 864 0 0,'-10'-50'14685'0'0,"7"35"-10344"0"0,-1 175-2139 0 0,1 64-4667 0 0,4-202 1275 0 0,0 35-2825 0 0,-1-19-1561 0 0,0-12-866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42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78 1744 0 0,'-17'-7'13108'0'0,"17"7"-13061"0"0,14-4 998 0 0,29-5-1485 0 0,-31 7 784 0 0,374-53-9 0 0,-383 54-370 0 0,15 4-1676 0 0,-15 5-1390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42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72 1444 0 0,'0'0'1776'0'0,"-14"-6"3175"0"0,12 5-4863 0 0,-1 1 358 0 0,1-1 1 0 0,0 1 0 0 0,0-1-1 0 0,-1 0 1 0 0,1 1-1 0 0,0-1 1 0 0,0-1 0 0 0,0 1-1 0 0,0 0 1 0 0,0 0 0 0 0,0-1-1 0 0,0 1 1 0 0,1-1-1 0 0,-3-2 1 0 0,4 3-413 0 0,1-1 0 0 0,0 0 0 0 0,-1 1 0 0 0,1-1 0 0 0,0 0 0 0 0,0 1 0 0 0,0-1 0 0 0,0 1 0 0 0,1 0 0 0 0,-1-1 0 0 0,0 1-1 0 0,3-2 1 0 0,4-1-18 0 0,-1 0-1 0 0,1 1 0 0 0,-1 0 1 0 0,1 0-1 0 0,0 1 0 0 0,0 0 1 0 0,0 1-1 0 0,10-2 0 0 0,-15 3-15 0 0,0 0 0 0 0,-1 0-1 0 0,1 0 1 0 0,0 0-1 0 0,-1 0 1 0 0,1 1 0 0 0,0-1-1 0 0,-1 1 1 0 0,1 0-1 0 0,-1-1 1 0 0,1 1 0 0 0,-1 0-1 0 0,1 1 1 0 0,-1-1 0 0 0,0 0-1 0 0,0 1 1 0 0,1-1-1 0 0,-1 1 1 0 0,0 0 0 0 0,0 0-1 0 0,0 0 1 0 0,-1 0-1 0 0,1 0 1 0 0,0 0 0 0 0,-1 0-1 0 0,0 0 1 0 0,1 1-1 0 0,-1-1 1 0 0,0 0 0 0 0,0 1-1 0 0,0-1 1 0 0,1 5-1 0 0,0 3 5 0 0,0-1 0 0 0,-1 0 0 0 0,0 1 0 0 0,-1-1-1 0 0,0 1 1 0 0,0-1 0 0 0,-3 14 0 0 0,-6 23 311 0 0,-3-2 0 0 0,-2 0 1 0 0,-2 0-1 0 0,-26 52 0 0 0,12-30 379 0 0,26-56-596 0 0,1-5-26 0 0,1 1 0 0 0,-1 0 0 0 0,1 1 1 0 0,-1 7-1 0 0,3-14-67 0 0,0 1 1 0 0,0-1 0 0 0,0 0 0 0 0,0 1-1 0 0,0-1 1 0 0,0 1 0 0 0,0-1 0 0 0,0 1-1 0 0,1-1 1 0 0,-1 0 0 0 0,0 1-1 0 0,0-1 1 0 0,0 1 0 0 0,1-1 0 0 0,-1 0-1 0 0,0 1 1 0 0,1-1 0 0 0,-1 0 0 0 0,0 1-1 0 0,0-1 1 0 0,1 0 0 0 0,-1 1 0 0 0,1-1-1 0 0,-1 0 1 0 0,0 0 0 0 0,1 1-1 0 0,-1-1 1 0 0,1 0 0 0 0,-1 0 0 0 0,0 0-1 0 0,1 0 1 0 0,-1 0 0 0 0,1 0 0 0 0,-1 0-1 0 0,1 1 1 0 0,-1-1 0 0 0,1 0 0 0 0,-1-1-1 0 0,1 1 1 0 0,0 0 0 0 0,19-2 100 0 0,35-12-183 0 0,-1-3 0 0 0,63-28 0 0 0,-35 13-1539 0 0,-6 1-1284 0 0,-25 8-2128 0 0,-6 2-1418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43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724 155 788 0 0,'-2'-26'8005'0'0,"-4"-12"-965"0"0,5 37-6793 0 0,16-1 237 0 0,-1 0 0 0 0,1-1-1 0 0,19-6 1 0 0,-1 1-176 0 0,216-54 466 0 0,-246 62-771 0 0,-1-1-8 0 0,9-1 2 0 0,-9 1-3 0 0,1 2 0 0 0,0 2 14 0 0,1-1 0 0 0,-1 1 0 0 0,0-1 0 0 0,0 1 0 0 0,0 0 0 0 0,0 0 0 0 0,0 1 0 0 0,0-1 0 0 0,-1 0 0 0 0,0 1 0 0 0,0 0 0 0 0,0-1 0 0 0,0 1 0 0 0,0 0 0 0 0,-1 0 0 0 0,1 0 0 0 0,-1 0 0 0 0,1 5 0 0 0,2 16 177 0 0,5 47 0 0 0,-7-48-101 0 0,6 479 1057 0 0,-11-285-609 0 0,-12 709 1507 0 0,8-627-1832 0 0,27 316 1227 0 0,-13-488-1216 0 0,0-16 268 0 0,3 38 1052 0 0,-8-47 3634 0 0,-2-94-4899 0 0,-3 0-232 0 0,-3-2-41 0 0,-4-1 0 0 0,-6-2 0 0 0,-96 5 0 0 0,54-6 0 0 0,-306 45-4428 0 0,214-20-2432 0 0,-231 75 0 0 0,295-74-5355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1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608 58 1452 0 0,'0'-36'6904'0'0,"-1"15"-1675"0"0,-8 80-3390 0 0,-39 734 782 0 0,31-652-2466 0 0,12-129-510 0 0,-2-15-870 0 0,-1-14-100 0 0,5-13 407 0 0,2 0 0 0 0,4-43 0 0 0,0-1 591 0 0,-2 67 316 0 0,-1 0 1 0 0,-1 0 0 0 0,1 0 0 0 0,-1 1-1 0 0,0-1 1 0 0,-1 0 0 0 0,0 1-1 0 0,0-1 1 0 0,0 1 0 0 0,-1-1-1 0 0,0 1 1 0 0,-5-9 0 0 0,6 13 21 0 0,0 1-1 0 0,0-1 1 0 0,0 1 0 0 0,0-1 0 0 0,0 1-1 0 0,0 0 1 0 0,0 0 0 0 0,-1 0 0 0 0,1 0-1 0 0,0 0 1 0 0,0 1 0 0 0,-1-1 0 0 0,1 1-1 0 0,-1-1 1 0 0,1 1 0 0 0,0 0 0 0 0,-1 0-1 0 0,1 0 1 0 0,-1 0 0 0 0,1 0 0 0 0,-1 1-1 0 0,-2 0 1 0 0,-7 1 73 0 0,0 1 0 0 0,-22 8-1 0 0,-57 28 367 0 0,-104 61 0 0 0,143-72-393 0 0,46-25-82 0 0,1 1 0 0 0,-1-1 1 0 0,1 1-1 0 0,0 0 0 0 0,-7 7 1 0 0,11-9-268 0 0,11-1-2915 0 0,9-2-756 0 0,-2-6 442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1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2080 0 0,'0'0'11641'0'0,"13"5"-11274"0"0,48-22-131 0 0,38-8-1369 0 0,-34 14-5497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1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78 1576 0 0,'-44'50'9837'0'0,"43"-48"-9486"0"0,-3 5 899 0 0,5-3-767 0 0,7-5-396 0 0,155-66-496 0 0,-56 12-6215 0 0,-75 38 2477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16 1516 0 0,'-8'-9'9746'0'0,"8"8"-9623"0"0,-1 1 0 0 0,1-1 0 0 0,0 1-1 0 0,-1-1 1 0 0,1 1 0 0 0,0 0 0 0 0,-1-1 0 0 0,1 1 0 0 0,-1 0 0 0 0,1-1 0 0 0,-1 1 0 0 0,1 0 0 0 0,-1 0 0 0 0,1-1 0 0 0,-1 1 0 0 0,1 0 0 0 0,-1 0 0 0 0,1 0 0 0 0,-1 0-1 0 0,1 0 1 0 0,-1-1 0 0 0,1 1 0 0 0,-1 0 0 0 0,0 0 0 0 0,1 0 0 0 0,-1 1 0 0 0,1-1 0 0 0,-1 0 0 0 0,1 0 0 0 0,-1 0 0 0 0,1 0 0 0 0,-1 0 0 0 0,1 1 0 0 0,-1-1 0 0 0,1 0-1 0 0,-1 0 1 0 0,1 1 0 0 0,-1-1 0 0 0,1 0 0 0 0,-1 1 0 0 0,1-1 0 0 0,0 1 0 0 0,-1-1 0 0 0,1 0 0 0 0,0 1 0 0 0,-1-1 0 0 0,1 1 0 0 0,0-1 0 0 0,0 1 0 0 0,-1-1 0 0 0,1 1-1 0 0,0-1 1 0 0,0 1 0 0 0,0-1 0 0 0,0 1 0 0 0,-1 1 0 0 0,0 5-83 0 0,0 1 0 0 0,0 0 0 0 0,1 13 0 0 0,0-6 713 0 0,-6 95-152 0 0,-4 0 0 0 0,-33 147 0 0 0,38-234-1149 0 0,-7 26-2108 0 0,-1-22-2179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2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58 320 0 0,'9'-10'1749'0'0,"36"-37"9677"0"0,-89 90-5467 0 0,-45 54-6084 0 0,74-81 540 0 0,-35 47-330 0 0,48-62-72 0 0,2 0-6 0 0,0 0 0 0 0,0 0 0 0 0,0 0 0 0 0,0 0 0 0 0,0 0 0 0 0,0 0 0 0 0,0-1 0 0 0,1 1 0 0 0,-1 0 0 0 0,0 0 0 0 0,0 0 0 0 0,1 0 0 0 0,-1 0 0 0 0,1 0 0 0 0,-1 0 0 0 0,1-1 0 0 0,-1 1 0 0 0,1 0 0 0 0,-1 0 0 0 0,2 0-1 0 0,9 3 36 0 0,1-1 0 0 0,-1 0 0 0 0,22 1 0 0 0,-19-2-25 0 0,1 0-1 0 0,15 5 0 0 0,-18-3-4 0 0,0 0 0 0 0,-1 1-1 0 0,0 0 1 0 0,0 0 0 0 0,0 1 0 0 0,0 1-1 0 0,18 15 1 0 0,-25-19 100 0 0,-1 0-1 0 0,0 0 1 0 0,0 1-1 0 0,-1-1 1 0 0,1 1-1 0 0,0 0 1 0 0,-1-1 0 0 0,0 1-1 0 0,0 0 1 0 0,0 0-1 0 0,-1 0 1 0 0,1 1 0 0 0,-1-1-1 0 0,0 0 1 0 0,0 1-1 0 0,-1-1 1 0 0,1 0-1 0 0,-1 1 1 0 0,0-1 0 0 0,0 1-1 0 0,0-1 1 0 0,-1 1-1 0 0,0-1 1 0 0,1 0 0 0 0,-3 7-1 0 0,-1-3-21 0 0,0 0 0 0 0,0 0 0 0 0,0 0 0 0 0,-1 0 0 0 0,0-1 0 0 0,-1 0 0 0 0,0 0 0 0 0,0 0 0 0 0,0-1 0 0 0,-1 0 0 0 0,1 0 0 0 0,-2-1-1 0 0,1 0 1 0 0,0 0 0 0 0,-1 0 0 0 0,0-1 0 0 0,0 0 0 0 0,-1-1 0 0 0,1 0 0 0 0,-1 0 0 0 0,-17 3 0 0 0,22-6-356 0 0,1 0 0 0 0,-1 0 0 0 0,0 0 0 0 0,0-1 0 0 0,1 1 0 0 0,-1-1 1 0 0,0 0-1 0 0,1 0 0 0 0,-1 0 0 0 0,1-1 0 0 0,-1 1 0 0 0,1-1 0 0 0,-1 0 0 0 0,1 0 0 0 0,0 0 0 0 0,0 0 0 0 0,0 0 0 0 0,0-1 0 0 0,-3-3 1 0 0,1 0-1189 0 0,0 0 0 0 0,0 0 1 0 0,0-1-1 0 0,1 1 0 0 0,0-1 1 0 0,1 0-1 0 0,-6-14 0 0 0,4 1-4373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2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1684 0 0,'0'0'1836'0'0,"3"-14"3844"0"0,-1 12-5468 0 0,0 0-1 0 0,0 1 1 0 0,0-1 0 0 0,0 0-1 0 0,1 1 1 0 0,-1-1 0 0 0,0 1-1 0 0,1 0 1 0 0,-1 0-1 0 0,1 0 1 0 0,-1 0 0 0 0,1 0-1 0 0,3 0 1 0 0,41-8 305 0 0,-38 8-388 0 0,24-4-90 0 0,68-11-354 0 0,-34 4-5169 0 0,-40 7 839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3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61 2140 0 0,'5'-47'8424'0'0,"-5"46"-7691"0"0,1-7 221 0 0,-1 8-923 0 0,0 0-1 0 0,0 0 1 0 0,0 0 0 0 0,0 0-1 0 0,0 0 1 0 0,0-1-1 0 0,0 1 1 0 0,0 0-1 0 0,0 0 1 0 0,0 0 0 0 0,0 0-1 0 0,0 0 1 0 0,0 0-1 0 0,0-1 1 0 0,0 1-1 0 0,0 0 1 0 0,0 0 0 0 0,0 0-1 0 0,0 0 1 0 0,0 0-1 0 0,0-1 1 0 0,0 1-1 0 0,0 0 1 0 0,0 0 0 0 0,0 0-1 0 0,0 0 1 0 0,0 0-1 0 0,0 0 1 0 0,0-1-1 0 0,-1 1 1 0 0,1 0 0 0 0,0 0-1 0 0,0 0 1 0 0,0 0-1 0 0,0 0 1 0 0,0 0 0 0 0,0 0-1 0 0,0 0 1 0 0,-1 0-1 0 0,1 0 1 0 0,0-1-1 0 0,0 1 1 0 0,0 0 0 0 0,0 0-1 0 0,0 0 1 0 0,0 0-1 0 0,-1 0 1 0 0,1 0-1 0 0,0 0 1 0 0,0 0 0 0 0,-5 4 104 0 0,0 0 0 0 0,1 0 0 0 0,-1 0 1 0 0,1 1-1 0 0,0 0 0 0 0,0 0 0 0 0,-4 7 0 0 0,-24 44 402 0 0,24-41-411 0 0,-53 106 543 0 0,5 1 1 0 0,5 4-1 0 0,6 1 1 0 0,-37 170-1 0 0,73-248-538 0 0,1-1-1 0 0,2 1 0 0 0,1 72 0 0 0,6-95-117 0 0,1 0 0 0 0,1-1 0 0 0,1 1 0 0 0,1-1 0 0 0,1 0 0 0 0,1-1 0 0 0,2 1 0 0 0,15 32 0 0 0,-19-48-223 0 0,1 1 0 0 0,-1-1 0 0 0,2-1 0 0 0,-1 1-1 0 0,1-1 1 0 0,1 0 0 0 0,-1-1 0 0 0,1 1 0 0 0,11 6 0 0 0,-11-9-923 0 0,0 0-1 0 0,0-1 0 0 0,0 0 1 0 0,0-1-1 0 0,1 1 1 0 0,16 3-1 0 0,8-1-5966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4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156 464 980 0 0,'-9'-29'6637'0'0,"7"24"-5556"0"0,0-1-1 0 0,1 1 0 0 0,-1-1 0 0 0,1 0 0 0 0,-1-6 1 0 0,-4 43 1367 0 0,0-8-1919 0 0,-22 128 1085 0 0,-59 182 1 0 0,80-317-313 0 0,4-24-230 0 0,5-28-602 0 0,15-66-325 0 0,39-124 0 0 0,-40 166-149 0 0,6-17-62 0 0,3 1 1 0 0,3 1 0 0 0,74-140-1 0 0,-98 208 34 0 0,0 0 0 0 0,1 0 0 0 0,0 0 0 0 0,0 0 0 0 0,1 1 0 0 0,0-1 0 0 0,0 1 0 0 0,0 1 0 0 0,10-7 0 0 0,-14 11 28 0 0,-1 1-1 0 0,1 0 0 0 0,-1-1 0 0 0,1 1 0 0 0,-1 0 1 0 0,1 0-1 0 0,-1 0 0 0 0,1 0 0 0 0,-1 0 1 0 0,1 0-1 0 0,-1 0 0 0 0,1 0 0 0 0,0 1 0 0 0,-1-1 1 0 0,1 1-1 0 0,-1-1 0 0 0,0 1 0 0 0,1 0 0 0 0,-1-1 1 0 0,1 1-1 0 0,-1 0 0 0 0,0 0 0 0 0,0 0 1 0 0,0 0-1 0 0,2 1 0 0 0,1 2-2 0 0,1 0-1 0 0,-1 0 1 0 0,-1 0 0 0 0,1 1 0 0 0,4 6-1 0 0,2 8 3 0 0,0 1 0 0 0,-2 0 0 0 0,0 0 0 0 0,-1 1 0 0 0,-1 0 1 0 0,5 36-1 0 0,6 134-6 0 0,-15-150-5 0 0,-10 198 438 0 0,-1-63-4566 0 0,5-150-5860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4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111 117 1184 0 0,'-21'0'4378'0'0,"0"-2"-1"0"0,-33-7 1 0 0,52 8-3864 0 0,-6 1 36 0 0,8 0-527 0 0,0 0 0 0 0,0 0 0 0 0,0 0 1 0 0,0 0-1 0 0,0 0 0 0 0,0 0 0 0 0,-1 0 1 0 0,1 0-1 0 0,0 1 0 0 0,0-1 0 0 0,0 0 1 0 0,0 0-1 0 0,0 0 0 0 0,0 0 0 0 0,0 0 0 0 0,-1 0 1 0 0,1 0-1 0 0,0 0 0 0 0,0 0 0 0 0,0-1 1 0 0,0 1-1 0 0,0 0 0 0 0,0 0 0 0 0,-1 0 1 0 0,1 0-1 0 0,0 0 0 0 0,0 0 0 0 0,0 0 1 0 0,0 0-1 0 0,0 0 0 0 0,0 0 0 0 0,0 0 1 0 0,0 0-1 0 0,-1 0 0 0 0,1 0 0 0 0,0-1 1 0 0,0 1-1 0 0,0 0 0 0 0,0 0 0 0 0,0 0 1 0 0,0 0-1 0 0,0 0 0 0 0,0 0 0 0 0,0 0 1 0 0,0-1-1 0 0,0 1 0 0 0,0 0 0 0 0,0 0 1 0 0,0 0-1 0 0,0 0 0 0 0,0 0 0 0 0,0 0 0 0 0,0-1 1 0 0,0 1-1 0 0,0 0 0 0 0,9-5 20 0 0,1 0 0 0 0,0 0-1 0 0,0 1 1 0 0,0 0 0 0 0,0 1-1 0 0,1 0 1 0 0,13-1 0 0 0,2-2-57 0 0,104-27-2506 0 0,-44 13-3869 0 0,-46 11 692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4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18 504 0 0,'-17'18'9018'0'0,"17"-17"-8666"0"0,-1 1 0 0 0,0-1 0 0 0,0 0 0 0 0,0 0 0 0 0,1 1 0 0 0,-1-1 0 0 0,1 0 0 0 0,-1 1 0 0 0,1-1 0 0 0,-1 1 0 0 0,1-1 0 0 0,0 1 0 0 0,0-1 0 0 0,-1 3 0 0 0,2-4-285 0 0,-1 1 0 0 0,0 0 0 0 0,1-1 0 0 0,-1 1 0 0 0,0 0 0 0 0,1-1 0 0 0,-1 1 0 0 0,1-1-1 0 0,-1 1 1 0 0,1-1 0 0 0,-1 1 0 0 0,1-1 0 0 0,-1 1 0 0 0,1-1 0 0 0,-1 1 0 0 0,1-1 0 0 0,0 1 0 0 0,-1-1 0 0 0,1 0 0 0 0,0 0 0 0 0,-1 1 0 0 0,1-1 0 0 0,0 0 0 0 0,0 0 0 0 0,-1 0 0 0 0,1 0-1 0 0,0 0 1 0 0,0 0 0 0 0,-1 0 0 0 0,1 0 0 0 0,0 0 0 0 0,-1 0 0 0 0,1 0 0 0 0,0 0 0 0 0,0 0 0 0 0,0-1 0 0 0,50-4 139 0 0,66-17-1 0 0,-61 8-2897 0 0,-1-4-3460 0 0,-30 9-290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5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15 880 0 0,'-6'-14'16660'0'0,"3"22"-16114"0"0,1 0 0 0 0,0 1-1 0 0,1-1 1 0 0,0 0 0 0 0,0 1 0 0 0,1-1-1 0 0,1 18 1 0 0,-1 14 321 0 0,-16 115 506 0 0,-66 292-1 0 0,72-405-1368 0 0,9-40-502 0 0,9-20-6976 0 0,7-9-237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5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42 2664 0 0,'27'-41'15172'0'0,"-33"46"-14298"0"0,-15 13-383 0 0,0 1-1 0 0,-24 31 0 0 0,-2 1-334 0 0,46-49-147 0 0,-1-1 0 0 0,1 0 0 0 0,-1 1 0 0 0,1-1 1 0 0,0 1-1 0 0,0-1 0 0 0,0 1 0 0 0,0 0 1 0 0,0-1-1 0 0,0 1 0 0 0,0 0 0 0 0,1 0 1 0 0,-1 0-1 0 0,1-1 0 0 0,-1 1 0 0 0,1 0 1 0 0,-1 3-1 0 0,1-3 4 0 0,1-1 0 0 0,-1 1 0 0 0,1-1 0 0 0,-1 1 0 0 0,1-1 0 0 0,-1 0 0 0 0,1 1 0 0 0,0-1 0 0 0,0 0 1 0 0,-1 0-1 0 0,1 1 0 0 0,0-1 0 0 0,0 0 0 0 0,0 0 0 0 0,0 0 0 0 0,1 0 0 0 0,-1 0 0 0 0,2 1 0 0 0,7 3 69 0 0,0 1 0 0 0,1-1 0 0 0,0-1-1 0 0,23 6 1 0 0,-4-1-81 0 0,-19-4 114 0 0,0 0 0 0 0,-1 0 0 0 0,0 1 0 0 0,0 0 0 0 0,0 1 0 0 0,-1 0 0 0 0,0 0 0 0 0,0 1 0 0 0,-1 0 0 0 0,0 1 0 0 0,9 12 0 0 0,-14-17 99 0 0,-1 1-1 0 0,1-1 1 0 0,-1 1 0 0 0,0-1 0 0 0,0 1 0 0 0,0-1 0 0 0,-1 1 0 0 0,0 0 0 0 0,0 0 0 0 0,0 0 0 0 0,0 0 0 0 0,-1 0 0 0 0,1 0 0 0 0,-2 0 0 0 0,1 0 0 0 0,0 0-1 0 0,-1 0 1 0 0,0 0 0 0 0,0 0 0 0 0,0-1 0 0 0,-1 1 0 0 0,0 0 0 0 0,0-1 0 0 0,0 1 0 0 0,0-1 0 0 0,-1 1 0 0 0,1-1 0 0 0,-7 7 0 0 0,3-4-106 0 0,1-1 1 0 0,-1 1 0 0 0,0-2 0 0 0,-1 1-1 0 0,0-1 1 0 0,1 0 0 0 0,-1 0 0 0 0,-1-1-1 0 0,1 0 1 0 0,-1 0 0 0 0,0-1 0 0 0,0 0 0 0 0,0 0-1 0 0,0-1 1 0 0,0 0 0 0 0,-14 2 0 0 0,16-4-282 0 0,0 0 1 0 0,-1 0 0 0 0,1 0 0 0 0,0-1 0 0 0,0 0 0 0 0,0 0 0 0 0,0 0 0 0 0,0-1-1 0 0,1 0 1 0 0,-8-4 0 0 0,7 3-357 0 0,1 0-1 0 0,0 0 1 0 0,0-1-1 0 0,0 0 1 0 0,0 0-1 0 0,0 0 1 0 0,1-1-1 0 0,0 1 1 0 0,0-1-1 0 0,0 0 1 0 0,-4-7-1 0 0,6 6-621 0 0,-1 1-1 0 0,1-1 1 0 0,0 0-1 0 0,0 0 1 0 0,0 0-1 0 0,1 0 1 0 0,0 0 0 0 0,0-1-1 0 0,1 1 1 0 0,0-12-1 0 0,4-6-6124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5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6 136 96 0 0,'-5'-20'17263'0'0,"7"17"-17097"0"0,1 0 0 0 0,0 1 0 0 0,0-1 0 0 0,0 1 0 0 0,0 0 0 0 0,1 0 0 0 0,-1 0-1 0 0,0 1 1 0 0,6-3 0 0 0,37-10-86 0 0,-28 9 81 0 0,154-40-1217 0 0,-55 22-8260 0 0,-87 18 2833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6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2392 0 0,'0'0'16019'0'0,"3"0"-15628"0"0,23-2 54 0 0,-1-1-1 0 0,32-8 0 0 0,5 0-542 0 0,-45 8-246 0 0,27-4-3229 0 0,-18 1-3907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6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0 1600 0 0,'-7'7'2391'0'0,"1"0"0"0"0,1 0 0 0 0,-1 1 0 0 0,-5 11 1 0 0,3-4 182 0 0,-10 28 1 0 0,-13 79 175 0 0,28-107-2121 0 0,-19 95 459 0 0,9-34-902 0 0,-37 112-1 0 0,47-178-1082 0 0,-1 0 0 0 0,0-1 0 0 0,-10 17 0 0 0,1-10-3079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6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77 1460 0 0,'-87'33'16926'0'0,"89"-32"-16782"0"0,0 0-1 0 0,0 1 0 0 0,0-1 1 0 0,0 0-1 0 0,0 0 1 0 0,0-1-1 0 0,0 1 0 0 0,0 0 1 0 0,0 0-1 0 0,0-1 0 0 0,0 0 1 0 0,1 1-1 0 0,-1-1 1 0 0,0 0-1 0 0,0 0 0 0 0,3 0 1 0 0,45-4 641 0 0,-37 2-587 0 0,43-4 193 0 0,30-2-122 0 0,0-4 0 0 0,97-26 0 0 0,-172 35-1032 0 0,-1-1 1 0 0,0 0 0 0 0,17-10-1 0 0,7-11-8673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6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73 2228 0 0,'-5'-14'4414'0'0,"-1"1"1"0"0,-9-17 841 0 0,14 20-3695 0 0,1 5-28 0 0,12 8-1107 0 0,7 6-71 0 0,0 0 1 0 0,-1 1-1 0 0,0 1 0 0 0,-1 1 0 0 0,31 27 0 0 0,-12-10 92 0 0,-9-7-304 0 0,-1 2 0 0 0,-1 0 1 0 0,-1 2-1 0 0,-1 0 0 0 0,-1 2 1 0 0,-2 0-1 0 0,-1 1 0 0 0,-1 1 1 0 0,-1 1-1 0 0,-2 1 0 0 0,-1 0 1 0 0,-2 1-1 0 0,11 42 0 0 0,-15-38-103 0 0,-1 0-1 0 0,-2 0 1 0 0,-2 1-1 0 0,-1 0 1 0 0,-2-1-1 0 0,-1 1 0 0 0,-2-1 1 0 0,-2 1-1 0 0,-1-1 1 0 0,-2 0-1 0 0,-2-1 1 0 0,-16 41-1 0 0,4-26 23 0 0,-2-1 0 0 0,-2-1 1 0 0,-3-1-1 0 0,-60 76 0 0 0,33-57 9 0 0,-2-3 1 0 0,-88 75-1 0 0,45-58-175 0 0,26-21-4474 0 0,64-55 577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7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90 1764 0 0,'-64'-78'17522'0'0,"53"67"-14795"0"0,12 18-995 0 0,13 21 165 0 0,126 201 2564 0 0,-35-54-1797 0 0,55 87-7190 0 0,-155-253 1890 0 0,6 9 110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7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27 2496 0 0,'-1'-1'233'0'0,"-1"-2"550"0"0,0 0 0 0 0,0 1 0 0 0,0-1 0 0 0,0 1 1 0 0,0 0-1 0 0,-1 0 0 0 0,1 0 0 0 0,-5-3 0 0 0,5 5-625 0 0,1-1 0 0 0,0 1 0 0 0,-1 0 0 0 0,1 0-1 0 0,0 0 1 0 0,-1 0 0 0 0,1 0 0 0 0,-1 0 0 0 0,1 0 0 0 0,0 1-1 0 0,-1-1 1 0 0,1 0 0 0 0,0 1 0 0 0,0-1 0 0 0,-1 1 0 0 0,1-1-1 0 0,0 1 1 0 0,0 0 0 0 0,-1 0 0 0 0,1-1 0 0 0,0 1 0 0 0,0 0-1 0 0,-1 2 1 0 0,-28 24 1389 0 0,2 1-1 0 0,1 1 0 0 0,2 2 0 0 0,-27 39 1 0 0,8-10-659 0 0,-104 134 436 0 0,102-136-892 0 0,14-17-1488 0 0,11-15-3157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91 228 0 0,'54'-10'21269'0'0,"-38"8"-19501"0"0,180-38 53 0 0,-104 20-3981 0 0,0 2-5965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8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41 2124 0 0,'-28'14'3340'0'0,"1"2"-1"0"0,1 0 1 0 0,-38 31 0 0 0,64-46-3196 0 0,-1-1-1 0 0,1 0 1 0 0,-1 1 0 0 0,1-1 0 0 0,-1 0 0 0 0,1 1 0 0 0,-1-1 0 0 0,1 0-1 0 0,0 1 1 0 0,-1-1 0 0 0,1 1 0 0 0,0-1 0 0 0,-1 1 0 0 0,1-1-1 0 0,0 1 1 0 0,0-1 0 0 0,-1 1 0 0 0,1-1 0 0 0,0 1 0 0 0,0 0 0 0 0,0-1-1 0 0,0 1 1 0 0,0-1 0 0 0,0 1 0 0 0,0 0 0 0 0,0 0-63 0 0,0-1 0 0 0,1 1 0 0 0,-1-1 0 0 0,1 1 0 0 0,-1-1 0 0 0,1 1 0 0 0,-1-1 0 0 0,1 0 0 0 0,-1 1 0 0 0,1-1 0 0 0,0 0-1 0 0,-1 0 1 0 0,1 1 0 0 0,-1-1 0 0 0,1 0 0 0 0,0 0 0 0 0,-1 0 0 0 0,2 0 0 0 0,31 2 487 0 0,-32-2-455 0 0,33-3 200 0 0,-1-1 0 0 0,60-14 0 0 0,60-29-2553 0 0,-145 45 1956 0 0,149-56-8796 0 0,-143 53 7527 0 0,35-13-5267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6:5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82 1624 0 0,'-1'-2'2542'0'0,"-12"-42"9416"0"0,11 40-10809 0 0,2 4-1107 0 0,0 0 1 0 0,0-1 0 0 0,0 1-1 0 0,0 0 1 0 0,0 0-1 0 0,0 0 1 0 0,0-1 0 0 0,0 1-1 0 0,0 0 1 0 0,0 0-1 0 0,0-1 1 0 0,0 1 0 0 0,0 0-1 0 0,-1 0 1 0 0,1 0-1 0 0,0-1 1 0 0,0 1 0 0 0,0 0-1 0 0,0 0 1 0 0,0 0-1 0 0,-1 0 1 0 0,1-1 0 0 0,0 1-1 0 0,0 0 1 0 0,0 0-1 0 0,0 0 1 0 0,-1 0-1 0 0,1 0 1 0 0,0-1 0 0 0,0 1-1 0 0,0 0 1 0 0,-1 0-1 0 0,1 0 1 0 0,0 0 0 0 0,0 0-1 0 0,-1 0 1 0 0,1 0-1 0 0,0 0 1 0 0,0 0 0 0 0,0 0-1 0 0,-1 0 1 0 0,1 0-1 0 0,-6 2 88 0 0,1 0 0 0 0,-1 0 0 0 0,1 0 0 0 0,-1 0 0 0 0,1 1 0 0 0,0 0-1 0 0,0 0 1 0 0,1 1 0 0 0,-7 5 0 0 0,-42 43 541 0 0,38-37-498 0 0,-21 25 94 0 0,1 0 0 0 0,2 2-1 0 0,2 2 1 0 0,-46 87 0 0 0,67-110-199 0 0,1 1 1 0 0,1-1-1 0 0,1 1 0 0 0,1 1 1 0 0,1-1-1 0 0,-4 34 0 0 0,9-51-14 0 0,-1-1 0 0 0,1 1 0 0 0,0-1 0 0 0,0 0 0 0 0,1 1 0 0 0,-1-1 0 0 0,1 0 0 0 0,0 1 0 0 0,0-1 0 0 0,0 0 0 0 0,1 0 0 0 0,0 0 0 0 0,-1 0 0 0 0,1 0 0 0 0,1 0 0 0 0,3 6 0 0 0,-2-6 6 0 0,0-1 0 0 0,0 1 0 0 0,0-1 0 0 0,0 0 0 0 0,0 0 0 0 0,1 0 1 0 0,-1-1-1 0 0,1 1 0 0 0,0-1 0 0 0,0 0 0 0 0,0 0 0 0 0,6 1 0 0 0,6 0 44 0 0,0-1-1 0 0,0 0 1 0 0,0-2 0 0 0,1 0 0 0 0,-1 0 0 0 0,0-2 0 0 0,23-4-1 0 0,-15 0-6 0 0,0 0 0 0 0,-1-2 0 0 0,0-1 0 0 0,-1-1 0 0 0,1-1 0 0 0,-2-1 0 0 0,0 0 0 0 0,21-17 0 0 0,-17 9-8 0 0,-1-1-1 0 0,-1 0 1 0 0,-1-2-1 0 0,-1-1 1 0 0,36-51-1 0 0,-47 59 2 0 0,-1 0 0 0 0,0-1 0 0 0,-2-1 0 0 0,0 0 0 0 0,0 0 0 0 0,8-36 0 0 0,-14 47-68 0 0,-1-1 1 0 0,0 1-1 0 0,0-1 0 0 0,-1 1 1 0 0,0 0-1 0 0,0-1 0 0 0,0 1 1 0 0,-1-1-1 0 0,-1 1 0 0 0,1 0 0 0 0,-1-1 1 0 0,0 1-1 0 0,-1 0 0 0 0,1 0 1 0 0,-1 1-1 0 0,-1-1 0 0 0,0 0 1 0 0,1 1-1 0 0,-2 0 0 0 0,-9-11 1 0 0,3 7-99 0 0,0 0 1 0 0,-1 1 0 0 0,0 0-1 0 0,-1 1 1 0 0,0 0 0 0 0,0 1-1 0 0,0 1 1 0 0,-27-9 0 0 0,9 6-887 0 0,-1 1 0 0 0,-64-8 1 0 0,59 13-747 0 0,1 2 0 0 0,-44 3 0 0 0,-21 9-5941 0 0,30 1-1702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01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722 29 360 0 0,'23'-16'17772'0'0,"-27"11"-17701"0"0,2 4 118 0 0,-91-6 505 0 0,-174 32-392 0 0,208-18-157 0 0,56-6-142 0 0,0 1-1 0 0,-1-1 0 0 0,1 0 1 0 0,0 1-1 0 0,0 0 1 0 0,0-1-1 0 0,0 1 1 0 0,0 0-1 0 0,0 1 0 0 0,0-1 1 0 0,1 0-1 0 0,-1 1 1 0 0,1 0-1 0 0,-4 5 0 0 0,-1-1 1 0 0,-2 6 28 0 0,1 1 1 0 0,0 0-1 0 0,1 0 0 0 0,0 0 1 0 0,1 1-1 0 0,-7 29 0 0 0,5-19 118 0 0,-5 17 337 0 0,-13 87-1 0 0,6 48 215 0 0,15-123-529 0 0,-20 429 1105 0 0,16-216-1032 0 0,4 54-203 0 0,5-249-38 0 0,2 148 73 0 0,-1 127 81 0 0,-4-202-224 0 0,-16 374 1938 0 0,-14-129-26 0 0,-3 65-716 0 0,29-324-207 0 0,6 0 0 0 0,28 231-1 0 0,-25-349-900 0 0,7 39 49 0 0,-8-48-64 0 0,0 0 0 0 0,0 0 0 0 0,1 0 1 0 0,-1 0-1 0 0,1-1 0 0 0,0 1 0 0 0,0-1 0 0 0,0 1 0 0 0,4 4 0 0 0,-4-6-30 0 0,0-1 0 0 0,0 1 0 0 0,0-1 0 0 0,0 0 0 0 0,0 0 0 0 0,0 0 0 0 0,0 0 0 0 0,0 0 1 0 0,1-1-1 0 0,-1 1 0 0 0,0 0 0 0 0,0-1 0 0 0,5 1 0 0 0,32-4-832 0 0,13-6-2077 0 0,93-32-1 0 0,-49 5-1449 0 0,0-3-3760 0 0,-26 10-1143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02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25 844 0 0,'-45'-21'9556'0'0,"43"20"-9277"0"0,-1 0 0 0 0,1 1 1 0 0,-1-1-1 0 0,0 1 0 0 0,1-1 1 0 0,-1 1-1 0 0,0 0 0 0 0,-4 0 1 0 0,11 3-257 0 0,-1 0-1 0 0,0 0 1 0 0,1 0 0 0 0,0-1 0 0 0,-1 1 0 0 0,1-1-1 0 0,0 0 1 0 0,0-1 0 0 0,0 1 0 0 0,7 1-1 0 0,48 11 120 0 0,-55-13-126 0 0,239 36 1457 0 0,-240-36-1255 0 0,9-1 73 0 0,-11 1-290 0 0,1-1-1 0 0,0 1 1 0 0,0-1 0 0 0,0 0-1 0 0,-1 0 1 0 0,1 1-1 0 0,0-1 1 0 0,0-1-1 0 0,0 1 1 0 0,0 0 0 0 0,-1 0-1 0 0,1-1 1 0 0,0 1-1 0 0,0-1 1 0 0,-1 0-1 0 0,1 1 1 0 0,0-1-1 0 0,-1 0 1 0 0,1 0 0 0 0,0 0-1 0 0,1-2 1 0 0,-2-7-3480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03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78 221 688 0 0,'0'0'1996'0'0,"16"-4"3422"0"0,2 1 538 0 0,-3-1 555 0 0,-20 1-5299 0 0,-92-44-590 0 0,95 46-618 0 0,-1-1-1 0 0,0 0 0 0 0,0 0 1 0 0,0-1-1 0 0,0 1 0 0 0,1-1 0 0 0,-4-3 0 0 0,11 2-8 0 0,-1 0 1 0 0,1 0 0 0 0,-1 1-1 0 0,1 0 1 0 0,0-1 0 0 0,0 2 0 0 0,0-1-1 0 0,1 1 1 0 0,-1-1 0 0 0,8 0-1 0 0,60-16-17 0 0,-68 18 20 0 0,78-18-12 0 0,-12 3 10 0 0,92-9 1 0 0,-160 25 8 0 0,16-4 34 0 0,-3 2 470 0 0,-15 2-581 0 0,-1 0 123 0 0,1 0-1 0 0,0 0 0 0 0,-1-1 1 0 0,1 1-1 0 0,-1 0 1 0 0,1 0-1 0 0,0 0 0 0 0,-1-1 1 0 0,1 1-1 0 0,-1 0 0 0 0,1 0 1 0 0,0-1-1 0 0,-1 1 0 0 0,1-1 1 0 0,-1 1-1 0 0,1 0 1 0 0,-1-1-1 0 0,0 1 0 0 0,1-1 1 0 0,-1 1-1 0 0,1-1 0 0 0,-1 1 1 0 0,0-1-1 0 0,1 0 0 0 0,0-2 627 0 0,-2 3-661 0 0,1 0 1 0 0,0-1-1 0 0,0 1 0 0 0,0 0 1 0 0,-1-1-1 0 0,1 1 0 0 0,0 0 1 0 0,0 0-1 0 0,-1-1 0 0 0,1 1 0 0 0,0 0 1 0 0,-1 0-1 0 0,1-1 0 0 0,0 1 1 0 0,-1 0-1 0 0,1 0 0 0 0,0 0 1 0 0,-1-1-1 0 0,1 1 0 0 0,0 0 1 0 0,-1 0-1 0 0,1 0 0 0 0,0 0 1 0 0,-1 0-1 0 0,1 0 0 0 0,-1 0 1 0 0,-5 7-35 0 0,1 0 1 0 0,0 1 0 0 0,0 0-1 0 0,1 0 1 0 0,0 0 0 0 0,1 0-1 0 0,-1 0 1 0 0,-3 18 0 0 0,0-3 36 0 0,-34 97 127 0 0,-28 143 1 0 0,39-66-3730 0 0,23 2-9096 0 0,8-170 5995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05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99 1508 0 0,'-24'-20'8463'0'0,"-17"0"-984"0"0,40 18-6823 0 0,6 0-269 0 0,15-2-167 0 0,29-2-197 0 0,129-5 116 0 0,75-8 118 0 0,-250 19-235 0 0,0-1-5 0 0,20-5 10 0 0,-22 6-33 0 0,4-8-1916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05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207 123 36 0 0,'1'-6'1722'0'0,"1"0"-1"0"0,-1 0 1 0 0,0 0-1 0 0,0 0 1 0 0,0-6-1 0 0,-1 6-955 0 0,0 0 0 0 0,-1 0-1 0 0,0 1 1 0 0,0-1 0 0 0,0 0-1 0 0,-1 1 1 0 0,-4-11 0 0 0,6 15-697 0 0,-1-1-1 0 0,0 1 1 0 0,1-1 0 0 0,-1 1 0 0 0,0 0 0 0 0,0-1-1 0 0,0 1 1 0 0,0 0 0 0 0,0 0 0 0 0,0 0 0 0 0,0 0-1 0 0,0 0 1 0 0,0 0 0 0 0,0 0 0 0 0,-1 0-1 0 0,1 0 1 0 0,0 0 0 0 0,-1 1 0 0 0,1-1 0 0 0,-1 1-1 0 0,1-1 1 0 0,-3 0 0 0 0,1 1-29 0 0,1 0 0 0 0,-1 0 0 0 0,0 0 1 0 0,0 0-1 0 0,1 1 0 0 0,-1-1 0 0 0,0 1 0 0 0,1 0 0 0 0,-1 0 1 0 0,1 0-1 0 0,-5 2 0 0 0,-2 2-10 0 0,0 1 0 0 0,0-1 0 0 0,1 2 0 0 0,0-1 0 0 0,-11 12 0 0 0,11-9-14 0 0,1 1 0 0 0,0-1 1 0 0,0 1-1 0 0,1 1 0 0 0,0-1 0 0 0,0 1 0 0 0,2 0 0 0 0,-1 0 1 0 0,-4 21-1 0 0,7-27-13 0 0,1-1 1 0 0,0 1 0 0 0,1 0 0 0 0,-1 0-1 0 0,1-1 1 0 0,0 1 0 0 0,0 0 0 0 0,0-1-1 0 0,1 1 1 0 0,0 0 0 0 0,-1 0 0 0 0,2-1-1 0 0,-1 1 1 0 0,1-1 0 0 0,-1 1 0 0 0,1-1-1 0 0,0 0 1 0 0,1 0 0 0 0,-1 0 0 0 0,1 0-1 0 0,0 0 1 0 0,0 0 0 0 0,0-1 0 0 0,0 1-1 0 0,1-1 1 0 0,-1 0 0 0 0,6 4 0 0 0,7 1 27 0 0,0 0 1 0 0,0-1 0 0 0,0-1-1 0 0,1-1 1 0 0,24 5 0 0 0,-16-3 205 0 0,34 12-1 0 0,-51-16-139 0 0,0 1 0 0 0,-1 0-1 0 0,1 0 1 0 0,-1 1 0 0 0,0 0-1 0 0,0 0 1 0 0,-1 0 0 0 0,8 9-1 0 0,-11-11-5 0 0,-1 0-1 0 0,1 1 1 0 0,-1-1-1 0 0,1 1 1 0 0,-1-1 0 0 0,-1 1-1 0 0,1 0 1 0 0,0 0-1 0 0,-1 0 1 0 0,0 0-1 0 0,0 0 1 0 0,0 0 0 0 0,0 0-1 0 0,-1 0 1 0 0,1 6-1 0 0,-2-3 20 0 0,1 0 0 0 0,-1 0 0 0 0,-1 0 0 0 0,1 0 0 0 0,-1 0 0 0 0,0-1 0 0 0,-1 1-1 0 0,-5 10 1 0 0,1-5 29 0 0,0-1 0 0 0,-1 1-1 0 0,0-1 1 0 0,-1-1-1 0 0,0 0 1 0 0,0 0 0 0 0,-1-1-1 0 0,-23 16 1 0 0,24-18 91 0 0,-1-1 0 0 0,0 0 0 0 0,0 0 0 0 0,-1-1 0 0 0,1-1 0 0 0,-1 0 0 0 0,0 0-1 0 0,-16 2 1 0 0,26-5-214 0 0,0-1-1 0 0,0 0 0 0 0,-1 0 1 0 0,1 0-1 0 0,0 0 0 0 0,0-1 1 0 0,-1 1-1 0 0,1 0 0 0 0,0-1 1 0 0,0 1-1 0 0,0 0 0 0 0,-1-1 1 0 0,1 1-1 0 0,0-1 0 0 0,0 0 1 0 0,0 1-1 0 0,0-1 0 0 0,0 0 1 0 0,0 0-1 0 0,0 0 0 0 0,0 1 1 0 0,1-1-1 0 0,-1 0 0 0 0,0 0 1 0 0,0 0-1 0 0,1 0 0 0 0,-1-1 1 0 0,0 1-1 0 0,1 0 0 0 0,-1 0 1 0 0,1 0-1 0 0,0 0 0 0 0,-1-1 0 0 0,1 1 1 0 0,0 0-1 0 0,0 0 0 0 0,0-1 1 0 0,0 0-1 0 0,-1-4 0 0 0,1 0 0 0 0,0 0-1 0 0,0 1 1 0 0,1-1 0 0 0,0 0-1 0 0,2-7 1 0 0,10-24-25 0 0,2 1 0 0 0,1 0 0 0 0,2 1 0 0 0,31-46 0 0 0,-14 23-75 0 0,3-3 38 0 0,-22 39 93 0 0,-2-1 0 0 0,0-1 0 0 0,-2 0 0 0 0,13-35 0 0 0,-24 56-44 0 0,0 1-1 0 0,0-1 0 0 0,0 1 1 0 0,-1-1-1 0 0,1 0 1 0 0,-1 1-1 0 0,0-1 1 0 0,1 0-1 0 0,-1 1 1 0 0,-1-1-1 0 0,1 0 0 0 0,0 1 1 0 0,-1-1-1 0 0,1 0 1 0 0,-1 1-1 0 0,0-1 1 0 0,0 1-1 0 0,0-1 1 0 0,0 1-1 0 0,0-1 0 0 0,0 1 1 0 0,-1 0-1 0 0,1 0 1 0 0,-1-1-1 0 0,0 1 1 0 0,1 0-1 0 0,-1 1 0 0 0,0-1 1 0 0,0 0-1 0 0,-1 0 1 0 0,1 1-1 0 0,0-1 1 0 0,-3-1-1 0 0,-2 1-65 0 0,1-1 0 0 0,-1 1 0 0 0,1 0 0 0 0,-1 1 0 0 0,0-1 0 0 0,1 1 0 0 0,-1 1 0 0 0,0-1 0 0 0,0 1 0 0 0,0 0 0 0 0,-13 3 0 0 0,5 0-559 0 0,1 1-1 0 0,-1 0 0 0 0,1 1 0 0 0,1 0 0 0 0,-1 1 0 0 0,-15 10 0 0 0,0 3-5102 0 0,-43 34-1 0 0,43-30-2369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13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1464 0 0,'-11'21'8122'0'0,"-7"12"-1612"0"0,18-32-6149 0 0,48 13 1210 0 0,150-4-1011 0 0,-195-10-532 0 0,14 2 35 0 0,-13-2-35 0 0,-2 0 1 0 0,39 3 558 0 0,-31-4-4183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14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83 892 0 0,'6'-14'4912'0'0,"11"-25"2352"0"0,-17 35-6422 0 0,4-16 7229 0 0,-4 16-7899 0 0,-1 3 289 0 0,-26 14 2 0 0,15-5-430 0 0,1 2 1 0 0,0-1-1 0 0,0 1 1 0 0,1 1-1 0 0,0 0 0 0 0,1 1 1 0 0,-9 14-1 0 0,-2 5-17 0 0,-25 57-1 0 0,29-53 5 0 0,-19 62-1 0 0,32-87-14 0 0,0 1-1 0 0,1 0 1 0 0,0 1 0 0 0,1-1 0 0 0,0 0-1 0 0,1 1 1 0 0,0-1 0 0 0,1 0 0 0 0,0 0-1 0 0,4 16 1 0 0,-4-23 12 0 0,1 0 1 0 0,0 0-1 0 0,-1 0 0 0 0,1-1 1 0 0,0 1-1 0 0,1-1 1 0 0,-1 1-1 0 0,1-1 0 0 0,-1 0 1 0 0,1 0-1 0 0,0 0 0 0 0,0 0 1 0 0,0-1-1 0 0,1 1 0 0 0,-1-1 1 0 0,1 1-1 0 0,-1-1 0 0 0,1-1 1 0 0,0 1-1 0 0,0 0 0 0 0,0-1 1 0 0,0 0-1 0 0,0 0 0 0 0,7 1 1 0 0,-8-2 73 0 0,1 0 1 0 0,0 0-1 0 0,0-1 1 0 0,-1 1-1 0 0,1-1 0 0 0,0 0 1 0 0,-1 0-1 0 0,1 0 1 0 0,0-1-1 0 0,-1 1 1 0 0,0-1-1 0 0,5-2 1 0 0,-7 3-22 0 0,3-2 294 0 0,0 0-1 0 0,0 0 0 0 0,0 0 0 0 0,-1 0 0 0 0,0-1 0 0 0,6-6 0 0 0,-9 9-318 0 0,1 0 0 0 0,0 0 0 0 0,-1 0 0 0 0,1-1 0 0 0,-1 1 0 0 0,0 0 0 0 0,1 0-1 0 0,-1-1 1 0 0,0 1 0 0 0,0 0 0 0 0,1-1 0 0 0,-1 1 0 0 0,0 0 0 0 0,-1-1 0 0 0,1 1 0 0 0,0 0-1 0 0,0-1 1 0 0,0 1 0 0 0,-1 0 0 0 0,1-1 0 0 0,-1 1 0 0 0,1 0 0 0 0,-1 0 0 0 0,1 0 0 0 0,-1-1-1 0 0,0 1 1 0 0,0 0 0 0 0,1 0 0 0 0,-1 0 0 0 0,0 0 0 0 0,0 0 0 0 0,-2-1 0 0 0,3 0-33 0 0,-23-8 59 0 0,18 7-321 0 0,-1 1 1 0 0,0 1-1 0 0,0-1 1 0 0,0 1-1 0 0,0 0 1 0 0,-10 0-1 0 0,-3 0-1799 0 0,16 1 1415 0 0,0 0 0 0 0,1 0 0 0 0,-1 1 0 0 0,0-1 1 0 0,1 0-1 0 0,-1 1 0 0 0,0 0 0 0 0,1 0 0 0 0,-5 2 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19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27 600 0 0,'-6'-26'18051'0'0,"6"25"-17596"0"0,42 6 54 0 0,0-1 1 0 0,80-5 0 0 0,-48-1-328 0 0,-67 2-162 0 0,36-1 53 0 0,-11 1 12 0 0,-29 0-57 0 0,0-1-13 0 0,7 0 132 0 0,9-1-3708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20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51 1984 0 0,'8'-14'5264'0'0,"-2"-6"-214"0"0,-7 18-4768 0 0,1 1 0 0 0,-1 0 0 0 0,1 0 0 0 0,-1-1 1 0 0,0 1-1 0 0,1 0 0 0 0,-1 0 0 0 0,0 0 0 0 0,0 0 0 0 0,0 0 1 0 0,0 0-1 0 0,0 0 0 0 0,-2-1 0 0 0,-5 6-149 0 0,0 1 0 0 0,-1 0 0 0 0,2 0 0 0 0,-1 0 0 0 0,0 1 0 0 0,1 0-1 0 0,0 1 1 0 0,1-1 0 0 0,-8 11 0 0 0,-6 8 134 0 0,-23 40 1 0 0,14-18-6 0 0,-34 78 1 0 0,56-109-234 0 0,1 1-1 0 0,0-1 0 0 0,2 1 1 0 0,0 0-1 0 0,0 0 1 0 0,2 0-1 0 0,0 0 0 0 0,1 0 1 0 0,2 22-1 0 0,0-33-10 0 0,0 0 0 0 0,1 1-1 0 0,0-1 1 0 0,0 0 0 0 0,1 0 0 0 0,0 0 0 0 0,0 0-1 0 0,0 0 1 0 0,0-1 0 0 0,1 1 0 0 0,0-1 0 0 0,1 0-1 0 0,-1 0 1 0 0,6 4 0 0 0,-8-7-3 0 0,0 0 0 0 0,0 0 0 0 0,1 0 1 0 0,-1 0-1 0 0,1 0 0 0 0,-1-1 0 0 0,1 0 0 0 0,-1 1 1 0 0,1-1-1 0 0,0 0 0 0 0,0 0 0 0 0,0 0 0 0 0,0 0 1 0 0,-1-1-1 0 0,1 1 0 0 0,0-1 0 0 0,0 0 0 0 0,0 0 1 0 0,0 0-1 0 0,0 0 0 0 0,0 0 0 0 0,0-1 0 0 0,0 1 0 0 0,0-1 1 0 0,0 0-1 0 0,0 0 0 0 0,0 0 0 0 0,-1 0 0 0 0,1-1 1 0 0,0 1-1 0 0,-1-1 0 0 0,4-1 0 0 0,-4 1 67 0 0,0 0 1 0 0,1 0-1 0 0,-1 0 0 0 0,0-1 0 0 0,0 1 1 0 0,-1 0-1 0 0,1-1 0 0 0,0 1 0 0 0,-1-1 1 0 0,1 0-1 0 0,-1 1 0 0 0,0-1 0 0 0,0 0 1 0 0,0 0-1 0 0,0 0 0 0 0,-1 0 0 0 0,1-6 1 0 0,-1 7-63 0 0,0-1 1 0 0,0 1 0 0 0,0 0-1 0 0,-1-1 1 0 0,1 1 0 0 0,-1 0 0 0 0,0-1-1 0 0,0 1 1 0 0,0 0 0 0 0,0 0 0 0 0,0-1-1 0 0,0 1 1 0 0,0 0 0 0 0,-1 0 0 0 0,1 1-1 0 0,-1-1 1 0 0,0 0 0 0 0,1 0 0 0 0,-1 1-1 0 0,0-1 1 0 0,0 1 0 0 0,-4-3 0 0 0,3 2-102 0 0,0 1 1 0 0,0-1-1 0 0,0 1 1 0 0,-1-1-1 0 0,1 1 1 0 0,-1 0 0 0 0,1 0-1 0 0,-1 1 1 0 0,1-1-1 0 0,-1 1 1 0 0,1 0-1 0 0,-1 0 1 0 0,0 0-1 0 0,1 0 1 0 0,-1 0 0 0 0,1 1-1 0 0,-1 0 1 0 0,0 0-1 0 0,1 0 1 0 0,-6 2-1 0 0,4-1-711 0 0,-1 1 1 0 0,1 0-1 0 0,0 0 0 0 0,-9 8 0 0 0,-14 18-6921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20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47 119 1908 0 0,'-3'0'4113'0'0,"2"1"-4074"0"0,-21-2 5025 0 0,21 1-4959 0 0,1-1-1 0 0,-1 1 1 0 0,1 0 0 0 0,-1 0 0 0 0,1-1 0 0 0,-1 1 0 0 0,1 0 0 0 0,-1 0-1 0 0,1-1 1 0 0,-1 1 0 0 0,1-1 0 0 0,-1 1 0 0 0,1 0 0 0 0,-1-1 0 0 0,1 1-1 0 0,0-1 1 0 0,-1 1 0 0 0,1-1 0 0 0,0 1 0 0 0,-1-1 0 0 0,1 1 0 0 0,0-1-1 0 0,0 1 1 0 0,0-1 0 0 0,-1 0 0 0 0,1 1 0 0 0,0-1 0 0 0,0 1-1 0 0,0-1 1 0 0,0 0 0 0 0,0 1 0 0 0,0-1 0 0 0,0 1 0 0 0,0-1 0 0 0,0 0-1 0 0,0 1 1 0 0,1-1 0 0 0,-1 1 0 0 0,0-1 0 0 0,0 1 0 0 0,1-1 0 0 0,-1 0-1 0 0,0 1 1 0 0,1-1 0 0 0,2-6 55 0 0,1 1 1 0 0,-1-1-1 0 0,1 1 0 0 0,1 0 0 0 0,-1 1 1 0 0,1-1-1 0 0,0 1 0 0 0,0 0 0 0 0,1 0 0 0 0,-1 0 1 0 0,1 1-1 0 0,0 0 0 0 0,0 0 0 0 0,1 1 1 0 0,-1-1-1 0 0,1 1 0 0 0,0 1 0 0 0,0-1 1 0 0,0 1-1 0 0,14-2 0 0 0,-19 4-156 0 0,0 0-1 0 0,1 0 1 0 0,-1 0-1 0 0,0 0 1 0 0,1 0-1 0 0,-1 1 1 0 0,0-1-1 0 0,0 1 1 0 0,1-1-1 0 0,-1 1 1 0 0,0 0 0 0 0,0 0-1 0 0,0 0 1 0 0,0 0-1 0 0,0 0 1 0 0,0 1-1 0 0,0-1 1 0 0,0 1-1 0 0,-1-1 1 0 0,1 1-1 0 0,0 0 1 0 0,-1-1-1 0 0,1 1 1 0 0,-1 0 0 0 0,0 0-1 0 0,0 0 1 0 0,0 0-1 0 0,0 0 1 0 0,0 0-1 0 0,0 1 1 0 0,1 2-1 0 0,0 2 54 0 0,-1 0-1 0 0,1 0 0 0 0,-1 0 0 0 0,0 0 1 0 0,-1-1-1 0 0,0 1 0 0 0,0 0 0 0 0,-2 14 0 0 0,-3 0 244 0 0,-1-1-1 0 0,0 1 0 0 0,-1-1 0 0 0,-16 29 0 0 0,-48 71 1146 0 0,50-88-1076 0 0,-42 64 454 0 0,63-96-818 0 0,0 0 0 0 0,-1 1 0 0 0,1-1 0 0 0,0 0 0 0 0,0 1 0 0 0,0-1 0 0 0,0 0 0 0 0,-1 1 0 0 0,1-1 0 0 0,0 0 0 0 0,0 1 0 0 0,0-1 0 0 0,0 0 0 0 0,0 1 0 0 0,0-1 0 0 0,0 0-1 0 0,0 1 1 0 0,0-1 0 0 0,0 1 0 0 0,0-1 0 0 0,0 0 0 0 0,0 1 0 0 0,0-1 0 0 0,0 0 0 0 0,1 1 0 0 0,-1-1 0 0 0,0 0 0 0 0,0 1 0 0 0,0-1 0 0 0,0 0 0 0 0,1 0 0 0 0,-1 1 0 0 0,0-1 0 0 0,1 1 0 0 0,0-1 0 0 0,-1 0 0 0 0,1 1-1 0 0,0-1 1 0 0,0 0 0 0 0,0 0 0 0 0,0 1 0 0 0,0-1-1 0 0,0 0 1 0 0,0 0 0 0 0,0 0 0 0 0,0 0-1 0 0,-1 0 1 0 0,1 0 0 0 0,0 0 0 0 0,2-1 0 0 0,236-65-85 0 0,-118 29 125 0 0,-59 14-2451 0 0,-25 3-9348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21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82 932 0 0,'0'0'1967'0'0,"-16"-4"3836"0"0,-3 1 1430 0 0,7 1-3860 0 0,24-2-3131 0 0,71-12 211 0 0,116-25-82 0 0,-192 39-1006 0 0,17-4 1758 0 0,-18 3-3634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22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70 64 0 0,'2'-50'13536'0'0,"-7"30"-7306"0"0,2 27-6021 0 0,0 0-1 0 0,0 0 1 0 0,0 0 0 0 0,1 1 0 0 0,0-1 0 0 0,1 0-1 0 0,-2 10 1 0 0,-3 15 252 0 0,-20 65 264 0 0,-45 154-146 0 0,60-211-310 0 0,10-38-217 0 0,0 7 127 0 0,1-8-176 0 0,0-1 0 0 0,0 0 0 0 0,0 1 0 0 0,0-1 0 0 0,0 0 0 0 0,0 0 0 0 0,-1 1 0 0 0,1-1-1 0 0,1 0 1 0 0,-1 1 0 0 0,0-1 0 0 0,0 0 0 0 0,0 1 0 0 0,0-1 0 0 0,0 0 0 0 0,0 1-1 0 0,0-1 1 0 0,0 0 0 0 0,0 0 0 0 0,1 1 0 0 0,-1-1 0 0 0,0 0 0 0 0,0 0 0 0 0,0 1 0 0 0,1-1-1 0 0,-1 0 1 0 0,0 0 0 0 0,0 0 0 0 0,0 1 0 0 0,1-1 0 0 0,-1 0 0 0 0,0 0 0 0 0,1 0 0 0 0,18-3 4 0 0,-1-2 0 0 0,0 0 0 0 0,27-12 0 0 0,7-2-135 0 0,-14 7-60 0 0,-8 4-78 0 0,0-2 0 0 0,-1-1 0 0 0,50-26 0 0 0,-77 36 267 0 0,1-1 0 0 0,-1 0 0 0 0,0 1-1 0 0,0-1 1 0 0,0 0 0 0 0,0-1 0 0 0,0 1 0 0 0,0 0 0 0 0,0 0-1 0 0,0-1 1 0 0,-1 1 0 0 0,0-1 0 0 0,1 0 0 0 0,-1 1-1 0 0,0-1 1 0 0,0 0 0 0 0,0 0 0 0 0,-1 1 0 0 0,1-5 0 0 0,0-1 578 0 0,-1 1 1 0 0,0 0 0 0 0,-1-1-1 0 0,0 1 1 0 0,-2-12 627 0 0,2 17-701 0 0,-9-18 1654 0 0,4 16-1280 0 0,1 13-535 0 0,-42 213-221 0 0,35-157-101 0 0,-14 125-738 0 0,25-182 321 0 0,-3 95-4253 0 0,6-70 171 0 0,1 1-3301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08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11 1104 0 0,'-10'-6'9197'0'0,"-10"6"-3488"0"0,29 1-6032 0 0,32 2 635 0 0,0-1 0 0 0,51-6-1 0 0,-91 4-307 0 0,47-1 69 0 0,-45 1-71 0 0,12-2 18 0 0,-11 2 91 0 0,20-3-2115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08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43 1848 0 0,'-11'-29'10634'0'0,"-2"16"-7303"0"0,1 22-1528 0 0,5 9-1098 0 0,0 0-1 0 0,1 0 1 0 0,0 0-1 0 0,2 1 1 0 0,-4 28-1 0 0,0 0 120 0 0,-25 180 1507 0 0,9-52-1711 0 0,11-97-363 0 0,10-69-521 0 0,1 0-1 0 0,0 1 1 0 0,0 11 0 0 0,-3-22-848 0 0,4 1 952 0 0,1 0 0 0 0,-1 0 1 0 0,1 0-1 0 0,-1 1 1 0 0,1-1-1 0 0,-1 0 1 0 0,1-1-1 0 0,-1 1 0 0 0,0 0 1 0 0,1 0-1 0 0,-1 0 1 0 0,1 0-1 0 0,-1 0 1 0 0,1 0-1 0 0,-1-1 1 0 0,1 1-1 0 0,0 0 0 0 0,-1 0 1 0 0,1-1-1 0 0,-1 1 1 0 0,0-1-1 0 0,-2-11-4242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09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26 201 2412 0 0,'-3'-16'5534'0'0,"-2"5"-3237"0"0,2 4-881 0 0,0 0 0 0 0,0-1 0 0 0,0 1 0 0 0,1-1-1 0 0,-2-11 1 0 0,4 16-1323 0 0,0 0 0 0 0,0 0 0 0 0,0 1 0 0 0,1-1 0 0 0,-1 0 0 0 0,1 0-1 0 0,0 0 1 0 0,-1 0 0 0 0,1 1 0 0 0,0-1 0 0 0,1 0 0 0 0,-1 1 0 0 0,0-1 0 0 0,1 1-1 0 0,-1-1 1 0 0,1 1 0 0 0,0 0 0 0 0,0-1 0 0 0,3-1 0 0 0,2-3-66 0 0,1 1 1 0 0,0 0-1 0 0,1 0 1 0 0,0 0-1 0 0,0 1 1 0 0,0 1-1 0 0,0 0 1 0 0,1 0-1 0 0,0 1 1 0 0,0 0-1 0 0,0 0 0 0 0,0 1 1 0 0,0 1-1 0 0,0-1 1 0 0,20 2-1 0 0,-24-1-22 0 0,0 2-1 0 0,0-1 1 0 0,-1 1 0 0 0,1 0-1 0 0,0 0 1 0 0,0 1 0 0 0,-1-1-1 0 0,1 1 1 0 0,-1 0-1 0 0,0 1 1 0 0,1-1 0 0 0,-1 1-1 0 0,0 0 1 0 0,0 1 0 0 0,-1-1-1 0 0,1 1 1 0 0,-1 0-1 0 0,0 0 1 0 0,0 0 0 0 0,0 1-1 0 0,0-1 1 0 0,-1 1 0 0 0,0 0-1 0 0,0 0 1 0 0,0 0-1 0 0,0 1 1 0 0,-1-1 0 0 0,0 0-1 0 0,2 8 1 0 0,-2-1 29 0 0,-1 0 0 0 0,0 0 0 0 0,-1 0-1 0 0,0 0 1 0 0,0 0 0 0 0,-2 0 0 0 0,1-1 0 0 0,-2 1 0 0 0,1 0 0 0 0,-2-1 0 0 0,1 1 0 0 0,-2-1-1 0 0,-6 14 1 0 0,-7 10 411 0 0,-2-1-1 0 0,-39 53 0 0 0,-34 23 889 0 0,5-7 155 0 0,88-103-1482 0 0,0 0 1 0 0,0 0-1 0 0,0 0 1 0 0,-1 0-1 0 0,1 1 1 0 0,0-1 0 0 0,0 0-1 0 0,0 0 1 0 0,0 0-1 0 0,-1 1 1 0 0,1-1-1 0 0,0 0 1 0 0,0 0-1 0 0,0 1 1 0 0,0-1 0 0 0,0 0-1 0 0,0 0 1 0 0,0 1-1 0 0,0-1 1 0 0,0 0-1 0 0,0 0 1 0 0,0 1-1 0 0,0-1 1 0 0,0 0 0 0 0,0 0-1 0 0,0 1 1 0 0,0-1-1 0 0,0 0 1 0 0,0 0-1 0 0,0 1 1 0 0,0-1-1 0 0,0 0 1 0 0,0 0-1 0 0,0 1 1 0 0,1-1 0 0 0,-1 0-1 0 0,0 0 1 0 0,0 0-1 0 0,0 1 1 0 0,0-1-1 0 0,1 0 1 0 0,-1 0-1 0 0,0 0 1 0 0,0 1 0 0 0,16 1 71 0 0,20-7-45 0 0,272-63-320 0 0,-208 44-4186 0 0,0 2-6265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16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23 106 1392 0 0,'-5'-8'5081'0'0,"1"-2"-3451"0"0,1 4-779 0 0,1 1 0 0 0,0-1 0 0 0,0 0 0 0 0,0 1 0 0 0,0-8 0 0 0,2 11-794 0 0,0 1 0 0 0,0-1 0 0 0,0 1 0 0 0,1-1 1 0 0,-1 1-1 0 0,1-1 0 0 0,-1 1 0 0 0,1 0 1 0 0,0-1-1 0 0,-1 1 0 0 0,1 0 0 0 0,0-1 1 0 0,0 1-1 0 0,0 0 0 0 0,0 0 0 0 0,0 0 1 0 0,0 0-1 0 0,0 0 0 0 0,1 0 0 0 0,-1 0 0 0 0,0 0 1 0 0,3-1-1 0 0,0 0-15 0 0,0-1 0 0 0,0 1 0 0 0,0 1 1 0 0,0-1-1 0 0,1 0 0 0 0,5 0 0 0 0,-2 1-27 0 0,1 0-1 0 0,0 0 1 0 0,0 1-1 0 0,-1 1 1 0 0,1 0 0 0 0,0 0-1 0 0,-1 0 1 0 0,1 1-1 0 0,-1 0 1 0 0,1 1 0 0 0,13 6-1 0 0,-18-7 6 0 0,0 0 0 0 0,0 1-1 0 0,0-1 1 0 0,0 1 0 0 0,0 0 0 0 0,-1 0-1 0 0,0 0 1 0 0,1 0 0 0 0,-1 1 0 0 0,0-1-1 0 0,-1 1 1 0 0,1 0 0 0 0,-1 0 0 0 0,1 0-1 0 0,-1 0 1 0 0,0 0 0 0 0,-1 0 0 0 0,1 1-1 0 0,-1-1 1 0 0,0 1 0 0 0,0-1 0 0 0,0 1-1 0 0,0-1 1 0 0,-1 8 0 0 0,-1 0 158 0 0,0 0-1 0 0,-1 0 1 0 0,0 0 0 0 0,-1 0 0 0 0,0 0 0 0 0,-1-1 0 0 0,-8 17-1 0 0,-43 74 910 0 0,53-99-1048 0 0,-57 83 973 0 0,-3 6-85 0 0,61-92-917 0 0,1 1 0 0 0,-1-1-1 0 0,1 1 1 0 0,-1-1 0 0 0,1 1-1 0 0,-1-1 1 0 0,1 1 0 0 0,0 0-1 0 0,-1-1 1 0 0,1 1 0 0 0,0 0-1 0 0,0-1 1 0 0,-1 1 0 0 0,1 0-1 0 0,0 0 1 0 0,0-1 0 0 0,0 1-1 0 0,0 0 1 0 0,0-1 0 0 0,0 1-1 0 0,0 0 1 0 0,0 0 0 0 0,0-1-1 0 0,0 1 1 0 0,0 0 0 0 0,1-1-1 0 0,-1 1 1 0 0,0 0 0 0 0,0 0-1 0 0,1 0 1 0 0,1-1 2 0 0,-1 1 0 0 0,1-1 0 0 0,0 1 0 0 0,-1-1 0 0 0,1 0 0 0 0,-1 0 0 0 0,1 0 0 0 0,0 0 0 0 0,-1 0 0 0 0,4-1 1 0 0,72-9 103 0 0,123-34 1 0 0,-99 19-86 0 0,119-29 141 0 0,-203 48-699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1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51 1792 0 0,'-24'-19'14529'0'0,"28"19"-13589"0"0,4 0-1035 0 0,194-17 1299 0 0,-135 8-988 0 0,-64 9-179 0 0,39-5-175 0 0,-40 5-345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17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98 1556 0 0,'0'-19'5792'0'0,"-1"0"0"0"0,-5-33 714 0 0,5 46-6182 0 0,-1 4 473 0 0,-5 24-480 0 0,-7 40 1 0 0,-4 15 147 0 0,-51 165 221 0 0,67-237-638 0 0,2 6 23 0 0,0-11-67 0 0,1 1 0 0 0,-1 0 0 0 0,0 0 0 0 0,1 0 0 0 0,0 0-1 0 0,-1 0 1 0 0,1-1 0 0 0,-1 1 0 0 0,1 0 0 0 0,0 0 0 0 0,0-1 0 0 0,-1 1 0 0 0,1 0 0 0 0,0-1 0 0 0,0 1-1 0 0,0-1 1 0 0,0 1 0 0 0,0-1 0 0 0,-1 0 0 0 0,1 1 0 0 0,0-1 0 0 0,0 0 0 0 0,0 0 0 0 0,0 1 0 0 0,0-1-1 0 0,0 0 1 0 0,0 0 0 0 0,0 0 0 0 0,0 0 0 0 0,0 0 0 0 0,0-1 0 0 0,0 1 0 0 0,2 0 0 0 0,0-1 13 0 0,23-1 4 0 0,-1-1 0 0 0,1-2 1 0 0,-1 0-1 0 0,-1-2 0 0 0,1 0 0 0 0,-1-2 0 0 0,0-1 1 0 0,27-16-1 0 0,-45 23-5 0 0,-1-1 0 0 0,0 0 0 0 0,-1 0 0 0 0,1 0 0 0 0,-1-1 0 0 0,0 1 0 0 0,0-1 1 0 0,0 0-1 0 0,0 0 0 0 0,-1-1 0 0 0,0 1 0 0 0,0-1 0 0 0,2-6 0 0 0,-3 5 513 0 0,0 0 1 0 0,0-1-1 0 0,0 1 0 0 0,-1-1 1 0 0,0 1-1 0 0,-1-10 0 0 0,0 15-8 0 0,-1-15 1381 0 0,-2 11-1014 0 0,0 16-813 0 0,0 27 116 0 0,-16 167 19 0 0,12-65-3607 0 0,3-41-1282 0 0,-1-31-4582 0 0,1-24-1728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27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397 141 592 0 0,'3'-10'10381'0'0,"-4"7"-10204"0"0,-1 1-1 0 0,1-1 1 0 0,-1 1-1 0 0,0-1 1 0 0,0 1 0 0 0,0 0-1 0 0,0-1 1 0 0,-1 1-1 0 0,1 1 1 0 0,-1-1 0 0 0,1 0-1 0 0,-6-2 1 0 0,-40-18-300 0 0,27 13 314 0 0,14 6-186 0 0,3 1 20 0 0,0 0 1 0 0,0 0-1 0 0,0 0 1 0 0,-1 0-1 0 0,1 1 0 0 0,-1 0 1 0 0,-7-1-1 0 0,12 2-24 0 0,0-1-1 0 0,1 1 1 0 0,-1 0-1 0 0,0 0 1 0 0,0 0-1 0 0,0 0 1 0 0,1 0 0 0 0,-1 0-1 0 0,0-1 1 0 0,0 1-1 0 0,1 0 1 0 0,-1 0-1 0 0,0 0 1 0 0,0-1-1 0 0,0 1 1 0 0,0 0-1 0 0,1 0 1 0 0,-1-1-1 0 0,0 1 1 0 0,0 0 0 0 0,0 0-1 0 0,0-1 1 0 0,0 1-1 0 0,0 0 1 0 0,0 0-1 0 0,0-1 1 0 0,0 1-1 0 0,0 0 1 0 0,0 0-1 0 0,0-1 1 0 0,0 1-1 0 0,0 0 1 0 0,0 0 0 0 0,0-1-1 0 0,0 1 1 0 0,0 0-1 0 0,0-1 1 0 0,0 1-1 0 0,0 0 1 0 0,0 0-1 0 0,0-1 1 0 0,0 1-1 0 0,-1 0 1 0 0,1 0-1 0 0,0 0 1 0 0,0-1 0 0 0,0 1-1 0 0,-1 0 1 0 0,1 0-1 0 0,0 0 1 0 0,0-1-1 0 0,0 1 1 0 0,-1 0-1 0 0,1 0 1 0 0,0 0-1 0 0,0 0 1 0 0,-1 0-1 0 0,1 0 1 0 0,0-1 0 0 0,0 1-1 0 0,-1 0 1 0 0,342-26 19 0 0,-222 13 1040 0 0,-116 13-847 0 0,13 0 691 0 0,-5 0-821 0 0,-9 0 101 0 0,1 0-150 0 0,7 1-10 0 0,-7 0-12 0 0,-4 13 36 0 0,-15 88 90 0 0,5-26 272 0 0,-24 168 1313 0 0,-5 31-269 0 0,-11 119-362 0 0,25 3-758 0 0,25-384-327 0 0,-16 978 595 0 0,17-882-410 0 0,5 561 544 0 0,0-279 219 0 0,2-126-983 0 0,1-108 66 0 0,0 7 154 0 0,-6-122-185 0 0,-1-29 69 0 0,-1 1 0 0 0,-1 27 1 0 0,0-39-67 0 0,0 0 0 0 0,1-1 1 0 0,-1 1-1 0 0,0 0 1 0 0,0-1-1 0 0,0 1 0 0 0,0-1 1 0 0,0 1-1 0 0,0-1 1 0 0,-1 1-1 0 0,1-1 0 0 0,0 0 1 0 0,-1 0-1 0 0,1 1 1 0 0,-1-1-1 0 0,1 0 0 0 0,-1 0 1 0 0,-2 0-1 0 0,-33 15 28 0 0,30-14-18 0 0,-31 10-398 0 0,-1-1 0 0 0,-57 8 0 0 0,-84 1-4547 0 0,142-17 3314 0 0,-28 3-4010 0 0,-1-5-3181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2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652 38 1316 0 0,'14'-6'5214'0'0,"-8"4"-4967"0"0,-5 2 49 0 0,0 0 1 0 0,0 0-1 0 0,0-1 0 0 0,0 1 1 0 0,0 0-1 0 0,0 0 0 0 0,-1-1 0 0 0,1 1 1 0 0,0 0-1 0 0,0-1 0 0 0,0 1 1 0 0,-1-1-1 0 0,5-2 1482 0 0,-5 2-1482 0 0,1 0 0 0 0,-1 1 0 0 0,1-1 1 0 0,-1 0-1 0 0,1 0 0 0 0,-1 0 0 0 0,0 1 1 0 0,1-1-1 0 0,-1 0 0 0 0,0 0 1 0 0,0 0-1 0 0,1-2 0 0 0,-18-2 27 0 0,3 4-252 0 0,-16-2-4 0 0,0 2 0 0 0,-1 2 0 0 0,1 0 0 0 0,-29 6 0 0 0,44-4-65 0 0,1 0 0 0 0,-1 1 1 0 0,1 0-1 0 0,0 1 0 0 0,0 0 0 0 0,1 2 1 0 0,0-1-1 0 0,0 2 0 0 0,-22 15 1 0 0,27-15 0 0 0,-1 0 1 0 0,2 1-1 0 0,-1 0 1 0 0,1 0 0 0 0,0 1-1 0 0,1 0 1 0 0,0 0 0 0 0,1 0-1 0 0,0 1 1 0 0,1-1 0 0 0,0 1-1 0 0,0 1 1 0 0,1-1-1 0 0,-3 23 1 0 0,2 8 336 0 0,2 0 0 0 0,6 75 0 0 0,-2-77 190 0 0,0 131 856 0 0,-21 194-1 0 0,-46 170-841 0 0,31-280-361 0 0,-35 389 122 0 0,40 5-178 0 0,21-109-83 0 0,-1-7-35 0 0,12-471 16 0 0,-4 68 41 0 0,-1-49-35 0 0,0-12 61 0 0,2-68-28 0 0,1 2-29 0 0,-1-3-22 0 0,0 1 0 0 0,0-1 0 0 0,0 1 0 0 0,0 0 0 0 0,0-1 0 0 0,0 1 0 0 0,0-1 0 0 0,0 1 1 0 0,0 0-1 0 0,0-1 0 0 0,0 1 0 0 0,1-1 0 0 0,-1 1 0 0 0,0 0 0 0 0,0-1 0 0 0,1 1 0 0 0,-1-1 0 0 0,0 1 0 0 0,1-1 1 0 0,-1 1-1 0 0,1-1 0 0 0,-1 0 0 0 0,1 1 0 0 0,-1-1 0 0 0,1 1 0 0 0,-1-1 0 0 0,1 0 0 0 0,-1 1 0 0 0,1-1 0 0 0,0 1 0 0 0,40-10-126 0 0,-1-2 0 0 0,75-31 0 0 0,-52 13-3437 0 0,60-36 0 0 0,-81 38-1773 0 0,0-3-2826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0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21 158 164 0 0,'-6'-14'5250'0'0,"2"-1"-3114"0"0,2 9-1614 0 0,0 0 1 0 0,0 0-1 0 0,1 0 0 0 0,-1-1 0 0 0,2 1 0 0 0,-1 0 0 0 0,1-1 1 0 0,0 1-1 0 0,0 0 0 0 0,0-1 0 0 0,1 1 0 0 0,2-9 1 0 0,-2 13-498 0 0,1-1 1 0 0,-1 1-1 0 0,1-1 1 0 0,0 1-1 0 0,-1 0 1 0 0,1 0 0 0 0,0-1-1 0 0,1 1 1 0 0,-1 1-1 0 0,0-1 1 0 0,1 0-1 0 0,-1 0 1 0 0,1 1-1 0 0,-1 0 1 0 0,1-1 0 0 0,0 1-1 0 0,-1 0 1 0 0,1 0-1 0 0,0 0 1 0 0,0 1-1 0 0,0-1 1 0 0,5 0-1 0 0,-3 1-14 0 0,0-1 0 0 0,0 1-1 0 0,0 0 1 0 0,1 1 0 0 0,-1-1-1 0 0,0 1 1 0 0,0 0 0 0 0,0 0-1 0 0,-1 1 1 0 0,1-1-1 0 0,0 1 1 0 0,6 4 0 0 0,-7-4-3 0 0,1 1 0 0 0,-1 0 1 0 0,0 1-1 0 0,-1-1 0 0 0,1 1 1 0 0,0-1-1 0 0,-1 1 0 0 0,0 0 0 0 0,0 0 1 0 0,0 1-1 0 0,0-1 0 0 0,-1 1 1 0 0,0-1-1 0 0,3 8 0 0 0,-3-5 5 0 0,0 1-1 0 0,-1 0 1 0 0,0 0 0 0 0,0 0-1 0 0,-1 0 1 0 0,1 0-1 0 0,-2 0 1 0 0,-1 12 0 0 0,-2 1 19 0 0,-1 0 0 0 0,-1 0 1 0 0,-1 0-1 0 0,-1-1 0 0 0,-20 37 1 0 0,6-14 775 0 0,21-41-598 0 0,5-20-29 0 0,24-30-122 0 0,2 0 0 0 0,60-71 0 0 0,-33 45-82 0 0,-50 69 19 0 0,-2 0 2 0 0,9-23-10 0 0,-14 27 10 0 0,1 1 0 0 0,-1 0 0 0 0,0-1 0 0 0,0 1 0 0 0,1-1 1 0 0,-1 1-1 0 0,0-1 0 0 0,0 1 0 0 0,0 0 0 0 0,1-1 0 0 0,-1 1 0 0 0,0-1 1 0 0,0 1-1 0 0,0-1 0 0 0,0 1 0 0 0,0-1 0 0 0,0 1 0 0 0,0-1 1 0 0,0 1-1 0 0,0-1 0 0 0,0 1 0 0 0,-1-1 0 0 0,1 1 0 0 0,0-1 1 0 0,0 0-1 0 0,-11 3-19 0 0,-15 14 25 0 0,8 0-6 0 0,1 1-1 0 0,1 0 1 0 0,0 2 0 0 0,-15 22-1 0 0,22-28 2 0 0,1 0 0 0 0,1 0 0 0 0,0 1-1 0 0,0 0 1 0 0,2 1 0 0 0,0-1 0 0 0,-6 25 0 0 0,10-34 3 0 0,1-1 0 0 0,-1 1 0 0 0,0 0 1 0 0,1-1-1 0 0,0 1 0 0 0,0-1 0 0 0,1 1 1 0 0,-1 0-1 0 0,1-1 0 0 0,0 1 1 0 0,0-1-1 0 0,1 0 0 0 0,-1 1 0 0 0,1-1 1 0 0,0 0-1 0 0,0 0 0 0 0,0 0 0 0 0,0 0 1 0 0,1 0-1 0 0,0 0 0 0 0,0-1 0 0 0,0 1 1 0 0,0-1-1 0 0,1 0 0 0 0,-1 0 1 0 0,1 0-1 0 0,-1 0 0 0 0,1-1 0 0 0,0 1 1 0 0,0-1-1 0 0,0 0 0 0 0,1-1 0 0 0,-1 1 1 0 0,0-1-1 0 0,1 1 0 0 0,5 0 1 0 0,9 1-135 0 0,1 0 1 0 0,0-1 0 0 0,0-1 0 0 0,0-1 0 0 0,29-3-1 0 0,-18-1-4250 0 0,34-9-1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1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75 592 0 0,'-4'-16'4722'0'0,"2"6"-3203"0"0,-10-39 7795 0 0,13 73-9619 0 0,3 2 426 0 0,0 0 0 0 0,15 46 0 0 0,-16-62-93 0 0,1 0 0 0 0,0 0 0 0 0,1 0 0 0 0,0 0 0 0 0,0-1 0 0 0,1 0 0 0 0,0 0 0 0 0,1 0 0 0 0,10 10 1 0 0,-14-16 38 0 0,1 0 0 0 0,-1-1 0 0 0,1 1 0 0 0,-1-1 0 0 0,1 0 0 0 0,0 0 0 0 0,4 2 0 0 0,-6-4 134 0 0,2 0-12 0 0,0-1-112 0 0,1-1 0 0 0,-1 0 0 0 0,1 0 0 0 0,-1 0 0 0 0,0 0 0 0 0,0-1 0 0 0,0 1 0 0 0,0-1 0 0 0,-1 0 0 0 0,1 0 0 0 0,-1-1 0 0 0,1 1 0 0 0,4-7 0 0 0,26-44 1430 0 0,-32 53-1453 0 0,2-2 17 0 0,-3 8-32 0 0,-1 1-30 0 0,-1 17 47 0 0,-2 0 1 0 0,0 0-1 0 0,-1-1 1 0 0,-12 36-1 0 0,-40 87 309 0 0,44-118 5 0 0,-1 0 0 0 0,-1-1 1 0 0,-2 0-1 0 0,0-1 0 0 0,-39 43 1 0 0,54-67-302 0 0,-1 1-1 0 0,1 0 1 0 0,-1-1 0 0 0,0 1 0 0 0,0-1 0 0 0,0 0-1 0 0,0 0 1 0 0,0 1 0 0 0,0-1 0 0 0,0 0 0 0 0,0-1-1 0 0,0 1 1 0 0,0 0 0 0 0,-1-1 0 0 0,1 1 0 0 0,0-1-1 0 0,0 0 1 0 0,-1 1 0 0 0,1-1 0 0 0,0 0 0 0 0,-1-1-1 0 0,-3 0 1 0 0,3 0-50 0 0,1 0 0 0 0,0 0-1 0 0,0 0 1 0 0,0 0 0 0 0,0 0 0 0 0,0-1 0 0 0,0 1-1 0 0,1-1 1 0 0,-1 1 0 0 0,0-1 0 0 0,1 0-1 0 0,-1 0 1 0 0,1 0 0 0 0,0 0 0 0 0,-1 0 0 0 0,1 0-1 0 0,0 0 1 0 0,0 0 0 0 0,0 0 0 0 0,1-1-1 0 0,-1 1 1 0 0,0-4 0 0 0,-1-5-6 0 0,1 1 1 0 0,0-1-1 0 0,0 0 1 0 0,2 0-1 0 0,-1 0 1 0 0,1 1-1 0 0,1-1 1 0 0,0 0-1 0 0,0 1 1 0 0,1-1-1 0 0,0 1 1 0 0,9-18-1 0 0,-3 8-188 0 0,2 1 0 0 0,0 1 0 0 0,0 0 0 0 0,2 1 0 0 0,23-25 0 0 0,-32 37-155 0 0,1 0 0 0 0,1 0 0 0 0,-1 0 1 0 0,1 1-1 0 0,0 0 0 0 0,0 0 1 0 0,0 1-1 0 0,0 0 0 0 0,1 0 0 0 0,-1 0 1 0 0,1 1-1 0 0,11-3 0 0 0,-13 4-92 0 0,-1 1-1 0 0,1-1 1 0 0,-1 1-1 0 0,1 0 1 0 0,-1 1-1 0 0,1-1 1 0 0,-1 1 0 0 0,1 0-1 0 0,-1 0 1 0 0,1 0-1 0 0,-1 1 1 0 0,0-1-1 0 0,0 1 1 0 0,0 0-1 0 0,0 0 1 0 0,0 1 0 0 0,0-1-1 0 0,0 1 1 0 0,-1 0-1 0 0,6 5 1 0 0,4 7-3169 0 0,-1-1-1434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2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14 1348 0 0,'-2'15'20515'0'0,"3"-15"-20389"0"0,24 1 1254 0 0,31-5-2362 0 0,-55 4 1196 0 0,94-11-219 0 0,-46 4 9 0 0,54 0 0 0 0,-100 7-5 0 0,-2 0 1 0 0,0 0 0 0 0,0 0 0 0 0,0 1 1 0 0,0-1-1 0 0,-1 1 0 0 0,1-1 0 0 0,0 1 1 0 0,0-1-1 0 0,-1 1 0 0 0,1-1 0 0 0,0 1 0 0 0,-1 0 1 0 0,1 0-1 0 0,0 0 0 0 0,-2 5 5 0 0,0-1 0 0 0,-1 0 0 0 0,0 0 0 0 0,0 0-1 0 0,0 0 1 0 0,-1 0 0 0 0,0 0 0 0 0,-6 8 0 0 0,-34 36-26 0 0,25-29 18 0 0,-133 132 24 0 0,11-12 16 0 0,129-130-21 0 0,10-9-14 0 0,0 0 0 0 0,-1 0 1 0 0,1 0-1 0 0,0 0 0 0 0,0 0 1 0 0,0 0-1 0 0,0 0 0 0 0,0 1 0 0 0,0-1 1 0 0,0 0-1 0 0,0 1 0 0 0,0-1 1 0 0,0 0-1 0 0,1 1 0 0 0,-1-1 0 0 0,1 1 1 0 0,-1-1-1 0 0,1 1 0 0 0,0-1 1 0 0,-1 1-1 0 0,1 0 0 0 0,0-1 1 0 0,0 1-1 0 0,0-1 0 0 0,0 3 0 0 0,1-3 0 0 0,-1-1 0 0 0,1 1 0 0 0,0 0 0 0 0,-1-1 0 0 0,1 1 0 0 0,0 0 0 0 0,-1-1 0 0 0,1 1-1 0 0,0-1 1 0 0,-1 1 0 0 0,1-1 0 0 0,0 0 0 0 0,0 1 0 0 0,0-1 0 0 0,-1 0 0 0 0,1 1 0 0 0,0-1-1 0 0,0 0 1 0 0,0 0 0 0 0,0 0 0 0 0,0 0 0 0 0,0 0 0 0 0,1 0 0 0 0,21-1 17 0 0,-22 1-19 0 0,29-3 23 0 0,-1-1 0 0 0,53-15 0 0 0,54-26-14 0 0,-116 38-6 0 0,142-59-961 0 0,-56 18-4529 0 0,-75 28-3840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3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352 116 128 0 0,'-22'-4'15029'0'0,"35"-3"-15431"0"0,48-15 967 0 0,82-20 1 0 0,-85 26-485 0 0,46-8-7 0 0,-102 24-73 0 0,-1 0 0 0 0,1 0 1 0 0,0 0-1 0 0,-1 0 0 0 0,1 0 0 0 0,0 0 1 0 0,-1 0-1 0 0,1 0 0 0 0,0 1 0 0 0,-1-1 1 0 0,1 1-1 0 0,-1-1 0 0 0,1 1 0 0 0,-1-1 1 0 0,1 1-1 0 0,-1 0 0 0 0,1 0 0 0 0,-1 0 1 0 0,0 0-1 0 0,1 0 0 0 0,-1 0 0 0 0,0 0 1 0 0,0 0-1 0 0,0 1 0 0 0,0-1 0 0 0,0 0 1 0 0,0 1-1 0 0,0-1 0 0 0,0 1 0 0 0,0-1 1 0 0,-1 1-1 0 0,2 2 0 0 0,1 6 83 0 0,1 0 1 0 0,-2 0-1 0 0,4 18 1 0 0,-5-24-41 0 0,8 63 850 0 0,2 117 1 0 0,-18 72 237 0 0,2-125-727 0 0,-10 968 2052 0 0,15-1051-2338 0 0,10 955 1643 0 0,19-310-1051 0 0,-28-456 239 0 0,-2-129-453 0 0,1-97-474 0 0,-1 1 0 0 0,-1-1 0 0 0,0 1 0 0 0,-1-1 0 0 0,0 0 0 0 0,-6 15 0 0 0,-3 10 127 0 0,-38 110 81 0 0,49-140-64 0 0,0-1 0 0 0,-1 0 0 0 0,0 1 1 0 0,0-1-1 0 0,0 0 0 0 0,0 0 0 0 0,-1 0 1 0 0,0 0-1 0 0,0-1 0 0 0,-7 9 0 0 0,8-12-128 0 0,-1 0-1 0 0,1 0 1 0 0,0 0-1 0 0,-1 0 0 0 0,1 0 1 0 0,-1-1-1 0 0,1 1 1 0 0,-1-1-1 0 0,1 1 0 0 0,-1-1 1 0 0,0 0-1 0 0,-3 0 1 0 0,-54-4-459 0 0,-103-19 0 0 0,51 5-1633 0 0,86 14 1329 0 0,-127-19-3698 0 0,122 16 1166 0 0,-35-12 0 0 0,42 8-1624 0 0,6 0-2452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3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80 2316 0 0,'0'0'1706'0'0,"-9"-28"9943"0"0,9 27-11618 0 0,0 1 0 0 0,0-1-1 0 0,0 0 1 0 0,0 1 0 0 0,0-1-1 0 0,0 1 1 0 0,0-1-1 0 0,0 1 1 0 0,0-1 0 0 0,0 1-1 0 0,0-1 1 0 0,0 1-1 0 0,1-1 1 0 0,-1 1 0 0 0,0-1-1 0 0,0 1 1 0 0,0-1 0 0 0,1 1-1 0 0,-1 0 1 0 0,0-1-1 0 0,1 1 1 0 0,-1-1 0 0 0,0 1-1 0 0,1 0 1 0 0,-1-1 0 0 0,1 1-1 0 0,-1 0 1 0 0,1-1-1 0 0,-1 1 1 0 0,0 0 0 0 0,1 0-1 0 0,-1-1 1 0 0,1 1-1 0 0,-1 0 1 0 0,1 0 0 0 0,-1 0-1 0 0,1 0 1 0 0,-1 0 0 0 0,2-1-1 0 0,29-4-73 0 0,-19 3 155 0 0,-3 0-220 0 0,151-22-333 0 0,-134 23-2449 0 0,-1 0 1 0 0,31 3-1 0 0,-41 0-2453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4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90 2152 0 0,'-76'53'11289'0'0,"76"-53"-11262"0"0,0 0 0 0 0,0 1-1 0 0,0-1 1 0 0,0 0 0 0 0,0 1-1 0 0,0-1 1 0 0,0 0 0 0 0,0 1-1 0 0,0-1 1 0 0,0 0 0 0 0,0 1-1 0 0,1-1 1 0 0,-1 0 0 0 0,0 1-1 0 0,0-1 1 0 0,0 0 0 0 0,0 1-1 0 0,0-1 1 0 0,0 0 0 0 0,1 0-1 0 0,-1 1 1 0 0,0-1 0 0 0,0 0-1 0 0,1 0 1 0 0,-1 1 0 0 0,0-1-1 0 0,0 0 1 0 0,1 0 0 0 0,-1 0-1 0 0,0 0 1 0 0,0 1 0 0 0,1-1-1 0 0,-1 0 1 0 0,0 0 0 0 0,1 0-1 0 0,-1 0 1 0 0,0 0 0 0 0,1 0-1 0 0,-1 0 1 0 0,0 0 0 0 0,1 0-1 0 0,-1 0 1 0 0,1 0 0 0 0,62-13 67 0 0,62-22 0 0 0,64-31-5548 0 0,-159 55 3790 0 0,44-16-3617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5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45 240 0 0,'0'0'1756'0'0,"7"-31"10949"0"0,-9 29-12610 0 0,-1 1-1 0 0,0-1 1 0 0,0 1-1 0 0,0-1 1 0 0,0 1-1 0 0,-1 0 0 0 0,1 0 1 0 0,0 0-1 0 0,0 1 1 0 0,-1-1-1 0 0,1 1 1 0 0,0 0-1 0 0,-5 0 0 0 0,-48 2 118 0 0,46-1-203 0 0,-1 1 0 0 0,1 0 0 0 0,0 1 1 0 0,0 0-1 0 0,-1 0 0 0 0,2 1 0 0 0,-1 0 0 0 0,0 1 0 0 0,1 0 1 0 0,0 1-1 0 0,0 0 0 0 0,1 0 0 0 0,-1 1 0 0 0,1 0 0 0 0,1 0 1 0 0,-13 15-1 0 0,10-7 5 0 0,0 0 0 0 0,0 0 1 0 0,2 1-1 0 0,0 0 0 0 0,1 0 0 0 0,0 1 1 0 0,2 0-1 0 0,0 0 0 0 0,-3 20 1 0 0,-2 22 169 0 0,-2 98 1 0 0,13 62 520 0 0,1-81-319 0 0,-12 587 792 0 0,4 372-598 0 0,1-237-359 0 0,-25-515 125 0 0,5-65-106 0 0,0-25-125 0 0,7-82 72 0 0,-8 71 1433 0 0,23-178-1443 0 0,3-32-139 0 0,0-32-28 0 0,0-1 1 0 0,0 1-1 0 0,1 0 0 0 0,-1 0 0 0 0,0 0 0 0 0,1-1 1 0 0,-1 1-1 0 0,1 0 0 0 0,-1-1 0 0 0,1 1 1 0 0,0 0-1 0 0,1 1 0 0 0,1 2-4 0 0,-2-4 5 0 0,0 0 0 0 0,0 1-1 0 0,0-1 1 0 0,0 0 0 0 0,0 0-1 0 0,0-1 1 0 0,0 1 0 0 0,1 0-1 0 0,-1 0 1 0 0,0 0-1 0 0,0-1 1 0 0,1 1 0 0 0,-1-1-1 0 0,1 1 1 0 0,-1-1 0 0 0,1 1-1 0 0,-1-1 1 0 0,1 0 0 0 0,-1 0-1 0 0,0 0 1 0 0,3 0-1 0 0,15 0-68 0 0,0 0-1 0 0,-1-2 0 0 0,1 0 0 0 0,-1-1 0 0 0,21-6 0 0 0,94-33-2242 0 0,-106 32 1609 0 0,184-80-9100 0 0,-134 52 2265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7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267 218 1720 0 0,'0'-9'1153'0'0,"-1"0"-1"0"0,0 0 1 0 0,0 0-1 0 0,-1 0 0 0 0,-4-11 1 0 0,4 14-864 0 0,0 0 1 0 0,-1 0-1 0 0,0 0 1 0 0,0 1-1 0 0,0-1 0 0 0,-1 1 1 0 0,1 0-1 0 0,-6-5 1 0 0,7 8-255 0 0,1 1 1 0 0,-1 0 0 0 0,0-1-1 0 0,0 1 1 0 0,0 0 0 0 0,0 1-1 0 0,-1-1 1 0 0,1 0 0 0 0,0 0 0 0 0,0 1-1 0 0,0-1 1 0 0,-1 1 0 0 0,1 0-1 0 0,0 0 1 0 0,0 0 0 0 0,-1 0-1 0 0,1 0 1 0 0,0 0 0 0 0,0 1-1 0 0,-1-1 1 0 0,-2 1 0 0 0,0 1 12 0 0,0 0 0 0 0,-1-1 0 0 0,1 2 1 0 0,0-1-1 0 0,0 1 0 0 0,0-1 0 0 0,-5 5 0 0 0,-1 2 102 0 0,1 1 0 0 0,0 0-1 0 0,1 0 1 0 0,0 1-1 0 0,1 0 1 0 0,0 1 0 0 0,0 0-1 0 0,1 0 1 0 0,1 1 0 0 0,0 0-1 0 0,-7 24 1 0 0,7-15 36 0 0,1 0 1 0 0,0 0-1 0 0,2 0 1 0 0,1 1-1 0 0,0 0 1 0 0,3 35-1 0 0,0-51-97 0 0,-1 0 0 0 0,1 1-1 0 0,1-1 1 0 0,0 0-1 0 0,0 0 1 0 0,0 0 0 0 0,1 0-1 0 0,0-1 1 0 0,0 1-1 0 0,0-1 1 0 0,1 1 0 0 0,0-1-1 0 0,1-1 1 0 0,-1 1-1 0 0,1 0 1 0 0,0-1 0 0 0,9 7-1 0 0,-7-7 3 0 0,0 0 0 0 0,1-1 0 0 0,-1 0-1 0 0,1 0 1 0 0,0-1 0 0 0,0 0 0 0 0,0 0 0 0 0,0-1-1 0 0,1 0 1 0 0,-1-1 0 0 0,1 1 0 0 0,-1-2 0 0 0,1 1 0 0 0,14-2-1 0 0,0-1 35 0 0,-1-1 0 0 0,0-1 1 0 0,0 0-1 0 0,0-2 0 0 0,0-1 0 0 0,-1-1 0 0 0,0 0 0 0 0,0-2 0 0 0,-1 0 0 0 0,0-1 0 0 0,-1-2 0 0 0,21-16 0 0 0,-28 19-75 0 0,0 0 0 0 0,-1-1 1 0 0,-1-1-1 0 0,0 0 0 0 0,0 0 0 0 0,-1-1 0 0 0,-1 0 0 0 0,0 0 0 0 0,0-1 0 0 0,-2 0 0 0 0,0-1 0 0 0,0 1 0 0 0,-2-1 0 0 0,1 0 1 0 0,-2 0-1 0 0,0-1 0 0 0,-1 1 0 0 0,0-24 0 0 0,-2 26-40 0 0,-1 1 0 0 0,0-1 0 0 0,-1 1-1 0 0,0-1 1 0 0,-1 1 0 0 0,0 0 0 0 0,-1-1 0 0 0,-1 2 0 0 0,1-1 0 0 0,-2 0 0 0 0,-10-15 0 0 0,13 22-16 0 0,-1-1 1 0 0,0 1 0 0 0,-1 1 0 0 0,1-1-1 0 0,-1 1 1 0 0,0-1 0 0 0,0 1 0 0 0,0 1 0 0 0,0-1-1 0 0,-1 1 1 0 0,1 0 0 0 0,-1 0 0 0 0,0 0-1 0 0,0 1 1 0 0,0 0 0 0 0,0 0 0 0 0,-1 1 0 0 0,1-1-1 0 0,0 1 1 0 0,-1 1 0 0 0,1-1 0 0 0,-1 1-1 0 0,1 0 1 0 0,-10 2 0 0 0,8 0-222 0 0,-1 0 0 0 0,1 0-1 0 0,-1 1 1 0 0,1 0 0 0 0,0 0 0 0 0,0 1 0 0 0,0 0-1 0 0,0 1 1 0 0,1-1 0 0 0,0 2 0 0 0,0-1 0 0 0,0 1-1 0 0,1 0 1 0 0,-1 0 0 0 0,-5 9 0 0 0,1-1-1318 0 0,1 0 0 0 0,1 0 1 0 0,0 1-1 0 0,1 0 0 0 0,1 1 1 0 0,-11 31-1 0 0,12-25-2637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7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141 239 1792 0 0,'-10'-33'8032'0'0,"1"15"-5628"0"0,8 18-2360 0 0,1 0-1 0 0,0-1 0 0 0,0 1 0 0 0,-1 0 1 0 0,1 0-1 0 0,-1-1 0 0 0,1 1 0 0 0,0 0 1 0 0,-1 0-1 0 0,1 0 0 0 0,0 0 0 0 0,-1-1 1 0 0,1 1-1 0 0,-1 0 0 0 0,1 0 1 0 0,0 0-1 0 0,-1 0 0 0 0,1 0 0 0 0,-1 0 1 0 0,1 0-1 0 0,0 0 0 0 0,-1 0 0 0 0,1 0 1 0 0,-1 0-1 0 0,1 1 0 0 0,-1-1 0 0 0,-1 2 41 0 0,-1 0-1 0 0,1 0 1 0 0,0 0-1 0 0,0 0 1 0 0,0 0-1 0 0,0 0 0 0 0,0 1 1 0 0,0-1-1 0 0,1 1 1 0 0,-2 3-1 0 0,-8 14 676 0 0,1 2 0 0 0,-12 38-1 0 0,11-30-287 0 0,3-6-195 0 0,1 0 0 0 0,1 1 1 0 0,2 0-1 0 0,-3 25 0 0 0,6-34-175 0 0,0 0 1 0 0,2-1-1 0 0,-1 1 1 0 0,2-1-1 0 0,0 1 0 0 0,1-1 1 0 0,8 26-1 0 0,-9-36-65 0 0,-1 0 0 0 0,1-1-1 0 0,1 0 1 0 0,-1 1 0 0 0,0-1 0 0 0,1 0-1 0 0,0 0 1 0 0,0 0 0 0 0,0 0 0 0 0,1-1-1 0 0,-1 1 1 0 0,1-1 0 0 0,0 0 0 0 0,0 0-1 0 0,0 0 1 0 0,7 3 0 0 0,-5-4 14 0 0,0 0 0 0 0,0 0 0 0 0,0 0 0 0 0,1-1-1 0 0,-1 0 1 0 0,0 0 0 0 0,0-1 0 0 0,1 0 0 0 0,-1 0 0 0 0,0 0 0 0 0,10-3 0 0 0,0 0 55 0 0,-1-1-1 0 0,1-1 1 0 0,-1-1-1 0 0,-1 0 1 0 0,1-1 0 0 0,-1 0-1 0 0,0-1 1 0 0,-1-1-1 0 0,18-14 1 0 0,-20 13-65 0 0,1-2 1 0 0,-2 0-1 0 0,1 0 1 0 0,-2-1-1 0 0,1 0 1 0 0,-2-1-1 0 0,0 0 1 0 0,-1 0-1 0 0,0-1 1 0 0,8-26-1 0 0,-6 8-13 0 0,-1 0-1 0 0,-1 0 0 0 0,4-68 0 0 0,-11 82-18 0 0,0-1 1 0 0,-1 1-1 0 0,-1 0 0 0 0,-1-1 0 0 0,-7-23 1 0 0,8 34-58 0 0,0 1 1 0 0,-1-1 0 0 0,-1 1 0 0 0,1-1-1 0 0,-1 1 1 0 0,-1 0 0 0 0,1 0 0 0 0,-1 1-1 0 0,-1 0 1 0 0,1 0 0 0 0,-1 0-1 0 0,-1 0 1 0 0,-8-7 0 0 0,12 12-102 0 0,0 1-1 0 0,1-1 1 0 0,-1 0 0 0 0,0 1-1 0 0,0 0 1 0 0,0-1 0 0 0,0 1-1 0 0,0 0 1 0 0,0 1 0 0 0,0-1-1 0 0,-1 1 1 0 0,1-1 0 0 0,0 1-1 0 0,0 0 1 0 0,0 0 0 0 0,-7 1-1 0 0,6 0-116 0 0,-1 0-1 0 0,0 1 0 0 0,1 0 0 0 0,0 0 1 0 0,-1 0-1 0 0,1 0 0 0 0,0 1 0 0 0,0-1 1 0 0,0 1-1 0 0,-4 5 0 0 0,-4 3-1255 0 0,1 1 1 0 0,1 1-1 0 0,0 0 0 0 0,1 0 0 0 0,-13 25 0 0 0,7-6-2865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 1460 0 0,'-16'20'18114'0'0,"14"-16"-18320"0"0,-5 21 421 0 0,-17 57 841 0 0,-23 148 0 0 0,45-213-965 0 0,1 0-1 0 0,2 29 1 0 0,0-39-57 0 0,0 0 0 0 0,0-1 0 0 0,0 1 0 0 0,1 0 0 0 0,0-1 0 0 0,0 1 0 0 0,1-1 0 0 0,0 0 0 0 0,5 11 0 0 0,-5-14-15 0 0,0 0-1 0 0,0 0 1 0 0,1 0 0 0 0,-1 0 0 0 0,1 0 0 0 0,-1-1-1 0 0,1 0 1 0 0,0 1 0 0 0,0-1 0 0 0,0-1 0 0 0,0 1 0 0 0,0-1-1 0 0,0 1 1 0 0,0-1 0 0 0,1 0 0 0 0,-1 0 0 0 0,0-1-1 0 0,1 0 1 0 0,-1 1 0 0 0,1-1 0 0 0,-1-1 0 0 0,0 1-1 0 0,1-1 1 0 0,5-1 0 0 0,6-1 28 0 0,1-2 0 0 0,-1 0 1 0 0,0 0-1 0 0,-1-2 0 0 0,17-8 0 0 0,-19 8-15 0 0,-1-1-1 0 0,0-1 1 0 0,0 0 0 0 0,0-1-1 0 0,-1 0 1 0 0,-1-1 0 0 0,1 0-1 0 0,-2 0 1 0 0,0-1 0 0 0,0 0-1 0 0,-1-1 1 0 0,12-25 0 0 0,-17 29-22 0 0,1 1 1 0 0,-2-1 0 0 0,1 1-1 0 0,-1-1 1 0 0,0 0 0 0 0,-1 0 0 0 0,0 0-1 0 0,-1 0 1 0 0,0 0 0 0 0,-1-9 0 0 0,0 11-12 0 0,0 1 0 0 0,-1-1 1 0 0,0 0-1 0 0,0 1 0 0 0,0-1 1 0 0,-1 1-1 0 0,0 0 1 0 0,0 0-1 0 0,-1 0 0 0 0,0 0 1 0 0,0 0-1 0 0,0 1 0 0 0,-1 0 1 0 0,-6-6-1 0 0,3 3-131 0 0,-1 1 0 0 0,0 0 1 0 0,-1 1-1 0 0,0 0 0 0 0,0 1 0 0 0,0 0 0 0 0,0 0 0 0 0,-1 1 0 0 0,0 1 0 0 0,0-1 1 0 0,0 2-1 0 0,-21-3 0 0 0,20 4-1395 0 0,0 0 0 0 0,-20 3 0 0 0,22-1-857 0 0,-1 1-1 0 0,1 0 1 0 0,-12 4-1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3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80 748 0 0,'4'-10'12122'0'0,"25"3"-11488"0"0,0 1 0 0 0,40-3 0 0 0,-33 5-493 0 0,363-31 371 0 0,-311 29-448 0 0,-48 5-49 0 0,-37 1-6 0 0,1 0-13 0 0,-1 0 3 0 0,-2-1 2 0 0,1 1 0 0 0,0 0 0 0 0,0 0 0 0 0,0 0 0 0 0,0 0 0 0 0,0 0 0 0 0,-1 0 0 0 0,1 0 0 0 0,0 0 0 0 0,0 1 0 0 0,0-1 0 0 0,0 1 0 0 0,-1-1 0 0 0,1 1 0 0 0,0 0 0 0 0,-1 0 0 0 0,1 0 0 0 0,2 2 0 0 0,-1-2 57 0 0,-1 1 1 0 0,0 0 0 0 0,0 0-1 0 0,0 0 1 0 0,0 0-1 0 0,0 1 1 0 0,-1-1 0 0 0,1 0-1 0 0,0 1 1 0 0,-1 0 0 0 0,0-1-1 0 0,0 1 1 0 0,0 0-1 0 0,0-1 1 0 0,0 1 0 0 0,0 0-1 0 0,0 5 1 0 0,1 7 388 0 0,-1-1 0 0 0,-1 20-1 0 0,0-21-292 0 0,-36 504 3419 0 0,17-333-2950 0 0,-161 1912 2782 0 0,160-1828-3172 0 0,-28 320 285 0 0,16-232-290 0 0,10-102 91 0 0,5-41-222 0 0,-17 146 1070 0 0,31-333-179 0 0,-2 44 1 0 0,5-67-946 0 0,0 0 0 0 0,-1 0 0 0 0,1-1 0 0 0,-1 1 0 0 0,0 0 0 0 0,0-1 0 0 0,0 1 0 0 0,0-1 0 0 0,0 1 0 0 0,-1-1 0 0 0,1 0 0 0 0,-1 1 0 0 0,1-1 0 0 0,-1 0 0 0 0,0 0 0 0 0,0 0 0 0 0,0 0 0 0 0,0 0 0 0 0,0-1 0 0 0,-1 1 0 0 0,1-1 0 0 0,0 1 0 0 0,-6 1 0 0 0,-6 3-82 0 0,0 0 1 0 0,-1-1 0 0 0,-18 4-1 0 0,9-2-50 0 0,-130 41-2906 0 0,-92 27-3662 0 0,77-29-1936 0 0,28-12-1763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3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4 0 0,'-15'26'16127'0'0,"15"-26"-16094"0"0,0 1 0 0 0,0-1 0 0 0,0 0 0 0 0,-1 1-1 0 0,1-1 1 0 0,0 0 0 0 0,0 1 0 0 0,0-1-1 0 0,0 1 1 0 0,0-1 0 0 0,-1 0 0 0 0,1 1-1 0 0,0-1 1 0 0,0 1 0 0 0,0-1 0 0 0,0 0-1 0 0,0 1 1 0 0,1-1 0 0 0,-1 1 0 0 0,0-1-1 0 0,0 1 1 0 0,0-1 0 0 0,0 0 0 0 0,0 1-1 0 0,0-1 1 0 0,1 0 0 0 0,-1 1 0 0 0,0-1-1 0 0,0 0 1 0 0,1 1 0 0 0,-1-1 0 0 0,1 1-1 0 0,16 7 416 0 0,27-3-175 0 0,-42-5-225 0 0,31 1 191 0 0,58-7 1 0 0,43-1-13 0 0,-101 4-144 0 0,-30 2-77 0 0,11-1-1078 0 0,-9 1 1323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3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162 178 380 0 0,'15'2'20801'0'0,"-20"-12"-20305"0"0,-13 0-351 0 0,-1 1 1 0 0,-22-8 0 0 0,-41-19-193 0 0,80 35 17 0 0,-8-1-95 0 0,13-3-29 0 0,20-6 66 0 0,225-43 91 0 0,-210 44 1 0 0,30-4 64 0 0,-66 14 457 0 0,-2 0-518 0 0,1 0 0 0 0,-1-1 0 0 0,1 1 0 0 0,-1 0 0 0 0,1 0 0 0 0,0 0 0 0 0,-1 0 0 0 0,1 0 0 0 0,-1 0 0 0 0,1 0 1 0 0,0 0-1 0 0,-1 0 0 0 0,1 1 0 0 0,-1-1 0 0 0,1 0 0 0 0,0 0 0 0 0,-1 0 0 0 0,1 1 0 0 0,-1-1 0 0 0,1 0 0 0 0,-1 1 0 0 0,1 0 0 0 0,-3 22 14 0 0,-1 1 1 0 0,-1-1-1 0 0,-14 44 0 0 0,3-12 5 0 0,-145 621 1581 0 0,156-661-1432 0 0,-26 98 2158 0 0,19-69-1009 0 0,11-42-1465 0 0,-10-23-7653 0 0,10 19 7362 0 0,3-14-3583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4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74 1360 0 0,'-48'-57'14715'0'0,"48"57"-14696"0"0,0-1 1 0 0,0 1-1 0 0,-1 0 0 0 0,1-1 1 0 0,0 1-1 0 0,0 0 0 0 0,0-1 1 0 0,0 1-1 0 0,0 0 0 0 0,0-1 1 0 0,0 1-1 0 0,0 0 0 0 0,0-1 1 0 0,0 1-1 0 0,0 0 1 0 0,0-1-1 0 0,0 1 0 0 0,0 0 1 0 0,0-1-1 0 0,0 1 0 0 0,0 0 1 0 0,0-1-1 0 0,1 1 0 0 0,-1 0 1 0 0,0-1-1 0 0,0 1 0 0 0,0 0 1 0 0,1 0-1 0 0,-1-1 1 0 0,0 1-1 0 0,0 0 0 0 0,1 0 1 0 0,-1-1-1 0 0,0 1 0 0 0,0 0 1 0 0,1 0-1 0 0,-1 0 0 0 0,0 0 1 0 0,1-1-1 0 0,-1 1 0 0 0,0 0 1 0 0,1 0-1 0 0,-1 0 1 0 0,2-1 9 0 0,-1 0 0 0 0,1 1 0 0 0,-1-1 0 0 0,0 1 1 0 0,1-1-1 0 0,-1 1 0 0 0,1 0 0 0 0,-1-1 0 0 0,1 1 1 0 0,-1 0-1 0 0,1 0 0 0 0,1 0 0 0 0,8 3 29 0 0,0-1 0 0 0,0 2 1 0 0,0-1-1 0 0,0 1 0 0 0,-1 1 0 0 0,1 0 0 0 0,-1 1 0 0 0,-1 0 0 0 0,1 0 0 0 0,-1 1 0 0 0,0 0 0 0 0,0 1 0 0 0,-1 0 1 0 0,0 0-1 0 0,0 0 0 0 0,-1 1 0 0 0,-1 1 0 0 0,1-1 0 0 0,-1 1 0 0 0,-1 0 0 0 0,0 0 0 0 0,0 1 0 0 0,-1 0 1 0 0,0 0-1 0 0,-1 0 0 0 0,0 0 0 0 0,-1 0 0 0 0,0 0 0 0 0,0 12 0 0 0,-2-10 221 0 0,0-1 1 0 0,0 1-1 0 0,-4 18 1 0 0,3-26-96 0 0,0 0 1 0 0,0 0 0 0 0,-1 0 0 0 0,1-1 0 0 0,-1 1 0 0 0,0-1-1 0 0,-1 1 1 0 0,1-1 0 0 0,-1 0 0 0 0,0 0 0 0 0,-4 6 0 0 0,6-9-35 0 0,1-1-144 0 0,0 0 1 0 0,0 0 0 0 0,-1 1-1 0 0,1-1 1 0 0,0 0-1 0 0,0 0 1 0 0,0 0 0 0 0,0 1-1 0 0,0-1 1 0 0,0 0 0 0 0,0 0-1 0 0,-1 0 1 0 0,1 1-1 0 0,0-1 1 0 0,0 0 0 0 0,0 0-1 0 0,0 0 1 0 0,-1 0-1 0 0,1 0 1 0 0,0 1 0 0 0,0-1-1 0 0,0 0 1 0 0,-1 0 0 0 0,1 0-1 0 0,0 0 1 0 0,0 0-1 0 0,0 0 1 0 0,-1 0 0 0 0,1 0-1 0 0,0 0 1 0 0,0 0-1 0 0,-1 0 1 0 0,1 0 0 0 0,0 0-1 0 0,0 0 1 0 0,0 0 0 0 0,-1 0-1 0 0,1 0 1 0 0,0 0-1 0 0,0 0 1 0 0,-1 0 0 0 0,1 0-1 0 0,0 0 1 0 0,0-1-1 0 0,0 1 1 0 0,-1 0 0 0 0,1 0-1 0 0,0 0 1 0 0,0 0 0 0 0,0 0-1 0 0,0-1 1 0 0,-1 1-1 0 0,1 0 1 0 0,0 0 0 0 0,0 0-1 0 0,0-1 1 0 0,-1 1-1 0 0,1-1-1 0 0,0 0 1 0 0,-1 0 0 0 0,1 0 0 0 0,0 0 0 0 0,0 1-1 0 0,-1-1 1 0 0,1 0 0 0 0,0 0 0 0 0,0 0-1 0 0,0 0 1 0 0,0 0 0 0 0,0 0 0 0 0,0 1 0 0 0,0-1-1 0 0,1 0 1 0 0,-1 0 0 0 0,0 0 0 0 0,1-1-1 0 0,13-27 35 0 0,2 0-1 0 0,1 1 1 0 0,1 1-1 0 0,22-26 0 0 0,-10 13-53 0 0,-17 21 28 0 0,-10 14-12 0 0,0 0 1 0 0,0 0 0 0 0,0 1-1 0 0,1 0 1 0 0,0-1-1 0 0,4-3 1 0 0,6-14 1 0 0,-13 10-49 0 0,-1 12 41 0 0,-1 0 1 0 0,1-1-1 0 0,0 1 0 0 0,-1 0 0 0 0,1 0 1 0 0,-1 0-1 0 0,1-1 0 0 0,0 1 1 0 0,-1 0-1 0 0,1 0 0 0 0,-1 0 1 0 0,1 0-1 0 0,0 0 0 0 0,-1 0 1 0 0,1 0-1 0 0,-1 0 0 0 0,1 0 0 0 0,-1 0 1 0 0,1 0-1 0 0,0 0 0 0 0,-1 0 1 0 0,1 0-1 0 0,-1 0 0 0 0,1 0 1 0 0,-1 1-1 0 0,1-1 0 0 0,0 0 1 0 0,-1 0-1 0 0,0 1 0 0 0,-4 1 0 0 0,-1 1 0 0 0,1 0 1 0 0,-1 0-1 0 0,1 0 0 0 0,0 1 0 0 0,0 0 0 0 0,1 0 0 0 0,-1 0 0 0 0,1 0 0 0 0,0 1 0 0 0,0-1 1 0 0,0 1-1 0 0,0 0 0 0 0,1 1 0 0 0,0-1 0 0 0,-3 7 0 0 0,-1 1-40 0 0,-4 7 20 0 0,0 1 0 0 0,1 1 0 0 0,-7 23 0 0 0,14-39 27 0 0,1 1 0 0 0,0-1 0 0 0,1 1 0 0 0,0 0 0 0 0,0-1 0 0 0,0 1 0 0 0,1 0 0 0 0,0 0 0 0 0,0 0 0 0 0,1-1 0 0 0,0 1 0 0 0,0 0 0 0 0,0 0 0 0 0,1-1-1 0 0,3 9 1 0 0,-4-13-2 0 0,1 1 0 0 0,-1 0 0 0 0,1-1 0 0 0,0 1-1 0 0,0-1 1 0 0,0 0 0 0 0,0 0 0 0 0,1 0-1 0 0,-1 0 1 0 0,0 0 0 0 0,1 0 0 0 0,-1-1 0 0 0,1 1-1 0 0,0-1 1 0 0,5 3 0 0 0,-2-2-113 0 0,1-1 1 0 0,-1 1 0 0 0,0-1-1 0 0,0-1 1 0 0,1 1-1 0 0,-1-1 1 0 0,8-1 0 0 0,8-1-1036 0 0,-1-2-1 0 0,0 0 1 0 0,29-10 0 0 0,15-12-6335 0 0,-32 9-96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4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7 800 0 0,'-3'0'2338'0'0,"-8"4"1431"0"0,0-1 1 0 0,-19 10 1323 0 0,30-11-4982 0 0,1-1 1 0 0,-1 0-1 0 0,1 0 0 0 0,-1 0 0 0 0,1-1 0 0 0,0 1 1 0 0,0 0-1 0 0,0 0 0 0 0,-1 0 0 0 0,1 0 1 0 0,0-1-1 0 0,0 1 0 0 0,0 0 0 0 0,0-1 0 0 0,0 1 1 0 0,0-1-1 0 0,0 1 0 0 0,1-1 0 0 0,-1 1 0 0 0,0-1 1 0 0,0 0-1 0 0,0 0 0 0 0,0 0 0 0 0,0 1 1 0 0,1-1-1 0 0,-1 0 0 0 0,0 0 0 0 0,2-1 0 0 0,31 1 490 0 0,-19-1-850 0 0,1 0 1 0 0,-1-2-1 0 0,0 0 0 0 0,-1 0 1 0 0,28-11-1 0 0,-40 13-481 0 0,1-1 0 0 0,0 1 0 0 0,-1-1 0 0 0,1 0 0 0 0,-1 0-1 0 0,1 0 1 0 0,2-4 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5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75 348 0 0,'-2'-48'13277'0'0,"2"47"-13122"0"0,0 0 0 0 0,0 0 1 0 0,0 0-1 0 0,-1 0 0 0 0,1 0 1 0 0,0 0-1 0 0,0-1 0 0 0,-1 1 1 0 0,1 0-1 0 0,-1 0 0 0 0,1 0 1 0 0,-1 0-1 0 0,0 0 0 0 0,1 1 1 0 0,-1-1-1 0 0,0 0 0 0 0,1 0 1 0 0,-1 0-1 0 0,0 0 0 0 0,0 1 1 0 0,0-1-1 0 0,0 0 0 0 0,0 1 1 0 0,0-1-1 0 0,0 1 0 0 0,0-1 1 0 0,0 1-1 0 0,0 0 0 0 0,0-1 1 0 0,0 1-1 0 0,0 0 0 0 0,0 0 1 0 0,-1-1-1 0 0,0 1 0 0 0,-2 0-15 0 0,0 0 0 0 0,0 0-1 0 0,0 0 1 0 0,-1 0-1 0 0,1 1 1 0 0,0-1-1 0 0,-7 3 1 0 0,1 1 4 0 0,0 1 0 0 0,0 0 0 0 0,0 1 0 0 0,0 0 0 0 0,1 0 0 0 0,0 1 0 0 0,0 1 0 0 0,1-1 0 0 0,-8 10 0 0 0,-5 7 183 0 0,-35 51 0 0 0,26-29-31 0 0,2 1 0 0 0,-41 97-1 0 0,60-123-252 0 0,1 1 1 0 0,2-1-1 0 0,0 1 0 0 0,1 1 0 0 0,2-1 0 0 0,0 1 0 0 0,1 0 1 0 0,1-1-1 0 0,4 41 0 0 0,-1-54-21 0 0,-1 0 1 0 0,1 0-1 0 0,1 0 1 0 0,0 0-1 0 0,0-1 1 0 0,0 1-1 0 0,1-1 1 0 0,1 0-1 0 0,-1 0 1 0 0,1-1-1 0 0,1 1 1 0 0,7 8-1 0 0,-9-12-3 0 0,1 0 1 0 0,0 0-1 0 0,0 0 0 0 0,0 0 1 0 0,1-1-1 0 0,-1 0 0 0 0,1 0 1 0 0,0 0-1 0 0,0-1 0 0 0,0 0 1 0 0,0 0-1 0 0,0 0 0 0 0,0-1 1 0 0,1 0-1 0 0,-1 0 0 0 0,0-1 1 0 0,1 1-1 0 0,6-2 0 0 0,-7 1 7 0 0,0-1 0 0 0,0 0 0 0 0,0-1 0 0 0,0 1-1 0 0,0-1 1 0 0,-1-1 0 0 0,1 1 0 0 0,-1-1 0 0 0,0 1-1 0 0,1-1 1 0 0,-1-1 0 0 0,0 1 0 0 0,-1-1 0 0 0,1 0 0 0 0,-1 0-1 0 0,7-9 1 0 0,-8 10-19 0 0,-1 0 0 0 0,1 0 0 0 0,-1 0-1 0 0,0-1 1 0 0,-1 1 0 0 0,1-1 0 0 0,-1 1-1 0 0,1-1 1 0 0,-1 0 0 0 0,0 1 0 0 0,0-1 0 0 0,-1 0-1 0 0,1 0 1 0 0,-1 0 0 0 0,0 0 0 0 0,0 0-1 0 0,0 0 1 0 0,0 1 0 0 0,-1-1 0 0 0,1 0 0 0 0,-1 0-1 0 0,0 0 1 0 0,0 1 0 0 0,-1-1 0 0 0,1 0-1 0 0,-5-6 1 0 0,4 7-2 0 0,-1-1 0 0 0,1 1 0 0 0,-1 0 0 0 0,0 0 0 0 0,0 0 0 0 0,-1 1 1 0 0,1-1-1 0 0,-1 1 0 0 0,1 0 0 0 0,-1 0 0 0 0,0 0 0 0 0,0 0 0 0 0,1 0 0 0 0,-1 1 0 0 0,0 0 0 0 0,-1 0 0 0 0,1 0 0 0 0,0 0 0 0 0,0 1 0 0 0,0-1 0 0 0,0 1 0 0 0,-1 0 0 0 0,1 1 0 0 0,-7 0 0 0 0,3 0-186 0 0,1 0 0 0 0,0 1 0 0 0,0 0-1 0 0,0 0 1 0 0,0 0 0 0 0,0 1 0 0 0,1 0 0 0 0,-1 0-1 0 0,1 1 1 0 0,0 0 0 0 0,-1 0 0 0 0,2 0 0 0 0,-10 9-1 0 0,14-11-81 0 0,-1 0-1 0 0,1 0 0 0 0,-1 0 0 0 0,1 0 0 0 0,0 0 0 0 0,0 0 0 0 0,0 0 1 0 0,0 0-1 0 0,0 0 0 0 0,0 1 0 0 0,0-1 0 0 0,1 0 0 0 0,-1 1 1 0 0,1-1-1 0 0,0 4 0 0 0,0-5-191 0 0,0 0-1 0 0,0 1 1 0 0,0-1-1 0 0,1 0 1 0 0,-1 1 0 0 0,1-1-1 0 0,-1 0 1 0 0,1 1 0 0 0,-1-1-1 0 0,1 0 1 0 0,0 0 0 0 0,-1 0-1 0 0,1 0 1 0 0,0 0 0 0 0,4 4-1367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5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11 860 0 0,'-14'-6'8347'0'0,"12"6"-8274"0"0,-18-4 4849 0 0,19 4-4781 0 0,1 0 0 0 0,-1 0 1 0 0,0 1-1 0 0,0-1 1 0 0,1 0-1 0 0,-1 1 0 0 0,0-1 1 0 0,1 1-1 0 0,-1-1 1 0 0,0 1-1 0 0,1-1 0 0 0,-1 1 1 0 0,1-1-1 0 0,-1 1 1 0 0,1 0-1 0 0,-1-1 0 0 0,1 1 1 0 0,-1 0-1 0 0,1-1 1 0 0,0 1-1 0 0,-1 0 0 0 0,1 0 1 0 0,0-1-1 0 0,-1 1 1 0 0,1 0-1 0 0,0 0 0 0 0,0 0 1 0 0,0-1-1 0 0,0 1 1 0 0,0 0-1 0 0,0 1 0 0 0,-1 18 257 0 0,1 1-1 0 0,1-1 0 0 0,1 1 0 0 0,1-1 0 0 0,0 0 0 0 0,2 0 1 0 0,0 0-1 0 0,1-1 0 0 0,12 26 0 0 0,-14-38-356 0 0,0 1-1 0 0,0-1 1 0 0,0 0 0 0 0,1 0-1 0 0,0-1 1 0 0,1 1 0 0 0,0-1-1 0 0,0 0 1 0 0,7 5 0 0 0,-10-8-28 0 0,0-1 1 0 0,0 0-1 0 0,0 0 1 0 0,1-1-1 0 0,-1 1 1 0 0,1-1-1 0 0,-1 1 0 0 0,1-1 1 0 0,-1 0-1 0 0,1-1 1 0 0,-1 1-1 0 0,1 0 1 0 0,0-1-1 0 0,0 0 1 0 0,-1 0-1 0 0,1 0 1 0 0,0-1-1 0 0,-1 1 1 0 0,1-1-1 0 0,0 1 1 0 0,-1-1-1 0 0,1-1 1 0 0,3 0-1 0 0,0-2 9 0 0,-1 1 0 0 0,1-1-1 0 0,-1-1 1 0 0,0 1 0 0 0,-1-1 0 0 0,1 0-1 0 0,-1 0 1 0 0,1 0 0 0 0,-2-1 0 0 0,1 0-1 0 0,-1 0 1 0 0,0 0 0 0 0,0-1 0 0 0,0 1-1 0 0,-1-1 1 0 0,0 0 0 0 0,4-14 0 0 0,2-4 0 0 0,-4 12 406 0 0,-1 0 0 0 0,5-22 0 0 0,-9 34-143 0 0,0 3-146 0 0,-36 270 3484 0 0,18-137-3264 0 0,-35 218 1608 0 0,-28-6-699 0 0,73-321-1268 0 0,-2 1 0 0 0,0-1 0 0 0,-15 26 0 0 0,22-46 0 0 0,-1 0 0 0 0,0 1 0 0 0,0-1 0 0 0,-1-1 0 0 0,1 1 0 0 0,-1-1 0 0 0,0 1 0 0 0,-1-1 0 0 0,1-1 0 0 0,-1 1 0 0 0,0-1 0 0 0,0 0 0 0 0,-1 0 0 0 0,1-1 0 0 0,-1 0 0 0 0,-13 4 0 0 0,16-6 0 0 0,-1 0 0 0 0,0-1 0 0 0,0 0 0 0 0,1 0 0 0 0,-1-1 0 0 0,0 1 0 0 0,0-1 0 0 0,1 0 0 0 0,-1 0 0 0 0,1-1 0 0 0,-1 1 0 0 0,1-1 0 0 0,-1 0 0 0 0,1 0 0 0 0,0-1 0 0 0,0 1 0 0 0,0-1 0 0 0,0 0 0 0 0,1 0 0 0 0,-1 0 0 0 0,-4-6 0 0 0,0 0 0 0 0,0 0 0 0 0,1 0 0 0 0,0-1 0 0 0,0 0 0 0 0,1 0 0 0 0,1 0 0 0 0,-8-19 0 0 0,9 15-41 0 0,0 0 1 0 0,1 0-1 0 0,0-1 0 0 0,1 0 1 0 0,0 1-1 0 0,2-1 0 0 0,0 0 1 0 0,2-19-1 0 0,1 12-134 0 0,1 0 0 0 0,1 0-1 0 0,1 1 1 0 0,17-41 0 0 0,-3 21-218 0 0,2 2 1 0 0,1 0 0 0 0,2 2 0 0 0,58-66 0 0 0,7 14-4970 0 0,-50 52 502 0 0,-7 8-1982 0 0,-7 6-3254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7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1 444 0 0,'-3'0'2244'0'0,"-41"3"6855"0"0,41-3-7951 0 0,-14 4 2702 0 0,16-4-3698 0 0,0 0 0 0 0,1 0 0 0 0,-1 0-1 0 0,1 0 1 0 0,-1 0 0 0 0,0 0 0 0 0,1 0 0 0 0,-1 1 0 0 0,1-1-1 0 0,-1 0 1 0 0,1 0 0 0 0,-1 1 0 0 0,0-1 0 0 0,1 0 0 0 0,-1 1-1 0 0,1-1 1 0 0,0 0 0 0 0,-1 1 0 0 0,1-1 0 0 0,-1 1-1 0 0,1-1 1 0 0,-1 1 0 0 0,1-1 0 0 0,0 1 0 0 0,-1 0 0 0 0,8 4 96 0 0,0-1 1 0 0,0 0 0 0 0,0 0-1 0 0,1-1 1 0 0,0 0 0 0 0,-1 0 0 0 0,1-1-1 0 0,0 0 1 0 0,0 0 0 0 0,0-1-1 0 0,9 1 1 0 0,20 0-33 0 0,40-3 0 0 0,-70 1-157 0 0,51-2 15 0 0,83-16 1 0 0,-58-1-2582 0 0,-58 8-344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7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104 202 2220 0 0,'-3'0'2144'0'0,"-40"-12"8490"0"0,35 11-10371 0 0,8 1-129 0 0,-1 0 0 0 0,0 1 1 0 0,0-1-1 0 0,1 1 1 0 0,-1-1-1 0 0,0 0 0 0 0,1 1 1 0 0,-1 0-1 0 0,1-1 0 0 0,-1 1 1 0 0,0-1-1 0 0,1 1 1 0 0,-1 0-1 0 0,1-1 0 0 0,-1 1 1 0 0,1 0-1 0 0,0 0 0 0 0,-1-1 1 0 0,1 1-1 0 0,0 0 0 0 0,0 0 1 0 0,-1-1-1 0 0,1 2 1 0 0,-6 21 1278 0 0,6-21-1251 0 0,-8 52 1436 0 0,3 1 1 0 0,1 58 0 0 0,-1 12-1046 0 0,-4 76-2101 0 0,8-191-1453 0 0</inkml:trace>
  <inkml:trace contextRef="#ctx0" brushRef="#br0" timeOffset="1">817 111 2792 0 0,'-1'-16'6450'0'0,"-12"-24"3683"0"0,12 36-9579 0 0,0 0-1 0 0,1 0 1 0 0,-1-1 0 0 0,1 1-1 0 0,0-7 1 0 0,5 7-529 0 0,1 1 0 0 0,-1 1-1 0 0,1-1 1 0 0,0 1 0 0 0,0 0 0 0 0,0 0 0 0 0,0 1 0 0 0,0-1 0 0 0,0 1 0 0 0,1 1 0 0 0,-1-1 0 0 0,0 1 0 0 0,0 0-1 0 0,11 2 1 0 0,-13-1-20 0 0,0-1 0 0 0,1 1-1 0 0,-1 1 1 0 0,0-1 0 0 0,0 1 0 0 0,0-1-1 0 0,-1 1 1 0 0,1 0 0 0 0,0 0-1 0 0,-1 1 1 0 0,1-1 0 0 0,-1 1 0 0 0,0 0-1 0 0,0 0 1 0 0,0 0 0 0 0,0 0-1 0 0,0 0 1 0 0,-1 1 0 0 0,1-1 0 0 0,-1 1-1 0 0,0 0 1 0 0,0-1 0 0 0,2 6-1 0 0,-2-2 7 0 0,0 1-1 0 0,-1-1 1 0 0,1 0-1 0 0,-1 0 1 0 0,-1 1-1 0 0,1-1 0 0 0,-1 0 1 0 0,0 1-1 0 0,-1-1 1 0 0,-2 13-1 0 0,0-8-6 0 0,-1-1 0 0 0,0 1 0 0 0,0-1 0 0 0,-1 0 0 0 0,-13 21-1 0 0,3-11-11 0 0,0-1-1 0 0,-1 0 0 0 0,-2-1 0 0 0,0-1 0 0 0,-30 24 0 0 0,17-18 14 0 0,0-1-1 0 0,-2-1 1 0 0,0-2-1 0 0,-1-2 1 0 0,-1-1 0 0 0,-70 24-1 0 0,97-39 4 0 0,1 0 0 0 0,0-1 0 0 0,-1 0 0 0 0,1 0 0 0 0,0-1 0 0 0,-13 0 0 0 0,17 0-9 0 0,-1-1 1 0 0,1 0-1 0 0,0 1 0 0 0,-1-1 1 0 0,1-1-1 0 0,0 1 0 0 0,0 0 1 0 0,0-1-1 0 0,0 1 1 0 0,0-1-1 0 0,0 0 0 0 0,0 0 1 0 0,0 0-1 0 0,1-1 1 0 0,-1 1-1 0 0,1-1 0 0 0,-1 1 1 0 0,1-1-1 0 0,0 0 0 0 0,-2-4 1 0 0,2 5-1 0 0,-1-1 2 0 0,2-16-5 0 0,1 16 1 0 0,0 1-1 0 0,0-1 1 0 0,1 1-1 0 0,-1 0 1 0 0,0-1-1 0 0,1 1 1 0 0,-1 0-1 0 0,1-1 0 0 0,0 1 1 0 0,0 0-1 0 0,0 0 1 0 0,0 0-1 0 0,0-1 1 0 0,0 1-1 0 0,1 0 1 0 0,-1 1-1 0 0,1-1 0 0 0,2-3 1 0 0,-1 3 7 0 0,0 0 0 0 0,0 1 0 0 0,0-1 0 0 0,0 1 0 0 0,0-1 0 0 0,0 1 0 0 0,0 0 0 0 0,0 0 0 0 0,1 0 0 0 0,-1 1 0 0 0,7-1 0 0 0,3 0 7 0 0,0 2 0 0 0,0 0 0 0 0,0 0 1 0 0,0 1-1 0 0,21 7 0 0 0,-8-1 47 0 0,0 2 1 0 0,-1 0 0 0 0,0 2-1 0 0,-1 1 1 0 0,-1 1-1 0 0,37 28 1 0 0,31 34-1818 0 0,-6 7-5690 0 0,-72-71 2614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75 360 0 0,'0'0'1084'0'0,"-16"-25"5583"0"0,-4-8-1882 0 0,20 32-4639 0 0,-1 0-1 0 0,1 0 1 0 0,-1 1 0 0 0,1-1 0 0 0,0 0-1 0 0,-1 0 1 0 0,1 0 0 0 0,0 1 0 0 0,-1-1-1 0 0,1 0 1 0 0,0 0 0 0 0,0 0 0 0 0,0 0-1 0 0,0 0 1 0 0,0 0 0 0 0,0 1 0 0 0,0-2-1 0 0,12 3 196 0 0,2 3-337 0 0,19 1 32 0 0,0-1 0 0 0,1-2 0 0 0,36-2 0 0 0,44 2 1 0 0,-70-1-35 0 0,-26 5 21 0 0,-17-6-23 0 0,-1 1 1 0 0,0-1 0 0 0,1 1 0 0 0,-1-1-1 0 0,0 1 1 0 0,1-1 0 0 0,-1 1 0 0 0,0-1 0 0 0,0 1-1 0 0,0-1 1 0 0,1 1 0 0 0,-1-1 0 0 0,0 1-1 0 0,0 0 1 0 0,0-1 0 0 0,0 1 0 0 0,0-1-1 0 0,0 1 1 0 0,0-1 0 0 0,0 1 0 0 0,0 0-1 0 0,-1-1 1 0 0,1 1 0 0 0,0-1 0 0 0,0 1 0 0 0,0-1-1 0 0,-1 1 1 0 0,1-1 0 0 0,0 1 0 0 0,0-1-1 0 0,-1 1 1 0 0,1-1 0 0 0,0 1 0 0 0,-1-1-1 0 0,1 0 1 0 0,-1 1 0 0 0,1-1 0 0 0,-1 1-1 0 0,-29 32 22 0 0,0-2 0 0 0,-43 34 0 0 0,17-16 31 0 0,-94 89 474 0 0,141-130-432 0 0,6-5-29 0 0,1-1 0 0 0,-1 1 0 0 0,1-1 0 0 0,0 1 0 0 0,-1 0 0 0 0,2-1 0 0 0,-3 5 0 0 0,3-6-40 0 0,1-1 0 0 0,0 0 1 0 0,0 1-1 0 0,0-1 0 0 0,0 0 0 0 0,0 1 0 0 0,1-1 0 0 0,-1 1 0 0 0,0-1 0 0 0,0 0 0 0 0,0 1 1 0 0,0-1-1 0 0,0 0 0 0 0,0 1 0 0 0,1-1 0 0 0,-1 0 0 0 0,0 1 0 0 0,0-1 0 0 0,0 0 0 0 0,1 1 0 0 0,-1-1 1 0 0,0 0-1 0 0,0 0 0 0 0,1 1 0 0 0,-1-1 0 0 0,0 0 0 0 0,1 0 0 0 0,-1 1 0 0 0,0-1 0 0 0,1 0 1 0 0,-1 0-1 0 0,0 0 0 0 0,1 0 0 0 0,0 0 0 0 0,15 5 481 0 0,54-4-85 0 0,-1-3 0 0 0,88-14 0 0 0,-66 6-294 0 0,-47 4-2245 0 0,-4-4-6706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9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61 1660 0 0,'-3'0'2406'0'0,"-24"0"4504"0"0,20 0-6599 0 0,0-1 2387 0 0,-27 0 4597 0 0,19 0-6361 0 0,122-23-372 0 0,-26 7-1577 0 0,-30 3-2447 0 0,-37 11 1098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49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0 1504 0 0,'-3'2'408'0'0,"-20"8"2890"0"0,1 2 1 0 0,1 1-1 0 0,-24 17 0 0 0,45-29-3204 0 0,-1-1 0 0 0,1 0 0 0 0,-1 1 0 0 0,1-1-1 0 0,-1 1 1 0 0,1-1 0 0 0,-1 0 0 0 0,1 1-1 0 0,0-1 1 0 0,-1 1 0 0 0,1 0 0 0 0,0-1 0 0 0,-1 1-1 0 0,1-1 1 0 0,0 1 0 0 0,0-1 0 0 0,-1 1 0 0 0,1 0-1 0 0,0-1 1 0 0,0 1 0 0 0,0 0 0 0 0,0-1 0 0 0,0 1-1 0 0,0-1 1 0 0,0 1 0 0 0,0 0 0 0 0,0-1-1 0 0,0 1 1 0 0,0 0 0 0 0,0-1 0 0 0,1 1 0 0 0,-1-1-1 0 0,0 1 1 0 0,0 0 0 0 0,1-1 0 0 0,-1 1 0 0 0,0-1-1 0 0,1 1 1 0 0,-1-1 0 0 0,0 1 0 0 0,1-1 0 0 0,-1 1-1 0 0,1-1 1 0 0,-1 1 0 0 0,1-1 0 0 0,0 1-1 0 0,1 0 54 0 0,1 1 0 0 0,-1-1 0 0 0,0 1 0 0 0,1-1 0 0 0,-1 0 0 0 0,1 0 0 0 0,-1 0 0 0 0,1 0 0 0 0,2 0 0 0 0,28 0 163 0 0,-1-1 0 0 0,1-1 0 0 0,-1-2 0 0 0,41-8 0 0 0,-30 4-246 0 0,98-21-2817 0 0,-50-1-7009 0 0,-61 17 2084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0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648 119 512 0 0,'-11'-20'4534'0'0,"-17"-29"4036"0"0,22 42-7560 0 0,1 0 0 0 0,-1 0 0 0 0,0 0 0 0 0,-7-6 0 0 0,12 12-953 0 0,0 0 0 0 0,-1 0-1 0 0,0 0 1 0 0,1 1 0 0 0,-1-1 0 0 0,1 0 0 0 0,-1 1 0 0 0,0-1 0 0 0,1 1 0 0 0,-1-1 0 0 0,0 1 0 0 0,0 0 0 0 0,1 0 0 0 0,-1 0 0 0 0,0 0-1 0 0,1 0 1 0 0,-1 0 0 0 0,0 0 0 0 0,0 1 0 0 0,1-1 0 0 0,-1 1 0 0 0,0-1 0 0 0,1 1 0 0 0,-3 1 0 0 0,-3 1 84 0 0,0 1 1 0 0,0 0 0 0 0,-11 9-1 0 0,17-12-85 0 0,-25 20 304 0 0,1 1 0 0 0,1 1 0 0 0,2 2 0 0 0,0 0 0 0 0,-19 29 0 0 0,-1 11 365 0 0,-37 74 0 0 0,66-116-628 0 0,2 1 0 0 0,1 0-1 0 0,1 1 1 0 0,1 0 0 0 0,1 1 0 0 0,-4 30 0 0 0,10-47-74 0 0,0 0 0 0 0,1 1-1 0 0,0-1 1 0 0,0 0 0 0 0,1 0 0 0 0,1 1 0 0 0,0-1 0 0 0,0 0 0 0 0,4 11 0 0 0,-3-14-2 0 0,-1-1 0 0 0,2 1 0 0 0,-1-1 0 0 0,0 1 0 0 0,1-1 0 0 0,0 0 1 0 0,1 0-1 0 0,-1 0 0 0 0,1-1 0 0 0,0 0 0 0 0,0 0 0 0 0,0 0 0 0 0,0 0 0 0 0,10 4 0 0 0,-1-2 18 0 0,0-1 0 0 0,0 0 0 0 0,0-1-1 0 0,0 0 1 0 0,1-1 0 0 0,-1-1 0 0 0,1 0-1 0 0,0-1 1 0 0,0-1 0 0 0,0 0 0 0 0,14-3 0 0 0,3-1 60 0 0,0-2 0 0 0,-1-1 1 0 0,0-1-1 0 0,33-14 0 0 0,-39 12-2 0 0,-1-2-1 0 0,-1 0 0 0 0,0-1 0 0 0,-1-2 1 0 0,0 0-1 0 0,-1-1 0 0 0,-1-1 0 0 0,0-1 0 0 0,-2-1 1 0 0,23-28-1 0 0,-28 30-63 0 0,-1-1 0 0 0,0 0-1 0 0,-1-1 1 0 0,-1-1 0 0 0,-1 1 0 0 0,-1-2-1 0 0,0 1 1 0 0,-2-1 0 0 0,0 0 0 0 0,-1 0 0 0 0,-2-1-1 0 0,0 1 1 0 0,0-24 0 0 0,-3 36-24 0 0,0 0 0 0 0,-1 0 0 0 0,-1 1 0 0 0,1-1 0 0 0,-1 1 0 0 0,-1-1 0 0 0,1 1 0 0 0,-1-1 0 0 0,-1 1 0 0 0,0 0 0 0 0,0 1 0 0 0,0-1 0 0 0,-1 1 0 0 0,0 0 0 0 0,-1 0 0 0 0,1 0 0 0 0,-11-9 0 0 0,5 7-6 0 0,0 1-1 0 0,-1 0 0 0 0,0 0 1 0 0,0 1-1 0 0,0 1 0 0 0,-1 0 1 0 0,0 1-1 0 0,0 0 0 0 0,0 1 1 0 0,-19-3-1 0 0,2 1-213 0 0,-1 2 1 0 0,0 2-1 0 0,0 1 1 0 0,0 1-1 0 0,0 1 1 0 0,0 2-1 0 0,1 2 0 0 0,-54 13 1 0 0,45-6-1209 0 0,1 2 0 0 0,0 1 0 0 0,2 2 0 0 0,-1 2 0 0 0,2 1 0 0 0,-38 29 0 0 0,12-5-4181 0 0,1 0-2780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2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2672 0 0,'0'0'11665'0'0,"-12"10"-6636"0"0,12-8-4647 0 0,2-1-48 0 0,23 8-59 0 0,0 0 0 0 0,0-2-1 0 0,1-1 1 0 0,0-1 0 0 0,31 2 0 0 0,13 3-41 0 0,-34-7-448 0 0,-32-3-148 0 0,-2 0-98 0 0,2 0-368 0 0,15 2-2250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2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69 1056 0 0,'4'-13'7212'0'0,"-5"-22"-168"0"0,0 33-6263 0 0,1 1-548 0 0,0 0 0 0 0,-1 0 1 0 0,1 0-1 0 0,0-1 0 0 0,-1 1 0 0 0,1 0 1 0 0,-1 0-1 0 0,1 0 0 0 0,-1 0 0 0 0,0 0 0 0 0,1 1 1 0 0,-1-1-1 0 0,0 0 0 0 0,1 0 0 0 0,-1 0 1 0 0,0 1-1 0 0,-2-2 0 0 0,-1 3-200 0 0,0 1-1 0 0,0 0 1 0 0,0 0-1 0 0,0 0 0 0 0,0 0 1 0 0,0 1-1 0 0,1 0 1 0 0,-1 0-1 0 0,1 0 1 0 0,0 0-1 0 0,0 0 1 0 0,-4 6-1 0 0,-37 52 109 0 0,41-57-129 0 0,-33 53 12 0 0,3 1 0 0 0,3 1 0 0 0,2 2 0 0 0,3 1 0 0 0,-23 88 0 0 0,44-136-21 0 0,1 1 0 0 0,0 0 0 0 0,1 0 0 0 0,1 0 0 0 0,0 0 0 0 0,1 0 0 0 0,1 0 0 0 0,1 0 0 0 0,-1 0-1 0 0,7 22 1 0 0,-5-30-1 0 0,-1 0-1 0 0,1 0 0 0 0,0 0 0 0 0,0-1 1 0 0,0 1-1 0 0,1-1 0 0 0,0 0 0 0 0,1 0 0 0 0,-1-1 1 0 0,1 1-1 0 0,0-1 0 0 0,1 0 0 0 0,-1 0 1 0 0,1 0-1 0 0,0-1 0 0 0,0 0 0 0 0,0 0 1 0 0,1-1-1 0 0,-1 0 0 0 0,1 0 0 0 0,0 0 0 0 0,0-1 1 0 0,8 2-1 0 0,-3-1 2 0 0,0-1-1 0 0,0-1 1 0 0,0 0 0 0 0,0-1-1 0 0,0 0 1 0 0,0-1 0 0 0,0 0-1 0 0,16-4 1 0 0,-24 4-2 0 0,0 0 0 0 0,-1 0 0 0 0,1 0 0 0 0,0 0 0 0 0,0-1 0 0 0,-1 1-1 0 0,1-1 1 0 0,-1 0 0 0 0,1 0 0 0 0,-1 0 0 0 0,0-1 0 0 0,0 1 0 0 0,0-1 0 0 0,0 0 0 0 0,0 0 0 0 0,-1 0 0 0 0,1 0 0 0 0,-1 0 0 0 0,0 0 0 0 0,0-1 0 0 0,0 1 0 0 0,0-1 0 0 0,-1 0 0 0 0,0 1 0 0 0,1-1-1 0 0,-1 0 1 0 0,0 0 0 0 0,0-6 0 0 0,-1 6-1 0 0,0 0-1 0 0,-1-1 1 0 0,1 1-1 0 0,-1 0 1 0 0,0 0-1 0 0,0 0 0 0 0,-1 0 1 0 0,1 0-1 0 0,-1 0 1 0 0,0 0-1 0 0,0 0 1 0 0,0 0-1 0 0,0 1 1 0 0,-1-1-1 0 0,1 1 0 0 0,-1 0 1 0 0,0 0-1 0 0,0 0 1 0 0,0 0-1 0 0,-1 0 1 0 0,1 0-1 0 0,-1 1 1 0 0,1 0-1 0 0,-1 0 1 0 0,-6-3-1 0 0,-1 0-8 0 0,-1 0-1 0 0,0 1 1 0 0,0 0 0 0 0,0 0-1 0 0,0 2 1 0 0,0-1 0 0 0,-20 0 0 0 0,14 3-9 0 0,0 0 1 0 0,-1 1 0 0 0,1 1-1 0 0,-20 5 1 0 0,29-5-400 0 0,1 0-1 0 0,-1 1 1 0 0,1 0-1 0 0,0 0 1 0 0,0 1-1 0 0,0 0 1 0 0,1 0-1 0 0,-1 1 1 0 0,1 0 0 0 0,-10 9-1 0 0,17-14 174 0 0,-1 1 0 0 0,1-1 0 0 0,-1 1 0 0 0,1 0-1 0 0,-1-1 1 0 0,1 1 0 0 0,0 0 0 0 0,-1 0 0 0 0,1-1 0 0 0,0 1 0 0 0,0 0-1 0 0,-1 0 1 0 0,1-1 0 0 0,0 1 0 0 0,0 0 0 0 0,0 0 0 0 0,0 0 0 0 0,0-1-1 0 0,0 1 1 0 0,0 0 0 0 0,0 0 0 0 0,0-1 0 0 0,1 1 0 0 0,-1 0 0 0 0,0 0-1 0 0,0-1 1 0 0,1 1 0 0 0,-1 0 0 0 0,1 0 0 0 0,0 0 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3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49 2888 0 0,'-9'-21'7420'0'0,"7"18"-6782"0"0,1 1 0 0 0,0 0 0 0 0,0 0 0 0 0,0 0 1 0 0,0-1-1 0 0,0 1 0 0 0,0-1 0 0 0,1 1 0 0 0,-1-4 1 0 0,6 8-531 0 0,-4-2-104 0 0,-1 0 0 0 0,1 0-1 0 0,0 0 1 0 0,-1 0 0 0 0,1 0 0 0 0,-1 0-1 0 0,1 0 1 0 0,-1 1 0 0 0,1-1 0 0 0,0 0-1 0 0,-1 0 1 0 0,1 1 0 0 0,-1-1-1 0 0,1 0 1 0 0,-1 1 0 0 0,1-1 0 0 0,-1 0-1 0 0,0 1 1 0 0,1 0 0 0 0,3 7 19 0 0,0 0 0 0 0,-1 0 0 0 0,0 1 0 0 0,-1-1 0 0 0,0 1 0 0 0,0 0 0 0 0,-1 0 0 0 0,0 0-1 0 0,0-1 1 0 0,-1 1 0 0 0,-1 0 0 0 0,-1 13 0 0 0,-3 8 139 0 0,-1 0 0 0 0,-13 39-1 0 0,-21 37 281 0 0,6-16 456 0 0,33-89-752 0 0,14-6-51 0 0,-2-2-63 0 0,-1 0-1 0 0,0-1 1 0 0,-1-1 0 0 0,16-16-1 0 0,0 0-12 0 0,145-152 87 0 0,-101 101-12 0 0,-34 36 132 0 0,-34 38-194 0 0,-3-7 36 0 0,-6 13-50 0 0,0 0 0 0 0,0 1-1 0 0,1 1 1 0 0,-1-1-1 0 0,1 1 1 0 0,1 1 0 0 0,-9 8-1 0 0,-41 56 259 0 0,50-64-222 0 0,-21 28 183 0 0,7-10-46 0 0,1 0 0 0 0,2 2-1 0 0,-23 42 1 0 0,38-65-177 0 0,1-1-1 0 0,-1 1 0 0 0,1 0 1 0 0,0-1-1 0 0,0 1 0 0 0,0 0 1 0 0,1-1-1 0 0,-1 1 0 0 0,1 0 1 0 0,0 0-1 0 0,0 0 0 0 0,0 0 1 0 0,1-1-1 0 0,-1 1 0 0 0,1 0 1 0 0,0 0-1 0 0,2 6 0 0 0,-1-7 2 0 0,0 1-1 0 0,0-1 0 0 0,1 0 0 0 0,-1 0 0 0 0,1 0 0 0 0,0 0 0 0 0,-1-1 0 0 0,1 1 0 0 0,1-1 0 0 0,-1 0 0 0 0,0 1 0 0 0,0-1 0 0 0,1-1 0 0 0,-1 1 0 0 0,1 0 0 0 0,0-1 0 0 0,5 2 0 0 0,7 1-75 0 0,-1-1 0 0 0,1-1 0 0 0,0 0 0 0 0,0-1 1 0 0,0 0-1 0 0,20-3 0 0 0,95-16-3325 0 0,-128 17 3267 0 0,125-29-8678 0 0,-80 18 2025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4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17 2048 0 0,'-4'1'1766'0'0,"-60"12"6228"0"0,61-13-7132 0 0,-17 3 1183 0 0,15-2-1571 0 0,0 0 0 0 0,0-1 0 0 0,0 2 0 0 0,1-1 0 0 0,-9 3 1089 0 0,33-4-1023 0 0,-3 1-265 0 0,33-5 0 0 0,-7-2-112 0 0,14-2 13 0 0,58-15 0 0 0,-112 22-176 0 0,5-1 1106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5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50 1012 0 0,'12'-8'3469'0'0,"0"0"0"0"0,-1-1 1 0 0,16-16 3477 0 0,-27 25-6905 0 0,-11 0 456 0 0,-1 8-432 0 0,0-1 1 0 0,0 2-1 0 0,1 0 1 0 0,0 0-1 0 0,1 1 1 0 0,0 0-1 0 0,-15 20 0 0 0,14-18-58 0 0,2 1 0 0 0,-1 0 1 0 0,2 1-1 0 0,0 0 0 0 0,0 0 0 0 0,-10 28 0 0 0,17-36-8 0 0,-1-1-1 0 0,0 1 1 0 0,1-1 0 0 0,0 1 0 0 0,1-1 0 0 0,-1 1 0 0 0,1 0 0 0 0,0 0 0 0 0,0-1 0 0 0,1 1 0 0 0,0-1 0 0 0,0 1-1 0 0,0 0 1 0 0,0-1 0 0 0,1 1 0 0 0,0-1 0 0 0,0 0 0 0 0,1 0 0 0 0,0 0 0 0 0,-1 0 0 0 0,2 0 0 0 0,4 6-1 0 0,6 3 8 0 0,1-1 0 0 0,0 0 0 0 0,1-1-1 0 0,1-1 1 0 0,0 0 0 0 0,26 12-1 0 0,-19-11 2 0 0,-1 1-1 0 0,36 28 1 0 0,-56-39 3 0 0,-1 0-1 0 0,1 1 1 0 0,-1-1 0 0 0,0 0 0 0 0,0 1-1 0 0,0-1 1 0 0,0 1 0 0 0,0 0-1 0 0,-1-1 1 0 0,1 1 0 0 0,-1 0 0 0 0,0 0-1 0 0,0 0 1 0 0,0 0 0 0 0,0 0 0 0 0,0 1-1 0 0,-1-1 1 0 0,1 0 0 0 0,-1 0 0 0 0,0 0-1 0 0,0 1 1 0 0,0 2 0 0 0,-1-2 9 0 0,0 0-1 0 0,0 0 1 0 0,-1 0 0 0 0,1 0-1 0 0,-1-1 1 0 0,0 1-1 0 0,0 0 1 0 0,0-1 0 0 0,0 0-1 0 0,0 1 1 0 0,-1-1 0 0 0,0 0-1 0 0,0 0 1 0 0,1-1 0 0 0,-2 1-1 0 0,1 0 1 0 0,-4 2 0 0 0,-12 5 36 0 0,0 0 1 0 0,-1-1-1 0 0,1-1 1 0 0,-2-1 0 0 0,1 0-1 0 0,-1-2 1 0 0,0-1-1 0 0,0 0 1 0 0,-22 0 0 0 0,38-4-18 0 0,0 0 1 0 0,0 0 0 0 0,0 0 0 0 0,-1-1 0 0 0,1 0-1 0 0,-7-2 1 0 0,11 3-36 0 0,0-1 0 0 0,0 1 0 0 0,0-1 1 0 0,0 1-1 0 0,0-1 0 0 0,0 1 0 0 0,0-1 0 0 0,0 0 0 0 0,0 1 0 0 0,0-1 0 0 0,0 0 0 0 0,0 0 0 0 0,1 0 1 0 0,-1 0-1 0 0,0 0 0 0 0,1 1 0 0 0,-1-1 0 0 0,0-1 0 0 0,1 1 0 0 0,0 0 0 0 0,-1 0 0 0 0,1 0 1 0 0,-1 0-1 0 0,1 0 0 0 0,0 0 0 0 0,0 0 0 0 0,0 0 0 0 0,0-1 0 0 0,0 1 0 0 0,0 0 0 0 0,0 0 0 0 0,0-2 1 0 0,1-3 0 0 0,0 1 1 0 0,0-1 0 0 0,0 1 0 0 0,4-9-1 0 0,2-3 0 0 0,0 0 1 0 0,2 1-1 0 0,0 0 0 0 0,1 1 0 0 0,13-17 0 0 0,66-68 15 0 0,-67 77-13 0 0,21-21 19 0 0,-25 27-5 0 0,0-1 1 0 0,-1-1 0 0 0,-1 0 0 0 0,-1-1 0 0 0,24-42-1 0 0,-37 58-8 0 0,1-1 1 0 0,-2 1-1 0 0,1-1 0 0 0,-1 0 0 0 0,1 0 0 0 0,-1 0 1 0 0,0-10-1 0 0,-1 12-9 0 0,0 0 0 0 0,-1 0-1 0 0,1 0 1 0 0,-1 0 0 0 0,1 0 0 0 0,-1 0 0 0 0,0 0 0 0 0,0 1 0 0 0,-1-1-1 0 0,1 0 1 0 0,0 1 0 0 0,-1-1 0 0 0,0 1 0 0 0,-1-3 0 0 0,1 3-6 0 0,0 0 1 0 0,-1 0-1 0 0,1 1 0 0 0,0-1 1 0 0,0 1-1 0 0,-1-1 1 0 0,1 1-1 0 0,0 0 1 0 0,-1 0-1 0 0,1 0 1 0 0,-1 1-1 0 0,0-1 0 0 0,1 0 1 0 0,-1 1-1 0 0,0 0 1 0 0,-4-1-1 0 0,1 1-6 0 0,0 0-1 0 0,-1 1 0 0 0,1-1 1 0 0,0 1-1 0 0,-10 3 1 0 0,8-2-225 0 0,1 1 0 0 0,-1 1 1 0 0,1 0-1 0 0,-1 0 1 0 0,1 0-1 0 0,0 1 1 0 0,1 0-1 0 0,-1 0 1 0 0,1 1-1 0 0,0 0 0 0 0,0 0 1 0 0,1 0-1 0 0,0 1 1 0 0,0 0-1 0 0,0 0 1 0 0,1 0-1 0 0,-4 9 0 0 0,5-8-650 0 0,-1 0-1 0 0,1 1 1 0 0,1-1-1 0 0,0 1 1 0 0,0 0-1 0 0,1 0 1 0 0,0-1-1 0 0,0 1 1 0 0,1 0 0 0 0,1 10-1 0 0,2-2-4278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5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42 1604 0 0,'3'-26'9103'0'0,"-2"24"-9164"0"0,2-12 4218 0 0,-1 22-3863 0 0,0 11-45 0 0,-1-2-118 0 0,1 0 0 0 0,1-1 0 0 0,1 1-1 0 0,0 0 1 0 0,9 19 0 0 0,-11-32-120 0 0,0 0 0 0 0,0 0 0 0 0,0 0 0 0 0,0-1 0 0 0,1 1 0 0 0,0-1 0 0 0,0 1 0 0 0,0-1 0 0 0,0 0 0 0 0,0 0 0 0 0,1-1 0 0 0,-1 1 0 0 0,1-1 1 0 0,0 1-1 0 0,0-1 0 0 0,-1 0 0 0 0,1-1 0 0 0,1 1 0 0 0,-1-1 0 0 0,0 1 0 0 0,0-1 0 0 0,1 0 0 0 0,-1-1 0 0 0,0 1 0 0 0,1-1 0 0 0,4 0 0 0 0,0 0-6 0 0,-1-1-1 0 0,1 0 1 0 0,-1 0 0 0 0,1-1-1 0 0,-1 0 1 0 0,0 0 0 0 0,1-1-1 0 0,-1 0 1 0 0,-1-1 0 0 0,1 1-1 0 0,0-2 1 0 0,-1 1 0 0 0,0-1 0 0 0,0 0-1 0 0,0 0 1 0 0,-1-1 0 0 0,1 0-1 0 0,-1 0 1 0 0,-1-1 0 0 0,1 1-1 0 0,-1-1 1 0 0,6-12 0 0 0,26-62 309 0 0,-36 79-182 0 0,0 5-69 0 0,-1-1 0 0 0,1 1 1 0 0,0-1-1 0 0,-1 1 0 0 0,0-1 0 0 0,0 1 1 0 0,0 4-1 0 0,-50 638 5515 0 0,25-422-4398 0 0,20-176-808 0 0,0 9 800 0 0,-23 105 1 0 0,27-158-1099 0 0,0 0 0 0 0,0 0 0 0 0,0 0 1 0 0,0 0-1 0 0,0-1 0 0 0,-1 1 0 0 0,1 0 0 0 0,-1 0 1 0 0,0-1-1 0 0,0 1 0 0 0,0-1 0 0 0,0 0 0 0 0,0 1 1 0 0,0-1-1 0 0,-1 0 0 0 0,1 0 0 0 0,-1-1 0 0 0,1 1 0 0 0,-1 0 1 0 0,0-1-1 0 0,-6 3 0 0 0,4-3-28 0 0,0 0 0 0 0,0 0 0 0 0,-1-1 0 0 0,1 1 0 0 0,0-1-1 0 0,-1-1 1 0 0,1 1 0 0 0,0-1 0 0 0,0 1 0 0 0,-1-2 0 0 0,1 1 0 0 0,-6-3 0 0 0,-6-2-80 0 0,0-1 1 0 0,1-1-1 0 0,0 0 1 0 0,0-2 0 0 0,1 0-1 0 0,0 0 1 0 0,1-1-1 0 0,0-1 1 0 0,1-1 0 0 0,0 1-1 0 0,1-2 1 0 0,1 0-1 0 0,0 0 1 0 0,0-1 0 0 0,2-1-1 0 0,0 0 1 0 0,-12-30-1 0 0,18 39-360 0 0,2 0 0 0 0,-1-1 0 0 0,1 1 0 0 0,0-1-1 0 0,0 1 1 0 0,1-1 0 0 0,0 0 0 0 0,1 1 0 0 0,0-1 0 0 0,0 1-1 0 0,0-1 1 0 0,1 1 0 0 0,0 0 0 0 0,0-1 0 0 0,4-7-1 0 0,0 3-1246 0 0,1 0-1 0 0,0 1 0 0 0,0 0 1 0 0,1 0-1 0 0,1 0 0 0 0,-1 1 1 0 0,18-15-1 0 0,0 3-5105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6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88 125 820 0 0,'-3'-1'3859'0'0,"-41"-5"3848"0"0,41 6-6813 0 0,-24-4 4621 0 0,17 2-5057 0 0,16-3 22 0 0,18-4-50 0 0,-23 8-466 0 0,254-76 481 0 0,-190 59-543 0 0,-63 17-256 0 0,4 1 522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6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60 512 0 0,'11'-27'6265'0'0,"4"-5"5377"0"0,-15 36-10449 0 0,-4 24-1037 0 0,1-10 135 0 0,-19 130 904 0 0,20-123-1124 0 0,1 0 0 0 0,1 0 1 0 0,6 47-1 0 0,-4-64-54 0 0,-1-1 0 0 0,1 0-1 0 0,0 0 1 0 0,1 0 0 0 0,0 0-1 0 0,0-1 1 0 0,0 1 0 0 0,1-1-1 0 0,0 0 1 0 0,0 0 0 0 0,0 0-1 0 0,1 0 1 0 0,0-1 0 0 0,0 0-1 0 0,0 0 1 0 0,1 0 0 0 0,0 0-1 0 0,0-1 1 0 0,11 6 0 0 0,-12-8-5 0 0,1 1 1 0 0,0-1-1 0 0,0 0 0 0 0,0 0 1 0 0,0-1-1 0 0,0 0 1 0 0,1 0-1 0 0,-1 0 0 0 0,0-1 1 0 0,1 0-1 0 0,-1 0 1 0 0,0-1-1 0 0,0 0 0 0 0,1 0 1 0 0,-1 0-1 0 0,0-1 1 0 0,0 0-1 0 0,0 0 0 0 0,0 0 1 0 0,-1-1-1 0 0,1 0 1 0 0,10-7-1 0 0,-10 6-7 0 0,-1-1-1 0 0,1 0 1 0 0,-1 0 0 0 0,1 0-1 0 0,-2-1 1 0 0,1 0-1 0 0,-1 0 1 0 0,1 0 0 0 0,-2-1-1 0 0,1 1 1 0 0,-1-1 0 0 0,5-13-1 0 0,-1-4 126 0 0,-2 0 0 0 0,5-38 0 0 0,-4 19 670 0 0,-28 212 677 0 0,-15 94-1008 0 0,27-193-242 0 0,2-12-1827 0 0,0-21-4221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7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58 3240 0 0,'-22'-20'9061'0'0,"5"3"-3246"0"0,16 17-5780 0 0,1 0 1 0 0,0 0 0 0 0,0 0-1 0 0,0 0 1 0 0,0 0-1 0 0,-1 0 1 0 0,1 0 0 0 0,0 0-1 0 0,0 0 1 0 0,0 0 0 0 0,-1 0-1 0 0,1-1 1 0 0,0 1 0 0 0,0 0-1 0 0,0 0 1 0 0,0 0-1 0 0,0 0 1 0 0,0 0 0 0 0,-1-1-1 0 0,1 1 1 0 0,0 0 0 0 0,0 0-1 0 0,0 0 1 0 0,0 0 0 0 0,0-1-1 0 0,0 1 1 0 0,0 0-1 0 0,0 0 1 0 0,0 0 0 0 0,0-1-1 0 0,0 1 1 0 0,0 0 0 0 0,0 0-1 0 0,0 0 1 0 0,0-1-1 0 0,0 1 1 0 0,0 0 0 0 0,0 0-1 0 0,0 0 1 0 0,0 0 0 0 0,0-1-1 0 0,0 1 1 0 0,0 0 0 0 0,0 0-1 0 0,258-14 1323 0 0,-257 14-1356 0 0,0 0 0 0 0,0 0 0 0 0,1 0 1 0 0,-1 0-1 0 0,0 0 0 0 0,0 0 1 0 0,0 0-1 0 0,1 0 0 0 0,-1 1 1 0 0,0-1-1 0 0,0 0 0 0 0,0 1 0 0 0,0-1 1 0 0,0 1-1 0 0,0-1 0 0 0,0 1 1 0 0,0 0-1 0 0,0-1 0 0 0,0 1 0 0 0,0 0 1 0 0,1 1-1 0 0,-2-1 0 0 0,1 0-1 0 0,-1 0 1 0 0,0 0-1 0 0,0 0 1 0 0,1 0-1 0 0,-1 0 1 0 0,0 0-1 0 0,0 0 1 0 0,0 0-1 0 0,0 0 1 0 0,0 0-1 0 0,0 0 1 0 0,0 0-1 0 0,-1 0 1 0 0,1 0-1 0 0,0 0 1 0 0,0 0-1 0 0,-1 0 1 0 0,0 0-1 0 0,-2 5 8 0 0,0 0-1 0 0,0 0 0 0 0,-1-1 1 0 0,0 1-1 0 0,-7 6 0 0 0,-127 120 334 0 0,-8 9 1354 0 0,141-136-1641 0 0,0 1 0 0 0,1-1 0 0 0,0 0 1 0 0,0 1-1 0 0,0 0 0 0 0,1 0 0 0 0,0 0 0 0 0,-3 7 1 0 0,6-12-47 0 0,0 0 1 0 0,0 0 0 0 0,-1 0-1 0 0,1 0 1 0 0,0 0 0 0 0,0 0 0 0 0,0 0-1 0 0,1 0 1 0 0,-1 0 0 0 0,0 0 0 0 0,0 0-1 0 0,0 0 1 0 0,1 0 0 0 0,-1-1 0 0 0,1 1-1 0 0,-1 0 1 0 0,0 0 0 0 0,1 0 0 0 0,-1 0-1 0 0,1-1 1 0 0,0 1 0 0 0,-1 0 0 0 0,1 0-1 0 0,0-1 1 0 0,-1 1 0 0 0,1 0 0 0 0,0-1-1 0 0,0 1 1 0 0,0-1 0 0 0,-1 1 0 0 0,1-1-1 0 0,0 0 1 0 0,0 1 0 0 0,0-1 0 0 0,0 0-1 0 0,0 0 1 0 0,1 1 0 0 0,34 3 93 0 0,-9-6-412 0 0,-1 0 0 0 0,1-2 0 0 0,-1 0 0 0 0,1-2 0 0 0,31-12 0 0 0,124-56-6750 0 0,-135 51 1967 0 0,-2-1-2714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7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12 2384 0 0,'-19'-1'4756'0'0,"1"-1"1"0"0,-30 3-1 0 0,45 0-4057 0 0,-2-1 41 0 0,-4 3 1540 0 0,9-2-2232 0 0,1-1 0 0 0,-1 1 0 0 0,0 0 0 0 0,0-1 1 0 0,1 1-1 0 0,-1 0 0 0 0,0-1 0 0 0,1 1 0 0 0,-1 0 0 0 0,1-1 1 0 0,-1 1-1 0 0,1-1 0 0 0,-1 1 0 0 0,1 0 0 0 0,-1-1 0 0 0,1 0 0 0 0,0 1 1 0 0,-1-1-1 0 0,1 1 0 0 0,0-1 0 0 0,-1 0 0 0 0,1 1 0 0 0,0-1 0 0 0,-1 0 1 0 0,1 0-1 0 0,0 0 0 0 0,0 1 0 0 0,-1-1 0 0 0,2 0 0 0 0,29 3 379 0 0,-23-3-320 0 0,27 0 63 0 0,0-2 1 0 0,0-1-1 0 0,35-8 1 0 0,31-3-6041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7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 2820 0 0,'-48'34'5902'0'0,"35"-26"-3865"0"0,0 1-1 0 0,0 1 1 0 0,1 0-1 0 0,-16 17 1 0 0,27-27-1975 0 0,1 1 0 0 0,0-1 0 0 0,0 1 0 0 0,-1 0 0 0 0,1-1 0 0 0,0 1 0 0 0,0 0 0 0 0,0-1 0 0 0,0 1 0 0 0,0 0 0 0 0,0-1 0 0 0,0 1 0 0 0,0 0 0 0 0,0-1 0 0 0,0 1 0 0 0,0-1 0 0 0,1 1 0 0 0,-1 0 0 0 0,0-1 0 0 0,0 1 0 0 0,1-1 0 0 0,-1 1-1 0 0,0 0 1 0 0,1-1 0 0 0,-1 1 0 0 0,0-1 0 0 0,1 1 0 0 0,-1-1 0 0 0,1 1 0 0 0,-1-1 0 0 0,1 0 0 0 0,-1 1 0 0 0,1-1 0 0 0,-1 1 0 0 0,1-1 0 0 0,-1 0 0 0 0,1 0 0 0 0,0 1 0 0 0,-1-1 0 0 0,1 0 0 0 0,1 0 0 0 0,9 3 89 0 0,1 0 0 0 0,-1-2 1 0 0,1 1-1 0 0,0-2 0 0 0,-1 1 0 0 0,21-3 1 0 0,77-15-474 0 0,-50 6-838 0 0,73-13-2850 0 0,-42 2-3393 0 0,-39 8 135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7:59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394 274 2836 0 0,'-15'-12'2790'0'0,"2"-1"194"0"0,-1 1 0 0 0,0 1 0 0 0,-1 1-1 0 0,-27-15 1 0 0,40 24-2604 0 0,-2 1 11 0 0,0 1-274 0 0,0 1-1 0 0,1-1 1 0 0,-1 1-1 0 0,0-1 1 0 0,1 1-1 0 0,-1 0 1 0 0,1 1-1 0 0,-1-1 1 0 0,1 0 0 0 0,0 1-1 0 0,0 0 1 0 0,0 0-1 0 0,0 0 1 0 0,1 0-1 0 0,-1 0 1 0 0,1 0 0 0 0,0 1-1 0 0,-3 5 1 0 0,-7 13 366 0 0,-17 41 0 0 0,26-54-427 0 0,-12 28 163 0 0,1 1 0 0 0,-13 62 0 0 0,24-85-181 0 0,1 0-1 0 0,0 0 1 0 0,1 1-1 0 0,1-1 1 0 0,0 0-1 0 0,1 1 1 0 0,0-1-1 0 0,1 0 1 0 0,8 28-1 0 0,-8-38-13 0 0,0 0 0 0 0,0-1 1 0 0,0 0-1 0 0,0 1 0 0 0,1-1 0 0 0,-1 0 1 0 0,1 0-1 0 0,0 0 0 0 0,1 0 0 0 0,-1-1 0 0 0,0 1 1 0 0,1-1-1 0 0,0 0 0 0 0,0 0 0 0 0,0 0 1 0 0,0-1-1 0 0,0 0 0 0 0,1 1 0 0 0,6 1 0 0 0,-5-2-9 0 0,0-1-1 0 0,0 0 1 0 0,0 0-1 0 0,0 0 0 0 0,1-1 1 0 0,-1 0-1 0 0,0 0 0 0 0,0 0 1 0 0,0-1-1 0 0,0 0 1 0 0,0 0-1 0 0,1-1 0 0 0,-2 0 1 0 0,13-5-1 0 0,-3-1-6 0 0,0 0-1 0 0,0-2 1 0 0,-1 0-1 0 0,-1 0 1 0 0,1-2-1 0 0,-2 1 1 0 0,1-2-1 0 0,-2 0 1 0 0,0 0-1 0 0,0-1 1 0 0,-1 0-1 0 0,12-25 1 0 0,-4 5-26 0 0,-2 0-1 0 0,-2-1 1 0 0,-1-1-1 0 0,14-64 1 0 0,-24 84 12 0 0,0 0 0 0 0,-1 0 1 0 0,-1 1-1 0 0,0-1 0 0 0,-1-1 0 0 0,-1 2 0 0 0,0-1 1 0 0,-7-27-1 0 0,6 35 15 0 0,-1-1 0 0 0,0 1 1 0 0,0-1-1 0 0,-1 1 0 0 0,0 0 1 0 0,-1 1-1 0 0,0-1 0 0 0,0 1 1 0 0,0 0-1 0 0,-1 0 0 0 0,0 0 1 0 0,-1 1-1 0 0,1 0 0 0 0,-1 0 0 0 0,0 1 1 0 0,-15-9-1 0 0,11 8-87 0 0,-1 0 0 0 0,0 0-1 0 0,0 1 1 0 0,-1 1 0 0 0,1 0-1 0 0,-1 1 1 0 0,0 1 0 0 0,0-1 0 0 0,0 2-1 0 0,0 0 1 0 0,-1 1 0 0 0,1 0 0 0 0,0 1-1 0 0,-26 4 1 0 0,25-1-520 0 0,-1 0-1 0 0,1 1 1 0 0,0 1 0 0 0,1 0 0 0 0,0 0-1 0 0,0 1 1 0 0,0 1 0 0 0,-14 11-1 0 0,-44 41-7967 0 0,37-28-302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1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88 1264 0 0,'-1'0'404'0'0,"-5"-5"1589"0"0,1 0 0 0 0,-1-1 0 0 0,-8-10 0 0 0,13 15-1873 0 0,0 0 0 0 0,0 0 0 0 0,0 0 0 0 0,1 0 0 0 0,-1-1 1 0 0,0 1-1 0 0,1 0 0 0 0,-1 0 0 0 0,1-1 0 0 0,-1 1 0 0 0,1 0 0 0 0,0 0 1 0 0,0-1-1 0 0,0 1 0 0 0,-1-1 0 0 0,1 1 0 0 0,0 0 0 0 0,0-1 0 0 0,1 1 1 0 0,-1 0-1 0 0,0-1 0 0 0,0 1 0 0 0,1 0 0 0 0,-1-1 0 0 0,1 1 0 0 0,-1 0 1 0 0,1 0-1 0 0,1-3 0 0 0,-1 3-101 0 0,1-1 1 0 0,0 1 0 0 0,0-1-1 0 0,0 1 1 0 0,0 0 0 0 0,0-1-1 0 0,0 1 1 0 0,0 0-1 0 0,0 0 1 0 0,0 1 0 0 0,1-1-1 0 0,-1 0 1 0 0,0 1-1 0 0,0-1 1 0 0,1 1 0 0 0,-1 0-1 0 0,0 0 1 0 0,3 0-1 0 0,1 0-4 0 0,-1 0 0 0 0,1 1 0 0 0,0-1 0 0 0,0 1 0 0 0,-1 1 0 0 0,7 1 0 0 0,-3 0 6 0 0,0 1 0 0 0,-1 0 0 0 0,1 0 0 0 0,-1 1 0 0 0,0 0 0 0 0,0 1 0 0 0,-1-1 0 0 0,0 2 0 0 0,0-1 0 0 0,9 11 0 0 0,-11-11-1 0 0,-1 0-1 0 0,-1 0 1 0 0,1 0-1 0 0,-1 1 1 0 0,0-1-1 0 0,0 1 1 0 0,-1 0-1 0 0,0 0 1 0 0,0 0 0 0 0,-1 0-1 0 0,0 0 1 0 0,0 0-1 0 0,0 0 1 0 0,-1 11-1 0 0,-2 1 1 0 0,-1 0-1 0 0,0 0 1 0 0,-1 0 0 0 0,-1-1-1 0 0,-1 0 1 0 0,-1 0-1 0 0,0-1 1 0 0,-1 1-1 0 0,-1-1 1 0 0,-18 25 0 0 0,5-12 30 0 0,-1-1 0 0 0,-1 0 0 0 0,-2-2 1 0 0,-42 35-1 0 0,26-30 521 0 0,25-20-44 0 0,-24 22 0 0 0,40-32-465 0 0,1-2-60 0 0,0 1 1 0 0,1-1-1 0 0,-1 1 1 0 0,1 0-1 0 0,0-1 0 0 0,-1 1 1 0 0,1-1-1 0 0,-1 0 1 0 0,1 1-1 0 0,0-1 1 0 0,-1 1-1 0 0,1-1 0 0 0,0 0 1 0 0,0 1-1 0 0,-1-1 1 0 0,1 0-1 0 0,0 0 0 0 0,0 0 1 0 0,-1 0-1 0 0,1 0 1 0 0,0 1-1 0 0,0-1 1 0 0,0 0-1 0 0,-1-1 0 0 0,1 1 1 0 0,0 0-1 0 0,0 0 1 0 0,1-1-1 0 0,3 1 11 0 0,65 1-83 0 0,142-3-1202 0 0,-72-7-6749 0 0,-109 4 3426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2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47 700 0 0,'-63'-40'12593'0'0,"61"39"-12226"0"0,-3-1 469 0 0,9 7 147 0 0,-1-3-916 0 0,8 6 92 0 0,-2 0 1 0 0,1 1-1 0 0,-1 1 0 0 0,0-1 0 0 0,-1 1 1 0 0,0 1-1 0 0,-1 0 0 0 0,0 0 0 0 0,0 0 1 0 0,-1 1-1 0 0,-1 0 0 0 0,0 0 0 0 0,-1 0 1 0 0,0 1-1 0 0,-1-1 0 0 0,0 1 0 0 0,-1 0 1 0 0,0 0-1 0 0,-1 0 0 0 0,-1 0 0 0 0,0 0 1 0 0,-1 0-1 0 0,0 0 0 0 0,-1 0 0 0 0,0 0 1 0 0,-1 0-1 0 0,-1-1 0 0 0,-5 14 1 0 0,8-23-112 0 0,-1 2 96 0 0,0 0 0 0 0,0 0 0 0 0,0-1 0 0 0,0 1 0 0 0,-1-1 0 0 0,0 1 0 0 0,0-1 0 0 0,0 0 0 0 0,-7 6 0 0 0,8-9-36 0 0,2-1-95 0 0,-1 0 0 0 0,0 0 0 0 0,1 0 0 0 0,-1 0 0 0 0,0 0 0 0 0,1 0 0 0 0,-1 0 0 0 0,0 0 0 0 0,1 0 0 0 0,-1-1 0 0 0,1 1 0 0 0,-1 0 0 0 0,0-1 0 0 0,1 1 0 0 0,-1 0 0 0 0,1-1 0 0 0,-2 0 0 0 0,2-6-3 0 0,0 0-1 0 0,0 0 1 0 0,1 0 0 0 0,0 0 0 0 0,0 0 0 0 0,0 0 0 0 0,1 0 0 0 0,0 0 0 0 0,1 0-1 0 0,3-7 1 0 0,37-67 10 0 0,-41 78-16 0 0,157-241 48 0 0,-158 243-61 0 0,-5 2-48 0 0,-2 2 52 0 0,0 0-1 0 0,1 0 1 0 0,-1 1-1 0 0,1 0 1 0 0,0 0-1 0 0,-1 1 1 0 0,2-1-1 0 0,-1 1 1 0 0,1 0-1 0 0,-1 0 1 0 0,1 1-1 0 0,-6 10 1 0 0,-5 10-1 0 0,-19 43 1 0 0,29-56 10 0 0,-1 0 1 0 0,2 1-1 0 0,0 0 1 0 0,0 0-1 0 0,1 0 1 0 0,-1 21-1 0 0,4-31-2 0 0,-1 1-1 0 0,1-1 1 0 0,1 1-1 0 0,-1-1 1 0 0,1 1-1 0 0,0-1 0 0 0,0 1 1 0 0,0-1-1 0 0,0 0 1 0 0,1 1-1 0 0,-1-1 1 0 0,1 0-1 0 0,0 0 1 0 0,1 0-1 0 0,-1-1 1 0 0,1 1-1 0 0,0 0 0 0 0,0-1 1 0 0,0 0-1 0 0,0 1 1 0 0,0-1-1 0 0,1 0 1 0 0,-1-1-1 0 0,7 4 1 0 0,3 1-57 0 0,0-1-1 0 0,1-1 1 0 0,-1 0 0 0 0,1-1 0 0 0,0-1 0 0 0,0 0-1 0 0,25 1 1 0 0,104-4-1608 0 0,-126 0 1412 0 0,236-25-4366 0 0,-86-4-1725 0 0,-68 9-83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3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82 1984 0 0,'-3'0'4522'0'0,"-18"-1"4221"0"0,37 0-8282 0 0,162-29 356 0 0,-103 15-628 0 0,-20 6-131 0 0,54-12 250 0 0,-107 20-284 0 0,19-3 234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3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77 2248 0 0,'32'-59'10823'0'0,"-31"58"-10324"0"0,0-1-309 0 0,-1 1 1 0 0,1-1-1 0 0,-1 1 1 0 0,1-1-1 0 0,0 1 1 0 0,0 0-1 0 0,0-1 1 0 0,0 1-1 0 0,2-2 1 0 0,-2 5-53 0 0,1 0 1 0 0,-1 1-1 0 0,0-1 1 0 0,0 1-1 0 0,0-1 1 0 0,0 1-1 0 0,-1-1 1 0 0,1 1-1 0 0,0-1 1 0 0,-1 1 0 0 0,0 0-1 0 0,0-1 1 0 0,0 1-1 0 0,0 3 1 0 0,-4 43 1040 0 0,3-43-1058 0 0,-13 77 1009 0 0,-47 147-1 0 0,8-38-612 0 0,49-179-472 0 0,3-11-32 0 0,1 0 0 0 0,-1-1 1 0 0,1 1-1 0 0,-1 0 0 0 0,1 0 1 0 0,-1 0-1 0 0,1 0 0 0 0,0 0 0 0 0,0 0 1 0 0,0 0-1 0 0,0 0 0 0 0,0-1 0 0 0,1 1 1 0 0,-1 0-1 0 0,0 0 0 0 0,1 0 0 0 0,0 2 1 0 0,0-3-10 0 0,0 0 0 0 0,0-1 0 0 0,0 1 0 0 0,0 0 0 0 0,0-1-1 0 0,0 1 1 0 0,0-1 0 0 0,0 1 0 0 0,0-1 0 0 0,0 1 0 0 0,0-1 0 0 0,0 0 0 0 0,0 1 0 0 0,0-1 0 0 0,0 0 0 0 0,0 0 0 0 0,1 0 0 0 0,-1 0 0 0 0,0 0 0 0 0,0 0 0 0 0,2 0 0 0 0,27-4 45 0 0,-28 3-46 0 0,63-12 46 0 0,0-3 0 0 0,97-37 0 0 0,-156 51-48 0 0,0-1 0 0 0,0 1 0 0 0,0-1 0 0 0,-1 0 0 0 0,1-1 0 0 0,-1 1 0 0 0,1-1 0 0 0,-1 0 0 0 0,0 0 0 0 0,-1-1 0 0 0,1 0 0 0 0,-1 0 0 0 0,0 0 0 0 0,0 0 0 0 0,0 0 0 0 0,-1-1 0 0 0,0 0 0 0 0,0 1 0 0 0,3-9 0 0 0,-5 8 164 0 0,0 1-1 0 0,0 0 0 0 0,0-1 0 0 0,-1 1 0 0 0,0-1 1 0 0,-1-6-1 0 0,1 11 60 0 0,0-13 462 0 0,0 14-682 0 0,-1 0 0 0 0,1 0 0 0 0,0 0 0 0 0,0 0 0 0 0,0 0-1 0 0,0 0 1 0 0,0 0 0 0 0,0 1 0 0 0,-1-1 0 0 0,1 0 0 0 0,0 0 0 0 0,0 0 0 0 0,0 0 0 0 0,0 0 0 0 0,0 0 0 0 0,-1 0 0 0 0,1 0-1 0 0,0 0 1 0 0,0 0 0 0 0,0 0 0 0 0,0 0 0 0 0,0 0 0 0 0,-1 0 0 0 0,1 0 0 0 0,0 0 0 0 0,0 0 0 0 0,0 0 0 0 0,0 0 0 0 0,0 0 0 0 0,0 0-1 0 0,-1-1 1 0 0,1 1 0 0 0,0 0 0 0 0,0 0 0 0 0,0 0 0 0 0,0 0 0 0 0,0 0 0 0 0,0 0 0 0 0,0 0 0 0 0,-1 0 0 0 0,1-1 0 0 0,0 1 0 0 0,0 0-1 0 0,0 0 1 0 0,0 0 0 0 0,0 0 0 0 0,0 0 0 0 0,0 0 0 0 0,0-1 0 0 0,0 1 0 0 0,0 0 0 0 0,0 0 0 0 0,0 0 0 0 0,0 0 0 0 0,0 0 0 0 0,0-1-1 0 0,0 1 1 0 0,0 0 0 0 0,0 0 0 0 0,0 0 0 0 0,0 0 0 0 0,0 0 0 0 0,0-1 0 0 0,0 1 0 0 0,0 0 0 0 0,0 0 0 0 0,0 0 0 0 0,0 0-1 0 0,-8 16 226 0 0,-6 26 58 0 0,-10 44-59 0 0,4 1-1 0 0,-14 151 1 0 0,26-59-4365 0 0,9-171 2883 0 0,-1-1-1 0 0,1 1 1 0 0,0-1 0 0 0,0 1 0 0 0,4 8 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4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54 912 0 0,'7'-54'17172'0'0,"-9"76"-15604"0"0,1-11-1474 0 0,0 1 0 0 0,1-1 0 0 0,1 1 0 0 0,0-1 0 0 0,1 1 0 0 0,0-1 0 0 0,0 0 0 0 0,1 0 0 0 0,1 0 0 0 0,0 0 0 0 0,1 0 0 0 0,-1-1 0 0 0,2 0 0 0 0,0 0 0 0 0,0 0 0 0 0,12 14 0 0 0,-12-17-79 0 0,0-1 0 0 0,1 0 0 0 0,-1 0 1 0 0,1 0-1 0 0,1-1 0 0 0,-1 0 0 0 0,1-1 0 0 0,-1 1 0 0 0,1-1 0 0 0,0-1 0 0 0,1 0 0 0 0,-1 0 1 0 0,1 0-1 0 0,-1-1 0 0 0,1 0 0 0 0,0-1 0 0 0,0 0 0 0 0,0 0 0 0 0,-1-1 0 0 0,1 0 1 0 0,17-3-1 0 0,-21 2-11 0 0,0 0 1 0 0,-1-1-1 0 0,1 0 1 0 0,0 1-1 0 0,-1-2 1 0 0,1 1-1 0 0,-1 0 1 0 0,0-1-1 0 0,0 0 1 0 0,0 0-1 0 0,0 0 1 0 0,0 0-1 0 0,0-1 1 0 0,-1 1-1 0 0,0-1 1 0 0,5-6-1 0 0,-2 0 21 0 0,0-1 1 0 0,0 0-1 0 0,-1 1 0 0 0,-1-1 0 0 0,6-20 1 0 0,-9 29 40 0 0,-2-2-25 0 0,1-2 31 0 0,-6 12-9 0 0,0 5 125 0 0,1 1 1 0 0,0 0 0 0 0,0 0-1 0 0,1 0 1 0 0,1 1-1 0 0,-3 15 1 0 0,-2 6 197 0 0,-30 141 1475 0 0,-17 194 1 0 0,-22 109 1424 0 0,77-477-3281 0 0,-6 25 364 0 0,-1 1 1 0 0,-12 28-1 0 0,16-48-310 0 0,1-1 0 0 0,-1 0 0 0 0,-1-1 0 0 0,1 1 0 0 0,-1 0 0 0 0,0-1 1 0 0,0 0-1 0 0,0 0 0 0 0,-1 0 0 0 0,0 0 0 0 0,0-1 0 0 0,0 0 0 0 0,0 0 0 0 0,-9 5 0 0 0,10-8-59 0 0,0 0 0 0 0,0 1 0 0 0,0-2 0 0 0,0 1 0 0 0,-1 0 0 0 0,1-1 0 0 0,0 0 0 0 0,0 0 0 0 0,0 0 0 0 0,0 0 0 0 0,-1-1 0 0 0,1 0 0 0 0,0 1 0 0 0,0-1 0 0 0,0-1 0 0 0,0 1 0 0 0,1-1 0 0 0,-1 0 0 0 0,0 1 0 0 0,0-2 0 0 0,1 1 0 0 0,-1 0 0 0 0,1-1 0 0 0,-4-3 0 0 0,-4-4 0 0 0,0 0 0 0 0,1 0 0 0 0,1-1 0 0 0,0-1 0 0 0,-13-20 0 0 0,15 21-406 0 0,1-1 1 0 0,0-1-1 0 0,1 1 1 0 0,0-1-1 0 0,1 0 1 0 0,0 0-1 0 0,1 0 1 0 0,0 0-1 0 0,1-1 1 0 0,1 1-1 0 0,0-1 1 0 0,1 1-1 0 0,0-1 1 0 0,3-15-1 0 0,1 11-269 0 0,0 1-1 0 0,1-1 1 0 0,1 1-1 0 0,0 0 1 0 0,1 0-1 0 0,1 1 1 0 0,1 0-1 0 0,0 0 1 0 0,1 1-1 0 0,13-15 1 0 0,37-40-8015 0 0,-23 37 530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4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181 105 1072 0 0,'-129'-6'15359'0'0,"77"5"-11530"0"0,80-11-3469 0 0,31-6-614 0 0,0 2 0 0 0,75-10 0 0 0,-103 22-1059 0 0,17-4-2510 0 0,-17-1-2581 0 0,-15 4 490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5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65 1908 0 0,'-2'-27'5852'0'0,"-3"-11"5640"0"0,9 60-10624 0 0,0 0 0 0 0,-2 0-1 0 0,0 0 1 0 0,-1 0 0 0 0,-4 35 0 0 0,2-21-406 0 0,-38 500 1208 0 0,31-451-1636 0 0,3-21-2831 0 0,4-45-2804 0 0,8-21 2603 0 0,-4 1 2267 0 0,0-1 0 0 0,1 1 0 0 0,-1 0 0 0 0,0-1 1 0 0,-1 0-1 0 0,1 0 0 0 0,0 0 0 0 0,3-2 0 0 0,8-10-5516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5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129 109 1956 0 0,'0'-93'16244'0'0,"0"91"-15868"0"0,2 0-258 0 0,-1 1 0 0 0,1-1 0 0 0,-1 1 0 0 0,1-1 0 0 0,0 1 1 0 0,0 0-1 0 0,0 0 0 0 0,3-2 0 0 0,0 3-63 0 0,1 1-1 0 0,-1 0 1 0 0,1 0-1 0 0,0 0 1 0 0,-1 0-1 0 0,0 1 0 0 0,1 0 1 0 0,-1 0-1 0 0,0 0 1 0 0,0 1-1 0 0,0-1 1 0 0,0 1-1 0 0,0 1 1 0 0,-1-1-1 0 0,1 1 1 0 0,-1-1-1 0 0,0 1 1 0 0,0 1-1 0 0,-1-1 1 0 0,1 0-1 0 0,-1 1 1 0 0,0 0-1 0 0,5 9 1 0 0,-4-5 34 0 0,0 0 1 0 0,0 0 0 0 0,-1 1 0 0 0,-1-1 0 0 0,1 1 0 0 0,-2-1 0 0 0,1 1-1 0 0,-1 0 1 0 0,-1 0 0 0 0,0 0 0 0 0,0 0 0 0 0,-1-1 0 0 0,-2 15 0 0 0,-3-1 97 0 0,-1 0-1 0 0,0 0 1 0 0,-2-1 0 0 0,-1 0 0 0 0,-21 36 0 0 0,11-29 328 0 0,0-1 0 0 0,-2 0 1 0 0,-33 31-1 0 0,-39 43 1419 0 0,93-100-1914 0 0,1-2-15 0 0,0 1 0 0 0,-1-1-1 0 0,1 1 1 0 0,0-1 0 0 0,0 1 0 0 0,0-1 0 0 0,0 1-1 0 0,0 0 1 0 0,0-1 0 0 0,0 1 0 0 0,0-1-1 0 0,0 1 1 0 0,0-1 0 0 0,0 1 0 0 0,0-1-1 0 0,0 1 1 0 0,0-1 0 0 0,1 1 0 0 0,-1 0 0 0 0,6 1 9 0 0,0 0 1 0 0,0 0 0 0 0,1-1 0 0 0,-1 0-1 0 0,0 0 1 0 0,1 0 0 0 0,-1-1 0 0 0,7 0-1 0 0,58-5 39 0 0,-62 4-61 0 0,155-14-2900 0 0,-38 4-2109 0 0,0-3-4558 0 0,-80 8 1865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6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90 2576 0 0,'-99'-36'16028'0'0,"73"27"-11965"0"0,28 8-4012 0 0,0 0 0 0 0,0 0 0 0 0,1 0-1 0 0,-1 0 1 0 0,0 0 0 0 0,0 0 0 0 0,1 1-1 0 0,-1-1 1 0 0,1 1 0 0 0,2 0-1 0 0,84-12 381 0 0,110-9-199 0 0,-187 19-242 0 0,-10 2 9 0 0,0-1 0 0 0,-1 1 0 0 0,1 0 0 0 0,0 0 1 0 0,-1-1-1 0 0,1 1 0 0 0,0 0 0 0 0,-1 0 0 0 0,1 0 1 0 0,0 1-1 0 0,-1-1 0 0 0,1 0 0 0 0,0 1 0 0 0,-1-1 0 0 0,1 1 1 0 0,-1-1-1 0 0,1 1 0 0 0,-1 0 0 0 0,1 0 0 0 0,-1 0 1 0 0,1-1-1 0 0,-1 1 0 0 0,0 1 0 0 0,0-1 0 0 0,1 0 1 0 0,-1 0-1 0 0,0 0 0 0 0,1 2 0 0 0,-2-1 2 0 0,1 0-1 0 0,-1 0 0 0 0,0 0 1 0 0,0 0-1 0 0,0 1 0 0 0,0-1 1 0 0,0 0-1 0 0,0 0 0 0 0,-1 0 1 0 0,1 0-1 0 0,-1 0 0 0 0,1 0 1 0 0,-1 0-1 0 0,0 0 1 0 0,0 0-1 0 0,0 0 0 0 0,-2 3 1 0 0,1-1-6 0 0,-17 29 22 0 0,-2 0 0 0 0,-1-1 0 0 0,-1-1 0 0 0,-28 28 0 0 0,18-21 134 0 0,2-1 161 0 0,-3 2 621 0 0,-40 61 0 0 0,73-100-905 0 0,1 1 1 0 0,-1 0-1 0 0,1 0 1 0 0,-1 0 0 0 0,1 0-1 0 0,-1-1 1 0 0,1 1-1 0 0,-1 0 1 0 0,1 0-1 0 0,0 0 1 0 0,-1 0-1 0 0,1 0 1 0 0,0 0-1 0 0,0 0 1 0 0,0 0 0 0 0,0 0-1 0 0,0 0 1 0 0,0 0-1 0 0,0 0 1 0 0,0 0-1 0 0,0 0 1 0 0,0 0-1 0 0,1 0 1 0 0,-1 0 0 0 0,0 0-1 0 0,1 0 1 0 0,-1 0-1 0 0,1 0 1 0 0,-1 0-1 0 0,1 0 1 0 0,-1 0-1 0 0,1-1 1 0 0,0 1 0 0 0,-1 0-1 0 0,1 0 1 0 0,0-1-1 0 0,0 1 1 0 0,-1 0-1 0 0,1-1 1 0 0,0 1-1 0 0,0-1 1 0 0,0 1-1 0 0,0-1 1 0 0,0 0 0 0 0,0 1-1 0 0,0-1 1 0 0,0 0-1 0 0,0 1 1 0 0,0-1-1 0 0,1 0 1 0 0,6 2 54 0 0,0-1 0 0 0,0 0 0 0 0,0 0 0 0 0,15-1 0 0 0,7-3-245 0 0,1 0 1 0 0,-2-3-1 0 0,1 0 0 0 0,47-18 0 0 0,110-54-4916 0 0,-99 35 851 0 0,-29 13-2318 0 0,-8 2-2533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6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24 92 0 0,'-35'2'7653'0'0,"-34"5"-1"0"0,33-2-3489 0 0,33-5-3518 0 0,-10 2 1981 0 0,181-25-3125 0 0,-112 14-3559 0 0,-3 2-5154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6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68 896 0 0,'-130'79'19565'0'0,"131"-78"-19522"0"0,0-1 0 0 0,0 1 1 0 0,0-1-1 0 0,0 1 0 0 0,0-1 1 0 0,0 0-1 0 0,0 1 0 0 0,0-1 1 0 0,0 0-1 0 0,0 0 0 0 0,0 0 1 0 0,0 0-1 0 0,2 0 0 0 0,28-5-352 0 0,0-2-1 0 0,0-2 1 0 0,0-1-1 0 0,41-19 1 0 0,-40 13-4923 0 0,57-36-1 0 0,-60 30-1418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7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906 115 3080 0 0,'-13'-20'4191'0'0,"6"8"-2295"0"0,-1 0 0 0 0,0 1 0 0 0,0 0 0 0 0,-1 0 0 0 0,-1 1 0 0 0,-12-11 0 0 0,19 20-1811 0 0,0 0 0 0 0,0 0 0 0 0,0 0-1 0 0,0 0 1 0 0,0 1 0 0 0,0-1 0 0 0,0 1 0 0 0,0 0-1 0 0,-1 0 1 0 0,1 0 0 0 0,0 0 0 0 0,0 1 0 0 0,0-1 0 0 0,0 1-1 0 0,0 0 1 0 0,0 0 0 0 0,0 0 0 0 0,1 0 0 0 0,-5 3-1 0 0,-14 6 199 0 0,1 2-1 0 0,0 0 1 0 0,1 1-1 0 0,0 1 1 0 0,2 0-1 0 0,-1 2 1 0 0,2 0-1 0 0,0 1 0 0 0,-21 29 1 0 0,20-22-103 0 0,1 1-1 0 0,1 1 1 0 0,1 1 0 0 0,1 0 0 0 0,1 0-1 0 0,2 1 1 0 0,-7 29 0 0 0,13-43-92 0 0,2 0 0 0 0,-1 0 1 0 0,2 1-1 0 0,0-1 0 0 0,1 0 0 0 0,0 0 1 0 0,1 0-1 0 0,1 1 0 0 0,4 18 0 0 0,-4-25-15 0 0,1-1-1 0 0,-1 1 0 0 0,1-1 0 0 0,1 0 0 0 0,-1 0 0 0 0,1 0 0 0 0,0-1 0 0 0,1 1 0 0 0,0-1 0 0 0,0 0 0 0 0,0 0 0 0 0,1-1 1 0 0,-1 0-1 0 0,1 0 0 0 0,1 0 0 0 0,-1 0 0 0 0,1-1 0 0 0,10 5 0 0 0,-6-5 3 0 0,1 0 0 0 0,-1 0 0 0 0,1-2 0 0 0,-1 1 0 0 0,1-2 0 0 0,0 1-1 0 0,0-1 1 0 0,0-1 0 0 0,0-1 0 0 0,0 1 0 0 0,0-2 0 0 0,-1 1 0 0 0,1-2 0 0 0,0 0 0 0 0,17-6 0 0 0,-11 2 5 0 0,0-1 1 0 0,0 0-1 0 0,-1-2 0 0 0,0 0 1 0 0,-1 0-1 0 0,0-2 0 0 0,0 0 1 0 0,24-25-1 0 0,-26 20-34 0 0,0 0 1 0 0,0-1-1 0 0,-2 0 0 0 0,0-1 0 0 0,-2 0 0 0 0,0-1 1 0 0,-1-1-1 0 0,12-38 0 0 0,-17 44-22 0 0,0 1 0 0 0,-2-1 0 0 0,1 0 0 0 0,-2 0 0 0 0,0-1 0 0 0,-1 1 0 0 0,0 0 0 0 0,-1 0 0 0 0,-1 0 0 0 0,-1 0 0 0 0,0 0 0 0 0,0 1 0 0 0,-11-27 0 0 0,9 33-18 0 0,1 0-1 0 0,-1 0 0 0 0,0 1 0 0 0,-1-1 1 0 0,0 1-1 0 0,0 1 0 0 0,0-1 1 0 0,-1 1-1 0 0,0 0 0 0 0,0 0 1 0 0,-1 1-1 0 0,0 0 0 0 0,0 1 1 0 0,0-1-1 0 0,0 1 0 0 0,0 1 1 0 0,-1 0-1 0 0,0 0 0 0 0,0 1 1 0 0,-11-2-1 0 0,-5 0-48 0 0,0 1 0 0 0,-1 1 0 0 0,1 1 1 0 0,-1 2-1 0 0,1 0 0 0 0,-30 6 0 0 0,19 0-542 0 0,0 1 0 0 0,1 2 0 0 0,0 1 0 0 0,1 2 0 0 0,0 1 0 0 0,1 2 0 0 0,-39 25-1 0 0,35-17-1252 0 0,2 2 0 0 0,0 1-1 0 0,2 2 1 0 0,1 2-1 0 0,-47 58 1 0 0,32-28-3452 0 0,4 0-2545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07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2176 0 0,'8'-41'980'0'0,"-3"7"-1284"0"0,0 3-604 0 0,1 5 296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12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77 700 0 0,'-45'-57'7215'0'0,"44"55"-6761"0"0,-19-15 5256 0 0,40 28-5497 0 0,-1 1-1 0 0,0 1 1 0 0,-1 0 0 0 0,0 1 0 0 0,-2 1 0 0 0,1 1 0 0 0,-2 1 0 0 0,0 0 0 0 0,-1 1-1 0 0,-1 0 1 0 0,0 1 0 0 0,15 33 0 0 0,-17-31-104 0 0,-2 1-1 0 0,-1 0 1 0 0,0 1 0 0 0,-2-1-1 0 0,0 1 1 0 0,-2 0 0 0 0,0 1-1 0 0,-2-1 1 0 0,-1 1-1 0 0,0 0 1 0 0,-2-1 0 0 0,-4 28-1 0 0,2-31 84 0 0,-2 0 0 0 0,0 0 0 0 0,-1-1 0 0 0,-1 1 0 0 0,0-1-1 0 0,-2-1 1 0 0,-11 19 0 0 0,-11 10 164 0 0,-38 45-1 0 0,-21 29-60 0 0,88-118-293 0 0,1 0 1 0 0,-1-1-1 0 0,1 1 0 0 0,-1 0 0 0 0,1 0 1 0 0,0 0-1 0 0,1-1 0 0 0,-1 1 0 0 0,0 0 1 0 0,1 0-1 0 0,-1 0 0 0 0,1 0 0 0 0,0 1 1 0 0,0-1-1 0 0,0 0 0 0 0,2 5 0 0 0,-2-7 0 0 0,1 1 0 0 0,0-1 0 0 0,0 1 0 0 0,0-1 0 0 0,0 1 0 0 0,0-1 0 0 0,0 0-1 0 0,0 1 1 0 0,0-1 0 0 0,0 0 0 0 0,1 0 0 0 0,-1 0 0 0 0,1 0 0 0 0,-1 0 0 0 0,1 0 0 0 0,-1 0-1 0 0,2 0 1 0 0,28 10-3 0 0,5-7 17 0 0,-1-2 1 0 0,0-1-1 0 0,0-2 1 0 0,50-7-1 0 0,8 1 33 0 0,-12 0-47 0 0,-79 7 21 0 0,10 3-44 0 0,-20 5 22 0 0,0 0 0 0 0,0-1 0 0 0,-1 0 0 0 0,-12 9 0 0 0,-21 16-26 0 0,15-4 103 0 0,2 0 1 0 0,1 2 0 0 0,1 0-1 0 0,2 2 1 0 0,1 0 0 0 0,1 2-1 0 0,2 0 1 0 0,-17 50 0 0 0,15-28-6 0 0,3 1 0 0 0,2 0 0 0 0,3 1 0 0 0,-7 99 0 0 0,16-118-93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13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6 332 0 0,'8'-6'9252'0'0,"-5"8"-9721"0"0,-1 0-1 0 0,0 0 1 0 0,0 0-1 0 0,0 0 1 0 0,0 0 0 0 0,-1 1-1 0 0,1-1 1 0 0,2 4-1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13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1 372 0 0,'0'0'5484'0'0,"-1"20"-1576"0"0,-3 0-3258 0 0,1 0 0 0 0,0 0 0 0 0,2 1 0 0 0,0-1 0 0 0,2 0 0 0 0,2 23 0 0 0,-1-7-434 0 0,5 51 226 0 0,-3-50-322 0 0,-2 0 0 0 0,-1 0 1 0 0,-2 0-1 0 0,-6 42 0 0 0,6-74-111 0 0,0 0 0 0 0,0-1 0 0 0,-1 1 0 0 0,0 0 0 0 0,0-1 0 0 0,0 1 0 0 0,0-1 1 0 0,-1 0-1 0 0,0 0 0 0 0,0 0 0 0 0,0 0 0 0 0,0 0 0 0 0,0 0 0 0 0,-1-1 0 0 0,0 0 0 0 0,0 0 0 0 0,0 0 0 0 0,0 0 1 0 0,0 0-1 0 0,0-1 0 0 0,-1 0 0 0 0,1 0 0 0 0,-1 0 0 0 0,0-1 0 0 0,0 1 0 0 0,-4 0 0 0 0,-14 2-73 0 0,1-1 0 0 0,0-1-1 0 0,-1-1 1 0 0,-31-3-1 0 0,36 1-56 0 0,-5 0-212 0 0,0 0 0 0 0,-34-8 0 0 0,48 7-84 0 0,1-1 0 0 0,-1 0-1 0 0,1 0 1 0 0,-8-5 0 0 0,12 6-154 0 0,0 0 1 0 0,1 0 0 0 0,-1-1-1 0 0,1 1 1 0 0,0-1 0 0 0,0 0-1 0 0,0 0 1 0 0,0 0 0 0 0,-3-6 0 0 0,0-4-3613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14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88 1536 0 0,'-2'-1'1481'0'0,"-2"-3"-651"0"0,1 1 0 0 0,-1-1 0 0 0,1 0 0 0 0,0 0 0 0 0,0 0 0 0 0,-3-5 0 0 0,5 8-737 0 0,0 0 0 0 0,1-1 0 0 0,-1 1 0 0 0,1 0 0 0 0,-1 0 0 0 0,1 0 0 0 0,-1-1 0 0 0,1 1 0 0 0,0 0 0 0 0,0 0 0 0 0,0-1 0 0 0,0 1 0 0 0,0 0 0 0 0,0-1 0 0 0,0 1 0 0 0,0 0 0 0 0,0 0 0 0 0,0-1 0 0 0,1 1 1 0 0,-1 0-1 0 0,0 0 0 0 0,1-1 0 0 0,-1 1 0 0 0,1 0 0 0 0,0 0 0 0 0,-1 0 0 0 0,1 0 0 0 0,0 0 0 0 0,0 0 0 0 0,-1 0 0 0 0,1 0 0 0 0,0 0 0 0 0,0 0 0 0 0,2-1 0 0 0,1 0 8 0 0,-1 0 1 0 0,1 1-1 0 0,0-1 0 0 0,0 1 0 0 0,0 0 1 0 0,0 0-1 0 0,0 0 0 0 0,0 0 0 0 0,0 1 1 0 0,0-1-1 0 0,0 1 0 0 0,0 0 0 0 0,0 0 1 0 0,0 1-1 0 0,0-1 0 0 0,0 1 0 0 0,0 0 1 0 0,0 0-1 0 0,0 1 0 0 0,0-1 0 0 0,0 1 1 0 0,-1-1-1 0 0,6 4 0 0 0,-3-1 17 0 0,0-1 1 0 0,0 1-1 0 0,0 1 1 0 0,0-1-1 0 0,0 1 1 0 0,-1 0-1 0 0,0 0 1 0 0,0 1-1 0 0,0-1 0 0 0,-1 1 1 0 0,1 0-1 0 0,5 13 1 0 0,-7-10-34 0 0,0 1-1 0 0,0-1 1 0 0,-1 1 0 0 0,-1 0 0 0 0,0 0 0 0 0,0 0 0 0 0,-1 0-1 0 0,0 0 1 0 0,0-1 0 0 0,-1 1 0 0 0,-1 0 0 0 0,0 0 0 0 0,0 0 0 0 0,-1-1-1 0 0,0 1 1 0 0,-8 16 0 0 0,-1-1 22 0 0,-2-1 0 0 0,0-1 0 0 0,-1 0 0 0 0,-34 39 0 0 0,39-50-23 0 0,-1-1-1 0 0,1 0 0 0 0,-1-1 1 0 0,-1 0-1 0 0,0-1 0 0 0,-1-1 1 0 0,1 0-1 0 0,-1 0 0 0 0,-19 7 1 0 0,31-15-80 0 0,1 1 0 0 0,-1-1 0 0 0,0 0 0 0 0,0 1 0 0 0,0-1 0 0 0,0 0 1 0 0,0 0-1 0 0,1 0 0 0 0,-1 1 0 0 0,0-1 0 0 0,0 0 0 0 0,0 0 0 0 0,0 0 0 0 0,0 0 0 0 0,0-1 1 0 0,0 1-1 0 0,1 0 0 0 0,-1 0 0 0 0,0 0 0 0 0,0-1 0 0 0,0 1 0 0 0,0-1 0 0 0,1 1 0 0 0,-2-1 1 0 0,2 0-4 0 0,-1 0 1 0 0,1 1 0 0 0,-1-1 0 0 0,1 0 0 0 0,0 0 0 0 0,-1 0 0 0 0,1 0 0 0 0,0 0 0 0 0,0 0 0 0 0,0 1 0 0 0,0-1 0 0 0,0 0 0 0 0,0 0 0 0 0,0 0 0 0 0,0 0 0 0 0,0 0 0 0 0,0 0 0 0 0,1-1 0 0 0,1-4 2 0 0,0 0-1 0 0,0 0 1 0 0,1 0 0 0 0,5-10-1 0 0,26-31-16 0 0,1 1 0 0 0,79-77 0 0 0,18-21-11 0 0,-120 126 9 0 0,-11 16-1 0 0,-1 0 15 0 0,-1 2 1 0 0,0 0 0 0 0,1-1 0 0 0,-1 1 0 0 0,0 0 0 0 0,1-1-1 0 0,-1 1 1 0 0,0 0 0 0 0,1 0 0 0 0,-1 0 0 0 0,0 0 0 0 0,1-1 0 0 0,-1 1 0 0 0,0 0 0 0 0,0 0 0 0 0,1 0 0 0 0,-1 1-1 0 0,0-1 1 0 0,1 0 0 0 0,-1 0 0 0 0,0 0 0 0 0,0 0 0 0 0,1 1 0 0 0,-1-1 0 0 0,1 0 0 0 0,-1 1 0 0 0,0-1-1 0 0,1 0 1 0 0,-1 1 0 0 0,1-1 0 0 0,-1 1 0 0 0,0-1 0 0 0,0 2 0 0 0,0-2-1 0 0,-14 13 13 0 0,0 1 0 0 0,1 1 0 0 0,1 0 0 0 0,0 0 0 0 0,1 1 0 0 0,-14 26 1 0 0,10-18 11 0 0,5-7-10 0 0,1-1 1 0 0,1 2 0 0 0,0-1 0 0 0,1 1-1 0 0,1 1 1 0 0,-9 36 0 0 0,15-49-11 0 0,0 1 1 0 0,0 0-1 0 0,1 0 1 0 0,-1-1-1 0 0,2 1 1 0 0,-1 0-1 0 0,1 0 1 0 0,0-1-1 0 0,1 1 1 0 0,2 8-1 0 0,-2-10 0 0 0,0-1 0 0 0,1 1-1 0 0,-1 0 1 0 0,1-1 0 0 0,0 0-1 0 0,0 0 1 0 0,0 0 0 0 0,1 0-1 0 0,0 0 1 0 0,0-1 0 0 0,0 0-1 0 0,0 1 1 0 0,0-2 0 0 0,0 1-1 0 0,6 2 1 0 0,3 1 11 0 0,0 0 0 0 0,0-2 0 0 0,1 0 0 0 0,-1 0 0 0 0,1-1 0 0 0,0-1 0 0 0,0 0 0 0 0,0-1 0 0 0,17-1 0 0 0,19-3-408 0 0,62-10 1 0 0,-38 3-1244 0 0,-57 8 682 0 0,26-3-1020 0 0,-12-3-4948 0 0,-16 4 2204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15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426 373 2332 0 0,'-7'2'286'0'0,"-372"121"13657"0"0,368-119-13399 0 0,8-3-259 0 0,-1 0 1 0 0,1 1 0 0 0,0-1-1 0 0,-1 1 1 0 0,1 0 0 0 0,-6 4 1037 0 0,13-6-784 0 0,17-2-75 0 0,0 0 0 0 0,0-2 0 0 0,32-10 1 0 0,-14 4-136 0 0,728-155 871 0 0,856-71-1 0 0,-1444 219-1177 0 0,206-25 82 0 0,-338 33-136 0 0,-44 8-50 0 0,-4-3-1613 0 0,0 4 1595 0 0,1-1 0 0 0,0 1 0 0 0,-1 0 0 0 0,1-1 1 0 0,-1 1-1 0 0,1 0 0 0 0,0-1 0 0 0,-1 1 0 0 0,1 0 0 0 0,-1-1 0 0 0,1 1 0 0 0,-1 0 0 0 0,1 0 0 0 0,-1-1 0 0 0,1 1 0 0 0,-1 0 0 0 0,1 0 0 0 0,-1 0 0 0 0,1 0 0 0 0,-1 0 0 0 0,1 0 0 0 0,-2 0 0 0 0,-15-1-2066 0 0,16 1 1798 0 0,-31-5-10155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17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380 168 392 0 0,'-12'0'2678'0'0,"1"-1"1"0"0,-19-3-1 0 0,26 4-2313 0 0,1-1-1 0 0,-1 0 0 0 0,1 0 0 0 0,-1 0 1 0 0,1-1-1 0 0,0 1 0 0 0,0-1 1 0 0,-1 0-1 0 0,1 0 0 0 0,-5-4 0 0 0,7 4-293 0 0,0 0 0 0 0,0 0 0 0 0,1 0 0 0 0,-1 1 0 0 0,1-1 0 0 0,-1 0 0 0 0,1 0 0 0 0,0 0 0 0 0,0 0 0 0 0,0 0 0 0 0,0 0-1 0 0,0 0 1 0 0,0 0 0 0 0,0 0 0 0 0,1 0 0 0 0,-1 0 0 0 0,1 0 0 0 0,-1 0 0 0 0,1 0 0 0 0,0 0 0 0 0,1-1 0 0 0,2-5 34 0 0,0 1 0 0 0,1 0 0 0 0,0 1 0 0 0,0-1 1 0 0,1 1-1 0 0,0 0 0 0 0,0 0 0 0 0,0 1 0 0 0,1-1 1 0 0,0 2-1 0 0,0-1 0 0 0,0 1 0 0 0,0 0 0 0 0,1 0 1 0 0,13-4-1 0 0,-16 6-69 0 0,1 1 0 0 0,-1 0 0 0 0,1 0 0 0 0,0 0 0 0 0,-1 1 1 0 0,1 0-1 0 0,-1 0 0 0 0,1 0 0 0 0,0 1 0 0 0,-1 0 0 0 0,1 0 0 0 0,-1 0 0 0 0,1 1 1 0 0,-1 0-1 0 0,0 0 0 0 0,0 0 0 0 0,0 0 0 0 0,0 1 0 0 0,0 0 0 0 0,0 0 0 0 0,-1 0 0 0 0,1 1 1 0 0,-1 0-1 0 0,5 5 0 0 0,-2-2 33 0 0,-1 0 0 0 0,-1 0 1 0 0,0 0-1 0 0,0 1 0 0 0,0 0 1 0 0,-1 0-1 0 0,0 1 0 0 0,0-1 1 0 0,-1 1-1 0 0,0-1 0 0 0,-1 1 1 0 0,2 11-1 0 0,-3-7-12 0 0,0 0 1 0 0,-1 0 0 0 0,0 1-1 0 0,-1-1 1 0 0,0 0-1 0 0,-1 0 1 0 0,-6 21-1 0 0,-3-2 1 0 0,-1-2-1 0 0,-1 1 0 0 0,-2-2 1 0 0,-1 0-1 0 0,-38 52 0 0 0,33-53-28 0 0,-1 0-1 0 0,-2-2 0 0 0,-40 35 1 0 0,50-49-10 0 0,-1 0 1 0 0,0-2-1 0 0,-1 0 1 0 0,0 0 0 0 0,-1-1-1 0 0,1-2 1 0 0,-2 1-1 0 0,-24 6 1 0 0,36-13-16 0 0,0 0 1 0 0,0-1-1 0 0,0 1 0 0 0,0-1 1 0 0,0 0-1 0 0,0-1 1 0 0,0 1-1 0 0,0-1 1 0 0,0 0-1 0 0,0-1 1 0 0,0 0-1 0 0,1 0 1 0 0,-1 0-1 0 0,1 0 0 0 0,-1-1 1 0 0,1 0-1 0 0,0 0 1 0 0,0 0-1 0 0,-6-6 1 0 0,8 7-9 0 0,-1-1 1 0 0,1 0-1 0 0,1 0 1 0 0,-1 0-1 0 0,0-1 1 0 0,1 1-1 0 0,0 0 1 0 0,-1-1-1 0 0,1 0 1 0 0,1 1-1 0 0,-1-1 1 0 0,0 0-1 0 0,1 0 1 0 0,0 0-1 0 0,0 0 1 0 0,0 0-1 0 0,1 0 1 0 0,-1-1-1 0 0,1 1 1 0 0,0 0-1 0 0,0 0 1 0 0,0 0-1 0 0,1 0 1 0 0,0-1-1 0 0,-1 1 1 0 0,1 0-1 0 0,1 0 1 0 0,1-5-1 0 0,-1 5-1 0 0,0 0 0 0 0,0 1 0 0 0,0-1 0 0 0,0 1 1 0 0,1 0-1 0 0,-1-1 0 0 0,1 1 0 0 0,0 0 0 0 0,0 0 0 0 0,0 1 0 0 0,0-1 0 0 0,0 1 0 0 0,1-1 0 0 0,5-1 1 0 0,-3 1 2 0 0,1 0 1 0 0,-1 1-1 0 0,1 0 1 0 0,0 0-1 0 0,0 1 1 0 0,0 0-1 0 0,13-1 1 0 0,-1 3 4 0 0,0 0 0 0 0,0 1 0 0 0,0 1 1 0 0,0 0-1 0 0,23 9 0 0 0,12 7-161 0 0,-2 3 0 0 0,-1 1 0 0 0,-1 3-1 0 0,63 44 1 0 0,-105-65-568 0 0,30 17-1670 0 0,-8-15-5486 0 0,-13-5 3584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18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81 140 432 0 0,'-11'-40'7732'0'0,"-25"-57"1"0"0,35 95-6944 0 0,-12 24 766 0 0,6 5-1329 0 0,2 0 0 0 0,2 1 0 0 0,0-1 0 0 0,2 1 0 0 0,0 0 0 0 0,2 0 0 0 0,2 0 0 0 0,6 31 0 0 0,-8-52-210 0 0,0 0 1 0 0,1 0 0 0 0,0-1 0 0 0,1 1 0 0 0,-1-1 0 0 0,1 1-1 0 0,1-1 1 0 0,6 11 0 0 0,-7-15-8 0 0,-1 1-1 0 0,0-1 1 0 0,1 1 0 0 0,0-1-1 0 0,-1 0 1 0 0,1 0 0 0 0,0 0-1 0 0,0 0 1 0 0,0-1 0 0 0,1 1-1 0 0,-1-1 1 0 0,0 1 0 0 0,0-1-1 0 0,1 0 1 0 0,-1-1 0 0 0,1 1-1 0 0,-1-1 1 0 0,1 1 0 0 0,4-1-1 0 0,4 0-3 0 0,-1-1-1 0 0,1-1 1 0 0,-1 1-1 0 0,0-2 0 0 0,0 1 1 0 0,0-2-1 0 0,0 1 1 0 0,0-1-1 0 0,-1-1 1 0 0,0 0-1 0 0,0-1 1 0 0,11-7-1 0 0,-14 8-3 0 0,0-1 1 0 0,0 1-1 0 0,-1-1 0 0 0,0 0 0 0 0,0-1 1 0 0,-1 0-1 0 0,0 0 0 0 0,0 0 0 0 0,0 0 1 0 0,-1-1-1 0 0,0 1 0 0 0,-1-1 0 0 0,0 0 1 0 0,0-1-1 0 0,0 1 0 0 0,1-14 1 0 0,-2 14 7 0 0,-1 0 1 0 0,-1 0-1 0 0,1 0 1 0 0,-2 0 0 0 0,1 0-1 0 0,-1 0 1 0 0,0 0 0 0 0,-4-14-1 0 0,4 20 51 0 0,-16 29 307 0 0,-19 134 874 0 0,16-60-942 0 0,-35 172 86 0 0,39-184-321 0 0,-8 66-33 0 0,20-88-3280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18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52 2432 0 0,'-4'0'1796'0'0,"-52"1"7228"0"0,28 2-4376 0 0,2 3 383 0 0,23-5-5034 0 0,2-1 103 0 0,1 0 0 0 0,-1 1 0 0 0,0-1 0 0 0,0 0 0 0 0,1 0 0 0 0,-1 1 0 0 0,0-1 0 0 0,1 1 0 0 0,-1-1 0 0 0,0 0 0 0 0,1 1 0 0 0,-1-1 0 0 0,1 1 0 0 0,-1-1 0 0 0,1 1 0 0 0,-1-1 0 0 0,1 1 0 0 0,-1 0 0 0 0,1-1 0 0 0,0 1 0 0 0,-1 0 0 0 0,1-1 0 0 0,0 1 0 0 0,-1 0 0 0 0,1-1 0 0 0,0 1 0 0 0,0 1 0 0 0,0 0 32 0 0,252-20 897 0 0,-5-20-970 0 0,-234 36-37 0 0,33-7 405 0 0,-44 9-303 0 0,1-1-20 0 0,-2 1-96 0 0,4 0 51 0 0,0-1 1 0 0,-1 0 0 0 0,1 0-1 0 0,-1 0 1 0 0,1-1-1 0 0,7-3 1 0 0,-11 5-43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19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92 117 84 0 0,'10'-74'11851'0'0,"-10"72"-11136"0"0,1-4 33 0 0,3-19 7897 0 0,-9 16-8487 0 0,3 9-118 0 0,0 17-94 0 0,1-2 96 0 0,-45 341 268 0 0,15-129-76 0 0,12-82-518 0 0,18-116-1901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0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88 888 0 0,'2'-17'4333'0'0,"-1"0"1"0"0,-1 1-1 0 0,-1-22 1467 0 0,-7 48-4761 0 0,-36 328 3526 0 0,37-262-3942 0 0,-36 263 963 0 0,25-230-1290 0 0,15-93-950 0 0,27-49-13073 0 0,-16 21 9279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0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574 116 2616 0 0,'0'-9'1421'0'0,"0"1"-1"0"0,-1 0 0 0 0,0-1 1 0 0,0 1-1 0 0,0 0 1 0 0,-1-1-1 0 0,-6-14 0 0 0,7 20-1278 0 0,-1 1 0 0 0,1 0 0 0 0,0 0 0 0 0,-1 0 0 0 0,1 0 0 0 0,-1 0 0 0 0,0 0 0 0 0,1 1 0 0 0,-1-1 0 0 0,0 1 0 0 0,0-1 0 0 0,0 1 0 0 0,0-1 0 0 0,0 1 0 0 0,-1 0 0 0 0,1 0-1 0 0,0 0 1 0 0,-1 0 0 0 0,1 1 0 0 0,0-1 0 0 0,-1 1 0 0 0,1-1 0 0 0,-1 1 0 0 0,1 0 0 0 0,-1 0 0 0 0,1 0 0 0 0,-1 0 0 0 0,1 0 0 0 0,0 1 0 0 0,-1-1 0 0 0,1 1 0 0 0,-3 0 0 0 0,-5 2 60 0 0,1 0 1 0 0,0 1-1 0 0,0 0 0 0 0,0 1 1 0 0,0 0-1 0 0,0 0 1 0 0,1 1-1 0 0,0 0 1 0 0,1 0-1 0 0,-9 8 1 0 0,-4 8 133 0 0,0 0 0 0 0,-18 26 0 0 0,-6 16 88 0 0,4 1 0 0 0,2 2 0 0 0,4 2 0 0 0,-42 115 1 0 0,72-174-390 0 0,-34 115 249 0 0,35-112-243 0 0,0 0 0 0 0,1 1 0 0 0,1-1 0 0 0,0 1 0 0 0,1-1 0 0 0,1 1 0 0 0,3 21 1 0 0,-3-31-29 0 0,-1-1 0 0 0,1 0 1 0 0,0 0-1 0 0,1 0 1 0 0,-1 0-1 0 0,0 0 1 0 0,1 0-1 0 0,0 0 1 0 0,0 0-1 0 0,0 0 1 0 0,0-1-1 0 0,0 1 1 0 0,0-1-1 0 0,1 0 0 0 0,-1 1 1 0 0,1-1-1 0 0,-1 0 1 0 0,1 0-1 0 0,0-1 1 0 0,4 3-1 0 0,-2-2-9 0 0,-1-1 0 0 0,1 1 0 0 0,0-1 0 0 0,0 0 0 0 0,-1-1 0 0 0,1 1 0 0 0,0-1 0 0 0,0 0 0 0 0,0 0 0 0 0,0 0 0 0 0,0-1 0 0 0,0 0 0 0 0,7-2 0 0 0,6-2 16 0 0,-1-1 0 0 0,1 0 1 0 0,28-17-1 0 0,-40 20-20 0 0,1-1 0 0 0,-1 0 0 0 0,-1 0 0 0 0,1-1 1 0 0,0 1-1 0 0,-1-1 0 0 0,0 0 0 0 0,0-1 0 0 0,-1 1 0 0 0,1-1 0 0 0,-1 0 0 0 0,5-11 0 0 0,-8 15 1 0 0,0 1-1 0 0,-1 0 0 0 0,1-1 0 0 0,-1 1 1 0 0,0-1-1 0 0,1 1 0 0 0,-1-1 0 0 0,0 1 1 0 0,0-1-1 0 0,0 1 0 0 0,0-1 0 0 0,0 0 1 0 0,0 1-1 0 0,0-1 0 0 0,0 1 0 0 0,-1-1 1 0 0,1 1-1 0 0,-1 0 0 0 0,1-1 0 0 0,-1 1 1 0 0,1-1-1 0 0,-2-1 0 0 0,0 1 1 0 0,1 0 0 0 0,-1 1 0 0 0,0-1 0 0 0,0 0 0 0 0,0 1 0 0 0,0-1 0 0 0,0 1 0 0 0,-1 0 0 0 0,1 0 0 0 0,0 0-1 0 0,-1 0 1 0 0,-2-1 0 0 0,-7-1 2 0 0,0 0-1 0 0,-1 1 1 0 0,1 1-1 0 0,-15-1 1 0 0,-33 2-529 0 0,-25-1-2334 0 0,73 0 662 0 0,0-1-1 0 0,-18-5 1 0 0,16 2-2880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1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98 113 660 0 0,'-31'-18'7600'0'0,"-16"-6"-849"0"0,46 23-6193 0 0,-4-1 127 0 0,-8-4 757 0 0,13 2-989 0 0,9 1-395 0 0,39-4-118 0 0,194-27 663 0 0,-81 21-4080 0 0,-125 13 940 0 0,-13 3-2301 0 0,-11 1-656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1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0 556 0 0,'-32'17'7110'0'0,"-40"28"1"0"0,71-45-7040 0 0,1 1 0 0 0,-1-1 1 0 0,1 0-1 0 0,-1 0 0 0 0,1 1 0 0 0,-1-1 1 0 0,1 0-1 0 0,-1 1 0 0 0,1-1 0 0 0,0 0 1 0 0,-1 1-1 0 0,1-1 0 0 0,-1 0 1 0 0,1 1-1 0 0,0-1 0 0 0,-1 1 0 0 0,1-1 1 0 0,0 1-1 0 0,0-1 0 0 0,-1 1 0 0 0,1-1 1 0 0,0 1-1 0 0,0-1 0 0 0,0 1 1 0 0,0-1-1 0 0,0 1 0 0 0,0-1 0 0 0,0 1 1 0 0,0 0-1 0 0,0-1 0 0 0,0 1 1 0 0,0-1-1 0 0,0 2 0 0 0,1-2-13 0 0,0 1 0 0 0,0 0 0 0 0,0 0 0 0 0,0-1 0 0 0,0 1 0 0 0,0 0 0 0 0,0-1 0 0 0,0 1 0 0 0,0-1 0 0 0,0 0 0 0 0,0 1 0 0 0,1-1 0 0 0,1 1 0 0 0,41 2 279 0 0,23-6-431 0 0,1-4 0 0 0,87-21 0 0 0,-53 9-2343 0 0,-11 1-4071 0 0,-49 8-210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2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244 118 1232 0 0,'-41'-103'12830'0'0,"41"102"-12573"0"0,-1-1-180 0 0,1 1 0 0 0,-1 0 1 0 0,0 0-1 0 0,0 0 0 0 0,1 0 1 0 0,-1 0-1 0 0,0 0 0 0 0,0 1 1 0 0,0-1-1 0 0,0 0 0 0 0,0 0 1 0 0,0 1-1 0 0,-1-2 0 0 0,0 17 267 0 0,1 0 0 0 0,1 1 0 0 0,0-1 0 0 0,3 26 0 0 0,1 1 113 0 0,-3-20-285 0 0,0 9 45 0 0,5 33 0 0 0,-4-56-188 0 0,-1 1 1 0 0,1-1-1 0 0,1 0 0 0 0,0 1 1 0 0,0-1-1 0 0,0-1 1 0 0,1 1-1 0 0,9 13 0 0 0,-10-17-17 0 0,1 0 0 0 0,0-1 0 0 0,0 1 0 0 0,1-1-1 0 0,-1 0 1 0 0,1 0 0 0 0,-1 0 0 0 0,1-1 0 0 0,0 1-1 0 0,0-1 1 0 0,0 0 0 0 0,0-1 0 0 0,1 1 0 0 0,-1-1-1 0 0,0 0 1 0 0,1 0 0 0 0,-1-1 0 0 0,1 0 0 0 0,-1 0-1 0 0,0 0 1 0 0,1 0 0 0 0,-1-1 0 0 0,10-2-1 0 0,-6 1 1 0 0,-1 0 0 0 0,0 0-1 0 0,0-1 1 0 0,0 0 0 0 0,0 0-1 0 0,0-1 1 0 0,-1 0 0 0 0,1 0-1 0 0,-1-1 1 0 0,0 0 0 0 0,-1 0-1 0 0,1-1 1 0 0,-1 0 0 0 0,9-11-1 0 0,14-36 558 0 0,-8 13 145 0 0,-20 39-682 0 0,2-3 16 0 0,-2 3-18 0 0,-2 13 2 0 0,-5 61 81 0 0,-3-1 1 0 0,-4 0 0 0 0,-27 90 0 0 0,37-153-49 0 0,0 0 0 0 0,-1 0 1 0 0,0 0-1 0 0,-1-1 0 0 0,0 0 0 0 0,0 0 1 0 0,-1 0-1 0 0,0 0 0 0 0,0-1 1 0 0,-1 0-1 0 0,0 0 0 0 0,0-1 0 0 0,-1 0 1 0 0,1 0-1 0 0,-1-1 0 0 0,-14 8 0 0 0,8-7-37 0 0,-1-1 0 0 0,1 0-1 0 0,-1-1 1 0 0,0 0-1 0 0,0-1 1 0 0,0-1 0 0 0,0 0-1 0 0,-1-1 1 0 0,-25-2-1 0 0,23-1-6 0 0,0 0 0 0 0,1-1-1 0 0,0 0 1 0 0,-1-2-1 0 0,1 0 1 0 0,-17-8-1 0 0,30 12-235 0 0,1-1 0 0 0,-1 0 0 0 0,0 0 0 0 0,1 0 0 0 0,-1-1 0 0 0,-4-3 0 0 0,7 5-97 0 0,0 0 0 0 0,0 0 0 0 0,0-1 0 0 0,0 1 0 0 0,0 0 0 0 0,1 0 0 0 0,-1 0 0 0 0,0-1-1 0 0,1 1 1 0 0,-1 0 0 0 0,1-1 0 0 0,-1 1 0 0 0,1 0 0 0 0,-1-1 0 0 0,1 1 0 0 0,0-1 0 0 0,0 1 0 0 0,0 0 0 0 0,0-1 0 0 0,0 1 0 0 0,0-2 0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2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0 372 0 0,'-344'198'17210'0'0,"341"-197"-17002"0"0,1 1 0 0 0,-1 0 0 0 0,0-1 0 0 0,0 1 0 0 0,1 0 0 0 0,-1 0 0 0 0,1 1 0 0 0,0-1 0 0 0,0 0 0 0 0,0 1 0 0 0,-3 3 1 0 0,6-6-171 0 0,-1 1 1 0 0,1-1 0 0 0,-1 1 0 0 0,1-1 0 0 0,-1 1 0 0 0,1-1 0 0 0,-1 1 0 0 0,1-1 0 0 0,-1 0-1 0 0,1 1 1 0 0,0-1 0 0 0,-1 0 0 0 0,1 1 0 0 0,-1-1 0 0 0,1 0 0 0 0,0 0 0 0 0,-1 0 0 0 0,1 0 0 0 0,0 0-1 0 0,0 0 1 0 0,-1 0 0 0 0,1 0 0 0 0,0 0 0 0 0,-1 0 0 0 0,1 0 0 0 0,0 0 0 0 0,-1 0 0 0 0,2-1 0 0 0,19 0 150 0 0,186-30 564 0 0,-59 6-581 0 0,596-39 157 0 0,-489 47-283 0 0,-171 10 104 0 0,30-1-2621 0 0,-131 8 83 0 0,-28 4-7889 0 0,32-1 4971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4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0 788 0 0,'-17'2'7117'0'0,"10"-1"-5686"0"0,0 1 0 0 0,0-1 1 0 0,1 1-1 0 0,-14 6 1535 0 0,23-4-2585 0 0,-3-4-372 0 0,0 0 0 0 0,0 1 1 0 0,0-1-1 0 0,0 0 0 0 0,0 0 0 0 0,0 1 1 0 0,1-1-1 0 0,-1 0 0 0 0,0 0 1 0 0,0 1-1 0 0,0-1 0 0 0,0 0 0 0 0,0 0 1 0 0,0 1-1 0 0,1-1 0 0 0,-1 0 0 0 0,0 0 1 0 0,0 1-1 0 0,0-1 0 0 0,1 0 0 0 0,-1 0 1 0 0,0 0-1 0 0,0 0 0 0 0,1 1 0 0 0,-1-1 1 0 0,0 0-1 0 0,0 0 0 0 0,1 0 0 0 0,-1 0 1 0 0,0 0-1 0 0,1 0 0 0 0,-1 0 0 0 0,0 0 1 0 0,1 0-1 0 0,57 3 439 0 0,-1-4-1 0 0,82-10 1 0 0,-90 7-210 0 0,5-2 1241 0 0,-40 1-1667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49 2672 0 0,'0'-3'2090'0'0,"1"-42"10397"0"0,-2 69-11024 0 0,-4 97 440 0 0,-37 221-1 0 0,-6-122-1470 0 0,46-211 611 0 0,-2 8-4426 0 0,-1-38-5484 0 0,5 20 8512 0 0,1-1 0 0 0,-1 1 0 0 0,2-2 0 0 0,1-3-2126 0 0,1-8-2956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5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217 110 1112 0 0,'-2'-31'7303'0'0,"1"26"-6625"0"0,0 0-1 0 0,1 0 1 0 0,0 0-1 0 0,0 0 1 0 0,0-1-1 0 0,1 1 1 0 0,1-8-1 0 0,-1 11-623 0 0,0 1 0 0 0,0-1 0 0 0,0 1-1 0 0,0-1 1 0 0,1 1 0 0 0,-1 0 0 0 0,0-1-1 0 0,0 1 1 0 0,1 0 0 0 0,-1 0 0 0 0,1 0-1 0 0,-1 0 1 0 0,1 0 0 0 0,0 1 0 0 0,-1-1-1 0 0,1 0 1 0 0,0 1 0 0 0,2-1 0 0 0,29-6 538 0 0,-24 6-482 0 0,0 0 1 0 0,-1 1-1 0 0,1 0 0 0 0,0 1 0 0 0,-1 0 0 0 0,1 0 0 0 0,-1 1 0 0 0,1 0 0 0 0,-1 0 0 0 0,0 1 0 0 0,0 0 0 0 0,11 5 0 0 0,-16-6-45 0 0,0 0-1 0 0,1 1 0 0 0,-1-1 0 0 0,0 1 1 0 0,0 0-1 0 0,0-1 0 0 0,-1 1 0 0 0,1 0 1 0 0,-1 1-1 0 0,0-1 0 0 0,0 0 0 0 0,0 1 0 0 0,0-1 1 0 0,0 1-1 0 0,-1 0 0 0 0,1-1 0 0 0,-1 1 1 0 0,0 0-1 0 0,0 0 0 0 0,-1 0 0 0 0,1 0 0 0 0,-1 0 1 0 0,0 0-1 0 0,0 0 0 0 0,0 0 0 0 0,0 0 1 0 0,-1-1-1 0 0,-1 8 0 0 0,-4 11 88 0 0,-1-1 0 0 0,-1 0 0 0 0,0 0 0 0 0,-2-1 1 0 0,0 0-1 0 0,-2 0 0 0 0,0-1 0 0 0,-26 31 0 0 0,-13 7 397 0 0,-69 61-1 0 0,75-77-308 0 0,23-23-140 0 0,0 2 0 0 0,1 0 1 0 0,-19 27-1 0 0,39-46-93 0 0,0 0 0 0 0,0 0-1 0 0,0 0 1 0 0,1 0 0 0 0,-1-1 0 0 0,0 1 0 0 0,1 0 0 0 0,-1 0-1 0 0,1 1 1 0 0,-1-1 0 0 0,1 0 0 0 0,-1 0 0 0 0,1 0 0 0 0,0 0-1 0 0,0 0 1 0 0,0 0 0 0 0,-1 1 0 0 0,1-1 0 0 0,0 0-1 0 0,0 0 1 0 0,1 0 0 0 0,-1 0 0 0 0,0 1 0 0 0,0-1 0 0 0,0 0-1 0 0,1 0 1 0 0,-1 0 0 0 0,1 0 0 0 0,-1 0 0 0 0,1 0 0 0 0,-1 0-1 0 0,1 0 1 0 0,0 1 0 0 0,1-1-1 0 0,0 0 1 0 0,0 0-1 0 0,-1 0 0 0 0,1 0 1 0 0,0-1-1 0 0,0 1 0 0 0,0-1 0 0 0,0 0 1 0 0,0 1-1 0 0,0-1 0 0 0,0 0 1 0 0,0 0-1 0 0,0 0 0 0 0,3-1 1 0 0,32-3 42 0 0,-34 3-41 0 0,70-13 61 0 0,122-40-1 0 0,-84 12-2752 0 0,-57 16-1424 0 0,-20 6-2566 0 0,-17 10 173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5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52 1416 0 0,'-34'-5'4514'0'0,"1"1"0"0"0,-1 1 0 0 0,-47 3 0 0 0,82 3-3910 0 0,-1-2-589 0 0,0-1 1 0 0,0 0 0 0 0,0 1 0 0 0,0-1 0 0 0,0 0 0 0 0,0 0 0 0 0,0 1-1 0 0,0-1 1 0 0,0 0 0 0 0,0 1 0 0 0,0-1 0 0 0,0 0 0 0 0,1 1 0 0 0,-1-1-1 0 0,0 0 1 0 0,0 0 0 0 0,0 1 0 0 0,0-1 0 0 0,1 0 0 0 0,-1 0 0 0 0,0 1-1 0 0,0-1 1 0 0,0 0 0 0 0,1 0 0 0 0,-1 0 0 0 0,0 1 0 0 0,0-1-1 0 0,1 0 1 0 0,-1 0 0 0 0,0 0 0 0 0,1 0 0 0 0,-1 0 0 0 0,1 1 0 0 0,23 4 236 0 0,1-2 1 0 0,-1 0 0 0 0,1-1-1 0 0,31-2 1 0 0,105-14 19 0 0,-72 5-141 0 0,-60 5-2124 0 0,-1-1-1 0 0,33-11 1 0 0,-59 15 1192 0 0,0 0 0 0 0,0 0 0 0 0,0 0 0 0 0,0-1 0 0 0,0 1 0 0 0,0 0 1 0 0,0-1-1 0 0,4-4-801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8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103 105 1220 0 0,'0'0'1556'0'0,"-12"-27"7375"0"0,12 24-8806 0 0,1-1 0 0 0,0 1 0 0 0,-1-1 1 0 0,1 1-1 0 0,0 0 0 0 0,1-1 0 0 0,-1 1 0 0 0,1 0 0 0 0,-1 0 0 0 0,1 0 0 0 0,0 0 0 0 0,0 1 1 0 0,0-1-1 0 0,0 0 0 0 0,1 1 0 0 0,-1-1 0 0 0,1 1 0 0 0,0 0 0 0 0,-1 0 0 0 0,1 0 0 0 0,0 0 1 0 0,0 0-1 0 0,0 1 0 0 0,0-1 0 0 0,7-1 0 0 0,-8 2-104 0 0,1 0-1 0 0,0-1 1 0 0,-1 1 0 0 0,1 1 0 0 0,0-1-1 0 0,0 0 1 0 0,0 1 0 0 0,0-1 0 0 0,0 1-1 0 0,0 0 1 0 0,-1 0 0 0 0,1 0-1 0 0,0 0 1 0 0,0 1 0 0 0,0-1 0 0 0,0 1-1 0 0,0 0 1 0 0,-1 0 0 0 0,1 0-1 0 0,0 0 1 0 0,-1 0 0 0 0,1 0 0 0 0,0 1-1 0 0,-1-1 1 0 0,4 4 0 0 0,-5-5-2 0 0,4 5 65 0 0,0-1 1 0 0,0 1-1 0 0,-1 0 0 0 0,1 0 1 0 0,-1 0-1 0 0,0 1 0 0 0,-1-1 1 0 0,1 1-1 0 0,-1 0 0 0 0,0 0 1 0 0,-1 0-1 0 0,1 0 0 0 0,-1 1 1 0 0,-1-1-1 0 0,1 1 0 0 0,-1-1 1 0 0,0 1-1 0 0,0 13 0 0 0,-1-4 58 0 0,0 1 0 0 0,-1-1 0 0 0,-1 0 0 0 0,0 0 0 0 0,-1 0 0 0 0,-10 27 0 0 0,-9 11 174 0 0,-2-1 0 0 0,-3-2 0 0 0,-1 0 0 0 0,-3-2 0 0 0,-47 57 0 0 0,31-36 41 0 0,46-69-354 0 0,1-1 1 0 0,-1 1 0 0 0,1-1 0 0 0,0 1 0 0 0,-1-1 0 0 0,1 1-1 0 0,0-1 1 0 0,0 1 0 0 0,-1-1 0 0 0,1 1 0 0 0,0 0 0 0 0,0-1 0 0 0,0 1-1 0 0,-1-1 1 0 0,1 1 0 0 0,0 0 0 0 0,0-1 0 0 0,0 1 0 0 0,0 0-1 0 0,0-1 1 0 0,0 1 0 0 0,1-1 0 0 0,-1 1 0 0 0,0 0 0 0 0,0-1 0 0 0,0 1-1 0 0,0-1 1 0 0,1 1 0 0 0,-1-1 0 0 0,0 1 0 0 0,1 0 0 0 0,-1-1-1 0 0,1 1 1 0 0,0 0 7 0 0,1 1 0 0 0,0-1 0 0 0,-1 0 0 0 0,1 0 1 0 0,0 0-1 0 0,0-1 0 0 0,0 1 0 0 0,0 0 0 0 0,0-1 0 0 0,2 1 0 0 0,42 3 87 0 0,-46-4-101 0 0,54-1 90 0 0,91-14-1 0 0,-102 7-981 0 0,-36 5-1119 0 0,1 1 0 0 0,-1-1 0 0 0,0 0 1 0 0,0 0-1 0 0,11-8 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9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254 115 4 0 0,'9'-67'14505'0'0,"-11"63"-13654"0"0,2 4-823 0 0,0-1 0 0 0,0 1 0 0 0,0 0 1 0 0,0-1-1 0 0,0 1 0 0 0,0 0 0 0 0,0 0 0 0 0,0-1 0 0 0,0 1 0 0 0,0 0 0 0 0,-1-1 0 0 0,1 1 0 0 0,0 0 0 0 0,0 0 0 0 0,0-1 0 0 0,0 1 1 0 0,0 0-1 0 0,-1 0 0 0 0,1-1 0 0 0,0 1 0 0 0,0 0 0 0 0,0 0 0 0 0,-1-1 0 0 0,1 1 0 0 0,0 0 0 0 0,0 0 0 0 0,-1 0 0 0 0,1 0 1 0 0,0 0-1 0 0,0-1 0 0 0,-1 1 0 0 0,1 0 0 0 0,-5 0 73 0 0,0 0 0 0 0,0 1 0 0 0,0-1 0 0 0,1 1 1 0 0,-1 0-1 0 0,0 0 0 0 0,1 0 0 0 0,-1 1 0 0 0,1 0 0 0 0,-1 0 0 0 0,1 0 1 0 0,-6 4-1 0 0,-11 7 187 0 0,-22 20 0 0 0,21-16-114 0 0,8-6-118 0 0,2 0-1 0 0,0 1 0 0 0,0 0 0 0 0,1 1 0 0 0,1 0 0 0 0,0 1 1 0 0,-10 18-1 0 0,19-31-53 0 0,1 0 1 0 0,0 0 0 0 0,-1 0-1 0 0,1 0 1 0 0,0 0 0 0 0,0 1-1 0 0,0-1 1 0 0,0 0 0 0 0,0 0-1 0 0,0 0 1 0 0,0 0 0 0 0,0 0 0 0 0,0 1-1 0 0,0-1 1 0 0,1 0 0 0 0,-1 0-1 0 0,0 0 1 0 0,1 0 0 0 0,-1 0-1 0 0,1 0 1 0 0,0 0 0 0 0,0 2-1 0 0,17 17 87 0 0,-6-12 27 0 0,0-1-1 0 0,0 0 1 0 0,0-1 0 0 0,1-1 0 0 0,0 0 0 0 0,13 3-1 0 0,17 7 238 0 0,-32-11-219 0 0,1 1 1 0 0,-1 1 0 0 0,-1 0 0 0 0,1 0-1 0 0,-1 1 1 0 0,0 1 0 0 0,0-1 0 0 0,-1 1 0 0 0,0 1-1 0 0,11 13 1 0 0,-17-17-71 0 0,0 0 0 0 0,0 0-1 0 0,0 0 1 0 0,0 0 0 0 0,-1 0-1 0 0,0 1 1 0 0,0-1 0 0 0,0 1 0 0 0,-1-1-1 0 0,0 1 1 0 0,0 0 0 0 0,0-1-1 0 0,-1 1 1 0 0,0 0 0 0 0,0 0 0 0 0,0 0-1 0 0,-1-1 1 0 0,0 1 0 0 0,0 0 0 0 0,0-1-1 0 0,-1 1 1 0 0,0-1 0 0 0,0 1-1 0 0,-3 6 1 0 0,-2 1 46 0 0,0 0-1 0 0,-1-1 1 0 0,-1 1 0 0 0,0-1-1 0 0,-1-1 1 0 0,-20 20 0 0 0,9-13 340 0 0,-1-1 1 0 0,-40 24 0 0 0,61-40-434 0 0,-1 0 0 0 0,1-1 0 0 0,0 1-1 0 0,0 0 1 0 0,0-1 0 0 0,-1 1 0 0 0,1-1-1 0 0,0 0 1 0 0,-1 1 0 0 0,1-1 0 0 0,0 0 0 0 0,-1 0-1 0 0,1 1 1 0 0,0-1 0 0 0,-1 0 0 0 0,1 0-1 0 0,-2-1 1 0 0,2 1-10 0 0,0-1 0 0 0,0 1 0 0 0,0-1 0 0 0,1 1 0 0 0,-1-1 0 0 0,0 1 0 0 0,1-1 0 0 0,-1 1 0 0 0,0-1 0 0 0,1 0 0 0 0,-1 1 0 0 0,1-1 0 0 0,-1 0 0 0 0,1 0 0 0 0,-1 1 0 0 0,1-1 0 0 0,0 0 0 0 0,-1 0 0 0 0,1-1 0 0 0,-1-3 3 0 0,0 1-1 0 0,0 0 0 0 0,1 0 1 0 0,0-1-1 0 0,0 1 0 0 0,0 0 1 0 0,0-1-1 0 0,2-7 0 0 0,5-12 13 0 0,0 1-1 0 0,2-1 0 0 0,0 1 0 0 0,13-22 1 0 0,57-85 49 0 0,6-14-133 0 0,-83 140 62 0 0,7-13-1 0 0,0-1-1 0 0,-1 0 0 0 0,-1-1 0 0 0,6-28 0 0 0,-12 41-1 0 0,0 1 0 0 0,0 0 1 0 0,-1 0-1 0 0,0 0 0 0 0,0 0 1 0 0,0-1-1 0 0,-1 1 0 0 0,1 0 1 0 0,-1 0-1 0 0,0 0 0 0 0,-1 0 1 0 0,0 0-1 0 0,1 0 0 0 0,-1 0 1 0 0,-1 1-1 0 0,1-1 0 0 0,-1 1 0 0 0,0-1 1 0 0,0 1-1 0 0,0 0 0 0 0,0 0 1 0 0,-6-4-1 0 0,3 2-29 0 0,-1 1-1 0 0,1 1 1 0 0,-1-1-1 0 0,0 1 1 0 0,-1 0 0 0 0,1 1-1 0 0,-1-1 1 0 0,0 1 0 0 0,1 1-1 0 0,-13-3 1 0 0,8 3-637 0 0,-1 0 1 0 0,1 1-1 0 0,-1 1 0 0 0,0 0 1 0 0,-23 2-1 0 0,33-1 247 0 0,1-1 1 0 0,-1 1-1 0 0,1 0 0 0 0,0-1 0 0 0,-1 1 0 0 0,1 0 0 0 0,0 0 1 0 0,-1 1-1 0 0,1-1 0 0 0,0 0 0 0 0,-3 3 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9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26 528 0 0,'-107'-23'12376'0'0,"104"22"-11785"0"0,-13 0 329 0 0,13 1-569 0 0,178 8 2085 0 0,-143-7-3548 0 0,46 9 0 0 0,-62-7-1327 0 0,-1 1 0 0 0,24 9-1 0 0,-26-8-2816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29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1440 0 0,'-123'71'12891'0'0,"123"-71"-12859"0"0,-1 0 0 0 0,1 0 0 0 0,0 0 0 0 0,-1 0 0 0 0,1 1 0 0 0,0-1 0 0 0,-1 0 0 0 0,1 0 1 0 0,0 1-1 0 0,0-1 0 0 0,-1 0 0 0 0,1 0 0 0 0,0 1 0 0 0,0-1 0 0 0,-1 0 0 0 0,1 1 0 0 0,0-1 0 0 0,0 0 0 0 0,0 1 0 0 0,-1-1 0 0 0,1 0 0 0 0,0 1 0 0 0,0-1 0 0 0,0 0 0 0 0,0 1 0 0 0,0-1 0 0 0,0 1 0 0 0,0-1 0 0 0,0 0 0 0 0,0 1 0 0 0,0-1 0 0 0,0 0 0 0 0,0 1 0 0 0,0-1 0 0 0,0 1 0 0 0,0-1 0 0 0,1 1-8 0 0,0-1-1 0 0,-1 1 0 0 0,1-1 1 0 0,0 1-1 0 0,0-1 1 0 0,-1 1-1 0 0,1-1 1 0 0,0 0-1 0 0,0 1 1 0 0,0-1-1 0 0,-1 0 1 0 0,1 0-1 0 0,0 1 1 0 0,0-1-1 0 0,0 0 1 0 0,0 0-1 0 0,0 0 1 0 0,-1 0-1 0 0,3-1 0 0 0,263-29-396 0 0,-86-2-5511 0 0,-144 26 3631 0 0,13-3-2818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1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28 1432 0 0,'0'0'9411'0'0,"-15"1"-4034"0"0,152-18-3911 0 0,-124 16-1350 0 0,291-10-136 0 0,-298 11 19 0 0,25 2-10 0 0,-30-1 11 0 0,0-1 1 0 0,0 0 0 0 0,1 0-1 0 0,-1 1 1 0 0,0-1 0 0 0,0 1-1 0 0,0-1 1 0 0,0 1 0 0 0,0-1-1 0 0,-1 1 1 0 0,1 0 0 0 0,0-1-1 0 0,0 1 1 0 0,0 0 0 0 0,0 0-1 0 0,-1 0 1 0 0,1 0 0 0 0,0 0-1 0 0,-1 0 1 0 0,2 1 0 0 0,-2 0 1 0 0,0-1 0 0 0,0 0 0 0 0,0 1 0 0 0,0-1 1 0 0,0 1-1 0 0,0-1 0 0 0,0 1 0 0 0,0-1 0 0 0,0 0 0 0 0,-1 1 1 0 0,1-1-1 0 0,0 0 0 0 0,-1 1 0 0 0,1-1 0 0 0,-1 0 1 0 0,0 1-1 0 0,-1 1 0 0 0,-15 22 46 0 0,13-20-33 0 0,-20 26 93 0 0,-1-1 1 0 0,-40 36-1 0 0,-65 46 582 0 0,63-56-233 0 0,43-37-332 0 0,18-15-111 0 0,0 0 0 0 0,0 1 0 0 0,0-1 0 0 0,1 2 0 0 0,-8 8 0 0 0,13-14-9 0 0,0 1 0 0 0,0 0 0 0 0,0-1-1 0 0,-1 1 1 0 0,1 0 0 0 0,0-1 0 0 0,0 1 0 0 0,0 0-1 0 0,0-1 1 0 0,0 1 0 0 0,1 0 0 0 0,-1-1 0 0 0,0 1-1 0 0,0 0 1 0 0,0-1 0 0 0,0 1 0 0 0,1-1 0 0 0,-1 1-1 0 0,0 0 1 0 0,1-1 0 0 0,-1 1 0 0 0,0-1 0 0 0,1 1-1 0 0,-1-1 1 0 0,1 1 0 0 0,-1-1 0 0 0,1 1 0 0 0,-1-1 0 0 0,1 0-1 0 0,-1 1 1 0 0,1-1 0 0 0,1 1 0 0 0,-2-1-4 0 0,7 4 29 0 0,0-1 0 0 0,-1-1 0 0 0,1 1 0 0 0,0-1 0 0 0,0-1-1 0 0,0 1 1 0 0,1-1 0 0 0,-1 0 0 0 0,0-1 0 0 0,12 0 0 0 0,7 1 14 0 0,139 7 85 0 0,186-16 1 0 0,-285 5 21 0 0,-38 3-3031 0 0,-61 14-1982 0 0,5-4-554 0 0,10-5 468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2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0 1516 0 0,'-78'34'6161'0'0,"-86"51"-1"0"0,120-59-3836 0 0,42-25-1754 0 0,1 2 210 0 0,1-3-764 0 0,0 1 0 0 0,0-1 0 0 0,0 0-1 0 0,0 0 1 0 0,0 0 0 0 0,0 0 0 0 0,-1 1 0 0 0,1-1-1 0 0,0 0 1 0 0,0 0 0 0 0,0 0 0 0 0,0 0 0 0 0,0 1-1 0 0,0-1 1 0 0,0 0 0 0 0,0 0 0 0 0,0 0 0 0 0,0 1 0 0 0,0-1-1 0 0,0 0 1 0 0,0 0 0 0 0,0 0 0 0 0,0 1 0 0 0,0-1-1 0 0,0 0 1 0 0,0 0 0 0 0,0 0 0 0 0,1 1 0 0 0,-1-1 0 0 0,0 0-1 0 0,0 0 1 0 0,0 0 0 0 0,0 0 0 0 0,0 0 0 0 0,0 1-1 0 0,0-1 1 0 0,1 0 0 0 0,-1 0 0 0 0,0 0 0 0 0,0 0-1 0 0,0 0 1 0 0,0 0 0 0 0,1 0 0 0 0,-1 1 0 0 0,0-1 0 0 0,0 0-1 0 0,71 2 823 0 0,102-10-1 0 0,-68 1-647 0 0,864-15 254 0 0,-383 13-404 0 0,-554 9-27 0 0,0 0 52 0 0,1-2 0 0 0,62-10 0 0 0,-94 12-109 0 0,0 0 1 0 0,0-1 0 0 0,-1 1 0 0 0,1 0 0 0 0,0-1-1 0 0,-1 1 1 0 0,1-1 0 0 0,0 1 0 0 0,-1-1 0 0 0,1 1-1 0 0,-1-1 1 0 0,1 1 0 0 0,0-1 0 0 0,-1 1-1 0 0,0-1 1 0 0,1 0 0 0 0,-1 1 0 0 0,1-1 0 0 0,-1 0-1 0 0,0 1 1 0 0,1-1 0 0 0,-1 0 0 0 0,0-1 0 0 0,1 2-68 0 0,-1-1 0 0 0,0 1 0 0 0,0 0 0 0 0,0-1 0 0 0,0 1 0 0 0,0-1 0 0 0,0 1 0 0 0,-1-1 0 0 0,1 1 0 0 0,0 0 0 0 0,0-1 0 0 0,0 1 0 0 0,0 0 0 0 0,0-1 0 0 0,0 1 0 0 0,-1-1 0 0 0,1 1 0 0 0,0 0 0 0 0,0-1 0 0 0,-1 1 0 0 0,1 0 0 0 0,0 0 0 0 0,-1-1 0 0 0,1 1 0 0 0,0 0 0 0 0,0-1 0 0 0,-1 1 0 0 0,1 0 0 0 0,-1 0 0 0 0,1 0 0 0 0,0 0 0 0 0,-1-1 0 0 0,1 1 0 0 0,0 0 0 0 0,-1 0 0 0 0,1 0 0 0 0,-1 0 0 0 0,1 0 0 0 0,0 0 0 0 0,-1 0 0 0 0,1 0 0 0 0,-2 0 0 0 0,-31 3-7372 0 0,22 1 2369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2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1072 0 0,'9'-28'14756'0'0,"-7"26"-14233"0"0,0 0-374 0 0,0 2 0 0 0,0-1 0 0 0,0 0 0 0 0,0 0 0 0 0,0 1 0 0 0,1-1 0 0 0,-1 1 0 0 0,0 0 0 0 0,4-1 0 0 0,201-27 129 0 0,-177 21-2052 0 0,-28 6 1008 0 0,14 3-3299 0 0,-12 1 3280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3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2 1868 0 0,'-4'0'1817'0'0,"-30"-2"2882"0"0,30 2-3933 0 0,-15 3 964 0 0,14-1-1446 0 0,0 1 1 0 0,1 0-1 0 0,-1 0 1 0 0,1 1-1 0 0,0-1 1 0 0,-1 1-1 0 0,2 0 1 0 0,-1 0-1 0 0,0 0 1 0 0,1 0-1 0 0,-3 6 1 0 0,-34 58 1534 0 0,36-60-1710 0 0,-6 14 69 0 0,1 0-1 0 0,1 1 1 0 0,2 0 0 0 0,-7 36-1 0 0,15-33-40 0 0,-2-25-129 0 0,0 0 1 0 0,0 0-1 0 0,1 0 1 0 0,-1 0-1 0 0,1 1 1 0 0,-1-1-1 0 0,1 0 0 0 0,-1 0 1 0 0,1 0-1 0 0,-1 0 1 0 0,1 0-1 0 0,0 0 1 0 0,0 0-1 0 0,-1 0 0 0 0,1-1 1 0 0,0 1-1 0 0,0 0 1 0 0,0 0-1 0 0,2 0 1 0 0,2 1 16 0 0,0-1 1 0 0,1 0 0 0 0,-1 0 0 0 0,0-1 0 0 0,1 0 0 0 0,-1 0 0 0 0,0 0 0 0 0,9-1 0 0 0,47-13 256 0 0,2-1-32 0 0,-56 14-210 0 0,-1 1 1 0 0,0-1-1 0 0,1 1 0 0 0,-1 1 1 0 0,0-1-1 0 0,1 1 0 0 0,-1 0 1 0 0,0 1-1 0 0,0-1 0 0 0,0 1 1 0 0,0 1-1 0 0,0-1 0 0 0,0 1 1 0 0,-1 0-1 0 0,1 0 0 0 0,-1 0 1 0 0,0 1-1 0 0,0 0 0 0 0,0 0 1 0 0,0 0-1 0 0,4 6 0 0 0,1 1 91 0 0,0 1 0 0 0,-1 1 0 0 0,0-1 0 0 0,-1 2 0 0 0,-1-1-1 0 0,0 1 1 0 0,0 0 0 0 0,-2 0 0 0 0,0 1 0 0 0,0-1-1 0 0,2 18 1 0 0,-6-26-77 0 0,0 1 0 0 0,0-1 0 0 0,-1 1 0 0 0,0-1 0 0 0,0 1 0 0 0,0-1-1 0 0,-1 1 1 0 0,0-1 0 0 0,0 0 0 0 0,-1 1 0 0 0,1-1 0 0 0,-1 0 0 0 0,-1 0 0 0 0,1 0-1 0 0,-1 0 1 0 0,0 0 0 0 0,-1-1 0 0 0,1 1 0 0 0,-1-1 0 0 0,0 0 0 0 0,0 0 0 0 0,-1-1-1 0 0,0 1 1 0 0,0-1 0 0 0,0 0 0 0 0,0 0 0 0 0,0 0 0 0 0,-8 3 0 0 0,-1-1-16 0 0,1 0 0 0 0,-1-1 1 0 0,0-1-1 0 0,0 0 1 0 0,-1-1-1 0 0,1 0 0 0 0,0-2 1 0 0,-29 1-1 0 0,10-3 1 0 0,0-1 0 0 0,-61-14 0 0 0,91 16-168 0 0,-1 0 0 0 0,1-1 0 0 0,0 0 0 0 0,-1 0 0 0 0,1 0 1 0 0,0 0-1 0 0,0-1 0 0 0,0 1 0 0 0,0-1 0 0 0,0 0 0 0 0,0 0 0 0 0,0 0 1 0 0,1 0-1 0 0,-1 0 0 0 0,1 0 0 0 0,-1-1 0 0 0,1 1 0 0 0,-2-4 1 0 0,3 5-20 0 0,1 0 0 0 0,0-1 0 0 0,0 1 0 0 0,-1 0 1 0 0,1 0-1 0 0,0-1 0 0 0,0 1 0 0 0,0 0 0 0 0,0 0 1 0 0,0-1-1 0 0,0 1 0 0 0,1 0 0 0 0,-1 0 1 0 0,0-1-1 0 0,1 1 0 0 0,-1 0 0 0 0,1 0 0 0 0,-1 0 1 0 0,1 0-1 0 0,-1 0 0 0 0,1-1 0 0 0,0 1 1 0 0,0-1-1 0 0,19-20-2513 0 0,14-6-3270 0 0,-15 11 259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3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58 728 0 0,'6'-4'1470'0'0,"-1"0"0"0"0,0-1-1 0 0,0 0 1 0 0,-1 0 0 0 0,1 0-1 0 0,-1 0 1 0 0,7-13 1357 0 0,-12 15-1985 0 0,1 3-823 0 0,0 0 1 0 0,0 0-1 0 0,0 0 0 0 0,0 0 0 0 0,0-1 1 0 0,0 1-1 0 0,0 0 0 0 0,-1 0 0 0 0,1 0 1 0 0,0 0-1 0 0,0 0 0 0 0,0-1 0 0 0,0 1 1 0 0,0 0-1 0 0,0 0 0 0 0,0 0 0 0 0,0 0 1 0 0,0 0-1 0 0,0 0 0 0 0,0-1 0 0 0,0 1 1 0 0,-1 0-1 0 0,1 0 0 0 0,0 0 0 0 0,0 0 0 0 0,0 0 1 0 0,0 0-1 0 0,0 0 0 0 0,0 0 0 0 0,-1 0 1 0 0,1 0-1 0 0,0 0 0 0 0,0 0 0 0 0,0 0 1 0 0,0-1-1 0 0,0 1 0 0 0,-1 0 0 0 0,1 0 1 0 0,0 0-1 0 0,0 0 0 0 0,0 0 0 0 0,-1 1 1 0 0,-4 1 235 0 0,0 0 0 0 0,0 1 0 0 0,0 0 0 0 0,0 0 0 0 0,0 0 0 0 0,1 1 0 0 0,-1 0 0 0 0,1 0 0 0 0,0 0 0 0 0,-4 5 0 0 0,-38 51 817 0 0,42-55-962 0 0,-33 49 676 0 0,-45 85 0 0 0,71-117-701 0 0,0 1 0 0 0,2 1 0 0 0,0 0-1 0 0,2 0 1 0 0,1 1 0 0 0,-7 48 0 0 0,13-65-69 0 0,0 0 1 0 0,0 0-1 0 0,0 1 0 0 0,1-1 1 0 0,0 0-1 0 0,1 0 0 0 0,0 0 1 0 0,0 0-1 0 0,1-1 0 0 0,0 1 1 0 0,0 0-1 0 0,1-1 0 0 0,4 8 1 0 0,-5-11-8 0 0,1 1 0 0 0,0 0 0 0 0,0-1 0 0 0,0 0 0 0 0,0 0 0 0 0,0 0 0 0 0,1-1 0 0 0,0 1 0 0 0,0-1 0 0 0,0 0 0 0 0,0 0 0 0 0,0-1 0 0 0,1 0 0 0 0,-1 0 0 0 0,1 0 0 0 0,0 0 0 0 0,-1-1 0 0 0,12 1 0 0 0,-8-1 2 0 0,1-1-1 0 0,-1 0 1 0 0,1-1 0 0 0,0 0-1 0 0,-1 0 1 0 0,1-1 0 0 0,-1 0 0 0 0,0-1-1 0 0,13-5 1 0 0,-16 6-4 0 0,0-1 1 0 0,0-1-1 0 0,0 1 0 0 0,0-1 1 0 0,-1 0-1 0 0,1 0 0 0 0,-1-1 1 0 0,0 1-1 0 0,0-1 0 0 0,-1-1 0 0 0,1 1 1 0 0,-1 0-1 0 0,0-1 0 0 0,3-6 1 0 0,-6 10-8 0 0,0 0 0 0 0,0 0 1 0 0,-1 0-1 0 0,1 0 0 0 0,0 0 0 0 0,-1 0 1 0 0,1 0-1 0 0,-1-1 0 0 0,0 1 1 0 0,0 0-1 0 0,0 0 0 0 0,0 0 0 0 0,0-1 1 0 0,0 1-1 0 0,0 0 0 0 0,-1 0 1 0 0,1 0-1 0 0,-1 0 0 0 0,0 0 1 0 0,-1-3-1 0 0,0 2 3 0 0,0-1 0 0 0,0 1 0 0 0,0 0 0 0 0,-1 0 1 0 0,0 1-1 0 0,1-1 0 0 0,-1 0 0 0 0,0 1 0 0 0,0 0 0 0 0,-7-4 1 0 0,-1 0 2 0 0,0 1 0 0 0,0 0 1 0 0,-1 1-1 0 0,0 0 0 0 0,0 1 1 0 0,-16-2-1 0 0,-131-6-1979 0 0,155 11 1187 0 0,1 1-155 0 0,-11 0-153 0 0,11-1-228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4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93 2964 0 0,'-15'-6'7240'0'0,"-10"2"-1345"0"0,18 0-3230 0 0,159-10-1079 0 0,-65 3-1372 0 0,-78 9-577 0 0,0 0 0 0 0,0-1 0 0 0,11-4 0 0 0,-12 4-153 0 0,10-3-4793 0 0,31-17 0 0 0,-34 15-265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4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97 1820 0 0,'-30'-28'5035'0'0,"19"16"-2867"0"0,-1 1 0 0 0,-1 1 0 0 0,-14-10 0 0 0,26 19-1886 0 0,1 0-254 0 0,0 0-1 0 0,0 1 1 0 0,0-1 0 0 0,0 1 0 0 0,1-1 0 0 0,-1 0-1 0 0,0 1 1 0 0,0-1 0 0 0,1 1 0 0 0,-1-1 0 0 0,0 1-1 0 0,1-1 1 0 0,-1 1 0 0 0,1-1 0 0 0,-1 1 0 0 0,0-1-1 0 0,1 1 1 0 0,-1-1 0 0 0,1 1 0 0 0,-1 0 0 0 0,1-1-1 0 0,-1 1 1 0 0,1 0 0 0 0,0 0 0 0 0,-1-1 0 0 0,1 1-1 0 0,-1 0 1 0 0,1 0 0 0 0,0 0 0 0 0,-1-1 0 0 0,1 1-1 0 0,0 0 1 0 0,23 0 167 0 0,-20 0-129 0 0,4 1-9 0 0,1 0-1 0 0,0 0 1 0 0,0 0 0 0 0,-1 1 0 0 0,0 1 0 0 0,1-1-1 0 0,-1 2 1 0 0,0-1 0 0 0,0 1 0 0 0,0 0 0 0 0,-1 0-1 0 0,13 10 1 0 0,-17-11-21 0 0,0 0 0 0 0,1 0-1 0 0,-1 0 1 0 0,0 1 0 0 0,-1-1 0 0 0,1 1-1 0 0,-1 0 1 0 0,1 0 0 0 0,-1 0 0 0 0,0 0-1 0 0,0 0 1 0 0,-1 1 0 0 0,0-1-1 0 0,1 0 1 0 0,-1 1 0 0 0,-1-1 0 0 0,1 1-1 0 0,-1-1 1 0 0,1 1 0 0 0,-1-1 0 0 0,0 1-1 0 0,-1-1 1 0 0,1 1 0 0 0,-1-1 0 0 0,-2 8-1 0 0,-1 0 16 0 0,-1 0 0 0 0,-1 0 0 0 0,0 0 0 0 0,0-1 0 0 0,-1 0 0 0 0,-1 0 0 0 0,0-1 0 0 0,-14 16 0 0 0,-6 1 177 0 0,-48 39 0 0 0,4-13 270 0 0,70-52-232 0 0,3-1-236 0 0,5 3-2 0 0,-1-2-17 0 0,-1 0 0 0 0,1 0 0 0 0,0 0 0 0 0,0-1 0 0 0,6 0 1 0 0,-6 0 3 0 0,1 1 0 0 0,0-1 1 0 0,-1 1-1 0 0,10 2 1 0 0,-5 1 90 0 0,-1 1 0 0 0,1 0 1 0 0,-1 0-1 0 0,0 1 0 0 0,-1 0 1 0 0,1 1-1 0 0,-1 0 0 0 0,0 0 0 0 0,-1 0 1 0 0,0 1-1 0 0,0 0 0 0 0,-1 1 1 0 0,0 0-1 0 0,0 0 0 0 0,-1 0 1 0 0,6 14-1 0 0,-8-17 40 0 0,-1 1-1 0 0,1-1 1 0 0,-1 1 0 0 0,0 0-1 0 0,-1 0 1 0 0,0 0 0 0 0,0 0 0 0 0,0 0-1 0 0,-1 0 1 0 0,0 0 0 0 0,0 0-1 0 0,-1 0 1 0 0,0 0 0 0 0,0 0-1 0 0,0 0 1 0 0,-1 0 0 0 0,0-1-1 0 0,-1 1 1 0 0,0-1 0 0 0,0 1-1 0 0,0-1 1 0 0,0 0 0 0 0,-1 0-1 0 0,0 0 1 0 0,-6 6 0 0 0,2-5-66 0 0,0 1 0 0 0,0-1 1 0 0,0-1-1 0 0,-1 0 1 0 0,0 0-1 0 0,-1-1 0 0 0,1 0 1 0 0,-1 0-1 0 0,0-1 0 0 0,0 0 1 0 0,-1-1-1 0 0,1 0 1 0 0,0-1-1 0 0,-1 0 0 0 0,0-1 1 0 0,-11 1-1 0 0,8-2 12 0 0,1-1-1 0 0,-1 0 0 0 0,1 0 1 0 0,0-2-1 0 0,-1 0 1 0 0,1 0-1 0 0,0-1 1 0 0,0 0-1 0 0,1-2 1 0 0,0 1-1 0 0,0-1 1 0 0,-17-11-1 0 0,25 13-462 0 0,-1 1 0 0 0,0-1 0 0 0,1 0 0 0 0,-1 0 0 0 0,1 0 0 0 0,0-1-1 0 0,1 1 1 0 0,-1-1 0 0 0,1 0 0 0 0,0 0 0 0 0,0 0 0 0 0,0 0 0 0 0,-1-7 0 0 0,3 9 131 0 0,0 0 1 0 0,1 0-1 0 0,-1 0 0 0 0,1 0 1 0 0,0 0-1 0 0,0-1 1 0 0,0 1-1 0 0,0 0 1 0 0,0 0-1 0 0,1 0 0 0 0,0 0 1 0 0,-1 0-1 0 0,1 0 1 0 0,0 0-1 0 0,1 0 1 0 0,-1 0-1 0 0,0 0 0 0 0,1 0 1 0 0,0 0-1 0 0,-1 1 1 0 0,1-1-1 0 0,0 1 1 0 0,0 0-1 0 0,1-1 0 0 0,4-3 1 0 0,28-18-7246 0 0,-15 10 113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5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401 128 1384 0 0,'3'-10'2248'0'0,"-1"-1"-1"0"0,0 1 1 0 0,-1-1-1 0 0,0-12 0 0 0,-1 19-1808 0 0,0 0-1 0 0,-1 0 0 0 0,1 0 0 0 0,-1 1 0 0 0,0-1 0 0 0,0 0 0 0 0,0 0 0 0 0,-1 0 0 0 0,1 1 0 0 0,-1-1 0 0 0,0 1 0 0 0,0-1 0 0 0,-3-4 0 0 0,4 8-389 0 0,0-1-1 0 0,0 0 1 0 0,0 1 0 0 0,1-1-1 0 0,-1 1 1 0 0,0 0-1 0 0,0-1 1 0 0,0 1-1 0 0,0 0 1 0 0,0-1 0 0 0,0 1-1 0 0,0 0 1 0 0,0 0-1 0 0,0 0 1 0 0,0 0-1 0 0,0 0 1 0 0,0 0-1 0 0,0 0 1 0 0,0 0 0 0 0,1 0-1 0 0,-1 0 1 0 0,0 1-1 0 0,0-1 1 0 0,-2 1-1 0 0,-21 10 505 0 0,23-10-529 0 0,-13 7 180 0 0,1 1-1 0 0,1 1 1 0 0,-1 0-1 0 0,1 1 1 0 0,1 1 0 0 0,0-1-1 0 0,-13 19 1 0 0,-57 98 587 0 0,80-127-779 0 0,-17 29 83 0 0,2 0 1 0 0,1 1-1 0 0,2 1 0 0 0,1 0 1 0 0,1 1-1 0 0,2 0 1 0 0,-8 53-1 0 0,16-79-77 0 0,0 0 0 0 0,1 0 0 0 0,0 1 1 0 0,0-1-1 0 0,1 0 0 0 0,0 0 0 0 0,0 0 0 0 0,0 0 0 0 0,1 0 0 0 0,0 0 0 0 0,1 0 0 0 0,0 0 0 0 0,0-1 1 0 0,0 1-1 0 0,1-1 0 0 0,-1 0 0 0 0,2 0 0 0 0,-1 0 0 0 0,1-1 0 0 0,-1 1 0 0 0,1-1 0 0 0,1 0 0 0 0,-1-1 1 0 0,1 1-1 0 0,0-1 0 0 0,0 0 0 0 0,0-1 0 0 0,1 1 0 0 0,-1-1 0 0 0,1 0 0 0 0,0-1 0 0 0,-1 0 0 0 0,1 0 0 0 0,0 0 1 0 0,1-1-1 0 0,-1 0 0 0 0,0 0 0 0 0,0-1 0 0 0,0 0 0 0 0,1 0 0 0 0,6-2 0 0 0,-3 1 8 0 0,0-2-1 0 0,0 1 0 0 0,-1-1 1 0 0,1-1-1 0 0,-1 0 0 0 0,0-1 1 0 0,0 1-1 0 0,0-2 0 0 0,13-9 0 0 0,-19 13-24 0 0,-1-1-1 0 0,1 0 0 0 0,0 0 0 0 0,-1 0 0 0 0,0-1 0 0 0,1 1 0 0 0,-1-1 0 0 0,-1 0 0 0 0,1 0 0 0 0,0 0 0 0 0,-1 0 1 0 0,0 0-1 0 0,0 0 0 0 0,0-1 0 0 0,-1 1 0 0 0,1-1 0 0 0,-1 1 0 0 0,0-1 0 0 0,-1 0 0 0 0,1 1 0 0 0,-1-1 0 0 0,0 0 0 0 0,0 0 1 0 0,-1-6-1 0 0,0 6-22 0 0,-1 0 0 0 0,0 1 0 0 0,0-1 0 0 0,0 1 0 0 0,0 0 0 0 0,-1-1 1 0 0,0 1-1 0 0,0 0 0 0 0,0 1 0 0 0,0-1 0 0 0,-1 0 0 0 0,1 1 0 0 0,-1 0 1 0 0,0 0-1 0 0,0 0 0 0 0,0 0 0 0 0,-1 1 0 0 0,-4-3 0 0 0,-3-1-340 0 0,1 1 0 0 0,-1 0 0 0 0,-1 1 0 0 0,1 0 0 0 0,-25-3-1 0 0,9 4-1217 0 0,0 1-1 0 0,-31 3 0 0 0,-18 5-6056 0 0,38-2 253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6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1172 0 0,'0'0'2805'0'0,"-13"34"6081"0"0,13-33-8858 0 0,0 0 1 0 0,0 0 0 0 0,0-1-1 0 0,1 1 1 0 0,-1 0 0 0 0,0 0-1 0 0,1-1 1 0 0,-1 1 0 0 0,0 0-1 0 0,1-1 1 0 0,-1 1 0 0 0,1 0-1 0 0,0-1 1 0 0,-1 1 0 0 0,1 0-1 0 0,-1-1 1 0 0,1 1 0 0 0,0-1-1 0 0,-1 1 1 0 0,1-1 0 0 0,0 0-1 0 0,0 1 1 0 0,-1-1 0 0 0,1 0-1 0 0,0 1 1 0 0,0-1 0 0 0,0 0-1 0 0,-1 0 1 0 0,1 0 0 0 0,1 0-1 0 0,61 15 177 0 0,1-3-1 0 0,74 4 1 0 0,-78-10-153 0 0,20 8 56 0 0,-79-14-105 0 0,-1 0 0 0 0,1 0-1 0 0,-1 0 1 0 0,1 0 0 0 0,-1 0-1 0 0,1 1 1 0 0,-1-1 0 0 0,1 0-1 0 0,-1 1 1 0 0,0-1 0 0 0,1 0-1 0 0,-1 1 1 0 0,1-1 0 0 0,-1 0-1 0 0,0 1 1 0 0,1-1 0 0 0,-1 1-1 0 0,0-1 1 0 0,1 0 0 0 0,-1 1-1 0 0,0-1 1 0 0,0 1 0 0 0,1-1-1 0 0,-1 1 1 0 0,0-1 0 0 0,0 1-1 0 0,0-1 1 0 0,0 1 0 0 0,0-1-1 0 0,0 1 1 0 0,0 0 0 0 0,0-1-1 0 0,0 1 1 0 0,0-1 0 0 0,0 1-1 0 0,0-1 1 0 0,0 1 0 0 0,0-1-1 0 0,0 1 1 0 0,-1 0 0 0 0,-9 18 29 0 0,-22 15 100 0 0,0-2 0 0 0,-3-1 0 0 0,-64 44 0 0 0,9-7 298 0 0,32-20 150 0 0,-83 89 1 0 0,118-107-296 0 0,22-29-233 0 0,1 0 0 0 0,-1 1 0 0 0,1-1 1 0 0,-1 0-1 0 0,1 1 0 0 0,-1-1 0 0 0,1 0 0 0 0,0 1 1 0 0,0-1-1 0 0,0 0 0 0 0,0 1 0 0 0,0-1 0 0 0,0 0 1 0 0,0 1-1 0 0,0-1 0 0 0,0 1 0 0 0,1-1 0 0 0,-1 0 1 0 0,0 1-1 0 0,1-1 0 0 0,-1 0 0 0 0,1 0 0 0 0,0 2 1 0 0,1-2-19 0 0,-1 0-1 0 0,0 0 1 0 0,0 0 0 0 0,0 0 0 0 0,1 0 0 0 0,-1 0 0 0 0,0-1 0 0 0,1 1 0 0 0,-1 0 0 0 0,1-1-1 0 0,-1 1 1 0 0,1-1 0 0 0,-1 0 0 0 0,1 1 0 0 0,-1-1 0 0 0,2 0 0 0 0,23 1 187 0 0,252-39 322 0 0,-210 27-487 0 0,274-39-688 0 0,-197 33-5237 0 0,-129 18 1658 0 0,-12 0 2900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7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567 324 1604 0 0,'-456'165'12029'0'0,"439"-158"-11595"0"0,-12 5 1206 0 0,-28 17 0 0 0,56-28-1575 0 0,1-1-1 0 0,-1 0 1 0 0,1 0 0 0 0,0 0-1 0 0,-1 0 1 0 0,1 1 0 0 0,0-1-1 0 0,-1 0 1 0 0,1 0 0 0 0,0 1-1 0 0,-1-1 1 0 0,1 0 0 0 0,0 1-1 0 0,-1-1 1 0 0,1 0 0 0 0,0 1-1 0 0,0-1 1 0 0,0 1 0 0 0,-1-1-1 0 0,1 0 1 0 0,0 1-1 0 0,0-1 1 0 0,0 1 0 0 0,0-1-1 0 0,0 1 1 0 0,0 0-22 0 0,0-1 0 0 0,1 0-1 0 0,-1 1 1 0 0,0-1 0 0 0,1 0 0 0 0,-1 1-1 0 0,1-1 1 0 0,-1 0 0 0 0,1 1 0 0 0,-1-1 0 0 0,1 0-1 0 0,-1 0 1 0 0,1 0 0 0 0,-1 1 0 0 0,1-1-1 0 0,-1 0 1 0 0,1 0 0 0 0,-1 0 0 0 0,1 0-1 0 0,-1 0 1 0 0,1 0 0 0 0,-1 0 0 0 0,1 0-1 0 0,0 0 1 0 0,54-4 479 0 0,-1-2 0 0 0,1-3 0 0 0,52-14 0 0 0,-41 8-344 0 0,250-54 236 0 0,1003-198-138 0 0,-394 124-262 0 0,-888 137-126 0 0,20-2-3710 0 0,-59 18 1140 0 0,0-8 2065 0 0,-1 1 0 0 0,1-1 0 0 0,0 0 0 0 0,-1 0 0 0 0,1 0 0 0 0,-1 0 0 0 0,0 0 0 0 0,-4 2 0 0 0,-3 2-2158 0 0,-8 7-2944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7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52 1348 0 0,'0'-2'2145'0'0,"-2"-47"7032"0"0,1 50-9104 0 0,0 0 0 0 0,1 1-1 0 0,-1-1 1 0 0,0 0-1 0 0,1 0 1 0 0,-1 1-1 0 0,1-1 1 0 0,-1 1 0 0 0,1-1-1 0 0,0 0 1 0 0,-1 1-1 0 0,1 1 1 0 0,0-1 28 0 0,-89 358 2706 0 0,45-202-1462 0 0,43-157-1297 0 0,1 0-1 0 0,-1 0 1 0 0,1 0-1 0 0,0 0 1 0 0,-1 0 0 0 0,1 0-1 0 0,0 0 1 0 0,0 0-1 0 0,0 0 1 0 0,-1 0-1 0 0,1 0 1 0 0,0 0 0 0 0,0 0-1 0 0,1 0 1 0 0,-1 1-1 0 0,11-4-23 0 0,4-3-8 0 0,146-26-7 0 0,-34 8 10 0 0,8-13-3 0 0,-134 36-15 0 0,1-1-1 0 0,0 0 1 0 0,-1 0-1 0 0,1 0 1 0 0,-1 0-1 0 0,1 0 1 0 0,-1 0-1 0 0,1-1 1 0 0,-1 1-1 0 0,0 0 1 0 0,1-1-1 0 0,-1 1 1 0 0,0-1-1 0 0,0 1 1 0 0,0-1-1 0 0,0 1 1 0 0,-1-1-1 0 0,1 0 1 0 0,0 1-1 0 0,-1-1 1 0 0,1 0-1 0 0,-1 0 1 0 0,0 0-1 0 0,1 1 0 0 0,-1-1 1 0 0,0 0-1 0 0,0-4 1 0 0,0-1 5 0 0,-1-1-1 0 0,0 1 1 0 0,0-1-1 0 0,-5-13 1 0 0,-24-56 197 0 0,30 75-144 0 0,-1 3-22 0 0,0 0-1 0 0,0-1 1 0 0,0 1-1 0 0,1 0 1 0 0,-1 0-1 0 0,0 0 0 0 0,1-1 1 0 0,-1 1-1 0 0,0 0 1 0 0,1 0-1 0 0,-1 0 0 0 0,1 0 1 0 0,-1 0-1 0 0,1 0 1 0 0,-1 2-1 0 0,-33 358 1627 0 0,25-238-1507 0 0,7-75-1120 0 0,3 58-1 0 0,6-76-2070 0 0,4-13-4272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8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73 184 1860 0 0,'0'-7'1452'0'0,"0"-1"0"0"0,0 1 1 0 0,-1-1-1 0 0,0 1 0 0 0,-1-1 0 0 0,1 1 0 0 0,-6-11 1500 0 0,-6 25-1632 0 0,10-4-1168 0 0,1 1 0 0 0,-1-1-1 0 0,1 1 1 0 0,0 0 0 0 0,0 0 0 0 0,1 0 0 0 0,-1 0 0 0 0,1 0-1 0 0,0 0 1 0 0,0 0 0 0 0,1 0 0 0 0,-1 7 0 0 0,-3 7 177 0 0,-2 8-162 0 0,0 0-1 0 0,2 1 0 0 0,1-1 0 0 0,1 1 0 0 0,1-1 0 0 0,1 1 0 0 0,2-1 1 0 0,0 1-1 0 0,10 39 0 0 0,-10-59-148 0 0,0-1 0 0 0,0 1 1 0 0,1 0-1 0 0,0-1 0 0 0,0 0 1 0 0,0 0-1 0 0,1 0 0 0 0,0 0 0 0 0,0-1 1 0 0,1 1-1 0 0,0-1 0 0 0,8 7 0 0 0,-9-9-6 0 0,-1 0-1 0 0,2-1 0 0 0,-1 0 0 0 0,0 1 0 0 0,0-2 0 0 0,1 1 1 0 0,-1 0-1 0 0,1-1 0 0 0,0 0 0 0 0,-1 0 0 0 0,1 0 0 0 0,0-1 0 0 0,-1 0 1 0 0,1 0-1 0 0,0 0 0 0 0,0 0 0 0 0,-1-1 0 0 0,1 1 0 0 0,7-3 1 0 0,-1-1-1 0 0,1 0 0 0 0,-1-1 1 0 0,0 0-1 0 0,0 0 1 0 0,0-1-1 0 0,-1-1 0 0 0,0 0 1 0 0,0 0-1 0 0,-1-1 1 0 0,0 0-1 0 0,0-1 0 0 0,-1 0 1 0 0,0 0-1 0 0,13-20 1 0 0,-13 16 0 0 0,0-1 0 0 0,-1 0 0 0 0,0 0 0 0 0,-1-1 0 0 0,0 0 0 0 0,-2 0 0 0 0,0 0 0 0 0,0-1 0 0 0,-1 1 0 0 0,-1-1 0 0 0,0-17 1 0 0,-2 23-13 0 0,-1 0 1 0 0,0 1-1 0 0,0-1 1 0 0,-1 0-1 0 0,0 0 1 0 0,0 1 0 0 0,-1-1-1 0 0,-1 1 1 0 0,0 0-1 0 0,0 0 1 0 0,0 0 0 0 0,-1 1-1 0 0,-1-1 1 0 0,-6-7-1 0 0,4 7-1 0 0,-1 0 1 0 0,0 0-1 0 0,-1 1 0 0 0,0 0 0 0 0,0 0 1 0 0,-1 1-1 0 0,0 1 0 0 0,0 0 0 0 0,-1 0 0 0 0,-16-5 1 0 0,-91-22-1416 0 0,77 24-1455 0 0,9 0-6486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8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69 107 2488 0 0,'-55'-25'9025'0'0,"53"24"-8635"0"0,1 1-329 0 0,0 0 1 0 0,0-1-1 0 0,1 1 0 0 0,-1 0 1 0 0,0-1-1 0 0,0 1 0 0 0,1-1 1 0 0,-1 1-1 0 0,0-1 0 0 0,1 1 1 0 0,-1-1-1 0 0,0 0 0 0 0,1 1 1 0 0,-1-2-1 0 0,4-1-23 0 0,-1-1-1 0 0,2 1 1 0 0,-1 0 0 0 0,0 0-1 0 0,1 1 1 0 0,-1-1 0 0 0,1 1-1 0 0,0-1 1 0 0,-1 1 0 0 0,1 0-1 0 0,1 1 1 0 0,-1-1 0 0 0,5-1-1 0 0,63-14-150 0 0,-61 15 17 0 0,68-10-1836 0 0,-26 8-2687 0 0,-29 3 433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8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48 148 0 0,'-22'13'3196'0'0,"-4"2"1044"0"0,-42 33 0 0 0,67-48-4218 0 0,1 0 0 0 0,0 0-1 0 0,-1 0 1 0 0,1 0 0 0 0,0 1-1 0 0,0-1 1 0 0,-1 0-1 0 0,1 0 1 0 0,0 0 0 0 0,0 1-1 0 0,-1-1 1 0 0,1 0 0 0 0,0 0-1 0 0,0 1 1 0 0,0-1-1 0 0,-1 0 1 0 0,1 1 0 0 0,0-1-1 0 0,0 0 1 0 0,0 1 0 0 0,0-1-1 0 0,0 0 1 0 0,0 1-1 0 0,0-1 1 0 0,0 0 0 0 0,0 0-1 0 0,0 1 1 0 0,0-1 0 0 0,0 0-1 0 0,0 1 1 0 0,0-1-1 0 0,0 0 1 0 0,0 1 0 0 0,0-1-1 0 0,0 0 1 0 0,0 1 0 0 0,0-1-1 0 0,0 0 1 0 0,1 1 0 0 0,-1-1-1 0 0,0 0 1 0 0,0 0-1 0 0,0 1 1 0 0,1-1 0 0 0,-1 0-1 0 0,0 0 1 0 0,0 1 0 0 0,1-1-1 0 0,-1 0 1 0 0,0 0-1 0 0,0 0 1 0 0,1 1 0 0 0,-1-1-1 0 0,0 0 1 0 0,1 0 0 0 0,-1 0-1 0 0,0 0 1 0 0,1 0-1 0 0,-1 0 1 0 0,0 0 0 0 0,1 0-1 0 0,-1 0 1 0 0,0 0 0 0 0,1 0-1 0 0,-1 0 1 0 0,1 0-1 0 0,18 3 192 0 0,-19-3-207 0 0,22-1 100 0 0,-1-1 0 0 0,1 0 0 0 0,0-2-1 0 0,23-6 1 0 0,-5 1-42 0 0,232-49-898 0 0,-92 14-6218 0 0,-137 33 3257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9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92 1888 0 0,'-54'-84'11536'0'0,"53"82"-11275"0"0,-1 1-120 0 0,-6-4 272 0 0,8 5-404 0 0,0 1 1 0 0,-1-1-1 0 0,1 0 1 0 0,0 0 0 0 0,0 0-1 0 0,-1 1 1 0 0,1-1-1 0 0,0 0 1 0 0,0 0 0 0 0,0 0-1 0 0,0 1 1 0 0,-1-1 0 0 0,1 0-1 0 0,0 1 1 0 0,0-1-1 0 0,0 0 1 0 0,0 0 0 0 0,0 1-1 0 0,0-1 1 0 0,0 0 0 0 0,0 1-1 0 0,-1-1 1 0 0,1 0-1 0 0,0 0 1 0 0,0 1 0 0 0,0-1-1 0 0,1 0 1 0 0,-1 1 0 0 0,0-1-1 0 0,0 0 1 0 0,0 0-1 0 0,0 1 1 0 0,0-1 0 0 0,0 0-1 0 0,0 1 1 0 0,0-1-1 0 0,1 0 1 0 0,-1 0 0 0 0,0 1-1 0 0,4 16 78 0 0,0-1-1 0 0,1 1 1 0 0,0-1-1 0 0,1 0 0 0 0,1-1 1 0 0,1 1-1 0 0,0-1 1 0 0,1-1-1 0 0,13 16 1 0 0,-16-22-54 0 0,0-2 0 0 0,0 1 0 0 0,1-1 0 0 0,0 0 0 0 0,1 0 0 0 0,-1-1 1 0 0,1 1-1 0 0,0-2 0 0 0,0 1 0 0 0,0-1 0 0 0,1-1 0 0 0,0 0 1 0 0,0 0-1 0 0,-1 0 0 0 0,1-1 0 0 0,1-1 0 0 0,-1 1 0 0 0,17-1 0 0 0,-19 0 26 0 0,0-1 0 0 0,1-1 0 0 0,-1 1-1 0 0,0-1 1 0 0,1-1 0 0 0,-1 1 0 0 0,0-1-1 0 0,0 0 1 0 0,0-1 0 0 0,0 0-1 0 0,0 0 1 0 0,-1 0 0 0 0,1-1 0 0 0,-1 0-1 0 0,0 0 1 0 0,0 0 0 0 0,-1-1 0 0 0,1 0-1 0 0,-1 0 1 0 0,0-1 0 0 0,0 1-1 0 0,-1-1 1 0 0,1 0 0 0 0,5-12 0 0 0,24-62 1492 0 0,-33 79-1422 0 0,-1 17 133 0 0,-8 50 523 0 0,-2-1 0 0 0,-30 99 0 0 0,40-163-779 0 0,-7 28 325 0 0,-2-1 0 0 0,0 0 0 0 0,-2 0 0 0 0,-26 47 0 0 0,32-68-276 0 0,0 1 0 0 0,0 0 1 0 0,-1-1-1 0 0,0 0 0 0 0,0 0 0 0 0,-1-1 0 0 0,0 0 0 0 0,0 0 1 0 0,0 0-1 0 0,-1-1 0 0 0,0 0 0 0 0,0-1 0 0 0,0 1 1 0 0,0-2-1 0 0,-1 1 0 0 0,0-1 0 0 0,0 0 0 0 0,0-1 0 0 0,-14 2 1 0 0,-2-2 39 0 0,0-1 0 0 0,0-2 0 0 0,0 0 1 0 0,0-1-1 0 0,-25-7 0 0 0,-51-16-706 0 0,35 5-2599 0 0,28 9-155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39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363 161 2992 0 0,'-194'67'7638'0'0,"50"-16"-2749"0"0,121-41-3949 0 0,21-9-459 0 0,2 0-455 0 0,0-1 1 0 0,0 0-1 0 0,0 1 0 0 0,0-1 1 0 0,0 0-1 0 0,0 0 0 0 0,0 1 0 0 0,1-1 1 0 0,-1 0-1 0 0,0 1 0 0 0,0-1 0 0 0,0 0 1 0 0,0 1-1 0 0,1-1 0 0 0,-1 0 0 0 0,0 0 1 0 0,0 1-1 0 0,1-1 0 0 0,-1 0 1 0 0,0 0-1 0 0,0 0 0 0 0,1 1 0 0 0,-1-1 1 0 0,0 0-1 0 0,0 0 0 0 0,1 0 0 0 0,-1 0 1 0 0,0 0-1 0 0,1 0 0 0 0,-1 1 0 0 0,0-1 1 0 0,1 0-1 0 0,-1 0 0 0 0,0 0 1 0 0,1 0-1 0 0,-1 0 0 0 0,0 0 0 0 0,1 0 1 0 0,-1 0-1 0 0,0 0 0 0 0,1-1 0 0 0,-1 1 1 0 0,0 0-1 0 0,1 0 0 0 0,-1 0 0 0 0,0 0 1 0 0,1-1-1 0 0,259-40 1290 0 0,-98 12-1043 0 0,1391-140 484 0 0,-1089 134-693 0 0,-440 33-377 0 0,48-9 1 0 0,-52 3-2146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1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74 1848 0 0,'-25'-54'9152'0'0,"25"53"-8757"0"0,-8-17 1850 0 0,6 19-2177 0 0,1 1 1 0 0,0 0-1 0 0,0-1 0 0 0,0 1 1 0 0,0 0-1 0 0,0 0 1 0 0,0 0-1 0 0,0 0 0 0 0,1 0 1 0 0,-1 0-1 0 0,1 0 1 0 0,-1 2-1 0 0,-4 35 652 0 0,3-24-472 0 0,-10 46 374 0 0,-2-1 1 0 0,-4-1 0 0 0,-25 60-1 0 0,0-1-263 0 0,36-93-298 0 0,-12 27 86 0 0,19-52-146 0 0,0 1 1 0 0,0-1-1 0 0,0 0 1 0 0,0 0-1 0 0,0 1 1 0 0,0-1-1 0 0,0 0 1 0 0,-1 1-1 0 0,1-1 1 0 0,0 0-1 0 0,0 0 1 0 0,0 1-1 0 0,0-1 1 0 0,0 0-1 0 0,0 0 1 0 0,0 1 0 0 0,0-1-1 0 0,1 0 1 0 0,-1 1-1 0 0,0-1 1 0 0,0 0-1 0 0,0 0 1 0 0,0 1-1 0 0,0-1 1 0 0,0 0-1 0 0,0 0 1 0 0,1 1-1 0 0,-1-1 1 0 0,0 0-1 0 0,0 0 1 0 0,0 0-1 0 0,1 1 1 0 0,-1-1-1 0 0,0 0 1 0 0,0 0-1 0 0,13 4 71 0 0,10-3 8 0 0,7-8-44 0 0,-1-1 1 0 0,0-2-1 0 0,0-1 0 0 0,34-18 1 0 0,-16 8-30 0 0,-26 12-5 0 0,-2 1 20 0 0,0 0 0 0 0,-1-2 0 0 0,1 0 0 0 0,24-18 0 0 0,-40 26-22 0 0,0-1 0 0 0,1 0 0 0 0,-1 0 1 0 0,0 0-1 0 0,-1 0 0 0 0,1 0 0 0 0,0-1 0 0 0,-1 1 1 0 0,0-1-1 0 0,0 0 0 0 0,0 1 0 0 0,0-1 0 0 0,0 0 1 0 0,-1 0-1 0 0,0 0 0 0 0,0 0 0 0 0,0-1 0 0 0,0 1 1 0 0,-1 0-1 0 0,1 0 0 0 0,-1 0 0 0 0,0-1 0 0 0,-1 1 1 0 0,1 0-1 0 0,-1 0 0 0 0,1-1 0 0 0,-4-6 0 0 0,-1-4 67 0 0,-1 0-1 0 0,-1 1 0 0 0,0 0 1 0 0,-12-18-1 0 0,16 25-57 0 0,2 6-6 0 0,0 1 4 0 0,0 0 0 0 0,1 1 0 0 0,-1-1 0 0 0,0 1 1 0 0,0-1-1 0 0,0 1 0 0 0,1 0 0 0 0,-1-1 0 0 0,0 1 0 0 0,1 0 0 0 0,-1-1 1 0 0,1 1-1 0 0,-2 1 0 0 0,-45 300 2722 0 0,10-38-2042 0 0,19-140-498 0 0,14-88-1089 0 0,3-13-2760 0 0,19-23-4162 0 0,-16 0 7267 0 0,0-1 0 0 0,-1 1 0 0 0,3-2 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1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107 156 1204 0 0,'-1'-20'3150'0'0,"1"12"-1576"0"0,-1 1 0 0 0,0-1 0 0 0,0 1 0 0 0,-5-15 666 0 0,-6 29-971 0 0,8-3-1045 0 0,1 1 1 0 0,-1-1 0 0 0,1 1-1 0 0,0 0 1 0 0,1-1 0 0 0,-1 1 0 0 0,1 1-1 0 0,0-1 1 0 0,0 0 0 0 0,-2 8-1 0 0,0 1 74 0 0,-7 18 159 0 0,1 1-1 0 0,1 0 1 0 0,-7 65-1 0 0,14-85-390 0 0,2 0 0 0 0,-1 0 0 0 0,2 0 0 0 0,-1-1-1 0 0,2 1 1 0 0,0 0 0 0 0,0 0 0 0 0,2-1 0 0 0,-1 0 0 0 0,1 1 0 0 0,1-1 0 0 0,0-1 0 0 0,11 19-1 0 0,-12-25-21 0 0,0 0-1 0 0,0 0 0 0 0,0 0 1 0 0,0-1-1 0 0,1 1 0 0 0,0-1 1 0 0,0 0-1 0 0,0 0 0 0 0,0-1 1 0 0,1 0-1 0 0,-1 0 0 0 0,1 0 1 0 0,0 0-1 0 0,8 1 0 0 0,-6-2 0 0 0,1 0 0 0 0,-1-1-1 0 0,0 0 1 0 0,1-1 0 0 0,-1 0-1 0 0,1 0 1 0 0,-1-1 0 0 0,0 0-1 0 0,16-4 1 0 0,-9 1 9 0 0,-1-1-1 0 0,0 0 1 0 0,-1-1 0 0 0,1-1 0 0 0,-1 0-1 0 0,0-1 1 0 0,-1 0 0 0 0,0-1-1 0 0,0-1 1 0 0,-1 1 0 0 0,18-22-1 0 0,-20 20-24 0 0,-1-1-1 0 0,0 0 0 0 0,-1 0 1 0 0,0-1-1 0 0,-1 0 0 0 0,-1 0 0 0 0,0 0 1 0 0,-1-1-1 0 0,0 0 0 0 0,-1 0 1 0 0,0 0-1 0 0,-2 0 0 0 0,1 0 1 0 0,-2 0-1 0 0,0 0 0 0 0,-3-26 0 0 0,1 28-23 0 0,0 0-1 0 0,-1 0 0 0 0,0 1 0 0 0,-1-1 0 0 0,0 1 1 0 0,-1 0-1 0 0,-1 0 0 0 0,1 1 0 0 0,-2-1 0 0 0,1 1 1 0 0,-2 0-1 0 0,1 1 0 0 0,-1 0 0 0 0,0 0 0 0 0,-1 1 1 0 0,0 0-1 0 0,-1 0 0 0 0,1 1 0 0 0,-1 0 0 0 0,-13-6 1 0 0,7 5-119 0 0,0 1 1 0 0,-1 1-1 0 0,0 0 1 0 0,-24-5 0 0 0,31 9-451 0 0,0 1-1 0 0,0 0 1 0 0,0 0 0 0 0,0 1 0 0 0,-12 1 0 0 0,-1 6-3472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2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73 1744 0 0,'-153'-20'11436'0'0,"150"19"-11111"0"0,-9 0 198 0 0,20-4-55 0 0,22-7-164 0 0,35-1-183 0 0,78-5-1 0 0,-97 15-1610 0 0,48 4 0 0 0,-46 6-3537 0 0,-30-2 397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2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49 1596 0 0,'-50'30'4935'0'0,"-37"21"1374"0"0,87-51-6271 0 0,0 0 0 0 0,-1 0 0 0 0,1 0 0 0 0,0 0 1 0 0,0 1-1 0 0,-1-1 0 0 0,1 0 0 0 0,0 0 0 0 0,0 0 0 0 0,-1 0 0 0 0,1 1 1 0 0,0-1-1 0 0,0 0 0 0 0,0 0 0 0 0,-1 0 0 0 0,1 1 0 0 0,0-1 1 0 0,0 0-1 0 0,0 0 0 0 0,0 1 0 0 0,0-1 0 0 0,-1 0 0 0 0,1 1 0 0 0,0-1 1 0 0,0 0-1 0 0,0 0 0 0 0,0 1 0 0 0,0-1 0 0 0,0 0 0 0 0,0 1 0 0 0,0-1 1 0 0,0 0-1 0 0,0 0 0 0 0,0 1 0 0 0,0-1 0 0 0,0 0 0 0 0,0 1 1 0 0,1-1-1 0 0,-1 0 0 0 0,0 1-1 0 0,1-1 0 0 0,-1 1 1 0 0,1-1-1 0 0,-1 1 0 0 0,1-1 0 0 0,-1 0 1 0 0,1 1-1 0 0,0-1 0 0 0,-1 0 0 0 0,1 1 1 0 0,-1-1-1 0 0,1 0 0 0 0,0 0 0 0 0,-1 0 1 0 0,1 1-1 0 0,0-1 0 0 0,-1 0 0 0 0,1 0 1 0 0,0 0-1 0 0,-1 0 0 0 0,2 0 0 0 0,91-11 214 0 0,134-31-1 0 0,-117 19-1533 0 0,125-28-5460 0 0,-154 34 1487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4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61 2188 0 0,'-33'-9'3922'0'0,"14"5"155"0"0,-35-13-1 0 0,38 12-2777 0 0,9 2 249 0 0,21-1-1008 0 0,12-1-377 0 0,1 2 0 0 0,44-1 0 0 0,-30 3-94 0 0,-28 0-63 0 0,42-3 43 0 0,1 3 0 0 0,0 2 0 0 0,69 11 0 0 0,-102-4-31 0 0,-22-7-16 0 0,0-1 1 0 0,0 1 0 0 0,0 0 0 0 0,0 0-1 0 0,0-1 1 0 0,0 1 0 0 0,0 0-1 0 0,0 0 1 0 0,0 0 0 0 0,0 0 0 0 0,-1 0-1 0 0,1 0 1 0 0,0 0 0 0 0,-1 1 0 0 0,1-1-1 0 0,0 0 1 0 0,-1 0 0 0 0,0 0-1 0 0,1 1 1 0 0,-1-1 0 0 0,0 0 0 0 0,0 0-1 0 0,1 1 1 0 0,-1-1 0 0 0,0 0-1 0 0,0 1 1 0 0,0-1 0 0 0,-1 0 0 0 0,1 0-1 0 0,0 1 1 0 0,0-1 0 0 0,-1 0 0 0 0,0 2-1 0 0,-1 1-2 0 0,1 1 0 0 0,-2-1 0 0 0,1 0-1 0 0,0 0 1 0 0,-6 7 0 0 0,-17 18-6 0 0,-1 0-1 0 0,-49 41 1 0 0,-68 42 268 0 0,117-93-136 0 0,10-7-47 0 0,-7 5 142 0 0,-24 23-1 0 0,46-39-200 0 0,1-1 0 0 0,-1 0 0 0 0,1 1 1 0 0,-1-1-1 0 0,1 1 0 0 0,-1-1 0 0 0,1 1 1 0 0,-1-1-1 0 0,1 1 0 0 0,0-1 0 0 0,-1 1 0 0 0,1 0 1 0 0,0-1-1 0 0,0 1 0 0 0,-1-1 0 0 0,1 1 1 0 0,0 0-1 0 0,0-1 0 0 0,0 1 0 0 0,0-1 1 0 0,0 1-1 0 0,0 0 0 0 0,0-1 0 0 0,0 1 0 0 0,0 0 1 0 0,0-1-1 0 0,0 1 0 0 0,0 0 0 0 0,1 0 1 0 0,-1 0 4 0 0,1 0 1 0 0,0 0 0 0 0,0 0 0 0 0,0-1 0 0 0,0 1 0 0 0,0 0 0 0 0,0 0-1 0 0,0-1 1 0 0,0 1 0 0 0,0-1 0 0 0,0 1 0 0 0,0-1 0 0 0,0 0 0 0 0,2 1 0 0 0,5 1 56 0 0,0-1 1 0 0,-1 0 0 0 0,14 1 0 0 0,354-31 417 0 0,-237 13-516 0 0,-96 12-315 0 0,48-5-1960 0 0,-33 7-2258 0 0,-43 6 1465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4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62 2556 0 0,'-271'87'16639'0'0,"281"-87"-15945"0"0,20-2-396 0 0,992-126 1514 0 0,-954 123-1878 0 0,163-8-2947 0 0,-227 13 2113 0 0,-4 0 774 0 0,1 0 0 0 0,-1 0 0 0 0,0 1 0 0 0,0-1 0 0 0,0 0 0 0 0,1 1 0 0 0,-1-1-1 0 0,0 0 1 0 0,0 1 0 0 0,0-1 0 0 0,0 1 0 0 0,0-1 0 0 0,1 0 0 0 0,-1 1 0 0 0,0-1 0 0 0,0 1-1 0 0,0-1 1 0 0,0 0 0 0 0,0 1 0 0 0,0-1 0 0 0,0 1 0 0 0,-1-1 0 0 0,1 0 0 0 0,0 1 0 0 0,0-1 0 0 0,0 0-1 0 0,-1 1 1 0 0,-3 4-1081 0 0,0-2 1 0 0,-1 1-1 0 0,0 0 0 0 0,0-1 0 0 0,-8 4 0 0 0,-3 3-3637 0 0</inkml:trace>
  <inkml:trace contextRef="#ctx0" brushRef="#br0" timeOffset="1">536 674 2116 0 0,'-82'21'6912'0'0,"-38"13"3200"0"0,136-39-9274 0 0,50-11-130 0 0,87-10-1 0 0,-113 22-657 0 0,-1 1 0 0 0,1 3 0 0 0,62 6 0 0 0,-95-5-47 0 0,0 0 1 0 0,-1 1 0 0 0,1 0 0 0 0,0 0 0 0 0,-1 0 0 0 0,12 6-1 0 0,-16-7 1 0 0,0 0 0 0 0,0 1 0 0 0,0-1 0 0 0,0 0 0 0 0,0 1-1 0 0,-1-1 1 0 0,1 1 0 0 0,0 0 0 0 0,-1 0 0 0 0,1-1 0 0 0,-1 1-1 0 0,0 0 1 0 0,0 0 0 0 0,1 0 0 0 0,-1 0 0 0 0,-1 1 0 0 0,1-1-1 0 0,0 0 1 0 0,0 0 0 0 0,-1 1 0 0 0,0-1 0 0 0,1 0-1 0 0,-1 3 1 0 0,-1 5 5 0 0,0 0-1 0 0,-1 0 0 0 0,0 0 0 0 0,0 0 1 0 0,-1 0-1 0 0,-1-1 0 0 0,0 1 1 0 0,0-1-1 0 0,-1 0 0 0 0,0 0 0 0 0,0-1 1 0 0,-13 16-1 0 0,-8 7 20 0 0,-56 50 1 0 0,70-70-20 0 0,-170 147 573 0 0,130-111 2175 0 0,52-47-2719 0 0,0 1-1 0 0,0-1 1 0 0,0 0-1 0 0,0 1 1 0 0,1-1-1 0 0,-1 0 1 0 0,0 1-1 0 0,0-1 1 0 0,1 0-1 0 0,-1 1 1 0 0,0-1-1 0 0,1 0 1 0 0,-1 0-1 0 0,0 1 1 0 0,1-1-1 0 0,-1 0 1 0 0,0 0-1 0 0,1 0 1 0 0,-1 1-1 0 0,1-1 1 0 0,-1 0-1 0 0,0 0 1 0 0,1 0-1 0 0,-1 0 0 0 0,1 0 1 0 0,-1 0-1 0 0,0 0 1 0 0,1 0-1 0 0,-1 0 1 0 0,2 0-1 0 0,17 0 533 0 0,385-37 785 0 0,-336 29-1088 0 0,-65 7-265 0 0,18-13-835 0 0,-15 1-572 0 0,9-17-4081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5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98 1336 0 0,'16'-42'10393'0'0,"-59"105"-5537"0"0,23-30-4256 0 0,-40 80 785 0 0,53-100-1270 0 0,2 1-1 0 0,0 0 0 0 0,0 0 1 0 0,2 1-1 0 0,0-1 1 0 0,-2 21-1 0 0,4-32-85 0 0,1 1 0 0 0,0-1-1 0 0,0 0 1 0 0,1 1 0 0 0,-1-1-1 0 0,1 0 1 0 0,-1 1 0 0 0,1-1 0 0 0,0 0-1 0 0,0 0 1 0 0,0 0 0 0 0,1 0-1 0 0,-1 0 1 0 0,1 0 0 0 0,0 0 0 0 0,0 0-1 0 0,0-1 1 0 0,3 4 0 0 0,-1-3 3 0 0,-1 0 1 0 0,1 0 0 0 0,0 0 0 0 0,0-1 0 0 0,1 0 0 0 0,-1 0-1 0 0,0 0 1 0 0,1 0 0 0 0,-1-1 0 0 0,1 0 0 0 0,7 2-1 0 0,6-2 47 0 0,0 0-1 0 0,0 0 0 0 0,0-2 0 0 0,0 0 0 0 0,29-6 0 0 0,-27 2 20 0 0,1 0-1 0 0,-1-1 1 0 0,-1-1-1 0 0,1 0 1 0 0,-1-2-1 0 0,-1 0 1 0 0,0-1-1 0 0,32-24 1 0 0,-40 27-64 0 0,-1-1 1 0 0,0 0-1 0 0,-1 0 0 0 0,0-1 1 0 0,0 0-1 0 0,-1-1 0 0 0,0 1 1 0 0,-1-1-1 0 0,0-1 1 0 0,0 1-1 0 0,-1-1 0 0 0,-1 0 1 0 0,1 0-1 0 0,-2 0 1 0 0,0-1-1 0 0,4-22 0 0 0,-7 28-26 0 0,0-1 0 0 0,0 1-1 0 0,0 0 1 0 0,0 0 0 0 0,-1-1 0 0 0,0 1-1 0 0,-1 0 1 0 0,1 0 0 0 0,-1 0-1 0 0,0 0 1 0 0,-1 0 0 0 0,1 1-1 0 0,-1-1 1 0 0,-5-6 0 0 0,4 5 4 0 0,-2 1 1 0 0,1 1 0 0 0,-1-1-1 0 0,1 1 1 0 0,-1 0 0 0 0,-1 0-1 0 0,1 0 1 0 0,-1 1-1 0 0,0 0 1 0 0,-9-3 0 0 0,1 1-218 0 0,-1 0 0 0 0,0 1 0 0 0,0 1 0 0 0,-1 1 0 0 0,1 1 0 0 0,-1 0 0 0 0,1 1 0 0 0,-1 0 0 0 0,0 2 0 0 0,-17 1 0 0 0,-2 4-2232 0 0,-66 19 0 0 0,12 6-4891 0 0,55-17 1693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7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7 404 0 0,'-15'-5'11986'0'0,"20"5"-11186"0"0,19-1-371 0 0,28 1-487 0 0,-45 1 83 0 0,0 0 0 0 0,0 0 1 0 0,-1 1-1 0 0,1-1 0 0 0,-1 1 0 0 0,1 1 0 0 0,-1-1 0 0 0,1 1 0 0 0,-1 0 0 0 0,0 1 0 0 0,-1 0 0 0 0,1-1 0 0 0,0 2 1 0 0,-1-1-1 0 0,0 1 0 0 0,0 0 0 0 0,7 9 0 0 0,-7-7 86 0 0,0 1 0 0 0,-1-1 0 0 0,-1 1 0 0 0,1-1 0 0 0,-1 1 0 0 0,0 0 1 0 0,-1 0-1 0 0,0 0 0 0 0,0 1 0 0 0,-1-1 0 0 0,0 1 0 0 0,0-1 0 0 0,-2 15 0 0 0,-1-4 47 0 0,0 1 0 0 0,-2-1 0 0 0,0 0 0 0 0,-1 0 0 0 0,-14 31 0 0 0,-48 86 1092 0 0,55-117-1014 0 0,-2-1 0 0 0,0 0 0 0 0,0 0-1 0 0,-2-2 1 0 0,0 0 0 0 0,-1-1 0 0 0,0 0-1 0 0,-1-2 1 0 0,-35 20 0 0 0,42-25-53 0 0,-2 0-105 0 0,13-8-77 0 0,0 1-1 0 0,0-1 0 0 0,0 0 1 0 0,0 0-1 0 0,0 0 0 0 0,0 0 1 0 0,-1 0-1 0 0,1 0 1 0 0,0 0-1 0 0,0 0 0 0 0,0 0 1 0 0,0 0-1 0 0,0 0 0 0 0,0 0 1 0 0,-1 0-1 0 0,1 0 0 0 0,0 0 1 0 0,0 0-1 0 0,0 0 1 0 0,0 0-1 0 0,0 0 0 0 0,-1 0 1 0 0,1 0-1 0 0,0 0 0 0 0,0 0 1 0 0,0 0-1 0 0,0-1 1 0 0,0 1-1 0 0,0 0 0 0 0,0 0 1 0 0,-1 0-1 0 0,1 0 0 0 0,0 0 1 0 0,0 0-1 0 0,0 0 0 0 0,0 0 1 0 0,0-1-1 0 0,0 1 1 0 0,0 0-1 0 0,0 0 0 0 0,0 0 1 0 0,0 0-1 0 0,0 0 0 0 0,0 0 1 0 0,0-1-1 0 0,-1 1 1 0 0,1 0-1 0 0,0 0 0 0 0,0 0 1 0 0,0 0-1 0 0,0 0 0 0 0,0 0 1 0 0,0-1-1 0 0,1 1 0 0 0,-1 0 1 0 0,0 0-1 0 0,0 0 1 0 0,0 0-1 0 0,0 0 0 0 0,0-1 1 0 0,0 1-1 0 0,0 0 0 0 0,0 0 1 0 0,0 0-1 0 0,0 0 1 0 0,0 0-1 0 0,3-4 1 0 0,-1 0 0 0 0,1 0 0 0 0,0 1 0 0 0,0-1 0 0 0,0 1 0 0 0,0 0 0 0 0,1 0 0 0 0,6-5 0 0 0,2 0-81 0 0,0-1 0 0 0,-1 0 0 0 0,15-15 0 0 0,-19 17 15 0 0,5-5-1648 0 0,-1 1-1788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8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536 25 836 0 0,'15'-24'19277'0'0,"-26"27"-19151"0"0,0 1 0 0 0,0 0 0 0 0,1 0 1 0 0,0 1-1 0 0,0 0 0 0 0,-16 12 0 0 0,2-2 105 0 0,9-5-160 0 0,0 0 1 0 0,1 2 0 0 0,0 0 0 0 0,0 0 0 0 0,2 1 0 0 0,-1 1 0 0 0,-13 20-1 0 0,-66 116 485 0 0,58-91-281 0 0,13-23-113 0 0,-24 57 0 0 0,39-77-153 0 0,1 0 1 0 0,0 0-1 0 0,1 0 1 0 0,0 0 0 0 0,1 1-1 0 0,0 25 1 0 0,2-38-7 0 0,1 1 1 0 0,1 0-1 0 0,-1-1 1 0 0,1 1 0 0 0,-1 0-1 0 0,1-1 1 0 0,1 1-1 0 0,-1-1 1 0 0,1 1-1 0 0,-1-1 1 0 0,1 0-1 0 0,1 0 1 0 0,-1 0 0 0 0,0 0-1 0 0,1 0 1 0 0,0 0-1 0 0,0-1 1 0 0,0 1-1 0 0,6 4 1 0 0,-2-3 3 0 0,0-1 0 0 0,0 0 0 0 0,0 0 1 0 0,1-1-1 0 0,-1 0 0 0 0,1 0 0 0 0,0-1 0 0 0,0 0 0 0 0,0 0 1 0 0,9 0-1 0 0,28 2-2 0 0,-1-2-1 0 0,76-6 1 0 0,-8-1 525 0 0,-108 5-210 0 0,46 0 1405 0 0,-75 18-1717 0 0,-8-7 52 0 0,-8 4 46 0 0,0-3 0 0 0,-72 13 0 0 0,100-23-91 0 0,1-1 0 0 0,0 0 0 0 0,-1-1 1 0 0,1 0-1 0 0,0-1 0 0 0,-1-1 0 0 0,1 0 0 0 0,0 0 0 0 0,0-1 0 0 0,0-1 0 0 0,1 0 0 0 0,-1 0 0 0 0,1-1 0 0 0,-14-9 0 0 0,-54-46 51 0 0,33 23-6 0 0,44 35-65 0 0,0 1-1 0 0,0-1 1 0 0,0 0 0 0 0,0 0 0 0 0,1 0 0 0 0,-1 1-1 0 0,1-2 1 0 0,-1 1 0 0 0,1 0 0 0 0,-1 0 0 0 0,1 0 0 0 0,0-1-1 0 0,0 1 1 0 0,0 0 0 0 0,1-1 0 0 0,-1 1 0 0 0,1-1-1 0 0,-1 1 1 0 0,1-1 0 0 0,0 1 0 0 0,0-1 0 0 0,0 0 0 0 0,0 1-1 0 0,0-1 1 0 0,0 1 0 0 0,1-1 0 0 0,-1 1 0 0 0,1-1 0 0 0,0 1-1 0 0,0-1 1 0 0,0 1 0 0 0,1-3 0 0 0,5-7-44 0 0,0 0 0 0 0,0 1 0 0 0,1 0-1 0 0,16-18 1 0 0,-14 18 48 0 0,37-38 12 0 0,3 1 0 0 0,104-77-1 0 0,-142 116-2 0 0,37-31-5 0 0,-30 22 7 0 0,39-25-1 0 0,-56 42-15 0 0,-2 0 8 0 0,1 0 0 0 0,-1 0 0 0 0,1 0-1 0 0,-1 0 1 0 0,1 0 0 0 0,0 0 0 0 0,-1 0 0 0 0,1 0-1 0 0,0 0 1 0 0,0 1 0 0 0,0-1 0 0 0,0 0-1 0 0,-1 0 1 0 0,1 1 0 0 0,0-1 0 0 0,0 0 0 0 0,2 0-1 0 0,10-9 21 0 0,-12 9 10 0 0,4-4-35 0 0,-54 14-1127 0 0,47-8 844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91 126 804 0 0,'-3'-1'591'0'0,"-1"0"0"0"0,1 0-1 0 0,0-1 1 0 0,1 1 0 0 0,-1-1 0 0 0,0 0 0 0 0,0 0-1 0 0,1 0 1 0 0,-1 0 0 0 0,1 0 0 0 0,-1 0 0 0 0,1-1 0 0 0,0 1-1 0 0,-3-6 1 0 0,3 5-396 0 0,0 0-1 0 0,1 0 1 0 0,-1 0 0 0 0,1 0 0 0 0,0 0-1 0 0,0 0 1 0 0,0 0 0 0 0,0 0-1 0 0,1 0 1 0 0,-1-1 0 0 0,1 1-1 0 0,0 0 1 0 0,0 0 0 0 0,0-1-1 0 0,0 1 1 0 0,1 0 0 0 0,-1 0 0 0 0,1-1-1 0 0,0 1 1 0 0,0 0 0 0 0,0 0-1 0 0,3-5 1 0 0,-4 7-181 0 0,1 0 1 0 0,0-1-1 0 0,0 1 0 0 0,1 0 1 0 0,-1 0-1 0 0,0 0 1 0 0,0 0-1 0 0,1 0 0 0 0,-1 0 1 0 0,0 1-1 0 0,1-1 0 0 0,-1 0 1 0 0,1 1-1 0 0,-1-1 0 0 0,1 1 1 0 0,-1-1-1 0 0,1 1 1 0 0,-1 0-1 0 0,1-1 0 0 0,-1 1 1 0 0,1 0-1 0 0,0 0 0 0 0,-1 0 1 0 0,1 0-1 0 0,1 1 1 0 0,2 0 21 0 0,-1-1 1 0 0,1 2 0 0 0,-1-1 0 0 0,1 0 0 0 0,6 4 0 0 0,-5-2 86 0 0,1 1 1 0 0,-1 0 0 0 0,0 0 0 0 0,-1 0-1 0 0,1 1 1 0 0,-1 0 0 0 0,0 0 0 0 0,0 0 0 0 0,0 1-1 0 0,-1 0 1 0 0,7 10 0 0 0,-6-7 28 0 0,-1 1 1 0 0,0 0-1 0 0,0-1 1 0 0,-1 1-1 0 0,-1 0 1 0 0,1 1-1 0 0,0 13 1 0 0,-1-2 70 0 0,-2-1 1 0 0,-1 0 0 0 0,0 0-1 0 0,-2 1 1 0 0,0-1 0 0 0,-1 0-1 0 0,-9 24 1 0 0,4-17-4 0 0,-1 0 0 0 0,-1-1-1 0 0,-1 0 1 0 0,-2-1 0 0 0,0-1 0 0 0,-2 0 0 0 0,-1 0-1 0 0,-29 32 1 0 0,18-24-60 0 0,27-31-214 0 0,-5 1-645 0 0,4-2-51 0 0,2-1 692 0 0,0 0 0 0 0,0 0 1 0 0,0 0-1 0 0,0 0 0 0 0,-1 0 1 0 0,1 0-1 0 0,0 0 0 0 0,0 0 1 0 0,0 0-1 0 0,0 0 0 0 0,-1 0 1 0 0,1 0-1 0 0,0 0 0 0 0,0 0 1 0 0,0 0-1 0 0,0 0 0 0 0,-1-1 1 0 0,1 1-1 0 0,0 0 0 0 0,0 0 1 0 0,0 0-1 0 0,-1-2-807 0 0,1 2 807 0 0,0 0 0 0 0,-1 0 1 0 0,1 0-1 0 0,0-1 0 0 0,0 1 1 0 0,0 0-1 0 0,0 0 0 0 0,0 0 1 0 0,1-1-1 0 0,-1-9-4570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49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3164 0 0,'25'0'13308'0'0,"-22"2"-14503"0"0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1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1 155 476 0 0,'0'-3'1720'0'0,"0"-4"-901"0"0,0 0-1 0 0,1 0 1 0 0,0 0 0 0 0,0 0 0 0 0,1 0 0 0 0,0 1 0 0 0,4-12 0 0 0,-3 12-642 0 0,-1 1 0 0 0,1 0 0 0 0,1 0 0 0 0,-1 1 0 0 0,1-1-1 0 0,0 0 1 0 0,0 1 0 0 0,0 0 0 0 0,0 0 0 0 0,1 1 0 0 0,0-1 0 0 0,-1 1-1 0 0,1 0 1 0 0,0 0 0 0 0,11-4 0 0 0,-7 4-77 0 0,1 0-1 0 0,0 0 1 0 0,0 1-1 0 0,0 0 1 0 0,0 1-1 0 0,0 0 1 0 0,0 1 0 0 0,0 0-1 0 0,0 1 1 0 0,0 0-1 0 0,0 0 1 0 0,0 1-1 0 0,0 0 1 0 0,-1 1 0 0 0,1 0-1 0 0,-1 0 1 0 0,1 1-1 0 0,-1 1 1 0 0,0-1-1 0 0,0 2 1 0 0,-1-1-1 0 0,0 1 1 0 0,10 8 0 0 0,-9-6-1 0 0,-1 0 0 0 0,0 0 1 0 0,0 0-1 0 0,0 1 0 0 0,-1 0 1 0 0,-1 1-1 0 0,0 0 1 0 0,0 0-1 0 0,-1 0 0 0 0,0 0 1 0 0,0 1-1 0 0,-1 0 0 0 0,-1 0 1 0 0,0 0-1 0 0,0 0 1 0 0,-1 1-1 0 0,-1-1 0 0 0,0 1 1 0 0,0-1-1 0 0,-2 14 0 0 0,-2-8 28 0 0,0 0 0 0 0,-1-1-1 0 0,0 1 1 0 0,-2-1 0 0 0,0 0-1 0 0,-12 22 1 0 0,4-13 400 0 0,-2 0 1 0 0,-34 42-1 0 0,42-60-327 0 0,5-12-54 0 0,8-13-83 0 0,13-11-55 0 0,2 1 1 0 0,1 1-1 0 0,1 0 1 0 0,43-38-1 0 0,-44 45-4 0 0,39-39 20 0 0,85-92 82 0 0,-142 148-106 0 0,-2 2-2 0 0,1-1 0 0 0,0 0 0 0 0,-1 1 0 0 0,1-1 0 0 0,-1 0 0 0 0,0 1 0 0 0,0-1 0 0 0,1 0 0 0 0,-1 0 0 0 0,0 0 0 0 0,-1 0 1 0 0,1 0-1 0 0,0 0 0 0 0,-1 0 0 0 0,1-1 0 0 0,-1 1 0 0 0,1 0 0 0 0,-1 0 0 0 0,0 0 0 0 0,0 0 0 0 0,0-4 0 0 0,-1 5-25 0 0,-2 1 8 0 0,-2 1 10 0 0,0 0 0 0 0,0 0 1 0 0,0 1-1 0 0,0-1 0 0 0,0 1 1 0 0,1 0-1 0 0,-1 1 0 0 0,0-1 1 0 0,1 1-1 0 0,0 0 0 0 0,0 0 0 0 0,0 0 1 0 0,0 1-1 0 0,-5 5 0 0 0,-10 10-28 0 0,-22 31-1 0 0,40-49 37 0 0,-1 2-2 0 0,-21 26-46 0 0,-35 60-1 0 0,53-81 48 0 0,1 0 0 0 0,0 0 0 0 0,0 1 0 0 0,1-1 0 0 0,0 1 0 0 0,1 0 0 0 0,0 0 1 0 0,0 0-1 0 0,1 0 0 0 0,0 1 0 0 0,0-1 0 0 0,1 0 0 0 0,2 11 0 0 0,-2-16 5 0 0,1 0 1 0 0,0-1 0 0 0,0 1 0 0 0,1 0-1 0 0,-1 0 1 0 0,1-1 0 0 0,0 1-1 0 0,0-1 1 0 0,0 0 0 0 0,0 1-1 0 0,0-1 1 0 0,1 0 0 0 0,0 0 0 0 0,-1-1-1 0 0,4 4 1 0 0,-1-3 3 0 0,1 1 1 0 0,-1-1-1 0 0,1 0 1 0 0,-1 0-1 0 0,1-1 0 0 0,0 0 1 0 0,0 0-1 0 0,10 2 1 0 0,5-1 8 0 0,1-1 0 0 0,-1-1 0 0 0,1 0 0 0 0,27-4 0 0 0,106-18-632 0 0,-90 8-6368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1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162 121 1376 0 0,'-152'61'12481'0'0,"143"-52"-11154"0"0,9-9-1268 0 0,0 0-1 0 0,0 1 0 0 0,0-1 0 0 0,0 0 0 0 0,0 1 1 0 0,0-1-1 0 0,0 0 0 0 0,1 1 0 0 0,-1-1 0 0 0,0 0 1 0 0,0 0-1 0 0,0 1 0 0 0,1-1 0 0 0,-1 0 0 0 0,0 1 1 0 0,0-1-1 0 0,1 0 0 0 0,-1 0 0 0 0,0 0 0 0 0,0 1 1 0 0,1-1-1 0 0,-1 0 0 0 0,0 0 0 0 0,1 0 0 0 0,-1 0 1 0 0,0 0-1 0 0,1 0 0 0 0,-1 0 0 0 0,0 1 0 0 0,1-1 1 0 0,-1 0-1 0 0,0 0 0 0 0,1 0 0 0 0,-1 0 0 0 0,0 0 1 0 0,1 0-1 0 0,-1-1 0 0 0,1 1 0 0 0,41 0 555 0 0,0-2-1 0 0,0-1 1 0 0,68-16-1 0 0,-50 8-403 0 0,122-20 119 0 0,583-88 178 0 0,-737 113-538 0 0,-21 5-349 0 0,0-1-1 0 0,-1 1 1 0 0,1 0 0 0 0,0 1 0 0 0,0-1 0 0 0,7 2 0 0 0,-5 1-1385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1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84 952 0 0,'-4'0'2192'0'0,"-3"0"-1579"0"0,3 0 219 0 0,-1 0 1 0 0,0 0-1 0 0,0 0 1 0 0,1 0-1 0 0,-1-1 1 0 0,0 0-1 0 0,1 0 1 0 0,-1 0-1 0 0,-6-3 1 0 0,11 4-787 0 0,-1-1 0 0 0,1 1 0 0 0,0 0-1 0 0,-1-1 1 0 0,1 1 0 0 0,0 0 0 0 0,0-1 0 0 0,-1 1 0 0 0,1-1 0 0 0,0 1 0 0 0,0-1 0 0 0,0 1 0 0 0,0 0 0 0 0,0-1 0 0 0,-1 1 0 0 0,1-1-1 0 0,0 1 1 0 0,0-1 0 0 0,0 1 0 0 0,0-1 0 0 0,0 1 0 0 0,0-1 0 0 0,1 1 0 0 0,-1-1 0 0 0,0 1 0 0 0,0 0 0 0 0,0-1 0 0 0,0 1-1 0 0,0-1 1 0 0,1 1 0 0 0,-1-1 0 0 0,0 1 0 0 0,0 0 0 0 0,1-1 0 0 0,10-14 550 0 0,-10 15-562 0 0,3-4 67 0 0,0 0 0 0 0,0 1 0 0 0,0 0-1 0 0,1 0 1 0 0,0 0 0 0 0,-1 0 0 0 0,1 1 0 0 0,0 0-1 0 0,11-3 1 0 0,-1 1 12 0 0,0 0 0 0 0,16-1-1 0 0,-27 5-87 0 0,-1-1-1 0 0,1 1 1 0 0,-1 0 0 0 0,0 0-1 0 0,1 1 1 0 0,-1-1-1 0 0,1 0 1 0 0,-1 1-1 0 0,0 0 1 0 0,1 0-1 0 0,-1 0 1 0 0,0 0-1 0 0,0 1 1 0 0,0-1-1 0 0,0 1 1 0 0,0 0-1 0 0,0 0 1 0 0,0 0-1 0 0,0 0 1 0 0,-1 0 0 0 0,1 0-1 0 0,-1 1 1 0 0,3 2-1 0 0,-3-1 49 0 0,0 0 0 0 0,0-1 0 0 0,0 1 0 0 0,0 0-1 0 0,0 0 1 0 0,-1 0 0 0 0,0 0 0 0 0,0 0 0 0 0,0 1 0 0 0,0-1 0 0 0,-1 0-1 0 0,0 0 1 0 0,1 1 0 0 0,-2-1 0 0 0,1 0 0 0 0,0 0 0 0 0,-2 8 0 0 0,-3 4 153 0 0,0 1 1 0 0,-1-1-1 0 0,0 0 1 0 0,-1 0-1 0 0,-15 23 1 0 0,-54 66 1070 0 0,19-30-397 0 0,38-51-662 0 0,18-23-193 0 0,1 0-42 0 0,0-1 1 0 0,0 1 0 0 0,0-1-1 0 0,0 0 1 0 0,0 1 0 0 0,0-1-1 0 0,0 0 1 0 0,0 1-1 0 0,1-1 1 0 0,-1 0 0 0 0,0 1-1 0 0,0-1 1 0 0,0 0 0 0 0,1 0-1 0 0,-1 1 1 0 0,0-1 0 0 0,0 0-1 0 0,1 0 1 0 0,-1 1 0 0 0,0-1-1 0 0,1 0 1 0 0,-1 0 0 0 0,0 0-1 0 0,0 0 1 0 0,1 1-1 0 0,-1-1 1 0 0,1 0 0 0 0,-1 0-1 0 0,0 0 1 0 0,1 0 0 0 0,-1 0-1 0 0,0 0 1 0 0,1 0 0 0 0,322-111 103 0 0,-143 43-66 0 0,-170 64-141 0 0,10-2 194 0 0,34-18 0 0 0,-22 2-2026 0 0,-28 18 844 0 0,0 0 0 0 0,0-1 0 0 0,0 1 0 0 0,5-10 0 0 0,9-13-5367 0 0,-8 12 921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2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65 1444 0 0,'-94'-11'11795'0'0,"92"10"-11366"0"0,-1 1-70 0 0,-7-3-91 0 0,7 3 158 0 0,20-5 2 0 0,43-8-509 0 0,0 3 1 0 0,67-3-1 0 0,-20 6-8156 0 0,-93 5 3971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2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63 2212 0 0,'-48'36'7434'0'0,"46"-34"-6786"0"0,2 0 212 0 0,0-2-832 0 0,0 1 0 0 0,0-1 1 0 0,0 0-1 0 0,0 1 0 0 0,0-1 0 0 0,0 0 0 0 0,0 1 0 0 0,0-1 0 0 0,0 0 0 0 0,0 1 0 0 0,0-1 0 0 0,0 0 0 0 0,0 1 0 0 0,0-1 0 0 0,0 0 1 0 0,0 0-1 0 0,0 1 0 0 0,0-1 0 0 0,0 0 0 0 0,0 1 0 0 0,1-1 0 0 0,-1 0 0 0 0,0 0 0 0 0,0 1 0 0 0,0-1 0 0 0,1 0 0 0 0,-1 1 0 0 0,6 0 122 0 0,0 1-1 0 0,1-1 1 0 0,-1 0-1 0 0,0 0 1 0 0,0-1-1 0 0,1 0 1 0 0,-1 0 0 0 0,12-2-1 0 0,58-11 81 0 0,-58 9-175 0 0,192-42-2681 0 0,-68 12-2178 0 0,-62 16 1067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3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97 452 0 0,'-12'-33'5809'0'0,"-12"-30"3960"0"0,25 67-9625 0 0,0 0 0 0 0,1 0 1 0 0,0 0-1 0 0,0 0 0 0 0,3 6 0 0 0,0-1 89 0 0,4 12-28 0 0,1 0 0 0 0,1-1 0 0 0,1 0 0 0 0,19 23 1 0 0,-27-38-182 0 0,1 1 1 0 0,1-1-1 0 0,-1 0 1 0 0,1 0-1 0 0,0-1 1 0 0,0 0-1 0 0,0 0 1 0 0,0 0-1 0 0,1-1 1 0 0,0 0-1 0 0,-1 0 1 0 0,1 0-1 0 0,0-1 1 0 0,1 0-1 0 0,-1-1 1 0 0,0 0 0 0 0,11 1-1 0 0,-11-2-6 0 0,1 0 1 0 0,0-1-1 0 0,0 1 1 0 0,-1-2-1 0 0,1 1 0 0 0,-1-1 1 0 0,1 0-1 0 0,-1-1 0 0 0,0 0 1 0 0,0 0-1 0 0,0 0 1 0 0,0-1-1 0 0,11-8 0 0 0,-10 6 46 0 0,-1-1-1 0 0,1 1 1 0 0,-2-1 0 0 0,1-1-1 0 0,-1 1 1 0 0,0-1-1 0 0,0 0 1 0 0,-1 0 0 0 0,0-1-1 0 0,5-13 1 0 0,1 2 278 0 0,-9 31-156 0 0,-9 31 74 0 0,-15 63 706 0 0,-19 70 846 0 0,33-150-1294 0 0,-1 0 0 0 0,-1-1 0 0 0,0 0 0 0 0,-26 40 0 0 0,30-55-458 0 0,0 0 0 0 0,0-1 0 0 0,-1 0 0 0 0,0 0 0 0 0,-1 0 0 0 0,0-1 0 0 0,0 0 0 0 0,0 0 0 0 0,-1-1 0 0 0,0 0-1 0 0,0-1 1 0 0,-1 0 0 0 0,1 0 0 0 0,-1-1 0 0 0,0 0 0 0 0,0-1 0 0 0,-1 0 0 0 0,1-1 0 0 0,-1 0 0 0 0,1 0 0 0 0,-1-1 0 0 0,0-1-1 0 0,0 0 1 0 0,1 0 0 0 0,-1-1 0 0 0,0 0 0 0 0,1-1 0 0 0,-1 0 0 0 0,-16-7 0 0 0,23 8-443 0 0,0-1 0 0 0,0 1 0 0 0,1-1 0 0 0,-1 0 0 0 0,1 0 0 0 0,-5-4 0 0 0,-3-7-3865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3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79 1836 0 0,'-16'10'4693'0'0,"-28"20"1639"0"0,44-30-6297 0 0,0 0 0 0 0,0 0 0 0 0,0 0-1 0 0,1 0 1 0 0,-1 0 0 0 0,0 0 0 0 0,0 0-1 0 0,0 0 1 0 0,1 0 0 0 0,-1 0 0 0 0,0 1 0 0 0,0-1-1 0 0,0 0 1 0 0,0 0 0 0 0,0 0 0 0 0,1 0-1 0 0,-1 0 1 0 0,0 0 0 0 0,0 1 0 0 0,0-1 0 0 0,0 0-1 0 0,0 0 1 0 0,0 0 0 0 0,1 0 0 0 0,-1 1 0 0 0,0-1-1 0 0,0 0 1 0 0,0 0 0 0 0,0 0 0 0 0,0 1-1 0 0,0-1 1 0 0,0 0 0 0 0,0 0 0 0 0,0 1 0 0 0,0-1-5 0 0,0 0 0 0 0,0 1 1 0 0,0-1-1 0 0,0 0 1 0 0,1 1-1 0 0,-1-1 0 0 0,0 0 1 0 0,0 1-1 0 0,0-1 1 0 0,0 0-1 0 0,1 1 0 0 0,-1-1 1 0 0,0 0-1 0 0,0 0 1 0 0,0 1-1 0 0,1-1 0 0 0,-1 0 1 0 0,0 0-1 0 0,1 1 1 0 0,-1-1-1 0 0,0 0 0 0 0,1 0 1 0 0,-1 0-1 0 0,0 1 1 0 0,1-1-1 0 0,-1 0 0 0 0,0 0 1 0 0,1 0-1 0 0,-1 0 1 0 0,0 0-1 0 0,1 0 0 0 0,-1 0 1 0 0,0 0-1 0 0,1 0 1 0 0,-1 0-1 0 0,1 0 0 0 0,66-4 940 0 0,0-3-1 0 0,101-24 1 0 0,-52 8-709 0 0,211-27-294 0 0,-187 36-3264 0 0,-134 14 2745 0 0,25-1-1032 0 0,-7 5-4386 0 0,-7 0 1437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3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1 316 0 0,'-148'46'16684'0'0,"249"-53"-14211"0"0,-84 8-2318 0 0,0 0 1 0 0,-1 1-1 0 0,1 1 0 0 0,0 0 0 0 0,30 12 1 0 0,-43-14-119 0 0,0 1 0 0 0,0 0 1 0 0,0 0-1 0 0,0 0 1 0 0,0 0-1 0 0,0 1 0 0 0,0 0 1 0 0,-1 0-1 0 0,1 0 0 0 0,-1 0 1 0 0,0 0-1 0 0,0 1 0 0 0,0-1 1 0 0,-1 1-1 0 0,1 0 0 0 0,-1 0 1 0 0,0 0-1 0 0,0 0 0 0 0,0 0 1 0 0,0 0-1 0 0,-1 1 1 0 0,0-1-1 0 0,0 1 0 0 0,0-1 1 0 0,0 1-1 0 0,-1 7 0 0 0,-1 0 79 0 0,0 0 0 0 0,-1 0 1 0 0,0 0-1 0 0,-1-1 0 0 0,-1 1 0 0 0,0-1 0 0 0,0 0 0 0 0,-1 0 0 0 0,-1 0 0 0 0,0-1 0 0 0,0 0 0 0 0,-1 0 0 0 0,0 0 0 0 0,-16 15 1 0 0,-7 5 466 0 0,-1-1 0 0 0,-63 44 0 0 0,55-44-58 0 0,-82 55 1691 0 0,121-84-2208 0 0,0 0 1 0 0,0 0-1 0 0,0 0 0 0 0,0 0 0 0 0,0 0 1 0 0,0 0-1 0 0,0 0 0 0 0,0 0 0 0 0,1 0 1 0 0,-1 0-1 0 0,0 0 0 0 0,0 0 0 0 0,0 0 1 0 0,0 0-1 0 0,0 0 0 0 0,0 0 0 0 0,0 0 1 0 0,0 0-1 0 0,0 0 0 0 0,0 0 0 0 0,0 0 1 0 0,0 1-1 0 0,0-1 0 0 0,0 0 0 0 0,1 0 1 0 0,-1 0-1 0 0,0 0 0 0 0,0 0 0 0 0,0 0 1 0 0,0 0-1 0 0,0 0 0 0 0,0 0 0 0 0,0 0 1 0 0,0 0-1 0 0,0 0 0 0 0,0 0 0 0 0,0 0 0 0 0,0 1 1 0 0,0-1-1 0 0,0 0 0 0 0,0 0 0 0 0,0 0 1 0 0,0 0-1 0 0,0 0 0 0 0,0 0 0 0 0,15-2 81 0 0,20-6-48 0 0,461-124 139 0 0,-378 103-147 0 0,-87 22-7 0 0,-5 1 218 0 0,36-13 1 0 0,-60 18-204 0 0,7-8-208 0 0,-9 7-45 0 0,-1-5-1130 0 0,1 1-1 0 0,1-1 1 0 0,-1 0-1 0 0,1 1 0 0 0,1-1 1 0 0,-1 1-1 0 0,4-9 1 0 0,10-18-6414 0 0,-5 13 112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4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131 162 556 0 0,'-127'-88'16808'0'0,"125"87"-16511"0"0,2 0-268 0 0,-1 1-1 0 0,1 0 1 0 0,0 0 0 0 0,0 0-1 0 0,0 0 1 0 0,0-1 0 0 0,0 1-1 0 0,0 0 1 0 0,0 0 0 0 0,-1 0 0 0 0,1 0-1 0 0,0-1 1 0 0,0 1 0 0 0,0 0-1 0 0,0 0 1 0 0,0 0 0 0 0,0-1-1 0 0,0 1 1 0 0,0 0 0 0 0,0 0-1 0 0,0 0 1 0 0,0-1 0 0 0,0 1-1 0 0,0 0 1 0 0,0 0 0 0 0,0 0 0 0 0,0-1-1 0 0,0 1 1 0 0,0 0 0 0 0,1 0-1 0 0,-1 0 1 0 0,0 0 0 0 0,0-1-1 0 0,0 1 1 0 0,0 0 0 0 0,0 0-1 0 0,0 0 1 0 0,0 0 0 0 0,1 0-1 0 0,-1-1 1 0 0,0 1 0 0 0,0 0 0 0 0,1 0-1 0 0,12-7 614 0 0,24-1-235 0 0,-30 6-260 0 0,76-16-657 0 0,118-11 1 0 0,-163 29-2282 0 0,-36 1 2227 0 0,0-1 0 0 0,0 1 0 0 0,-1 0 0 0 0,1-1-1 0 0,0 1 1 0 0,0 0 0 0 0,0 0 0 0 0,-1 0 0 0 0,1 0 0 0 0,0 0 0 0 0,-1 1 0 0 0,1-1 0 0 0,-1 0 0 0 0,2 2 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5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90 872 0 0,'-106'61'15164'0'0,"108"-58"-14093"0"0,-2-2-1050 0 0,0-1 1 0 0,0 0-1 0 0,0 0 1 0 0,0 1-1 0 0,0-1 1 0 0,0 0-1 0 0,0 0 1 0 0,0 1-1 0 0,0-1 1 0 0,0 0-1 0 0,0 0 1 0 0,0 0-1 0 0,0 1 1 0 0,1-1-1 0 0,-1 0 1 0 0,0 0-1 0 0,0 0 1 0 0,0 1-1 0 0,0-1 1 0 0,1 0-1 0 0,-1 0 1 0 0,0 0-1 0 0,0 0 1 0 0,0 1-1 0 0,1-1 1 0 0,-1 0-1 0 0,0 0 1 0 0,0 0 0 0 0,1 0-1 0 0,-1 0 1 0 0,0 0-1 0 0,0 0 1 0 0,0 0-1 0 0,1 0 1 0 0,-1 0-1 0 0,0 0 1 0 0,0 0-1 0 0,1 0 1 0 0,29 0 332 0 0,-1-1 0 0 0,1-2 0 0 0,-1-1 0 0 0,35-10 0 0 0,-17 5-220 0 0,190-44-1955 0 0,-79 13-3046 0 0,-79 19 272 0 0,-21 6-1568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6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1 432 0 0,'-13'63'3138'0'0,"10"-44"-1432"0"0,-8 28-1 0 0,7-25 1283 0 0,-1 4 5675 0 0,-3-33-5465 0 0,-40-95 6896 0 0,47 101-9889 0 0,-7-20 433 0 0,4 16-638 0 0,0 13 0 0 0,1 15 0 0 0,2 0 0 0 0,2 37 0 0 0,-1 14 0 0 0,-2-36 3 0 0,-6 372-166 0 0,8-402-916 0 0,4 28-2634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6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46 496 0 0,'-130'-44'15577'0'0,"127"43"-15203"0"0,-6 0 648 0 0,29 3-669 0 0,58 7 31 0 0,141 0 1 0 0,-81-6-324 0 0,-108-2-9 0 0,-21-2-11 0 0,-1 1 0 0 0,1 1-1 0 0,10 2 1 0 0,-18-4-40 0 0,-1 1 0 0 0,0 1 1 0 0,1-1-1 0 0,-1 0 0 0 0,0 0 0 0 0,0 0 0 0 0,1 0 1 0 0,-1 0-1 0 0,0 0 0 0 0,0 0 0 0 0,1 0 0 0 0,-1 0 0 0 0,0 0 1 0 0,0 1-1 0 0,1-1 0 0 0,-1 0 0 0 0,0 0 0 0 0,0 0 1 0 0,0 0-1 0 0,1 1 0 0 0,-1-1 0 0 0,0 0 0 0 0,0 0 1 0 0,0 0-1 0 0,0 1 0 0 0,1-1 0 0 0,-1 0 0 0 0,0 0 0 0 0,0 1 1 0 0,0-1-1 0 0,0 0 0 0 0,0 1 0 0 0,0-1 0 0 0,0 0 1 0 0,0 0-1 0 0,0 1 0 0 0,0-1 0 0 0,0 0 0 0 0,0 0 1 0 0,0 1-1 0 0,0-1 0 0 0,0 0 0 0 0,0 1 0 0 0,0-1 0 0 0,0 0 1 0 0,0 1-1 0 0,-7 8 24 0 0,7-9-24 0 0,-9 10 1 0 0,-1-2 1 0 0,0 1-1 0 0,-1-2 0 0 0,0 1 1 0 0,-20 10-1 0 0,-3 2 18 0 0,-117 74 623 0 0,62-41 358 0 0,-118 94-1 0 0,204-145-916 0 0,-1 1-1 0 0,1-1 0 0 0,0 1 0 0 0,0 0 1 0 0,1 0-1 0 0,-1 0 0 0 0,1 1 0 0 0,-1-1 1 0 0,1 1-1 0 0,0-1 0 0 0,0 1 0 0 0,0 0 1 0 0,1-1-1 0 0,-2 7 0 0 0,3-9-23 0 0,0 0 0 0 0,0 0 0 0 0,0 0 0 0 0,0 0 0 0 0,1 0 0 0 0,-1 0 0 0 0,0-1 0 0 0,0 1 0 0 0,1 0 0 0 0,-1 0 0 0 0,1 0 0 0 0,-1 0 0 0 0,1-1 0 0 0,-1 1 0 0 0,1 0 0 0 0,-1-1 0 0 0,1 1 0 0 0,0 0 0 0 0,0-1 0 0 0,-1 1 0 0 0,1-1 0 0 0,0 1 0 0 0,0-1 0 0 0,1 1 0 0 0,19 8 638 0 0,-4-6-479 0 0,1 0-1 0 0,-1-2 0 0 0,1 0 1 0 0,-1-1-1 0 0,19-2 0 0 0,89-16 90 0 0,-122 18-295 0 0,330-57-488 0 0,-110 22-8267 0 0,-173 30-638 0 0</inkml:trace>
  <inkml:trace contextRef="#ctx0" brushRef="#br0" timeOffset="1">280 805 2736 0 0,'-107'32'5116'0'0,"-66"22"5787"0"0,175-53-10824 0 0,-1-1 0 0 0,1 0-1 0 0,-1 0 1 0 0,1 0 0 0 0,-1 0 0 0 0,1 0-1 0 0,-1 0 1 0 0,1-1 0 0 0,-1 1 0 0 0,1 0-1 0 0,-1-1 1 0 0,3 0 0 0 0,1 0 91 0 0,319-60 2150 0 0,157-24-1742 0 0,-380 71-705 0 0,40-7-1944 0 0,-49 6-6174 0 0,-81 12 4152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7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1836 0 0,'0'0'1332'0'0,"14"5"2963"0"0,-5 4-2683 0 0,-6-7-1148 0 0,0 1 1 0 0,0 0-1 0 0,0-1 0 0 0,1 1 1 0 0,-1-1-1 0 0,0 0 1 0 0,1 0-1 0 0,0 0 0 0 0,-1-1 1 0 0,1 1-1 0 0,0-1 0 0 0,0 0 1 0 0,5 1-1 0 0,29 1-94 0 0,1-2 0 0 0,0-2 0 0 0,40-5 0 0 0,47-2-2202 0 0,-61 11-1346 0 0,-24 1-2080 0 0,-24 0 874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8:58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56 2212 0 0,'-58'26'6609'0'0,"35"-17"-4412"0"0,21-8-1693 0 0,33-10 560 0 0,160-36-1367 0 0,-62 21-4746 0 0,-64 11 219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1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1 116 804 0 0,'12'-42'6223'0'0,"-1"-2"-3733"0"0,-10 43-2389 0 0,-1-2-82 0 0,0 1 0 0 0,0 0 0 0 0,1 0 1 0 0,-1-1-1 0 0,1 1 0 0 0,0 0 0 0 0,-1 0 1 0 0,1 0-1 0 0,0 0 0 0 0,1-2 1 0 0,0 3-32 0 0,-2 1 1 0 0,0 0 0 0 0,1 0 0 0 0,-1 0 0 0 0,0 0 1 0 0,0 0-1 0 0,0-1 0 0 0,1 1 0 0 0,-1 0 1 0 0,0 0-1 0 0,0 0 0 0 0,1 0 0 0 0,-1 0 1 0 0,0 0-1 0 0,0 0 0 0 0,1 0 0 0 0,-1 0 1 0 0,0 0-1 0 0,0 0 0 0 0,1 0 0 0 0,-1 0 1 0 0,0 0-1 0 0,0 0 0 0 0,1 0 0 0 0,-1 0 0 0 0,0 0 1 0 0,0 1-1 0 0,0-1 0 0 0,1 0 0 0 0,-1 0 1 0 0,0 0-1 0 0,0 0 0 0 0,0 0 0 0 0,1 0 1 0 0,-1 1-1 0 0,0-1 0 0 0,0 0 0 0 0,0 0 1 0 0,0 0-1 0 0,1 1 0 0 0,-1-1 0 0 0,0 0 1 0 0,0 0-1 0 0,0 1 0 0 0,0-1 0 0 0,0 0 1 0 0,0 0-1 0 0,0 0 0 0 0,0 1 0 0 0,0-1 0 0 0,0 0 1 0 0,0 0-1 0 0,0 1 0 0 0,0-1 0 0 0,0 0 1 0 0,0 0-1 0 0,0 1 0 0 0,0-1 0 0 0,0 0 1 0 0,0 0-1 0 0,0 1 0 0 0,0-1 0 0 0,0 0 1 0 0,-1 1-1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2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64 464 0 0,'9'-31'9238'0'0,"-8"14"-7336"0"0,-1 17-1837 0 0,1-1 0 0 0,-1 1-1 0 0,0-1 1 0 0,0 1 0 0 0,0-1 0 0 0,0 1 0 0 0,0-1-1 0 0,0 1 1 0 0,0-1 0 0 0,0 1 0 0 0,0-1 0 0 0,0 1-1 0 0,0-1 1 0 0,-1 1 0 0 0,1-1 0 0 0,0 1 0 0 0,0-1-1 0 0,0 1 1 0 0,-1-1 0 0 0,1 1 0 0 0,0-1 0 0 0,0 1-1 0 0,-1-1 1 0 0,1 1 0 0 0,0 0 0 0 0,-1-1 0 0 0,1 1-1 0 0,-1-1 1 0 0,1 1 0 0 0,-1 0 0 0 0,1 0 0 0 0,0-1-1 0 0,-2 1 1 0 0,-10 2-8 0 0,-1 1 0 0 0,1 0 0 0 0,-1 1 0 0 0,1 0 0 0 0,0 1 0 0 0,-21 12 0 0 0,-69 48 64 0 0,102-65-121 0 0,-30 19 34 0 0,1 2 1 0 0,1 1-1 0 0,-36 38 0 0 0,63-59-29 0 0,0-1-1 0 0,1 1 1 0 0,-1 0 0 0 0,0-1 0 0 0,1 1-1 0 0,-1 0 1 0 0,1 0 0 0 0,-1 0 0 0 0,1 0-1 0 0,-1 0 1 0 0,1 0 0 0 0,-1 0 0 0 0,1 0-1 0 0,0-1 1 0 0,0 1 0 0 0,-1 0-1 0 0,1 1 1 0 0,0-1 0 0 0,0 0 0 0 0,0 0-1 0 0,0 0 1 0 0,0 0 0 0 0,0 0 0 0 0,1 1-1 0 0,-1-1 12 0 0,1 0 0 0 0,0 0 0 0 0,0 0 1 0 0,0 0-1 0 0,-1 0 0 0 0,1 0 0 0 0,0 0 0 0 0,0 0 0 0 0,0-1 0 0 0,1 1 0 0 0,-1 0 0 0 0,0-1 0 0 0,0 1 0 0 0,0 0 0 0 0,0-1 0 0 0,2 1 0 0 0,7 2 114 0 0,1-1 0 0 0,-1 0-1 0 0,19 2 1 0 0,-22-4-99 0 0,23 4 198 0 0,-1 0 1 0 0,0 2 0 0 0,36 12-1 0 0,-48-12-69 0 0,-1 1 0 0 0,0 1-1 0 0,0 0 1 0 0,-1 1 0 0 0,0 0-1 0 0,25 21 1 0 0,-35-25-42 0 0,1-1-1 0 0,-1 1 1 0 0,0 1-1 0 0,-1-1 1 0 0,1 1-1 0 0,-1 0 1 0 0,0 0 0 0 0,-1 0-1 0 0,0 0 1 0 0,4 9-1 0 0,-6-13-41 0 0,-1 1-1 0 0,1-1 0 0 0,-1 1 0 0 0,1 0 0 0 0,-1-1 0 0 0,0 1 1 0 0,0-1-1 0 0,0 1 0 0 0,-1 0 0 0 0,1-1 0 0 0,0 1 0 0 0,-1-1 1 0 0,0 1-1 0 0,1-1 0 0 0,-1 1 0 0 0,0-1 0 0 0,-1 0 0 0 0,1 1 1 0 0,0-1-1 0 0,0 0 0 0 0,-1 0 0 0 0,0 0 0 0 0,1 0 0 0 0,-1 0 1 0 0,0 0-1 0 0,0 0 0 0 0,0-1 0 0 0,0 1 0 0 0,0-1 0 0 0,-4 3 1 0 0,-2 0 48 0 0,-1 1 0 0 0,0-2 1 0 0,1 1-1 0 0,-1-1 0 0 0,0-1 1 0 0,-1 0-1 0 0,1 0 0 0 0,0 0 1 0 0,-1-2-1 0 0,1 1 0 0 0,0-1 1 0 0,-1 0-1 0 0,1-1 0 0 0,-12-2 1 0 0,-15-4 10 0 0,0-1 0 0 0,-43-17 1 0 0,71 23-115 0 0,2 0-336 0 0,1 0 0 0 0,-1 0 0 0 0,1-1-1 0 0,0 1 1 0 0,0-1 0 0 0,-9-7 0 0 0,14 10 229 0 0,0 0 0 0 0,0-1-1 0 0,0 1 1 0 0,-1 0 0 0 0,1-1 0 0 0,0 1-1 0 0,0-1 1 0 0,0 1 0 0 0,0-1 0 0 0,0 1-1 0 0,0 0 1 0 0,0-1 0 0 0,0 1 0 0 0,0-1-1 0 0,0 1 1 0 0,0-1 0 0 0,0 1 0 0 0,0 0-1 0 0,0-1 1 0 0,0 1 0 0 0,0-1-1 0 0,0 1 1 0 0,1 0 0 0 0,-1-1 0 0 0,0 1-1 0 0,0-1 1 0 0,0 1 0 0 0,1 0 0 0 0,-1-1-1 0 0,0 1 1 0 0,0 0 0 0 0,1-1 0 0 0,-1 1-1 0 0,0 0 1 0 0,1 0 0 0 0,-1-1 0 0 0,1 1-1 0 0,0 0 1 0 0,12-11-2230 0 0,18-5-4360 0 0,-14 6 285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2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90 2156 0 0,'3'-7'781'0'0,"6"-10"2306"0"0,-2 1-1 0 0,12-34 0 0 0,-41 70-1095 0 0,-15 30-821 0 0,2 2-1 0 0,-50 97 0 0 0,-31 120-371 0 0,84-180-607 0 0,-21 97-1 0 0,42-137-133 0 0,2 0 0 0 0,3 1 0 0 0,-1 85 0 0 0,8-116-112 0 0,0 1-1 0 0,1-1 1 0 0,1 1 0 0 0,1-1 0 0 0,1 0 0 0 0,0-1 0 0 0,12 27 0 0 0,-12-36-325 0 0,-1-1 0 0 0,1 1 0 0 0,0-1 0 0 0,1-1 0 0 0,0 1 0 0 0,0-1 0 0 0,10 9-1 0 0,-10-11-342 0 0,0-1 0 0 0,1 1-1 0 0,-1-1 1 0 0,1 0 0 0 0,0-1-1 0 0,-1 0 1 0 0,2 0-1 0 0,-1 0 1 0 0,0-1 0 0 0,9 2-1 0 0,16-1-4535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3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483 133 2052 0 0,'0'-8'923'0'0,"1"1"1"0"0,-1 0-1 0 0,0 0 0 0 0,-1-1 0 0 0,0 1 0 0 0,0 0 0 0 0,0 0 1 0 0,-1 0-1 0 0,0 0 0 0 0,-5-10 0 0 0,5 14-736 0 0,1 0 1 0 0,-1 0-1 0 0,0 0 0 0 0,0 0 1 0 0,-1 1-1 0 0,1-1 0 0 0,0 1 1 0 0,-1 0-1 0 0,0-1 0 0 0,1 1 1 0 0,-1 1-1 0 0,0-1 0 0 0,0 0 1 0 0,0 0-1 0 0,0 1 0 0 0,0 0 1 0 0,0 0-1 0 0,-1 0 0 0 0,1 0 1 0 0,0 0-1 0 0,-1 1 0 0 0,1-1 1 0 0,0 1-1 0 0,-6 0 0 0 0,-10 1-32 0 0,1 2-1 0 0,0 0 0 0 0,0 0 1 0 0,0 2-1 0 0,0 0 0 0 0,1 2 1 0 0,0-1-1 0 0,0 2 1 0 0,1 0-1 0 0,0 1 0 0 0,0 1 1 0 0,-21 18-1 0 0,34-26-142 0 0,0 1-1 0 0,0 0 1 0 0,0 0 0 0 0,0 0 0 0 0,1 0-1 0 0,-1 0 1 0 0,1 1 0 0 0,0-1-1 0 0,0 0 1 0 0,0 1 0 0 0,0 0-1 0 0,1 0 1 0 0,-2 4 0 0 0,3-6 3 0 0,-1 1-1 0 0,1-1 1 0 0,0 1 0 0 0,0 0 0 0 0,0-1 0 0 0,0 1 0 0 0,0-1-1 0 0,1 1 1 0 0,-1 0 0 0 0,1-1 0 0 0,0 1 0 0 0,-1-1 0 0 0,1 0-1 0 0,0 1 1 0 0,1-1 0 0 0,-1 0 0 0 0,0 1 0 0 0,1-1 0 0 0,-1 0-1 0 0,1 0 1 0 0,2 2 0 0 0,9 8 44 0 0,1 0 1 0 0,0-2-1 0 0,1 1 0 0 0,0-2 0 0 0,1 0 0 0 0,19 8 1 0 0,36 22 124 0 0,-50-26-82 0 0,-1 0-14 0 0,27 21 1 0 0,-43-30 27 0 0,1-1 0 0 0,-1 1 1 0 0,0 1-1 0 0,0-1 0 0 0,-1 0 0 0 0,1 1 0 0 0,-1 0 0 0 0,0 0 0 0 0,0 0 0 0 0,-1 0 1 0 0,3 8-1 0 0,-4-11-33 0 0,-1 1 0 0 0,1-1 0 0 0,-1 0 0 0 0,0 0 0 0 0,0 0 0 0 0,0 1 0 0 0,0-1 1 0 0,0 0-1 0 0,0 0 0 0 0,-1 0 0 0 0,1 0 0 0 0,-1 1 0 0 0,1-1 0 0 0,-1 0 0 0 0,0 0 1 0 0,0 0-1 0 0,-2 3 0 0 0,1-2 29 0 0,-1 1 1 0 0,0-1-1 0 0,0 0 1 0 0,0 0-1 0 0,0 0 1 0 0,0 0-1 0 0,-1 0 1 0 0,-5 2-1 0 0,-1 1 69 0 0,0-1 0 0 0,-1-1 0 0 0,0 1 0 0 0,1-2 0 0 0,-1 0 0 0 0,-12 2 0 0 0,6-3-109 0 0,1-1 0 0 0,-1-1 0 0 0,0-1 1 0 0,0 0-1 0 0,0-1 0 0 0,0-1 0 0 0,1-1 0 0 0,0 0 0 0 0,-1-1 0 0 0,1 0 0 0 0,1-2 0 0 0,-1 0 0 0 0,1 0 0 0 0,1-2 0 0 0,-1 0 0 0 0,-20-17 0 0 0,30 22-277 0 0,1 0-1 0 0,-1-1 0 0 0,1 0 1 0 0,0 1-1 0 0,1-2 1 0 0,-1 1-1 0 0,-5-11 0 0 0,9 15 25 0 0,0 0 0 0 0,-1 0 0 0 0,1 0 0 0 0,0 0 0 0 0,0 0 0 0 0,0-1 0 0 0,0 1 0 0 0,0 0 0 0 0,0 0 0 0 0,0 0 0 0 0,1 0 0 0 0,-1 0 0 0 0,0 0 0 0 0,1-1 0 0 0,-1 1 1 0 0,0 0-1 0 0,1 0 0 0 0,0 0 0 0 0,-1 0 0 0 0,1 0 0 0 0,-1 0 0 0 0,1 0 0 0 0,0 1 0 0 0,0-1 0 0 0,0 0 0 0 0,-1 0 0 0 0,1 0 0 0 0,2 0 0 0 0,-1-1-326 0 0,0 0 1 0 0,0 1-1 0 0,0-1 0 0 0,1 1 1 0 0,-1 0-1 0 0,0 0 1 0 0,1 0-1 0 0,-1 0 1 0 0,1 0-1 0 0,-1 0 1 0 0,1 1-1 0 0,4-1 1 0 0,34-1-5474 0 0,-23 2 1183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4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294 132 1604 0 0,'7'-12'2409'0'0,"14"-30"4010"0"0,-20 39-5968 0 0,0 0 0 0 0,-1 0 0 0 0,1 0 0 0 0,-1-1 0 0 0,1 1 0 0 0,-1 0 0 0 0,0 0 0 0 0,0-1 0 0 0,0 1 0 0 0,-1 0 1 0 0,1 0-1 0 0,-1-1 0 0 0,-1-2 0 0 0,2 4-345 0 0,-1 1-1 0 0,1-1 1 0 0,-1 0 0 0 0,0 1 0 0 0,0-1 0 0 0,0 1 0 0 0,0-1-1 0 0,0 1 1 0 0,0 0 0 0 0,0-1 0 0 0,0 1 0 0 0,-1 0-1 0 0,1 0 1 0 0,-1 0 0 0 0,1 0 0 0 0,0 0 0 0 0,-1 0-1 0 0,0 0 1 0 0,1 0 0 0 0,-3 0 0 0 0,1 0-57 0 0,0 0 0 0 0,0 1 0 0 0,0 0 0 0 0,0-1 0 0 0,0 1 0 0 0,-1 0-1 0 0,1 1 1 0 0,0-1 0 0 0,0 1 0 0 0,0-1 0 0 0,0 1 0 0 0,-5 2 0 0 0,-5 3 23 0 0,0 0-1 0 0,0 1 0 0 0,1 0 1 0 0,0 1-1 0 0,0 1 1 0 0,1 0-1 0 0,-15 14 0 0 0,8-4-5 0 0,1 0-1 0 0,1 1 0 0 0,-18 28 0 0 0,24-32-16 0 0,1 1-1 0 0,-14 32 1 0 0,21-43-35 0 0,0-1 0 0 0,0 1 0 0 0,1 0 0 0 0,-1-1 0 0 0,1 1 0 0 0,1 0-1 0 0,-1 0 1 0 0,1 0 0 0 0,0-1 0 0 0,0 1 0 0 0,1 0 0 0 0,0 0 0 0 0,2 9 0 0 0,-1-12-8 0 0,-1 1 1 0 0,1 0-1 0 0,1-1 1 0 0,-1 0-1 0 0,0 0 1 0 0,1 1-1 0 0,0-1 1 0 0,-1-1-1 0 0,1 1 1 0 0,0 0-1 0 0,1-1 1 0 0,-1 1-1 0 0,0-1 1 0 0,1 0-1 0 0,-1 0 1 0 0,1-1-1 0 0,0 1 1 0 0,-1-1-1 0 0,1 1 1 0 0,0-1-1 0 0,0 0 1 0 0,0-1-1 0 0,0 1 1 0 0,0-1-1 0 0,5 1 1 0 0,1-1 9 0 0,0 0 0 0 0,1 0 0 0 0,-1-1 0 0 0,0 0 0 0 0,0-1 0 0 0,0 0 0 0 0,0-1 0 0 0,18-6 0 0 0,-15 2-19 0 0,0 1 0 0 0,-1-2 0 0 0,1 0 0 0 0,-1 0-1 0 0,-1-1 1 0 0,0 0 0 0 0,0-1 0 0 0,-1-1 0 0 0,0 0-1 0 0,16-23 1 0 0,-13 14-2 0 0,-2-1 0 0 0,0 0-1 0 0,-2-1 1 0 0,0 0 0 0 0,-1 0 0 0 0,5-25-1 0 0,-2-7-180 0 0,-10 52 148 0 0,-11 9-50 0 0,7-3 90 0 0,-1 1 1 0 0,1-1-1 0 0,0 1 1 0 0,0 0 0 0 0,1 0-1 0 0,-1 0 1 0 0,1 0-1 0 0,-2 5 1 0 0,-10 46 39 0 0,12-48-39 0 0,-1 4 29 0 0,1 0 0 0 0,0 0 1 0 0,1 0-1 0 0,0 0 1 0 0,0 0-1 0 0,2 0 0 0 0,0 0 1 0 0,3 17-1 0 0,-3-24-12 0 0,1 1 1 0 0,-1-1-1 0 0,1-1 0 0 0,0 1 0 0 0,1 0 1 0 0,-1 0-1 0 0,1-1 0 0 0,0 1 0 0 0,0-1 0 0 0,1 0 1 0 0,-1 0-1 0 0,1 0 0 0 0,0-1 0 0 0,0 1 1 0 0,0-1-1 0 0,0 0 0 0 0,1 0 0 0 0,-1 0 1 0 0,1 0-1 0 0,0-1 0 0 0,7 3 0 0 0,0-1-2 0 0,1-1 0 0 0,0 0 0 0 0,0-1 0 0 0,0 0 0 0 0,0-1 0 0 0,0-1 0 0 0,0 0 0 0 0,0 0 0 0 0,0-2 0 0 0,0 1 0 0 0,0-2 0 0 0,22-6 0 0 0,-13 2-11 0 0,-1-1 0 0 0,0-2 0 0 0,0 0 1 0 0,0-1-1 0 0,-2 0 0 0 0,27-21 0 0 0,-28 16-6 0 0,-1 0 0 0 0,0-2 1 0 0,-1 0-1 0 0,-1-1 0 0 0,-1 0 0 0 0,0-1 0 0 0,-2 0 0 0 0,0-2 0 0 0,9-23 0 0 0,-20 43 54 0 0,0 28 179 0 0,-1-10-15 0 0,0 1-1 0 0,1-1 0 0 0,0 0 0 0 0,1 1 0 0 0,1-1 1 0 0,1 0-1 0 0,0 0 0 0 0,1 0 0 0 0,1-1 0 0 0,9 18 1 0 0,-11-26-96 0 0,0 0 0 0 0,0-1 1 0 0,0 1-1 0 0,1-1 1 0 0,0 0-1 0 0,0-1 0 0 0,1 1 1 0 0,0-1-1 0 0,0 0 1 0 0,9 5-1 0 0,-10-7-41 0 0,0 0 0 0 0,0-1 1 0 0,1 0-1 0 0,-1 0 0 0 0,1-1 0 0 0,-1 1 1 0 0,1-1-1 0 0,0 0 0 0 0,-1-1 0 0 0,1 1 0 0 0,0-1 1 0 0,0 0-1 0 0,-1-1 0 0 0,1 0 0 0 0,7-1 0 0 0,-5 0-57 0 0,0 0 0 0 0,-1-1 0 0 0,1 0 0 0 0,-1 0 0 0 0,0-1 0 0 0,0 0-1 0 0,0 0 1 0 0,0-1 0 0 0,-1 0 0 0 0,0 0 0 0 0,0 0 0 0 0,0-1-1 0 0,0 0 1 0 0,8-12 0 0 0,2-7-38 0 0,0 0 0 0 0,20-49 1 0 0,-5 11 116 0 0,-19 37-120 0 0,-11 24-27 0 0,-1 4 6 0 0,-1 9 62 0 0,0 0 0 0 0,-1 0 0 0 0,-5 19 0 0 0,-3 9 79 0 0,-23 152 435 0 0,-95 422 1639 0 0,116-572-1930 0 0,-1-1 0 0 0,-34 67 0 0 0,39-91-103 0 0,-1 0 1 0 0,-1-1-1 0 0,0-1 0 0 0,-1 0 1 0 0,-1 0-1 0 0,0-1 1 0 0,-1 0-1 0 0,0-1 0 0 0,-16 11 1 0 0,23-19-142 0 0,1-1 1 0 0,-1 0 0 0 0,0 0 0 0 0,0 0 0 0 0,0-1-1 0 0,0 0 1 0 0,-1 0 0 0 0,1 0 0 0 0,0-1 0 0 0,-1 0-1 0 0,0 0 1 0 0,1-1 0 0 0,-1 1 0 0 0,1-2-1 0 0,-10 0 1 0 0,7-1-1 0 0,0 0 0 0 0,0 0-1 0 0,0-1 1 0 0,0-1 0 0 0,1 1 0 0 0,-1-1-1 0 0,1-1 1 0 0,0 0 0 0 0,1 0 0 0 0,-10-8-1 0 0,8 6-2 0 0,0-1 1 0 0,1 0-1 0 0,0 0 0 0 0,0-1 0 0 0,1 0 0 0 0,0-1 0 0 0,1 1 0 0 0,0-2 0 0 0,0 1 0 0 0,1 0 0 0 0,1-1 0 0 0,-1 0 1 0 0,2 0-1 0 0,0 0 0 0 0,0-1 0 0 0,1 1 0 0 0,-2-23 0 0 0,5 18-227 0 0,1 0 1 0 0,0 0-1 0 0,1 0 1 0 0,1 0-1 0 0,0 0 1 0 0,2 1-1 0 0,10-25 1 0 0,-5 19-592 0 0,1 0 0 0 0,1 1 0 0 0,1 0 1 0 0,26-28-1 0 0,-6 13-591 0 0,2 2 0 0 0,1 2 1 0 0,1 1-1 0 0,67-38 0 0 0,59-25-8892 0 0,-103 57 3164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4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323 273 1192 0 0,'-81'-266'19109'0'0,"80"264"-18476"0"0,1 2-588 0 0,0 0 0 0 0,0 0 0 0 0,0-1 0 0 0,0 1 1 0 0,1 0-1 0 0,-1 0 0 0 0,0-1 0 0 0,0 1 0 0 0,0 0 0 0 0,0 0 0 0 0,0 0 1 0 0,1-1-1 0 0,-1 1 0 0 0,0 0 0 0 0,0 0 0 0 0,0 0 0 0 0,1 0 0 0 0,-1-1 1 0 0,0 1-1 0 0,0 0 0 0 0,0 0 0 0 0,1 0 0 0 0,-1 0 0 0 0,0 0 0 0 0,1 0 1 0 0,-1 0-1 0 0,0 0 0 0 0,0 0 0 0 0,1-1 0 0 0,-1 1 0 0 0,0 0 0 0 0,0 0 1 0 0,1 0-1 0 0,-1 1 0 0 0,0-1 0 0 0,0 0 0 0 0,1 0 0 0 0,-1 0 0 0 0,0 0 0 0 0,0 0 1 0 0,1 0-1 0 0,-1 0 0 0 0,0 0 0 0 0,0 0 0 0 0,1 1 0 0 0,-1-1 0 0 0,0 0 1 0 0,0 0-1 0 0,0 0 0 0 0,1 0 0 0 0,-1 1 0 0 0,0-1 0 0 0,0 0 0 0 0,0 0 1 0 0,0 1-1 0 0,0-1 0 0 0,1 1 0 0 0,12 14 936 0 0,-11-13-808 0 0,32 43 765 0 0,-2 2-1 0 0,-2 0 1 0 0,-3 3-1 0 0,36 84 1 0 0,-49-98-834 0 0,-3 1 0 0 0,0 0 1 0 0,-3 0-1 0 0,-1 1 1 0 0,-2 0-1 0 0,-1 0 0 0 0,-3 70 1 0 0,-6-53-403 0 0,-3 0 1 0 0,-2 0-1 0 0,-3-1 1 0 0,-2-1-1 0 0,-2 0 1 0 0,-3-1-1 0 0,-41 78 0 0 0,-77 100-5451 0 0,-23-18-4928 0 0,94-134 1659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4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11 6553 0 0,'-13'-10'16170'0'0,"11"10"-15880"0"0,1 1-1 0 0,-1-1 0 0 0,0 1 0 0 0,1 0 1 0 0,-1-1-1 0 0,1 1 0 0 0,-1 0 0 0 0,1 0 1 0 0,0 0-1 0 0,-1 0 0 0 0,0 2 1 0 0,-8 7-2709 0 0,0 1 0 0 0,-9 14 0 0 0,12-15 2153 0 0,-30 33-8306 0 0,13-19 876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8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120 123 1452 0 0,'-25'-23'4599'0'0,"-24"-30"1"0"0,11 11-864 0 0,38 42-3716 0 0,0 0 1 0 0,0 0 0 0 0,-1-1 0 0 0,1 1-1 0 0,0 0 1 0 0,0 0 0 0 0,0-1 0 0 0,0 1 0 0 0,0 0-1 0 0,0 0 1 0 0,0 0 0 0 0,-1 0 0 0 0,1-1-1 0 0,0 1 1 0 0,0 0 0 0 0,0 0 0 0 0,0 0-1 0 0,-1 0 1 0 0,1 0 0 0 0,0 0 0 0 0,0-1-1 0 0,0 1 1 0 0,-1 0 0 0 0,1 0 0 0 0,0 0 0 0 0,0 0-1 0 0,-1 0 1 0 0,1 0 0 0 0,0 0 0 0 0,0 0-1 0 0,0 0 1 0 0,-1 0 0 0 0,1 0 0 0 0,0 0-1 0 0,0 0 1 0 0,-1 0 0 0 0,1 0 0 0 0,0 0 0 0 0,0 0-1 0 0,0 0 1 0 0,-1 1 0 0 0,3 9 250 0 0,9 17-5 0 0,327 551 2068 0 0,-327-559-2445 0 0,36 57 35 0 0,-14-27-3227 0 0,-25-42 2094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8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90 36 0 0,'-22'-88'11582'0'0,"21"87"-11165"0"0,-1 2-43 0 0,-1 1-264 0 0,0 0 0 0 0,0 0 0 0 0,0 1 0 0 0,1-1-1 0 0,-1 1 1 0 0,1 0 0 0 0,-1-1 0 0 0,1 1 0 0 0,0 0 0 0 0,0 1-1 0 0,-2 4 1 0 0,-19 45 712 0 0,13-28-458 0 0,-313 700 2848 0 0,290-651-4470 0 0,32-72 564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9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99 2484 0 0,'0'0'9834'0'0,"-1"0"-9762"0"0,1 0-1 0 0,-1 0 1 0 0,1-1-1 0 0,-1 1 1 0 0,0 0-1 0 0,1 0 1 0 0,-1 0-1 0 0,1-1 1 0 0,-1 1-1 0 0,1 0 0 0 0,-1 0 1 0 0,1-1-1 0 0,-1 1 1 0 0,1 0-1 0 0,-1-1 1 0 0,1 1-1 0 0,-1-1 1 0 0,4-6 0 0 0,1 1 0 0 0,0 0 0 0 0,0 0 1 0 0,0 1-1 0 0,1-1 0 0 0,-1 1 0 0 0,1 0 0 0 0,1 0 1 0 0,-1 0-1 0 0,1 1 0 0 0,0-1 0 0 0,0 2 1 0 0,0-1-1 0 0,0 1 0 0 0,1-1 0 0 0,-1 2 1 0 0,1-1-1 0 0,0 1 0 0 0,0 0 0 0 0,0 0 1 0 0,0 1-1 0 0,13-1 0 0 0,-18 2-60 0 0,1 0 0 0 0,0 0 0 0 0,0 0 0 0 0,0 1 0 0 0,0-1 0 0 0,-1 1 0 0 0,1 0-1 0 0,0 0 1 0 0,0 0 0 0 0,-1 0 0 0 0,1 0 0 0 0,-1 0 0 0 0,1 1 0 0 0,-1-1 0 0 0,0 1 0 0 0,1 0 0 0 0,-1-1 0 0 0,0 1 0 0 0,0 0 0 0 0,0 0-1 0 0,0 1 1 0 0,-1-1 0 0 0,1 0 0 0 0,0 1 0 0 0,-1-1 0 0 0,0 1 0 0 0,0-1 0 0 0,1 1 0 0 0,-2 0 0 0 0,1-1 0 0 0,1 4 0 0 0,1 7 15 0 0,0 0 1 0 0,-1 0 0 0 0,0 0-1 0 0,-1 0 1 0 0,-1 14-1 0 0,-1 1-7 0 0,-2 1-1 0 0,-10 42 1 0 0,3-20 534 0 0,5-36 204 0 0,5-14-722 0 0,-1 0 0 0 0,1-1 1 0 0,0 1-1 0 0,-1-1 0 0 0,1 1 0 0 0,-1 0 0 0 0,1-1 0 0 0,0 1 0 0 0,0 0 0 0 0,-1 0 0 0 0,1-1 0 0 0,0 1 0 0 0,0 0 1 0 0,0 0-1 0 0,0-1 0 0 0,0 1 0 0 0,0 0 0 0 0,0-1 0 0 0,0 1 0 0 0,0 0 0 0 0,0 0 0 0 0,0-1 0 0 0,1 1 0 0 0,-1 0 1 0 0,0 0-1 0 0,0-1 0 0 0,1 1 0 0 0,-1 0 0 0 0,1-1 0 0 0,-1 1 0 0 0,0-1 0 0 0,1 1 0 0 0,-1 0 0 0 0,1-1 1 0 0,-1 1-1 0 0,2 0 0 0 0,0 0-10 0 0,2-3-21 0 0,1 1 1 0 0,-1 0 0 0 0,1 1 0 0 0,-1-1-1 0 0,1 1 1 0 0,0 0 0 0 0,-1 0 0 0 0,1 0-1 0 0,9 2 1 0 0,-1 1 7 0 0,1 1 0 0 0,-1 1 0 0 0,0-1-1 0 0,0 2 1 0 0,0 0 0 0 0,20 13 0 0 0,-30-17 45 0 0,0 1 1 0 0,0-1-1 0 0,0 1 0 0 0,0 0 1 0 0,0 0-1 0 0,-1 0 0 0 0,1 0 1 0 0,-1 0-1 0 0,0 0 0 0 0,0 1 1 0 0,0-1-1 0 0,0 1 0 0 0,0 0 0 0 0,-1-1 1 0 0,0 1-1 0 0,0 0 0 0 0,0 0 1 0 0,0 0-1 0 0,0 0 0 0 0,-1 0 1 0 0,0 0-1 0 0,0 0 0 0 0,0 0 1 0 0,0 0-1 0 0,0 0 0 0 0,-1 0 1 0 0,0-1-1 0 0,0 1 0 0 0,-2 6 1 0 0,-1 0 64 0 0,-1 0 0 0 0,0 0 0 0 0,0 0 0 0 0,-1-1 0 0 0,0 1 0 0 0,-1-2 0 0 0,0 1 0 0 0,0-1 0 0 0,-1 0 0 0 0,0 0 0 0 0,0-1 1 0 0,-1 0-1 0 0,0 0 0 0 0,0-1 0 0 0,-1-1 0 0 0,0 1 0 0 0,-13 4 0 0 0,6-3-41 0 0,-1-1 1 0 0,1 0-1 0 0,-1-2 1 0 0,-1 0-1 0 0,1-1 1 0 0,0 0-1 0 0,-1-2 1 0 0,0 0-1 0 0,-29-3 1 0 0,44 1-114 0 0,-1 1 0 0 0,0-1 0 0 0,1-1 0 0 0,-1 1 0 0 0,1 0 0 0 0,-1-1 0 0 0,1 0 1 0 0,0 0-1 0 0,0-1 0 0 0,-1 1 0 0 0,-4-4 0 0 0,8 4-71 0 0,0 1 0 0 0,-1 0 0 0 0,1-1 0 0 0,0 1 0 0 0,-1-1-1 0 0,1 1 1 0 0,0-1 0 0 0,0 0 0 0 0,0 1 0 0 0,0-1 0 0 0,1 0 0 0 0,-1 0 0 0 0,0 1 0 0 0,1-1 0 0 0,-1 0 0 0 0,1 0 0 0 0,0 0 0 0 0,-1 0 0 0 0,1 0 0 0 0,0 0-1 0 0,0 0 1 0 0,0 0 0 0 0,1 0 0 0 0,-1 0 0 0 0,0 0 0 0 0,1 1 0 0 0,-1-1 0 0 0,1 0 0 0 0,1-3 0 0 0,5-7-1253 0 0,0-1 0 0 0,1 1 0 0 0,1 0 0 0 0,0 1-1 0 0,0 0 1 0 0,22-20 0 0 0,-16 17-1141 0 0,12-12-3168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9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53 1316 0 0,'-6'5'12832'0'0,"23"-8"-12751"0"0,0-1 0 0 0,-1-1 0 0 0,23-10 0 0 0,7-2-1537 0 0,2 4-4797 0 0,-32 12 1894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09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91 1116 0 0,'-76'88'12593'0'0,"76"-88"-12573"0"0,1 0 0 0 0,-1 0 0 0 0,0 0 1 0 0,0 0-1 0 0,1 0 0 0 0,-1 0 1 0 0,0 0-1 0 0,0 0 0 0 0,1 0 0 0 0,-1 0 1 0 0,0 0-1 0 0,0 0 0 0 0,1 0 0 0 0,-1 0 1 0 0,0 0-1 0 0,0 0 0 0 0,1 0 1 0 0,-1 0-1 0 0,0 0 0 0 0,0 0 0 0 0,1 1 1 0 0,-1-1-1 0 0,0 0 0 0 0,0 0 1 0 0,0 0-1 0 0,1 0 0 0 0,-1 1 0 0 0,0-1 1 0 0,0 0-1 0 0,0 0 0 0 0,1 0 1 0 0,-1 1-1 0 0,0-1 0 0 0,0 0 0 0 0,0 0 1 0 0,0 1-1 0 0,0-1 0 0 0,0 0 0 0 0,0 0 1 0 0,0 1-1 0 0,0-1 0 0 0,0 0 1 0 0,0 0-1 0 0,0 1 0 0 0,0-1 0 0 0,0 0 1 0 0,0 0-1 0 0,0 1 0 0 0,0-1 1 0 0,0 0-1 0 0,0 0 0 0 0,0 1 0 0 0,0-1 1 0 0,0 0-1 0 0,0 0 0 0 0,0 1 0 0 0,0-1 1 0 0,-1 0-1 0 0,1 0 0 0 0,0 1 1 0 0,0-1-1 0 0,0 0 0 0 0,0 0 0 0 0,-1 0 1 0 0,1 0-1 0 0,0 1 0 0 0,-1-1 1 0 0,23-5 61 0 0,206-88-1850 0 0,-78 25-5174 0 0,-99 44 2886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32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24 0 0,'-15'16'11176'0'0,"14"-15"-10750"0"0,-1 0 0 0 0,0 0 0 0 0,1 1 0 0 0,-1-1 0 0 0,1 1 0 0 0,0-1 0 0 0,-1 1 0 0 0,1 0 1 0 0,0-1-1 0 0,0 1 0 0 0,0 0 0 0 0,0 0 0 0 0,-1 2 0 0 0,2-3 17 0 0,5 2-253 0 0,0-2-1 0 0,0 1 1 0 0,0 0-1 0 0,0-1 1 0 0,0 0-1 0 0,0 0 1 0 0,0 0-1 0 0,0-1 1 0 0,0 0-1 0 0,9 0 1 0 0,1 0-46 0 0,167-6 392 0 0,-47-1-367 0 0,-87 5 172 0 0,-45 2-187 0 0,0 0-124 0 0,-1 0-8 0 0,6-1-80 0 0,-11-4-258 0 0,1 4-170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34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60 1200 0 0,'-22'24'14001'0'0,"24"-20"-12039"0"0,11-3-2249 0 0,385-67 79 0 0,-351 57 234 0 0,29-5 84 0 0,-73 14-164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10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505 101 1500 0 0,'-1'-17'5657'0'0,"0"13"-4930"0"0,0-1-1 0 0,0 1 1 0 0,-1-1-1 0 0,0 1 1 0 0,0 0-1 0 0,0 0 1 0 0,0-1-1 0 0,0 1 1 0 0,-1 1-1 0 0,0-1 1 0 0,0 0-1 0 0,-5-4 1 0 0,5 5-537 0 0,-1 0 1 0 0,0 0 0 0 0,0 1-1 0 0,0 0 1 0 0,-1 0 0 0 0,1 0-1 0 0,0 0 1 0 0,-1 0 0 0 0,1 1-1 0 0,-1 0 1 0 0,0 0 0 0 0,1 0-1 0 0,-7 1 1 0 0,-4-1-162 0 0,0 2-1 0 0,0 0 0 0 0,0 0 1 0 0,-1 1-1 0 0,2 1 1 0 0,-1 1-1 0 0,0 0 0 0 0,1 1 1 0 0,-1 1-1 0 0,1 0 1 0 0,1 0-1 0 0,-1 2 0 0 0,1 0 1 0 0,1 0-1 0 0,-1 1 1 0 0,1 0-1 0 0,1 2 0 0 0,0-1 1 0 0,0 1-1 0 0,1 0 1 0 0,1 1-1 0 0,0 1 0 0 0,0-1 1 0 0,-9 20-1 0 0,5-7-24 0 0,2 1 1 0 0,1-1-1 0 0,1 2 0 0 0,1 0 0 0 0,-8 45 0 0 0,10-24 89 0 0,2-1 0 0 0,4 72 0 0 0,20 145 595 0 0,0-27-387 0 0,-7 258 916 0 0,14 282-713 0 0,-19-136-282 0 0,-3-322-260 0 0,-4-307 46 0 0,0 0 1 0 0,1 0 0 0 0,0 0 0 0 0,4 12-1 0 0,-6-21 17 0 0,1 0 0 0 0,1 0-1 0 0,-1 0 1 0 0,0 0 0 0 0,1 0-1 0 0,-1-1 1 0 0,1 1 0 0 0,0 0-1 0 0,0-1 1 0 0,0 1 0 0 0,0-1-1 0 0,0 0 1 0 0,0 0 0 0 0,1 0-1 0 0,-1 0 1 0 0,1 0 0 0 0,-1 0-1 0 0,1-1 1 0 0,5 3-1 0 0,-6-4-16 0 0,-1 1 0 0 0,1-1 0 0 0,0 0 0 0 0,0 1-1 0 0,-1-1 1 0 0,1 0 0 0 0,0 0 0 0 0,0 0 0 0 0,-1 0-1 0 0,1-1 1 0 0,0 1 0 0 0,2-1 0 0 0,3-1 9 0 0,22-3-9 0 0,0-1 1 0 0,0-2-1 0 0,-1-1 1 0 0,50-23 0 0 0,-68 27-76 0 0,231-107-4559 0 0,-87 24-4367 0 0,-92 46 1206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11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112 225 1684 0 0,'-13'-8'3427'0'0,"1"-1"1"0"0,-23-20-1 0 0,25 20-1812 0 0,0-1 0 0 0,1 0 1 0 0,-10-15-1 0 0,18 24-1566 0 0,0-1 1 0 0,1 0-1 0 0,-1 0 1 0 0,1 1-1 0 0,0-1 1 0 0,-1 0-1 0 0,1 0 1 0 0,0 0-1 0 0,0 1 0 0 0,0-1 1 0 0,1 0-1 0 0,-1 0 1 0 0,0 0-1 0 0,1 1 1 0 0,-1-1-1 0 0,1 0 0 0 0,-1 0 1 0 0,1 1-1 0 0,1-4 1 0 0,3-2-36 0 0,0 1 0 0 0,0-1 0 0 0,0 1 0 0 0,1 0 0 0 0,0 1 0 0 0,0-1 0 0 0,0 1 0 0 0,1 0 0 0 0,-1 1 0 0 0,1-1 0 0 0,1 2 0 0 0,-1-1 0 0 0,0 1 0 0 0,1 0 0 0 0,0 0 0 0 0,-1 1 0 0 0,1 0 0 0 0,0 0 0 0 0,0 1 0 0 0,0 0 0 0 0,1 1 0 0 0,-1-1 0 0 0,0 2 0 0 0,0-1 0 0 0,0 1 0 0 0,0 0 0 0 0,0 1 0 0 0,0 0 0 0 0,0 0 0 0 0,0 1 0 0 0,-1-1 0 0 0,1 2 0 0 0,-1-1 0 0 0,0 1 0 0 0,0 0 0 0 0,0 1 0 0 0,-1 0 0 0 0,1 0 0 0 0,-1 0 0 0 0,7 8 0 0 0,-10-9 2 0 0,1 0 0 0 0,-1 0-1 0 0,0 1 1 0 0,0-1 0 0 0,-1 1-1 0 0,1 0 1 0 0,-1 0 0 0 0,0 0-1 0 0,0 0 1 0 0,-1 0 0 0 0,0 0-1 0 0,2 10 1 0 0,-2-6 26 0 0,-1 0 0 0 0,0 1-1 0 0,-1-1 1 0 0,0 1 0 0 0,0-1 0 0 0,-5 15-1 0 0,-3 5 199 0 0,-2 0-1 0 0,-1-1 1 0 0,-21 35-1 0 0,31-60-206 0 0,-33 56 467 0 0,20-35-200 0 0,-18 38-1 0 0,32-60-262 0 0,1-2-32 0 0,0 0 0 0 0,0 1 0 0 0,0-1 0 0 0,0 0 0 0 0,0 1 0 0 0,0-1 1 0 0,1 0-1 0 0,-1 1 0 0 0,0-1 0 0 0,0 0 0 0 0,0 0 0 0 0,0 1 0 0 0,1-1 0 0 0,-1 0 0 0 0,0 0 1 0 0,0 1-1 0 0,1-1 0 0 0,-1 0 0 0 0,0 0 0 0 0,0 0 0 0 0,1 1 0 0 0,-1-1 0 0 0,0 0 1 0 0,0 0-1 0 0,1 0 0 0 0,-1 0 0 0 0,0 0 0 0 0,1 0 0 0 0,-1 0 0 0 0,0 0 0 0 0,1 1 0 0 0,-1-1 1 0 0,0 0-1 0 0,1 0 0 0 0,-1 0 0 0 0,0-1 0 0 0,0 1 0 0 0,1 0 0 0 0,11 0 56 0 0,10-6-6 0 0,0 0 0 0 0,0-1 0 0 0,28-14 0 0 0,6-2-17 0 0,-20 9-43 0 0,250-84-35 0 0,-269 93-197 0 0,-12 3-210 0 0,0 1 0 0 0,0-1 0 0 0,0 1 0 0 0,0 0 0 0 0,0 0 0 0 0,1 1 0 0 0,-1-1 0 0 0,7 1 0 0 0,-11 1 155 0 0,-1-1-1 0 0,1 0 0 0 0,0 0 0 0 0,0 1 1 0 0,0-1-1 0 0,0 1 0 0 0,-1-1 0 0 0,1 1 1 0 0,0-1-1 0 0,-1 1 0 0 0,1-1 0 0 0,3 4-1463 0 0,-4-3 1463 0 0,1 0 0 0 0,-1 0 0 0 0,0-1 1 0 0,1 1-1 0 0,-1 0 0 0 0,0 0 0 0 0,0 0 1 0 0,1 0-1 0 0,-1 0 0 0 0,0-1 0 0 0,0 1 1 0 0,0 0-1 0 0,0 0 0 0 0,0 0 0 0 0,0 0 0 0 0,0 0 1 0 0,0 0-1 0 0,-1 1 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12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67 364 0 0,'-18'-1'14355'0'0,"17"0"-14016"0"0,10-13 364 0 0,0 8-643 0 0,0 0 1 0 0,0 0 0 0 0,0 1-1 0 0,1 1 1 0 0,-1-1-1 0 0,1 2 1 0 0,1-1 0 0 0,-1 1-1 0 0,0 1 1 0 0,1 0 0 0 0,-1 0-1 0 0,16 0 1 0 0,-15 1-52 0 0,-1 1 1 0 0,1 0-1 0 0,0 1 1 0 0,-1 0-1 0 0,1 1 1 0 0,-1 0 0 0 0,1 1-1 0 0,-1 0 1 0 0,0 0-1 0 0,0 1 1 0 0,0 0-1 0 0,16 10 1 0 0,-23-11 11 0 0,1 0 0 0 0,0 0 0 0 0,0 1 0 0 0,-1-1 0 0 0,0 1 0 0 0,0-1 0 0 0,0 1 0 0 0,0 0 0 0 0,0 0 0 0 0,-1 0 0 0 0,0 1 1 0 0,0-1-1 0 0,0 0 0 0 0,0 1 0 0 0,0 4 0 0 0,0-1 19 0 0,-1 0 0 0 0,0 0 0 0 0,-1-1 0 0 0,0 1 0 0 0,0 0 0 0 0,-1 0 0 0 0,0 0 0 0 0,-2 11 0 0 0,-4 4 97 0 0,-1-1 0 0 0,0 0 0 0 0,-2 0 0 0 0,-1-1 0 0 0,-13 21 0 0 0,4-9 107 0 0,-6 12 284 0 0,-34 42 0 0 0,60-87-524 0 0,0 0 0 0 0,-1 1 0 0 0,1-1 0 0 0,0 0 0 0 0,0 1-1 0 0,-1-1 1 0 0,1 1 0 0 0,0-1 0 0 0,0 0 0 0 0,0 1 0 0 0,0-1 0 0 0,-1 1 0 0 0,1-1 0 0 0,0 1 0 0 0,0-1 0 0 0,0 0 0 0 0,0 1 0 0 0,0-1 0 0 0,0 1 0 0 0,0-1 0 0 0,0 1 0 0 0,1-1 0 0 0,-1 0-1 0 0,0 1 1 0 0,0-1 0 0 0,0 1 0 0 0,0-1 0 0 0,1 1 0 0 0,-1-1 0 0 0,1 1 3 0 0,-1 0-1 0 0,1-1 0 0 0,-1 1 1 0 0,1-1-1 0 0,0 0 0 0 0,0 1 1 0 0,-1-1-1 0 0,1 1 0 0 0,0-1 1 0 0,0 0-1 0 0,-1 0 1 0 0,1 1-1 0 0,0-1 0 0 0,0 0 1 0 0,0 0-1 0 0,-1 0 0 0 0,1 0 1 0 0,0 0-1 0 0,0 0 0 0 0,1 0 1 0 0,35-5 44 0 0,-1-2 0 0 0,0-1 0 0 0,59-23 0 0 0,-17 6-45 0 0,-63 21-224 0 0,166-46-1493 0 0,-60 28-7866 0 0,-101 20 3533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13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88 1844 0 0,'-6'-11'4287'0'0,"-5"-20"613"0"0,9 23-3045 0 0,-1-1 1 0 0,0 1-1 0 0,-6-13 1342 0 0,8 22-2996 0 0,-2 5-22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15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1492 0 0,'0'20'29362'0'0,"0"-15"-27517"0"0,-10 279-4751 0 0,0 2 1975 0 0,12-256-751 0 0,0-15-596 0 0,-1-1-3793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16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92 1680 0 0,'-2'0'1498'0'0,"-40"0"7878"0"0,26 2-5032 0 0,2 2-1934 0 0,33-12-1959 0 0,36-12-579 0 0,16 0 174 0 0,141-23 1 0 0,-164 36-93 0 0,-44 7 66 0 0,-1 1 1 0 0,0-1-1 0 0,1 0 1 0 0,-1 1-1 0 0,0 0 1 0 0,6 2-1 0 0,-8-2 23 0 0,0 0-1 0 0,1 0 1 0 0,-1 1 0 0 0,0-1-1 0 0,0 0 1 0 0,0 1-1 0 0,0-1 1 0 0,0 1 0 0 0,0-1-1 0 0,0 1 1 0 0,0 0-1 0 0,0-1 1 0 0,-1 1-1 0 0,1 0 1 0 0,-1-1 0 0 0,1 1-1 0 0,-1 2 1 0 0,4 26 340 0 0,-2-1 0 0 0,-1 0 0 0 0,-4 53-1 0 0,-1-22-194 0 0,19 784 2730 0 0,-2-496-2355 0 0,1 421 1334 0 0,5-246-467 0 0,-19-519-1421 0 0,26 367 1669 0 0,-22-324-1023 0 0,-2 1 0 0 0,-7 81 0 0 0,3-118-655 0 0,-1 5 0 0 0,1-1 0 0 0,0-1 0 0 0,1-3 0 0 0,-1-1 0 0 0,-1-1 0 0 0,1 1 0 0 0,0-1 0 0 0,-1 1 0 0 0,-2 0 0 0 0,0-3 0 0 0,-1 2 0 0 0,-2 1 0 0 0,1-2 0 0 0,0 0 0 0 0,0-1 0 0 0,-1-1 0 0 0,-1 1 0 0 0,1-2 0 0 0,-1 0 0 0 0,-2 1 0 0 0,-4-2 0 0 0,1-1 0 0 0,-93 9 0 0 0,75-9 0 0 0,-39 9 0 0 0,-59 24-2403 0 0,-65 36-7132 0 0,117-42 5020 0 0,-42 16-9395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35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23 556 0 0,'-18'62'17326'0'0,"7"-44"-12803"0"0,10-17-4501 0 0,1-1 1 0 0,-1 1 0 0 0,1-1-1 0 0,-1 1 1 0 0,1-1 0 0 0,0 1-1 0 0,-1-1 1 0 0,1 1-1 0 0,-1-1 1 0 0,1 1 0 0 0,0 0-1 0 0,0-1 1 0 0,-1 1 0 0 0,1-1-1 0 0,0 1 1 0 0,0 0 0 0 0,0-1-1 0 0,0 1 1 0 0,0 0 0 0 0,0-1-1 0 0,0 1 1 0 0,0 0-1 0 0,0 1 1 0 0,19-3-3 0 0,0-1-1 0 0,0-1 0 0 0,30-8 1 0 0,59-22 5 0 0,-98 29-23 0 0,130-43 61 0 0,-102 37 34 0 0,-36 9-73 0 0,11-3 1061 0 0,-1 1-4002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38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33 244 0 0,'0'0'1768'0'0,"2"-12"-364"0"0,-2 2-580 0 0,0-1-552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38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16 36 0 0,'0'0'1812'0'0,"-8"-5"-128"0"0,-3-1-1232 0 0,3 1-2096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53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54 1976 0 0,'-1'-2'1609'0'0,"-41"-38"6644"0"0,41 39-7797 0 0,-16-9 2091 0 0,21 20-2181 0 0,1 1 0 0 0,1-1 0 0 0,-1-1 0 0 0,15 19 1 0 0,2 4 229 0 0,130 230 1297 0 0,0 0-1310 0 0,-102-183-1406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54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43 1644 0 0,'0'-14'5716'0'0,"-1"7"-4038"0"0,-3-14 5193 0 0,-7 27-6270 0 0,-291 454 954 0 0,201-270-1397 0 0,94-175-111 0 0,4-9-12 0 0,1 0 0 0 0,-1-1 1 0 0,0 1-1 0 0,0-1 0 0 0,-6 7 0 0 0,3 0 179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54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23 556 0 0,'17'-22'17522'0'0,"-15"45"-17359"0"0,-2-1 1 0 0,-1 1-1 0 0,-1 0 1 0 0,-8 41-1 0 0,0-1-37 0 0,9-53-306 0 0,-18 166 523 0 0,15-117-2848 0 0,1 0-3773 0 0,3-32-1719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58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243 107 1264 0 0,'8'-19'4242'0'0,"-1"0"0"0"0,9-39 843 0 0,-15 47-1786 0 0,-7 16-2793 0 0,-5 10-429 0 0,2-1 0 0 0,0 1 0 0 0,0 0 0 0 0,2 1 0 0 0,-11 31 0 0 0,3-10-12 0 0,-28 70 91 0 0,-51 202 0 0 0,76-228-105 0 0,4 2 1 0 0,3 0-1 0 0,1 106 0 0 0,10-156-122 0 0,1 0-1 0 0,2 0 1 0 0,10 43-1 0 0,-11-65-411 0 0,1 0 1 0 0,0 0-1 0 0,1 0 0 0 0,1 0 1 0 0,-1 0-1 0 0,2-1 1 0 0,-1 0-1 0 0,1 0 0 0 0,1-1 1 0 0,0 1-1 0 0,0-1 0 0 0,1-1 1 0 0,9 9-1 0 0,5-2-3625 0 0,1-5-2019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58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64 1172 0 0,'-1'-45'8066'0'0,"1"27"-2595"0"0,1 23-4235 0 0,4 34-96 0 0,-2 1 0 0 0,-4 69 0 0 0,-17 79-583 0 0,6-87-256 0 0,-3-12-151 0 0,9-62-55 0 0,1-1 0 0 0,-1 42 0 0 0,2-48-107 0 0,1-19-248 0 0,1-13-99 0 0,8-61-350 0 0,-3 55 645 0 0,-1 1 0 0 0,-1 0 0 0 0,0-1 0 0 0,-2 1 1 0 0,0-1-1 0 0,-3-17 0 0 0,3 33 62 0 0,1 0 0 0 0,-1 0 0 0 0,1 0 1 0 0,-1 1-1 0 0,0-1 0 0 0,0 0 0 0 0,0 0 0 0 0,0 0 0 0 0,0 1 0 0 0,0-1 0 0 0,0 1 1 0 0,-1-1-1 0 0,1 1 0 0 0,0-1 0 0 0,-1 1 0 0 0,0 0 0 0 0,1-1 0 0 0,-1 1 1 0 0,0 0-1 0 0,1 0 0 0 0,-1 0 0 0 0,0 1 0 0 0,0-1 0 0 0,0 0 0 0 0,0 1 0 0 0,0-1 1 0 0,0 1-1 0 0,0 0 0 0 0,0-1 0 0 0,0 1 0 0 0,0 0 0 0 0,0 0 0 0 0,0 0 0 0 0,0 1 1 0 0,0-1-1 0 0,0 0 0 0 0,-3 2 0 0 0,-8 1 12 0 0,1 1 1 0 0,-1 1 0 0 0,1 0-1 0 0,-18 10 1 0 0,18-9-3 0 0,-234 145 238 0 0,197-118-197 0 0,24-14-1972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59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62 1060 0 0,'-3'1'2353'0'0,"-41"18"8649"0"0,42-18-10222 0 0,-10 10 4166 0 0,149-48-3640 0 0,-12 3-1401 0 0,-98 28-598 0 0,34-7-2421 0 0,-23 9-3803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59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 1324 0 0,'-8'7'2300'0'0,"-1"0"-1"0"0,1 0 1 0 0,1 1-1 0 0,0 1 1 0 0,-10 13 739 0 0,17-22-2989 0 0,-1 1 1 0 0,1-1-1 0 0,0 0 1 0 0,0 1-1 0 0,0-1 1 0 0,0 1-1 0 0,0-1 0 0 0,0 0 1 0 0,0 1-1 0 0,0-1 1 0 0,0 1-1 0 0,0-1 1 0 0,0 1-1 0 0,0-1 1 0 0,0 0-1 0 0,0 1 1 0 0,1-1-1 0 0,-1 1 1 0 0,0-1-1 0 0,0 0 0 0 0,0 1 1 0 0,0-1-1 0 0,1 0 1 0 0,-1 1-1 0 0,0-1 1 0 0,0 0-1 0 0,1 1 1 0 0,-1-1-1 0 0,0 0 1 0 0,1 1-1 0 0,-1-1 1 0 0,0 0-1 0 0,1 0 0 0 0,-1 0 1 0 0,1 1-1 0 0,-1-1 1 0 0,0 0-1 0 0,1 0 1 0 0,0 0-1 0 0,0 1 43 0 0,1 0 0 0 0,0 0 0 0 0,-1 0-1 0 0,1-1 1 0 0,0 1 0 0 0,0 0 0 0 0,0-1-1 0 0,-1 0 1 0 0,1 1 0 0 0,3-1 0 0 0,34-5-144 0 0,60-15 1 0 0,-5-5-3940 0 0,-65 17 1668 0 0,0 0-1757 0 0,-1-3-1925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49:59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38 1148 0 0,'5'-27'18944'0'0,"-13"41"-18806"0"0,0 0-1 0 0,1 0 1 0 0,0 1-1 0 0,2 0 0 0 0,-1 0 1 0 0,-4 25-1 0 0,3-13-62 0 0,-6 17 23 0 0,-8 54 0 0 0,19-84-63 0 0,0-1-1 0 0,1 1 0 0 0,1 0 0 0 0,0-1 1 0 0,1 1-1 0 0,1 0 0 0 0,0-1 0 0 0,6 21 0 0 0,-7-31 21 0 0,-1-1-1 0 0,1 1 1 0 0,0-1-1 0 0,0 0 1 0 0,0 0-1 0 0,0 1 1 0 0,1-1-1 0 0,-1 0 0 0 0,0 0 1 0 0,1 0-1 0 0,0 0 1 0 0,-1-1-1 0 0,1 1 1 0 0,0 0-1 0 0,0-1 1 0 0,0 1-1 0 0,0-1 1 0 0,0 0-1 0 0,0 1 1 0 0,0-1-1 0 0,1 0 1 0 0,-1 0-1 0 0,0-1 0 0 0,1 1 1 0 0,-1 0-1 0 0,0-1 1 0 0,1 1-1 0 0,-1-1 1 0 0,1 0-1 0 0,-1 0 1 0 0,1 0-1 0 0,-1 0 1 0 0,1 0-1 0 0,-1-1 1 0 0,1 1-1 0 0,-1-1 0 0 0,0 1 1 0 0,1-1-1 0 0,-1 0 1 0 0,5-2-1 0 0,0-1 81 0 0,0 1-1 0 0,1-1 0 0 0,-1-1 0 0 0,0 1 1 0 0,-1-1-1 0 0,1-1 0 0 0,-1 1 1 0 0,0-1-1 0 0,-1 0 0 0 0,1 0 0 0 0,6-11 1 0 0,0-3-37 0 0,-2 0 0 0 0,0-1 0 0 0,-1 0 1 0 0,-1 0-1 0 0,6-27 0 0 0,-11 36-83 0 0,-1 0-1 0 0,0 0 0 0 0,-1 0 1 0 0,0-1-1 0 0,-1 1 0 0 0,0 0 0 0 0,-1 0 1 0 0,0 0-1 0 0,-1 0 0 0 0,0 0 1 0 0,-6-17-1 0 0,5 23-11 0 0,0 0 1 0 0,-1 0-1 0 0,1 0 0 0 0,-1 0 0 0 0,-1 1 0 0 0,1 0 1 0 0,-1 0-1 0 0,0 0 0 0 0,0 0 0 0 0,0 1 0 0 0,0 0 1 0 0,-1 0-1 0 0,0 0 0 0 0,0 0 0 0 0,0 1 1 0 0,0 0-1 0 0,-13-3 0 0 0,7 2-188 0 0,1 1 1 0 0,-1 0-1 0 0,0 1 1 0 0,0 0-1 0 0,0 1 0 0 0,0 0 1 0 0,-1 1-1 0 0,1 0 1 0 0,-16 3-1 0 0,24-2-164 0 0,0 0 1 0 0,0 0-1 0 0,0 1 1 0 0,1-1-1 0 0,-1 1 1 0 0,0-1-1 0 0,-4 5 0 0 0,-5 6-3739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00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35 3120 0 0,'-41'-35'14592'0'0,"66"58"-13997"0"0,-1 1 0 0 0,-1 1 0 0 0,-1 0 0 0 0,-1 2-1 0 0,-1 1 1 0 0,-2 0 0 0 0,0 1 0 0 0,17 43 0 0 0,-20-36-491 0 0,-1 0 0 0 0,-2 1-1 0 0,-2 0 1 0 0,-2 1 0 0 0,-1 0-1 0 0,-1 0 1 0 0,0 46 0 0 0,-8-41-51 0 0,0 0 1 0 0,-3 0-1 0 0,-2-1 1 0 0,-1 1 0 0 0,-3-2-1 0 0,-20 54 1 0 0,4-27-1395 0 0,-3-2 1 0 0,-74 120-1 0 0,77-145-2984 0 0,-38 44 0 0 0,16-30-4870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00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2940 0 0,'7'-6'9245'0'0,"3"-1"-7285"0"0,-1 3-1736 0 0,1-3-1252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02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6 136 0 0,'-3'1'3496'0'0,"-28"2"755"0"0,27-3-3511 0 0,1 0-53 0 0,-10 0-121 0 0,10 0-16 0 0,0 0-85 0 0,-22 3 1116 0 0,22-3-1021 0 0,-20 8 663 0 0,16-5-952 0 0,-10-1 2480 0 0,17-2-2696 0 0,1-1-54 0 0,2 1-11 0 0,8 0 4 0 0,-8 0 7 0 0,0 1-9 0 0,35 0-6 0 0,-27 0 24 0 0,-8 0-14 0 0,0-1 0 0 0,1-1 11 0 0,33 5 16 0 0,-34-4 6 0 0,28-2-41 0 0,-28 2 5 0 0,93-9 25 0 0,24-7-2069 0 0,-118 16 1989 0 0,1-1-48 0 0,8 0 57 0 0,-8 1 16 0 0,11-2 789 0 0,-6 1-2159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0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0 1324 0 0,'-16'10'3782'0'0,"-35"14"1"0"0,50-23-3461 0 0,-41 23 6193 0 0,41-20-6164 0 0,1-4-344 0 0,0 1 1 0 0,-1-1-1 0 0,1 0 0 0 0,0 0 0 0 0,0 1 0 0 0,0-1 1 0 0,0 0-1 0 0,0 0 0 0 0,0 1 0 0 0,0-1 1 0 0,0 0-1 0 0,0 1 0 0 0,0-1 0 0 0,0 0 0 0 0,0 0 1 0 0,0 1-1 0 0,0-1 0 0 0,0 0 0 0 0,0 0 1 0 0,0 1-1 0 0,0-1 0 0 0,0 0 0 0 0,0 1 0 0 0,0-1 1 0 0,0 0-1 0 0,0 0 0 0 0,1 1 0 0 0,-1-1 1 0 0,0 0-1 0 0,0 0 0 0 0,0 0 0 0 0,1 1 1 0 0,-1-1-1 0 0,0 0 0 0 0,0 0 0 0 0,0 0 0 0 0,1 0 1 0 0,-1 1-1 0 0,0-1 0 0 0,0 0 0 0 0,1 0 1 0 0,-1 0-1 0 0,0 0 0 0 0,0 0 0 0 0,1 0 0 0 0,-1 0 1 0 0,0 0-1 0 0,0 0 0 0 0,1 0 0 0 0,-1 0 1 0 0,0 0-1 0 0,1 0 0 0 0,-1 0 0 0 0,0 0 1 0 0,0 0-1 0 0,1 0 0 0 0,-1 0 0 0 0,34 5 57 0 0,0-2-1 0 0,0-2 0 0 0,68-5 1 0 0,-48 2-42 0 0,101-7 424 0 0,-153 9-318 0 0,4 1-90 0 0,0-1 0 0 0,0 0 0 0 0,0-1 0 0 0,0 1 0 0 0,0-1 0 0 0,0 0 0 0 0,7-3 0 0 0,-11 3-563 0 0,6-1-2010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04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1293 85 1504 0 0,'2'-11'5191'0'0,"-1"9"-4360"0"0,-1 0 1 0 0,1 0-1 0 0,-1 0 1 0 0,1 0-1 0 0,-1 0 1 0 0,0 0 0 0 0,0-1-1 0 0,0 1 1 0 0,0 0-1 0 0,0 0 1 0 0,-1-3-1 0 0,-9-12 2315 0 0,9 16-2919 0 0,-31-17 598 0 0,22 15-801 0 0,-1 1 0 0 0,0 0 0 0 0,0 1 0 0 0,0 0 0 0 0,-12 1 0 0 0,17 0-17 0 0,-13 1-23 0 0,-1 1 0 0 0,0 1 0 0 0,-20 5 1 0 0,33-6 6 0 0,0 0 1 0 0,0 1 0 0 0,1 0-1 0 0,-1 1 1 0 0,1-1 0 0 0,-1 1-1 0 0,1 0 1 0 0,0 1 0 0 0,1 0-1 0 0,-1 0 1 0 0,-9 11 0 0 0,1 3 22 0 0,1 0 0 0 0,0 1 1 0 0,2 0-1 0 0,0 1 1 0 0,1 1-1 0 0,2-1 1 0 0,-11 39-1 0 0,-24 167 126 0 0,34-167-109 0 0,-67 496 19 0 0,-9 55 78 0 0,-184 1032 153 0 0,50-450 34 0 0,200-1103-261 0 0,-97 427 164 0 0,101-456-107 0 0,-15 55 356 0 0,29-114-440 0 0,-5 26 28 0 0,7-27-138 0 0,0-1 0 0 0,1 1 0 0 0,-1 0-1 0 0,0-1 1 0 0,0 0 0 0 0,0 1-1 0 0,1-1 1 0 0,-1 0 0 0 0,0 0-1 0 0,0 1 1 0 0,1-1 0 0 0,-1 0 0 0 0,0 0-1 0 0,0 0 1 0 0,1-1 0 0 0,1 1-1 0 0,29-7-1930 0 0,-18 4 583 0 0,53-11-6587 0 0,-25 6 450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05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2320 0 0,'0'0'7243'0'0,"-1"28"4915"0"0,0-27-12129 0 0,1-1 0 0 0,-1 1 1 0 0,1-1-1 0 0,0 1 0 0 0,-1 0 0 0 0,1-1 1 0 0,0 1-1 0 0,-1-1 0 0 0,1 1 0 0 0,0 0 1 0 0,0-1-1 0 0,0 1 0 0 0,0 0 1 0 0,-1-1-1 0 0,1 1 0 0 0,0 0 0 0 0,0-1 1 0 0,0 1-1 0 0,0 0 0 0 0,0-1 1 0 0,1 1-1 0 0,-1 0 0 0 0,0-1 0 0 0,0 1 1 0 0,0-1-1 0 0,1 1 0 0 0,-1 0 1 0 0,0-1-1 0 0,0 1 0 0 0,1-1 0 0 0,-1 1 1 0 0,1 0-1 0 0,1 1 4 0 0,0-1 0 0 0,-1 1 0 0 0,1-1 0 0 0,0 1 0 0 0,0-1 0 0 0,0 0 0 0 0,1 0 0 0 0,-1 0 0 0 0,3 1 0 0 0,6 1-15 0 0,0 0 0 0 0,0 0 0 0 0,12 0 0 0 0,108 6-629 0 0,0-6 0 0 0,136-15 1 0 0,-234 9-1298 0 0,46-10 0 0 0,-59 8-1893 0 0,30-11 0 0 0,-17 2-3634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06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99 1348 0 0,'0'-14'3780'0'0,"-3"-43"4191"0"0,3 55-7466 0 0,0 0 0 0 0,0 0 0 0 0,0 0 0 0 0,0 0 1 0 0,-1 0-1 0 0,1 0 0 0 0,-1 0 0 0 0,1 0 0 0 0,-1 0 1 0 0,0 0-1 0 0,-1-3 0 0 0,0 9-489 0 0,0 1 0 0 0,0 0 0 0 0,0 0 0 0 0,1-1-1 0 0,0 1 1 0 0,0 0 0 0 0,0 0 0 0 0,1 0 0 0 0,0 9 0 0 0,-3 13 19 0 0,-13 86 140 0 0,-24 122 324 0 0,40-231-472 0 0,0 3 2 0 0,0 7-1066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08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99 1660 0 0,'-19'12'15718'0'0,"-16"-21"-14551"0"0,34 8-978 0 0,-7-3 106 0 0,7 4-266 0 0,0 0-1 0 0,0 0 1 0 0,0 0-1 0 0,0-1 1 0 0,-1 1-1 0 0,1 0 1 0 0,0-1-1 0 0,0 1 0 0 0,0-1 1 0 0,0 1-1 0 0,0-1 1 0 0,0 0-1 0 0,0 1 1 0 0,0-1-1 0 0,1 0 1 0 0,-1 0-1 0 0,0 0 0 0 0,0 0 1 0 0,0 0-1 0 0,1 1 1 0 0,-1-1-1 0 0,1 0 1 0 0,-1 0-1 0 0,0-2 0 0 0,2 1-27 0 0,-1-1-1 0 0,1 1 0 0 0,0 0 0 0 0,0-1 0 0 0,0 1 1 0 0,0 0-1 0 0,0 0 0 0 0,0 0 0 0 0,1 0 0 0 0,-1 0 1 0 0,1 0-1 0 0,-1 0 0 0 0,1 1 0 0 0,0-1 0 0 0,2-2 1 0 0,-1 2-2 0 0,2-3-4 0 0,0 1 1 0 0,1-1-1 0 0,-1 1 0 0 0,1 0 0 0 0,-1 1 1 0 0,1 0-1 0 0,10-5 0 0 0,-12 7 3 0 0,0 0-1 0 0,-1 0 1 0 0,1 0-1 0 0,0 0 1 0 0,-1 1-1 0 0,1-1 1 0 0,0 1 0 0 0,0 0-1 0 0,0 0 1 0 0,0 0-1 0 0,-1 1 1 0 0,1-1-1 0 0,0 1 1 0 0,0 0 0 0 0,-1 0-1 0 0,5 2 1 0 0,-3-1 0 0 0,-1 0 1 0 0,0 0-1 0 0,0 1 0 0 0,0-1 1 0 0,0 1-1 0 0,0 0 0 0 0,-1 0 1 0 0,1 1-1 0 0,-1-1 0 0 0,0 1 1 0 0,0 0-1 0 0,0-1 1 0 0,0 1-1 0 0,-1 1 0 0 0,1-1 1 0 0,2 6-1 0 0,-3-3 5 0 0,0 0 0 0 0,-1 0 0 0 0,1 1-1 0 0,-1-1 1 0 0,-1 0 0 0 0,1 0 0 0 0,-1 1 0 0 0,-1-1 0 0 0,-1 14 0 0 0,-3-1 81 0 0,0 0 0 0 0,-1-1 0 0 0,-1 0 0 0 0,-1 0 0 0 0,0-1 1 0 0,-1 0-1 0 0,-13 18 0 0 0,-1-4 301 0 0,-1-2-1 0 0,-45 46 1 0 0,-66 48 709 0 0,98-91-889 0 0,36-32-200 0 0,0-1 0 0 0,0 1-1 0 0,0 0 1 0 0,0-1-1 0 0,0 1 1 0 0,1 0-1 0 0,-1 0 1 0 0,0 0-1 0 0,0 0 1 0 0,1-1-1 0 0,-1 1 1 0 0,1 0 0 0 0,-1 0-1 0 0,1 0 1 0 0,-1 0-1 0 0,1 0 1 0 0,0 1-1 0 0,-1-1 1 0 0,1 0-1 0 0,0 0 1 0 0,0 1-1 0 0,0-1 1 0 0,1 0-1 0 0,-1-1 1 0 0,0 1-1 0 0,1-1 1 0 0,-1 1-1 0 0,1 0 1 0 0,0-1-1 0 0,-1 1 1 0 0,1-1-1 0 0,-1 1 1 0 0,1-1-1 0 0,0 0 1 0 0,-1 1-1 0 0,1-1 1 0 0,0 0-1 0 0,-1 1 1 0 0,1-1-1 0 0,0 0 1 0 0,0 0-1 0 0,-1 0 1 0 0,1 1-1 0 0,1-1 0 0 0,8 1 19 0 0,1 0 0 0 0,-1-1 0 0 0,14-1 0 0 0,-20 1-31 0 0,393-49 139 0 0,-186 19-191 0 0,-177 23-2734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08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28 1040 0 0,'-3'-1'2038'0'0,"-65"-22"8871"0"0,69 22-10878 0 0,0 1-1 0 0,0 0 1 0 0,0-1 0 0 0,-1 1 0 0 0,1 0 0 0 0,0-1 0 0 0,0 1 0 0 0,0 0 0 0 0,0 0 0 0 0,-1 0 0 0 0,1 0 0 0 0,0 0 0 0 0,0 0-1 0 0,0 0 1 0 0,1 0 0 0 0,11 3 47 0 0,1 1 1 0 0,-1 1-1 0 0,0 0 0 0 0,0 0 0 0 0,-1 1 0 0 0,1 1 0 0 0,-1 0 0 0 0,-1 1 0 0 0,1 0 0 0 0,12 13 0 0 0,-19-17 16 0 0,-1 0-1 0 0,0 0 0 0 0,0 1 1 0 0,0 0-1 0 0,-1-1 1 0 0,0 1-1 0 0,0 1 0 0 0,0-1 1 0 0,0 0-1 0 0,-1 1 0 0 0,0-1 1 0 0,0 1-1 0 0,0 0 0 0 0,-1 0 1 0 0,0 0-1 0 0,0-1 0 0 0,0 1 1 0 0,-1 0-1 0 0,0 0 0 0 0,0 0 1 0 0,-1 0-1 0 0,1 0 1 0 0,-1 0-1 0 0,-1 0 0 0 0,1 0 1 0 0,-1-1-1 0 0,-2 7 0 0 0,-3 1 113 0 0,0 0 0 0 0,-1 0-1 0 0,0 0 1 0 0,-1-1 0 0 0,0-1-1 0 0,-1 1 1 0 0,0-2 0 0 0,-22 19-1 0 0,-11 4 537 0 0,-49 29 0 0 0,78-54-585 0 0,-112 71 1014 0 0,124-78-1158 0 0,0 0-1 0 0,1 0 0 0 0,-1 0 0 0 0,1 0 1 0 0,0 0-1 0 0,-1 0 0 0 0,1 1 0 0 0,0-1 1 0 0,-1 0-1 0 0,1 1 0 0 0,0-1 0 0 0,0 1 0 0 0,0-1 1 0 0,0 1-1 0 0,1-1 0 0 0,-2 4 0 0 0,3-5-4 0 0,1 1-1 0 0,-1 0 1 0 0,0-1-1 0 0,1 1 1 0 0,-1-1-1 0 0,1 1 1 0 0,-1-1-1 0 0,1 0 1 0 0,-1 0-1 0 0,3 0 0 0 0,-4 0-3 0 0,47 1 15 0 0,-1-1-1 0 0,0-3 0 0 0,71-14 0 0 0,-54 8-77 0 0,-45 6-137 0 0,208-33-956 0 0,-116 10-2198 0 0,-3-11-5023 0 0,-74 22 923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10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1408 21 520 0 0,'-12'-3'2901'0'0,"-4"-1"1145"0"0,5 4-3243 0 0,-18 2 6970 0 0,66-6-7443 0 0,24-3-1 0 0,118 2 1 0 0,-174 6-329 0 0,0-1 0 0 0,0 1 1 0 0,0 0-1 0 0,0 0 1 0 0,0 0-1 0 0,-1 1 0 0 0,1-1 1 0 0,-1 1-1 0 0,1 1 0 0 0,-1-1 1 0 0,1 0-1 0 0,-1 1 1 0 0,0 0-1 0 0,0 0 0 0 0,-1 0 1 0 0,1 1-1 0 0,-1-1 1 0 0,4 5-1 0 0,-2-1 37 0 0,-1 1-1 0 0,1-1 1 0 0,-2 1-1 0 0,1 0 1 0 0,-1 0-1 0 0,0 1 1 0 0,-1-1-1 0 0,0 1 1 0 0,2 8 0 0 0,9 81 505 0 0,-4 1 0 0 0,-4 0 0 0 0,-13 153 1 0 0,-61 293 394 0 0,-16-56-491 0 0,2-13-126 0 0,-82 448 778 0 0,138-795-882 0 0,-121 540 816 0 0,10-103 134 0 0,61-268-156 0 0,55-221 288 0 0,21-75-1133 0 0,1-2-110 0 0,0 1 1 0 0,0 0 0 0 0,-1-1 0 0 0,1 1 0 0 0,0 0 0 0 0,-1-1 0 0 0,1 1 0 0 0,0-1 0 0 0,-1 1 0 0 0,1-1 0 0 0,-1 1-1 0 0,1-1 1 0 0,-1 1 0 0 0,1-1 0 0 0,-1 1 0 0 0,1-1 0 0 0,-1 0 0 0 0,0 1 0 0 0,1-1 0 0 0,-1 0 0 0 0,0 1 0 0 0,1-1-1 0 0,-1 0 1 0 0,0 0 0 0 0,1 0 0 0 0,-1 0 0 0 0,0 0 0 0 0,1 0 0 0 0,-1 1 0 0 0,0-2 0 0 0,1 1 0 0 0,-1 0 0 0 0,0 0-1 0 0,1 0 1 0 0,-2 0 0 0 0,-34-6-15 0 0,25 4 85 0 0,-268-19-3199 0 0,0 22-3844 0 0,107 0-412 0 0,28-1-2474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1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60 1428 0 0,'0'-2'1886'0'0,"-15"-54"6702"0"0,15 54-8223 0 0,-11 18 89 0 0,0 11-169 0 0,-1 0 1 0 0,-1-1 0 0 0,-30 42 0 0 0,-59 66-2212 0 0,96-126 1568 0 0,-20 22-3321 0 0,-3-2-1818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11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83 128 0 0,'-6'-7'2107'0'0,"0"0"1"0"0,0-1-1 0 0,1 1 0 0 0,-6-12 1 0 0,-10-15 2681 0 0,22 44-4652 0 0,3 1-73 0 0,0 0 0 0 0,1-1 0 0 0,0 0 0 0 0,8 13-1 0 0,4 5 132 0 0,166 282 1341 0 0,-176-300-1502 0 0,26 37-1189 0 0,-9-20-3571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12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53 2276 0 0,'-1'-1'215'0'0,"0"-3"354"0"0,0 1 1 0 0,0-1-1 0 0,-1 0 1 0 0,0 1-1 0 0,0-1 1 0 0,0 1-1 0 0,0 0 1 0 0,0 0 0 0 0,-1 0-1 0 0,1 0 1 0 0,-1 0-1 0 0,0 0 1 0 0,0 1-1 0 0,-4-4 1 0 0,5 6-493 0 0,1 0 1 0 0,-1-1 0 0 0,1 1-1 0 0,-1 0 1 0 0,1 0 0 0 0,-1 0-1 0 0,0 0 1 0 0,1 0 0 0 0,-1 1-1 0 0,1-1 1 0 0,-1 0 0 0 0,1 1 0 0 0,-1-1-1 0 0,1 1 1 0 0,-1-1 0 0 0,1 1-1 0 0,0 0 1 0 0,-1 0 0 0 0,1-1-1 0 0,-2 3 1 0 0,-24 18 766 0 0,-4 11-19 0 0,1 1-1 0 0,-43 62 1 0 0,-41 85-101 0 0,75-115-465 0 0,27-46-229 0 0,-12 30 0 0 0,21-41-591 0 0,0 0-1 0 0,0 0 1 0 0,0 0 0 0 0,1 1-1 0 0,1-1 1 0 0,-2 16 0 0 0,3-22 54 0 0,0-1 1 0 0,0 1-1 0 0,0 0 1 0 0,0 0-1 0 0,1-1 1 0 0,-1 1-1 0 0,1 0 1 0 0,-1-1-1 0 0,1 1 1 0 0,1 3-1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12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57 1296 0 0,'0'-13'6563'0'0,"-1"5"-4721"0"0,0 7-1704 0 0,1 0 0 0 0,0 0 0 0 0,-1 1 0 0 0,1-1 0 0 0,0 0 0 0 0,0 0 0 0 0,0 0 0 0 0,0 0 0 0 0,0 0 0 0 0,0 0 0 0 0,0 0 0 0 0,0 0 0 0 0,0 0 0 0 0,0 0 0 0 0,1 0 0 0 0,-1 0 0 0 0,0 0 0 0 0,1 0 0 0 0,-1 1 0 0 0,0-1 0 0 0,1 0 0 0 0,-1 0 0 0 0,1 0 0 0 0,-1 1 0 0 0,1-1 0 0 0,0 0 0 0 0,-1 0 0 0 0,1 1 0 0 0,0-1 0 0 0,0 0 0 0 0,-1 1 0 0 0,1-1 0 0 0,0 1 0 0 0,0-1 0 0 0,0 1 0 0 0,0 0 0 0 0,1-1 0 0 0,4-1-89 0 0,1 1 0 0 0,0 0 0 0 0,0 0 0 0 0,-1 1 0 0 0,1 0 0 0 0,0 0 0 0 0,0 0 0 0 0,0 1 0 0 0,-1 0 0 0 0,1 0 0 0 0,0 1 0 0 0,-1 0 0 0 0,1 0 0 0 0,-1 0 0 0 0,0 1 0 0 0,7 4 0 0 0,-9-5 5 0 0,0 0 0 0 0,-1 0 0 0 0,1 0 0 0 0,-1 1 0 0 0,0-1 0 0 0,0 1 0 0 0,0 0 0 0 0,0 0 0 0 0,0 0 0 0 0,-1 0 0 0 0,1 0 0 0 0,-1 1 0 0 0,0-1 0 0 0,0 1 0 0 0,0 0 0 0 0,-1-1 0 0 0,1 1 0 0 0,-1 0 0 0 0,0 0 0 0 0,0 0 0 0 0,0 0 0 0 0,0 0 0 0 0,-1 0 0 0 0,0 1 0 0 0,1-1 0 0 0,-2 0 0 0 0,1 0 0 0 0,-1 6 0 0 0,-2 0 108 0 0,-1 1 0 0 0,1-1-1 0 0,-2 1 1 0 0,1-1 0 0 0,-1 0 0 0 0,-1-1 0 0 0,0 1 0 0 0,0-1 0 0 0,-13 14 0 0 0,-8 5 321 0 0,-43 36 0 0 0,24-24-67 0 0,-32 24 238 0 0,77-63-597 0 0,15-1-27 0 0,1-1-1 0 0,22-4 1 0 0,34-8-111 0 0,88-19-70 0 0,-130 24-1510 0 0,0-1 0 0 0,-1-1 0 0 0,36-18 0 0 0,-56 24 47 0 0,0-1 1 0 0,-1 0 0 0 0,10-9-1 0 0,4-3-3797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19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67 808 0 0,'15'-14'2436'0'0,"0"0"2337"0"0,19-25 530 0 0,-38 54-4951 0 0,-52 134 278 0 0,14-44-349 0 0,-126 415 613 0 0,141-411-723 0 0,4 2-1 0 0,-14 210 0 0 0,35-278-61 0 0,8 81 0 0 0,-4-108-159 0 0,1 1-1 0 0,1-1 1 0 0,0 1-1 0 0,1-1 1 0 0,1-1-1 0 0,0 1 1 0 0,15 26-1 0 0,-16-35-163 0 0,-1-1 1 0 0,1 0-1 0 0,0-1 0 0 0,0 1 1 0 0,0-1-1 0 0,1 0 0 0 0,0 0 0 0 0,0 0 1 0 0,0-1-1 0 0,1 0 0 0 0,8 4 1 0 0,-8-5-586 0 0,1 0 0 0 0,-1 0 0 0 0,0-1 0 0 0,1-1 0 0 0,-1 1 0 0 0,15 0 0 0 0,14-2-4442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0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642 109 52 0 0,'-17'-95'11688'0'0,"17"94"-11629"0"0,0 0 0 0 0,0 1 0 0 0,0-1 1 0 0,0 1-1 0 0,0-1 0 0 0,0 0 0 0 0,-1 1 0 0 0,1-1 1 0 0,0 0-1 0 0,0 1 0 0 0,0-1 0 0 0,-1 1 0 0 0,1-1 1 0 0,0 0-1 0 0,-1 1 0 0 0,1-1 0 0 0,0 1 0 0 0,-1-1 1 0 0,1 1-1 0 0,-1-1 0 0 0,-7 6 1096 0 0,-4 19-364 0 0,-41 290 1117 0 0,40-220-1645 0 0,-20 166 576 0 0,33-258-726 0 0,-11-24-24 0 0,-7-22-74 0 0,12 26-33 0 0,-2-1 0 0 0,-1 1 0 0 0,-14-23 0 0 0,20 37 11 0 0,0-1-1 0 0,0 1 1 0 0,0 1 0 0 0,-1-1 0 0 0,1 0 0 0 0,-1 1 0 0 0,0 0 0 0 0,0 0 0 0 0,0 0 0 0 0,-1 0 0 0 0,1 1 0 0 0,-1-1 0 0 0,1 1 0 0 0,-1 0 0 0 0,0 1 0 0 0,0-1 0 0 0,-10-1 0 0 0,9 3 5 0 0,-1 0 0 0 0,0 0 0 0 0,0 0 0 0 0,1 1 0 0 0,-1 0-1 0 0,1 1 1 0 0,-1 0 0 0 0,1 0 0 0 0,-1 0 0 0 0,-9 6 0 0 0,0 0 22 0 0,0 1 0 0 0,-23 18 0 0 0,28-19-16 0 0,-18 13 3 0 0,0 2 0 0 0,1 1 0 0 0,2 1 1 0 0,-30 35-1 0 0,55-59-140 0 0,0 1 1 0 0,0-1 0 0 0,0 1-1 0 0,0-1 1 0 0,0 1 0 0 0,0 0-1 0 0,1-1 1 0 0,-1 1 0 0 0,0 0-1 0 0,1-1 1 0 0,-1 1 0 0 0,1 0-1 0 0,0 0 1 0 0,-1 0 0 0 0,1-1-1 0 0,0 4 1 0 0,1-4 32 0 0,-1-1 1 0 0,0 1-1 0 0,0-1 0 0 0,0 1 1 0 0,1-1-1 0 0,-1 0 0 0 0,0 1 1 0 0,0-1-1 0 0,1 1 0 0 0,-1-1 1 0 0,0 0-1 0 0,1 1 1 0 0,-1-1-1 0 0,0 0 0 0 0,1 1 1 0 0,-1-1-1 0 0,1 0 0 0 0,-1 1 1 0 0,1-1-1 0 0,-1 0 0 0 0,1 0 1 0 0,0 1-1 0 0,19-2-1678 0 0,16-11-3364 0 0,-9 2 974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0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49 2228 0 0,'-6'-10'8282'0'0,"-3"1"-4658"0"0,9 4-1742 0 0,20 2-1188 0 0,-13 2-766 0 0,130-12-480 0 0,-72 6-3004 0 0,-39 8-1719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0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28 1956 0 0,'-103'81'12074'0'0,"101"-80"-11591"0"0,5 3-201 0 0,-3-4-277 0 0,0 0 0 0 0,0 1 1 0 0,0-1-1 0 0,0 0 0 0 0,0 0 1 0 0,0 0-1 0 0,0 1 0 0 0,0-1 0 0 0,1 0 1 0 0,-1 0-1 0 0,0 1 0 0 0,0-1 1 0 0,0 0-1 0 0,0 0 0 0 0,0 0 1 0 0,1 0-1 0 0,-1 1 0 0 0,0-1 0 0 0,0 0 1 0 0,0 0-1 0 0,0 0 0 0 0,1 0 1 0 0,-1 0-1 0 0,0 1 0 0 0,0-1 1 0 0,1 0-1 0 0,-1 0 0 0 0,0 0 0 0 0,0 0 1 0 0,0 0-1 0 0,1 0 0 0 0,-1 0 1 0 0,0 0-1 0 0,0 0 0 0 0,1 0 1 0 0,-1 0-1 0 0,0 0 0 0 0,0 0 0 0 0,1 0 1 0 0,-1 0-1 0 0,0 0 0 0 0,1 0 1 0 0,68-13-256 0 0,83-26 0 0 0,-8-12-6917 0 0,-108 36 2215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135 109 2224 0 0,'-12'-13'4156'0'0,"0"0"1"0"0,-17-25-1 0 0,29 37-4123 0 0,0 0 0 0 0,-1 0 0 0 0,1 1 0 0 0,0-1 0 0 0,0 0 1 0 0,0 0-1 0 0,-1 0 0 0 0,1 0 0 0 0,0 0 0 0 0,0 0 0 0 0,0 0 0 0 0,1 0 1 0 0,-1 0-1 0 0,0 0 0 0 0,0 0 0 0 0,0 1 0 0 0,1-1 0 0 0,-1 0 0 0 0,0 0 0 0 0,1 0 1 0 0,-1 0-1 0 0,1 0 0 0 0,-1 1 0 0 0,1-1 0 0 0,-1 0 0 0 0,1 0 0 0 0,0 1 1 0 0,-1-1-1 0 0,1 1 0 0 0,0-1 0 0 0,-1 0 0 0 0,1 1 0 0 0,0-1 0 0 0,0 1 1 0 0,0 0-1 0 0,0-1 0 0 0,-1 1 0 0 0,1-1 0 0 0,0 1 0 0 0,1 0 0 0 0,4-3 25 0 0,1 1 0 0 0,-1-1-1 0 0,14-1 1 0 0,-13 2-43 0 0,1 2 1 0 0,-1-1-1 0 0,1 1 0 0 0,0 0 1 0 0,-1 1-1 0 0,1-1 0 0 0,-1 2 1 0 0,1-1-1 0 0,-1 1 0 0 0,0 0 1 0 0,1 1-1 0 0,-1-1 0 0 0,8 6 0 0 0,-11-6 10 0 0,-1 0 0 0 0,1 0 0 0 0,-1 0 0 0 0,0 1 1 0 0,0-1-1 0 0,0 1 0 0 0,0 0 0 0 0,0 0 0 0 0,-1 0 0 0 0,1 0 0 0 0,-1 1 0 0 0,0-1 0 0 0,0 1 0 0 0,0-1 0 0 0,0 1 0 0 0,-1 0 0 0 0,0 0 0 0 0,1 0 0 0 0,-1 0 0 0 0,-1 0 0 0 0,1 0 0 0 0,0 0 0 0 0,-1 0 0 0 0,0 0 0 0 0,0 0 0 0 0,-1 5 0 0 0,0-1 55 0 0,-1 0 0 0 0,0 0 0 0 0,0 0 0 0 0,0 0 0 0 0,-1-1 0 0 0,-1 1 0 0 0,1-1 0 0 0,-9 13 0 0 0,-2 0 156 0 0,-26 28 0 0 0,1-2 150 0 0,12-19-32 0 0,26-25-333 0 0,-2 6 40 0 0,5-6-61 0 0,-1 0 0 0 0,1-1 0 0 0,0 1-1 0 0,0 0 1 0 0,0-1 0 0 0,0 1 0 0 0,0-1-1 0 0,0 0 1 0 0,0 1 0 0 0,0-1 0 0 0,0 0-1 0 0,1-1 1 0 0,2 2 0 0 0,3 1-3 0 0,0 1 17 0 0,1 1 0 0 0,-1-1 0 0 0,0 1 0 0 0,-1 1 0 0 0,1 0 0 0 0,-1 0 0 0 0,0 0 0 0 0,0 1 0 0 0,-1 0 1 0 0,7 10-1 0 0,-10-14 73 0 0,-1 1 0 0 0,0 0 0 0 0,0 0 0 0 0,0 0 0 0 0,0 0 0 0 0,0 0 0 0 0,-1 0 0 0 0,0 0 0 0 0,0 1 0 0 0,0-1 1 0 0,0 0-1 0 0,-1 1 0 0 0,0-1 0 0 0,0 0 0 0 0,0 1 0 0 0,0-1 0 0 0,-1 1 0 0 0,1-1 0 0 0,-1 0 0 0 0,0 0 0 0 0,0 1 0 0 0,-1-1 1 0 0,-3 7-1 0 0,0-2 10 0 0,-1 0 0 0 0,0 0 0 0 0,0-1 0 0 0,-1 0 0 0 0,0-1 0 0 0,0 1 0 0 0,-1-1 0 0 0,1-1 0 0 0,-2 1 0 0 0,1-1 1 0 0,-1-1-1 0 0,0 0 0 0 0,0 0 0 0 0,0-1 0 0 0,-1 0 0 0 0,0 0 0 0 0,1-1 0 0 0,-1 0 0 0 0,0-1 0 0 0,-1 0 0 0 0,1-1 0 0 0,-19 1 1 0 0,27-2-231 0 0,-1-1 1 0 0,0 1 0 0 0,0 0 0 0 0,0-1 0 0 0,1 1 0 0 0,-1-1 0 0 0,0 0 0 0 0,0 0 0 0 0,1 0-1 0 0,-1 0 1 0 0,1-1 0 0 0,-1 1 0 0 0,1 0 0 0 0,-1-1 0 0 0,1 0 0 0 0,0 0 0 0 0,0 0 0 0 0,0 0-1 0 0,0 0 1 0 0,0 0 0 0 0,0 0 0 0 0,1-1 0 0 0,-1 1 0 0 0,-1-5 0 0 0,1 2-695 0 0,0 0 0 0 0,1 0 0 0 0,0-1 0 0 0,0 1-1 0 0,0-1 1 0 0,1 1 0 0 0,0 0 0 0 0,0-1 0 0 0,0 1 0 0 0,0-1 0 0 0,1 1 0 0 0,1-6 0 0 0,5-19-6372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1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75 452 0 0,'-3'-7'1222'0'0,"-2"-9"2338"0"0,0 0-1 0 0,-11-19 1476 0 0,18 38-4814 0 0,14 18 151 0 0,-1 2 0 0 0,23 47 0 0 0,17 57 357 0 0,-34-71-369 0 0,-2 0-1 0 0,-2 1 1 0 0,-3 1 0 0 0,-3 1-1 0 0,7 106 1 0 0,-16-125-168 0 0,-3-1 1 0 0,-1 0 0 0 0,-1 1-1 0 0,-3-1 1 0 0,-1 0 0 0 0,-2-1-1 0 0,-1 0 1 0 0,-2 0 0 0 0,-30 61 0 0 0,17-52-85 0 0,-3-1 1 0 0,-2-2 0 0 0,-1 0 0 0 0,-3-3-1 0 0,-49 49 1 0 0,73-80-1027 0 0,-1-1 1 0 0,0 0-1 0 0,-19 11 0 0 0,17-17-4727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2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46 1956 0 0,'-16'-4'5132'0'0,"-38"-8"3939"0"0,52 11-8776 0 0,2 0-278 0 0,1 1 1 0 0,0-1 0 0 0,0 0 0 0 0,1 0 0 0 0,-1 1 0 0 0,0-1 0 0 0,0 1 0 0 0,0-1-1 0 0,0 1 1 0 0,0-1 0 0 0,1 1 0 0 0,-1 0 0 0 0,0-1 0 0 0,0 1 0 0 0,1 0 0 0 0,-1 0-1 0 0,2 0 1 0 0,5-1 32 0 0,110-13-70 0 0,-63 8-2207 0 0,-36 8 369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2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23 128 0 0,'-50'48'12661'0'0,"52"-47"-12605"0"0,0 0 0 0 0,0-1 0 0 0,-1 1 0 0 0,1-1 0 0 0,0 1 0 0 0,0-1 0 0 0,0 0 0 0 0,0 0 0 0 0,0 0 0 0 0,0 0 0 0 0,0 0 0 0 0,0 0 0 0 0,0 0 0 0 0,0-1 0 0 0,0 1 0 0 0,3-2 0 0 0,-1 1-34 0 0,113-20 133 0 0,-25 5-1653 0 0,-1-3-3277 0 0,-34 5-466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3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1140 151 1132 0 0,'12'-38'6197'0'0,"5"-16"2485"0"0,-17 52-8562 0 0,0 1-1 0 0,-1-1 1 0 0,1 1-1 0 0,0 0 1 0 0,0-1-1 0 0,-1 1 0 0 0,1 0 1 0 0,0-1-1 0 0,-1 1 1 0 0,1 0-1 0 0,-1-1 1 0 0,0 1-1 0 0,1 0 0 0 0,-1 0 1 0 0,0 0-1 0 0,0 0 1 0 0,0 0-1 0 0,0 0 1 0 0,0 0-1 0 0,0 0 0 0 0,0 0 1 0 0,0 0-1 0 0,0 0 1 0 0,-2 0-1 0 0,-2-2-28 0 0,1 1 0 0 0,-1-1-1 0 0,1 1 1 0 0,-1 0 0 0 0,-6-1 0 0 0,-7-1-20 0 0,0 0-1 0 0,-1 2 1 0 0,1 0 0 0 0,-1 1-1 0 0,0 0 1 0 0,1 2 0 0 0,-36 5 0 0 0,44-4-67 0 0,0 0 0 0 0,0 1 0 0 0,0 0 1 0 0,1 1-1 0 0,-1 0 0 0 0,1 0 1 0 0,0 1-1 0 0,0 0 0 0 0,0 1 1 0 0,1 0-1 0 0,0 0 0 0 0,0 1 1 0 0,0 0-1 0 0,1 0 0 0 0,-11 15 1 0 0,5-2 11 0 0,1 1 1 0 0,1 0 0 0 0,1 1 0 0 0,1 1 0 0 0,0-1 0 0 0,-5 27 0 0 0,-23 145 103 0 0,32-162-108 0 0,-68 586 448 0 0,-2 9 1182 0 0,21-264-809 0 0,-16 99 587 0 0,-25-3 7 0 0,31-201-751 0 0,-84 310 1752 0 0,125-487-2250 0 0,4 1 0 0 0,3 0 0 0 0,-6 108 0 0 0,20 36 214 0 0,3-117-44 0 0,-1-79-173 0 0,1 0 0 0 0,2 0-1 0 0,11 51 1 0 0,-13-77-158 0 0,0 0 1 0 0,1 0 0 0 0,-1-1-1 0 0,1 1 1 0 0,0-1-1 0 0,0 1 1 0 0,0-1 0 0 0,1 0-1 0 0,-1 1 1 0 0,1-1 0 0 0,-1 0-1 0 0,1-1 1 0 0,0 1 0 0 0,7 4-1 0 0,-4-4 1 0 0,0 1-1 0 0,0-1 1 0 0,0 0-1 0 0,1-1 1 0 0,0 0-1 0 0,-1 0 1 0 0,1 0-1 0 0,7 0 0 0 0,3 0-317 0 0,0-1 0 0 0,1-1 0 0 0,-1-1 0 0 0,0 0 0 0 0,0-1 0 0 0,21-6 0 0 0,-5-1-1489 0 0,0-1-1 0 0,-1-2 1 0 0,41-21-1 0 0,35-28-8664 0 0,-57 27 685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4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93 210 164 0 0,'-3'-11'1543'0'0,"0"0"0"0"0,-1 0 0 0 0,0 0-1 0 0,-1 1 1 0 0,-9-16 0 0 0,-9-21 2915 0 0,16 32-3189 0 0,6 14-1163 0 0,0-1-1 0 0,0 0 1 0 0,0 0 0 0 0,0 0 0 0 0,0 0-1 0 0,1 0 1 0 0,-1 0 0 0 0,0-4 0 0 0,1 5-91 0 0,0 0 0 0 0,1 0 1 0 0,-1 0-1 0 0,0 0 1 0 0,1 0-1 0 0,-1 0 0 0 0,0 0 1 0 0,1 1-1 0 0,-1-1 1 0 0,1 0-1 0 0,0 0 1 0 0,-1 0-1 0 0,1 0 0 0 0,0 1 1 0 0,-1-1-1 0 0,1 0 1 0 0,0 0-1 0 0,0 1 0 0 0,0-1 1 0 0,-1 1-1 0 0,1-1 1 0 0,2 0-1 0 0,3-3 4 0 0,1 0-1 0 0,-1 1 1 0 0,1 0 0 0 0,0 0-1 0 0,0 1 1 0 0,0 0-1 0 0,0 0 1 0 0,0 1 0 0 0,0-1-1 0 0,1 1 1 0 0,-1 1 0 0 0,0 0-1 0 0,1 0 1 0 0,-1 0-1 0 0,1 1 1 0 0,-1 0 0 0 0,0 0-1 0 0,0 1 1 0 0,0 0 0 0 0,0 0-1 0 0,0 1 1 0 0,0 0-1 0 0,0 0 1 0 0,-1 1 0 0 0,0-1-1 0 0,1 1 1 0 0,-1 1-1 0 0,-1-1 1 0 0,1 1 0 0 0,-1 0-1 0 0,1 0 1 0 0,-2 1 0 0 0,1 0-1 0 0,-1 0 1 0 0,1 0-1 0 0,-1 0 1 0 0,-1 0 0 0 0,4 8-1 0 0,-5-7 42 0 0,0 1 0 0 0,-1 0 0 0 0,0-1 0 0 0,0 1 0 0 0,0 0 1 0 0,-1 0-1 0 0,0 0 0 0 0,-1 0 0 0 0,0-1 0 0 0,0 1 0 0 0,0 0 0 0 0,-5 14 0 0 0,0-6 130 0 0,0-1-1 0 0,0 1 1 0 0,-2-1 0 0 0,-17 27 0 0 0,-22 19 387 0 0,-2-2-1 0 0,-67 62 1 0 0,111-117-556 0 0,-8 12 47 0 0,13-16-65 0 0,0 0 0 0 0,0 1-1 0 0,-1-1 1 0 0,1 1 0 0 0,0-1 0 0 0,0 1-1 0 0,0-1 1 0 0,0 1 0 0 0,0-1-1 0 0,-1 1 1 0 0,1-1 0 0 0,0 1 0 0 0,0-1-1 0 0,0 1 1 0 0,1-1 0 0 0,-1 1-1 0 0,0 0 1 0 0,0-1 0 0 0,0 1 0 0 0,0-1-1 0 0,0 1 1 0 0,0-1 0 0 0,1 0-1 0 0,-1 1 1 0 0,1 0 0 0 0,0 0 3 0 0,0 0-1 0 0,0-1 1 0 0,0 1 0 0 0,1 0-1 0 0,-1-1 1 0 0,0 1 0 0 0,0-1-1 0 0,1 0 1 0 0,-1 1 0 0 0,0-1 0 0 0,1 0-1 0 0,-1 0 1 0 0,0 0 0 0 0,1 0-1 0 0,-1 0 1 0 0,3 0 0 0 0,28-4 14 0 0,-24 3-16 0 0,40-5-44 0 0,133-13-906 0 0,-150 19-1513 0 0,57 4 0 0 0,-78-2 594 0 0,-1 0-1 0 0,1 0 1 0 0,15 6-1 0 0,-13-2-3285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5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42 101 1984 0 0,'0'0'3457'0'0,"3"-12"548"0"0,53-71 6647 0 0,-55 82-10262 0 0,-1 1-358 0 0,0-1-1 0 0,0 1 1 0 0,0 0 0 0 0,0 0-1 0 0,0 0 1 0 0,0 0 0 0 0,0 0 0 0 0,0-1-1 0 0,0 1 1 0 0,0 0 0 0 0,0 0-1 0 0,0 0 1 0 0,0 0 0 0 0,0 0 0 0 0,0-1-1 0 0,0 1 1 0 0,1 0 0 0 0,-1 0-1 0 0,0 0 1 0 0,0 0 0 0 0,0 0 0 0 0,0 0-1 0 0,0 0 1 0 0,0-1 0 0 0,0 1-1 0 0,0 0 1 0 0,1 0 0 0 0,-1 0 0 0 0,0 0-1 0 0,0 0 1 0 0,0 0 0 0 0,0 0 0 0 0,0 0-1 0 0,1 0 1 0 0,-1 0 0 0 0,0 0-1 0 0,0 0 1 0 0,0 0 0 0 0,0 0 0 0 0,0 0-1 0 0,1 0 1 0 0,-1 0 0 0 0,0 0-1 0 0,0 0 1 0 0,0 0 0 0 0,0 0 0 0 0,0 0-1 0 0,1 0 1 0 0,1 9 578 0 0,-2 10-313 0 0,-42 181 1205 0 0,-1 9-1941 0 0,27-52-4214 0 0,9-51-4816 0 0,7-69 1983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7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 2144 0 0,'-105'34'14192'0'0,"103"-34"-13691"0"0,-10 7 832 0 0,12-7-1323 0 0,0 0 0 0 0,0 0-1 0 0,0 0 1 0 0,1 0-1 0 0,-1 0 1 0 0,0 0-1 0 0,0 0 1 0 0,0 0-1 0 0,0 0 1 0 0,1 0-1 0 0,-1 0 1 0 0,0 0-1 0 0,0 0 1 0 0,0 0-1 0 0,1 1 1 0 0,-1-1 0 0 0,0 0-1 0 0,0 0 1 0 0,0 0-1 0 0,0 0 1 0 0,1 0-1 0 0,-1 0 1 0 0,0 0-1 0 0,0 1 1 0 0,0-1-1 0 0,0 0 1 0 0,0 0-1 0 0,0 0 1 0 0,1 0 0 0 0,-1 1-1 0 0,0-1 1 0 0,0 0-1 0 0,0 0 1 0 0,0 0-1 0 0,0 1 1 0 0,0-1-1 0 0,0 0 1 0 0,0 0-1 0 0,0 0 1 0 0,0 1-1 0 0,0-1 1 0 0,0 0-1 0 0,0 0 1 0 0,0 0 0 0 0,0 1-1 0 0,0-1 1 0 0,0 0-1 0 0,0 0 1 0 0,0 0-1 0 0,0 0 1 0 0,0 1-1 0 0,0-1 1 0 0,-1 0-1 0 0,1 0 1 0 0,0 0-1 0 0,0 0 1 0 0,0 1-1 0 0,0-1 1 0 0,0 0 0 0 0,0 0-1 0 0,-1 0 1 0 0,1 0-1 0 0,0 0 1 0 0,0 1-1 0 0,0-1 1 0 0,0 0-1 0 0,-1 0 1 0 0,1 0-1 0 0,41 3 279 0 0,64-2 0 0 0,-57-2-194 0 0,-15 1-870 0 0,44-7 0 0 0,-66 5-2553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7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66 260 0 0,'3'-10'9198'0'0,"-3"8"-8605"0"0,-1 1 0 0 0,1-1 0 0 0,0 0 0 0 0,-1 0 0 0 0,1 1-1 0 0,0-1 1 0 0,0 0 0 0 0,0 0 0 0 0,0 1 0 0 0,0-1 0 0 0,1 0 0 0 0,0-3 0 0 0,0 4-447 0 0,-1 0 1 0 0,1 0-1 0 0,-1 0 1 0 0,1 0-1 0 0,0-1 1 0 0,0 1-1 0 0,0 0 1 0 0,0 0-1 0 0,-1 1 1 0 0,1-1-1 0 0,1 0 1 0 0,-1 0-1 0 0,2-1 1 0 0,2 0-141 0 0,1 0 1 0 0,0 0-1 0 0,-1 0 0 0 0,1 1 0 0 0,0 0 1 0 0,9-1-1 0 0,-4 1 25 0 0,0 0 0 0 0,0 1 0 0 0,0 0 0 0 0,0 1 0 0 0,0 0 0 0 0,0 1 0 0 0,18 4 0 0 0,-25-4-11 0 0,0 0-1 0 0,1-1 1 0 0,-1 1-1 0 0,0 1 1 0 0,0-1-1 0 0,0 1 1 0 0,-1-1-1 0 0,1 1 0 0 0,-1 0 1 0 0,1 0-1 0 0,-1 1 1 0 0,0-1-1 0 0,0 1 1 0 0,0 0-1 0 0,-1-1 1 0 0,4 7-1 0 0,-4-4 79 0 0,0-1-1 0 0,-1 1 0 0 0,1 0 1 0 0,-1 0-1 0 0,0 0 0 0 0,-1 0 1 0 0,1 0-1 0 0,-1 0 1 0 0,-1-1-1 0 0,1 1 0 0 0,-1 0 1 0 0,-1 8-1 0 0,-2 2 104 0 0,-1-1 0 0 0,0 1 0 0 0,-1-1 0 0 0,0 0 0 0 0,-1-1 0 0 0,-1 1 0 0 0,-10 13 0 0 0,-75 90 1007 0 0,58-76-852 0 0,34-40-346 0 0,-15 20 101 0 0,15-22-100 0 0,1 1 0 0 0,-1 0 0 0 0,1-1 0 0 0,0 1 0 0 0,-1 0 0 0 0,1 0 1 0 0,0-1-1 0 0,0 1 0 0 0,-1 0 0 0 0,1 0 0 0 0,0 0 0 0 0,0-1 1 0 0,0 1-1 0 0,0 0 0 0 0,0 0 0 0 0,0 0 0 0 0,0 0 0 0 0,0-1 1 0 0,0 1-1 0 0,1 0 0 0 0,-1 0 0 0 0,0 0 0 0 0,0-1 0 0 0,1 3 1 0 0,5-2 71 0 0,20 0-22 0 0,-1-2 0 0 0,1-1 0 0 0,44-10 0 0 0,80-25-55 0 0,-135 33-17 0 0,52-16-1286 0 0,88-38 1 0 0,-50 4-2647 0 0,-7-10-3943 0 0,-53 26-288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8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1052 98 108 0 0,'-4'-12'2974'0'0,"-2"3"-1608"0"0,-1 0 0 0 0,1 1 0 0 0,-1 1 0 0 0,-11-10 0 0 0,9 8-729 0 0,8 7-343 0 0,-22-15 970 0 0,43 14-1053 0 0,0 0 1 0 0,0 2-1 0 0,-1 0 1 0 0,1 2-1 0 0,0 0 0 0 0,28 5 1 0 0,-37-4-162 0 0,0 0 0 0 0,0 0 0 0 0,0 1 0 0 0,0 0 1 0 0,18 9-1 0 0,-23-9-2 0 0,0 1 1 0 0,0 0 0 0 0,0 0 0 0 0,0 0-1 0 0,-1 1 1 0 0,0 0 0 0 0,0 0-1 0 0,0 0 1 0 0,-1 1 0 0 0,6 8-1 0 0,3 8 86 0 0,-2-1 0 0 0,-1 2 0 0 0,-1 0 0 0 0,-1 0 0 0 0,-1 0 0 0 0,0 1 0 0 0,2 29 0 0 0,11 173 1386 0 0,-19-139-577 0 0,-15 130 0 0 0,-30 86 499 0 0,37-254-1243 0 0,-88 429 1791 0 0,-20-4-444 0 0,111-455-1503 0 0,-64 294 1257 0 0,-38 422 0 0 0,26-38 1038 0 0,42-372-968 0 0,19-205-694 0 0,-19 176 382 0 0,35-254-1003 0 0,-6 163 494 0 0,9-188-549 0 0,0 0 0 0 0,-1 0 0 0 0,0-3 0 0 0,1 0 0 0 0,-1-3 0 0 0,1 1 0 0 0,-1-2 0 0 0,0 1 0 0 0,-1-2 0 0 0,-9-4 0 0 0,-5-4 0 0 0,1-1 0 0 0,-146-1-1742 0 0,-265-35-1 0 0,382 29-3599 0 0,16 0-2076 0 0,-5-1-6700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9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95 1304 0 0,'4'-7'1322'0'0,"-1"-1"0"0"0,0 1-1 0 0,-1-1 1 0 0,0 0 0 0 0,0 1-1 0 0,0-1 1 0 0,-1 0 0 0 0,0 0-1 0 0,-1 0 1 0 0,0-10 0 0 0,-18 34-645 0 0,-19 33-282 0 0,-44 78 0 0 0,48-65-2888 0 0,3 2-4010 0 0,20-45 593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29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99 112 0 0,'8'-18'5372'0'0,"0"0"1"0"0,8-35 515 0 0,-15 50-5295 0 0,-1 3-552 0 0,0-1 0 0 0,0 1 0 0 0,0 0 0 0 0,0 0 0 0 0,0 0 0 0 0,0-1 1 0 0,0 1-1 0 0,0 0 0 0 0,0 0 0 0 0,1-1 0 0 0,-1 1 0 0 0,0 0 0 0 0,0 0 0 0 0,0 0 0 0 0,0-1 0 0 0,0 1 0 0 0,0 0 1 0 0,0 0-1 0 0,0 0 0 0 0,1-1 0 0 0,-1 1 0 0 0,0 0 0 0 0,0 0 0 0 0,0 0 0 0 0,0 0 0 0 0,1 0 0 0 0,-1-1 0 0 0,0 1 0 0 0,0 0 1 0 0,0 0-1 0 0,1 0 0 0 0,-1 0 0 0 0,0 0 0 0 0,0 0 0 0 0,1 0 0 0 0,5 7 59 0 0,1 0 1 0 0,-2 0-1 0 0,1 1 0 0 0,-1 0 0 0 0,0 0 1 0 0,0 0-1 0 0,-1 0 0 0 0,5 16 1 0 0,7 12 90 0 0,163 329 603 0 0,-164-331-989 0 0,2 3-2107 0 0,-3-14-6837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0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58 2456 0 0,'-2'-13'3668'0'0,"2"11"-3218"0"0,0 0 1 0 0,0-1 0 0 0,0 1 0 0 0,-1 0-1 0 0,1 0 1 0 0,-1-1 0 0 0,1 1-1 0 0,-1 0 1 0 0,0 0 0 0 0,0 0 0 0 0,0-1-1 0 0,0 1 1 0 0,0 0 0 0 0,0 1-1 0 0,-1-1 1 0 0,1 0 0 0 0,-1 0 0 0 0,1 0-1 0 0,-3-1 1 0 0,2 2 109 0 0,-15 2 274 0 0,12 0-729 0 0,1 0 0 0 0,0 1 0 0 0,-1 0 0 0 0,1 0 0 0 0,0 0 0 0 0,0 0 0 0 0,0 1-1 0 0,0-1 1 0 0,1 1 0 0 0,-4 3 0 0 0,-34 36 377 0 0,30-30-344 0 0,-162 209 673 0 0,117-145-675 0 0,8-12-342 0 0,-56 103 1 0 0,101-161-577 0 0,1-1 0 0 0,-1 1 0 0 0,1 0 1 0 0,1 0-1 0 0,-1-1 0 0 0,0 8 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0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60 196 0 0,'14'-25'14041'0'0,"-9"16"-13178"0"0,-2 7-799 0 0,0 0 0 0 0,-1 0 0 0 0,1 0 0 0 0,0 1 1 0 0,0-1-1 0 0,0 1 0 0 0,0 0 0 0 0,1-1 0 0 0,-1 1 0 0 0,0 1 0 0 0,1-1 0 0 0,5 0 0 0 0,3-2 20 0 0,-6 2-69 0 0,0 0 0 0 0,0 0 1 0 0,1 0-1 0 0,-1 1 0 0 0,0 0 0 0 0,0 0 1 0 0,1 0-1 0 0,-1 1 0 0 0,0 0 1 0 0,0 0-1 0 0,7 3 0 0 0,-9-3 7 0 0,1 1 0 0 0,-1 0 0 0 0,1 1 0 0 0,-1-1 0 0 0,0 1 0 0 0,0 0 0 0 0,0 0 1 0 0,5 5-1 0 0,-7-6 13 0 0,0 0 1 0 0,-1 0 0 0 0,0 0 0 0 0,1 0 0 0 0,-1 1 0 0 0,0-1 0 0 0,0 0 0 0 0,0 1 0 0 0,0-1 0 0 0,0 0 0 0 0,-1 1 0 0 0,1-1-1 0 0,-1 1 1 0 0,0-1 0 0 0,0 1 0 0 0,0-1 0 0 0,0 1 0 0 0,0 4 0 0 0,-3 7 87 0 0,0 0 1 0 0,-1 0 0 0 0,0 0-1 0 0,-1-1 1 0 0,0 0-1 0 0,-1 0 1 0 0,-14 22-1 0 0,-3-1 650 0 0,-36 42 0 0 0,50-66-460 0 0,5-5 192 0 0,14-4-345 0 0,-10-1-161 0 0,3 0 7 0 0,1 0-4 0 0,7 0-2 0 0,1 2-1 0 0,-1-1 1 0 0,1 1 0 0 0,-1 1 0 0 0,0 0-1 0 0,1 1 1 0 0,-2 0 0 0 0,1 1 0 0 0,11 6-1 0 0,-14-7 8 0 0,0 1 0 0 0,-1 0-1 0 0,1 0 1 0 0,-1 1 0 0 0,0 0-1 0 0,-1 0 1 0 0,1 0 0 0 0,-1 1-1 0 0,-1 0 1 0 0,1 1 0 0 0,-1-1-1 0 0,7 15 1 0 0,-10-19 70 0 0,-1 1 0 0 0,1 0 0 0 0,-1 0 0 0 0,0 0 0 0 0,0 0-1 0 0,-1 0 1 0 0,1 0 0 0 0,-1 0 0 0 0,0 0 0 0 0,0 0 0 0 0,0 0 0 0 0,-1 0 0 0 0,1 0 0 0 0,-1 0 0 0 0,0 0 0 0 0,-3 7 0 0 0,1-5 22 0 0,1-1 0 0 0,-1 0 1 0 0,-1 0-1 0 0,1 0 0 0 0,-1 0 1 0 0,0 0-1 0 0,0-1 0 0 0,-1 0 1 0 0,1 0-1 0 0,-8 6 0 0 0,3-4-12 0 0,-1-1-1 0 0,1 1 0 0 0,-1-1 0 0 0,0-1 0 0 0,0 0 0 0 0,-1 0 0 0 0,1-1 0 0 0,-1 0 0 0 0,1-1 0 0 0,-1 0 0 0 0,0-1 0 0 0,-14 0 1 0 0,14-2-115 0 0,-1 0 1 0 0,1 0-1 0 0,0-1 1 0 0,0-1-1 0 0,-13-4 1 0 0,21 6-359 0 0,-1-1 0 0 0,1 1 0 0 0,0-1 1 0 0,0 0-1 0 0,0 0 0 0 0,0 0 0 0 0,0-1 1 0 0,-4-4-1 0 0,5 6-306 0 0,1-1-1 0 0,-1 0 1 0 0,1 0 0 0 0,0 0 0 0 0,0 0 0 0 0,0 0 0 0 0,0-1-1 0 0,0 1 1 0 0,0 0 0 0 0,1 0 0 0 0,-1-1 0 0 0,1 1 0 0 0,0 0-1 0 0,-1-5 1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1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59 2252 0 0,'-1'-3'1902'0'0,"1"0"-1470"0"0,-1 1 0 0 0,1-1 0 0 0,-1 0 0 0 0,0 0 0 0 0,0 0 1 0 0,0 0-1 0 0,0 1 0 0 0,0-1 0 0 0,-1 1 0 0 0,0-1 0 0 0,1 1 1 0 0,-1-1-1 0 0,0 1 0 0 0,0 0 0 0 0,0 0 0 0 0,0 0 0 0 0,0 0 1 0 0,-1 0-1 0 0,1 0 0 0 0,0 1 0 0 0,-1-1 0 0 0,-3-1 0 0 0,5 3-401 0 0,0 0 0 0 0,-1 0 0 0 0,1 0 0 0 0,0 0 0 0 0,0 0 0 0 0,0 1 0 0 0,0-1 0 0 0,0 0-1 0 0,0 1 1 0 0,0-1 0 0 0,0 0 0 0 0,0 1 0 0 0,0-1 0 0 0,0 1 0 0 0,0 0 0 0 0,0-1 0 0 0,-2 2 0 0 0,-14 14 130 0 0,15-13-115 0 0,-12 12 50 0 0,1 0 0 0 0,0 2-1 0 0,2-1 1 0 0,-13 24-1 0 0,-33 76 308 0 0,46-93-300 0 0,-48 116 547 0 0,6 1-1 0 0,-35 154 0 0 0,33-47-69 0 0,48-203-441 0 0,2 0 1 0 0,3 0-1 0 0,4 77 0 0 0,-2-112-109 0 0,1 0-1 0 0,1 0 1 0 0,0 0 0 0 0,0 0-1 0 0,1 0 1 0 0,0-1-1 0 0,0 1 1 0 0,1-1-1 0 0,0 0 1 0 0,8 11-1 0 0,-9-15-161 0 0,0 0 1 0 0,0 0-1 0 0,1-1 0 0 0,0 1 1 0 0,0-1-1 0 0,0 0 0 0 0,0 0 1 0 0,0 0-1 0 0,1-1 0 0 0,-1 0 1 0 0,1 0-1 0 0,0 0 0 0 0,-1 0 0 0 0,1-1 1 0 0,0 1-1 0 0,0-1 0 0 0,0 0 1 0 0,0-1-1 0 0,0 1 0 0 0,7-1 1 0 0,0-1-1456 0 0,0 0 0 0 0,-1 0 1 0 0,1-1-1 0 0,23-7 1 0 0,-6-1-4563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2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491 45 1840 0 0,'6'-8'5827'0'0,"-4"4"-4233"0"0,0 0 1 0 0,-1 1-1 0 0,1-1 1 0 0,-1 0-1 0 0,1 0 1 0 0,0-10 1833 0 0,-3 39-3326 0 0,-2 43-10 0 0,-20 108 1 0 0,11-99-32 0 0,-32 174 303 0 0,38-230-558 0 0,6-21 166 0 0,0 0 0 0 0,0 1 1 0 0,0-1-1 0 0,0 0 0 0 0,-1 1 1 0 0,1-1-1 0 0,0 0 0 0 0,0 1 1 0 0,0-1-1 0 0,-1 0 1 0 0,1 0-1 0 0,0 1 0 0 0,0-1 1 0 0,-1 0-1 0 0,1 0 0 0 0,0 0 1 0 0,0 0-1 0 0,-1 1 1 0 0,1-1-1 0 0,0 0 0 0 0,-1 0 1 0 0,1 0-1 0 0,0 0 0 0 0,-1 0 1 0 0,1 0-1 0 0,0 0 0 0 0,-1 0 1 0 0,1 0-1 0 0,0 0 1 0 0,-1 0-1 0 0,1 0 0 0 0,0 0 1 0 0,-1 0-1 0 0,1 0 0 0 0,0 0 1 0 0,-1 0-1 0 0,0-3-57 0 0,0 0 0 0 0,0 0 0 0 0,0 0 0 0 0,1 0 0 0 0,-1 0 0 0 0,1 0 0 0 0,0 0 0 0 0,0 0 0 0 0,0 0 0 0 0,0 0 0 0 0,1-3 0 0 0,-1-3-26 0 0,1-7 17 0 0,-1 6 78 0 0,1 1 0 0 0,-1 0 0 0 0,-1-1 0 0 0,0 1 1 0 0,0 0-1 0 0,-1 0 0 0 0,0 0 0 0 0,0 0 0 0 0,-7-14 0 0 0,7 21 21 0 0,0 0 1 0 0,0 0-1 0 0,-1 1 1 0 0,1-1-1 0 0,-1 1 0 0 0,1 0 1 0 0,-1-1-1 0 0,1 1 1 0 0,-1 0-1 0 0,0 1 1 0 0,0-1-1 0 0,1 0 0 0 0,-1 1 1 0 0,0 0-1 0 0,0-1 1 0 0,0 1-1 0 0,-3 1 0 0 0,-3-1-1 0 0,0 1 0 0 0,0 1-1 0 0,-1-1 1 0 0,1 1-1 0 0,1 1 1 0 0,-1 0 0 0 0,-10 5-1 0 0,-56 31 23 0 0,68-35-19 0 0,-23 13 21 0 0,0 2 0 0 0,-40 34-1 0 0,25-7-4322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2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72 784 0 0,'12'-15'13890'0'0,"-6"11"-12363"0"0,227-43-43 0 0,-184 41-8033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2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24 0 0,'-24'17'3960'0'0,"-6"5"1363"0"0,-35 33 1 0 0,65-54-5290 0 0,-1-1 1 0 0,0 1-1 0 0,1-1 1 0 0,-1 1-1 0 0,1-1 1 0 0,-1 1-1 0 0,0-1 1 0 0,1 1-1 0 0,-1 0 1 0 0,1-1-1 0 0,0 1 1 0 0,-1 0-1 0 0,1-1 1 0 0,0 1-1 0 0,-1 0 1 0 0,1-1 0 0 0,0 1-1 0 0,0 0 1 0 0,-1 0-1 0 0,1-1 1 0 0,0 1-1 0 0,0 0 1 0 0,0 0-1 0 0,0-1 1 0 0,0 2-1 0 0,1-1-23 0 0,0 0 1 0 0,0-1-1 0 0,0 1 0 0 0,0-1 0 0 0,0 1 0 0 0,1-1 1 0 0,-1 0-1 0 0,0 1 0 0 0,0-1 0 0 0,0 0 0 0 0,0 0 0 0 0,0 0 1 0 0,1 0-1 0 0,-1 0 0 0 0,0 0 0 0 0,0 0 0 0 0,0 0 1 0 0,2-1-1 0 0,17-1-437 0 0,0-2 1 0 0,0 0-1 0 0,28-10 1 0 0,23-13-6475 0 0,-50 18 2165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3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75 2220 0 0,'17'-57'14000'0'0,"-18"39"-10242"0"0,-1 26-2167 0 0,-2 30-1437 0 0,-3 17 97 0 0,-2-1 1 0 0,-3 0 0 0 0,-21 61 0 0 0,17-58 119 0 0,9-33-255 0 0,-63 195 713 0 0,68-214-914 0 0,-2 4-54 0 0,0 1-1 0 0,0 0 1 0 0,1 0 0 0 0,-3 20-1 0 0,2-32-1605 0 0,4 2 1674 0 0,0 0 1 0 0,0 0 0 0 0,-1 0 0 0 0,1 0 0 0 0,0 0 0 0 0,0 0 0 0 0,-1 0 0 0 0,1 0 0 0 0,0 0-1 0 0,0 0 1 0 0,-1 0 0 0 0,1 0 0 0 0,0 0 0 0 0,0-1 0 0 0,0 1 0 0 0,-1 0 0 0 0,1 0 0 0 0,0 0-1 0 0,0 0 1 0 0,0 0 0 0 0,-1-1 0 0 0,1 1 0 0 0,0 0 0 0 0,0 0 0 0 0,0 0 0 0 0,0-1 0 0 0,0 1-1 0 0,-1 0 1 0 0,1 0 0 0 0,0-1 0 0 0,0 1 0 0 0,0 0 0 0 0,0 0 0 0 0,0-1 0 0 0,0 1 0 0 0,0 0-1 0 0,0-1 1 0 0,4-42-9460 0 0,2 26 2610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3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74 184 0 0,'41'-74'16820'0'0,"-55"81"-16496"0"0,4 1-246 0 0,1 0 1 0 0,1 0-1 0 0,0 0 0 0 0,0 1 0 0 0,-8 12 0 0 0,0 0-21 0 0,6-8-9 0 0,0 0 1 0 0,1 1 0 0 0,1 0-1 0 0,-8 18 1 0 0,16-30-34 0 0,-1-1 0 0 0,1 1 0 0 0,-1-1 0 0 0,1 1-1 0 0,0-1 1 0 0,-1 1 0 0 0,1-1 0 0 0,0 1 0 0 0,0-1 0 0 0,0 1 0 0 0,0-1 0 0 0,0 1 0 0 0,0-1-1 0 0,1 1 1 0 0,-1-1 0 0 0,0 1 0 0 0,1-1 0 0 0,-1 1 0 0 0,1-1 0 0 0,0 1 0 0 0,-1-1-1 0 0,1 0 1 0 0,0 1 0 0 0,0-1 0 0 0,0 0 0 0 0,0 0 0 0 0,0 0 0 0 0,0 0 0 0 0,0 0 0 0 0,0 0-1 0 0,1 0 1 0 0,-1 0 0 0 0,0 0 0 0 0,2 1 0 0 0,6 3 194 0 0,1-1 0 0 0,-1 0 0 0 0,0 0 0 0 0,13 2 0 0 0,-1 1-148 0 0,-16-5-20 0 0,1 1-1 0 0,-1 0 1 0 0,1 0-1 0 0,-1 0 0 0 0,0 1 1 0 0,0 0-1 0 0,0 0 1 0 0,-1 0-1 0 0,1 0 0 0 0,-1 1 1 0 0,0 0-1 0 0,-1 0 1 0 0,1 0-1 0 0,3 7 0 0 0,-5-8 92 0 0,0-1 0 0 0,-1 1 0 0 0,0 0 0 0 0,0 0 0 0 0,0 0 0 0 0,0 0 0 0 0,0 0 0 0 0,-1 0 0 0 0,1 0-1 0 0,-1 0 1 0 0,-1 0 0 0 0,1 0 0 0 0,0 0 0 0 0,-1 0 0 0 0,0 0 0 0 0,0 0 0 0 0,0 0 0 0 0,0 0 0 0 0,-1-1 0 0 0,1 1-1 0 0,-1 0 1 0 0,0-1 0 0 0,-4 6 0 0 0,0-1-21 0 0,-1 0 0 0 0,0-1 1 0 0,-1 0-1 0 0,1 0 0 0 0,-1-1 0 0 0,-1 0 0 0 0,1 0 0 0 0,-1-1 1 0 0,0 0-1 0 0,-1 0 0 0 0,1-1 0 0 0,-1-1 0 0 0,1 1 0 0 0,-1-1 1 0 0,0-1-1 0 0,0 0 0 0 0,-16 1 0 0 0,19-3-369 0 0,1 0 0 0 0,0-1 0 0 0,0 0 0 0 0,0 0 0 0 0,0 0 0 0 0,0-1 0 0 0,0 0 0 0 0,0 0 0 0 0,0 0 0 0 0,-7-5 0 0 0,10 5-310 0 0,0 0 0 0 0,0 0 0 0 0,1 0 0 0 0,-1-1 0 0 0,1 1 0 0 0,-1-1 0 0 0,1 1 1 0 0,-3-5-1 0 0,4 5-292 0 0,-1-1 0 0 0,1 0 0 0 0,0 0 0 0 0,0 0 1 0 0,0 0-1 0 0,0 0 0 0 0,0 0 0 0 0,0 0 0 0 0,0-6 0 0 0,1-8-5685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3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28 196 1100 0 0,'-17'-69'15603'0'0,"7"32"-10999"0"0,10 36-4578 0 0,0-1 0 0 0,0 1 0 0 0,0 0 1 0 0,0 0-1 0 0,0 0 0 0 0,0 0 1 0 0,0 0-1 0 0,0 0 0 0 0,1 0 0 0 0,-1 0 1 0 0,1 0-1 0 0,-1 0 0 0 0,0 0 1 0 0,1 0-1 0 0,0 0 0 0 0,-1 0 0 0 0,1 0 1 0 0,0 1-1 0 0,-1-1 0 0 0,1 0 0 0 0,0 0 1 0 0,0 1-1 0 0,-1-1 0 0 0,1 0 1 0 0,0 1-1 0 0,0-1 0 0 0,0 1 0 0 0,0-1 1 0 0,2 0-1 0 0,34-12 76 0 0,-31 11-55 0 0,33-7-580 0 0,0 1-1 0 0,43-2 1 0 0,-21 3-3626 0 0,0-3-3983 0 0,-44 6 2203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4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566 59 1940 0 0,'0'-59'16828'0'0,"0"70"-16733"0"0,22 107 1698 0 0,7 60 348 0 0,-15-41-893 0 0,-6 188 1 0 0,-11-269-1043 0 0,-2 0 0 0 0,-2 0 0 0 0,-3-1 0 0 0,-2 0 0 0 0,-3 0 0 0 0,-26 63 0 0 0,22-76-80 0 0,-2-2-1 0 0,-2 0 0 0 0,-2-1 0 0 0,-1-2 0 0 0,-2 0 1 0 0,-36 35-1 0 0,24-32-673 0 0,-59 47 0 0 0,55-54-2393 0 0,-63 36 0 0 0,77-53-841 0 0,11-9-1487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5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7 341 312 0 0,'-1'7'14389'0'0,"0"-9"-14325"0"0,0 0 0 0 0,1 0 0 0 0,-1 0 1 0 0,0 0-1 0 0,1-1 0 0 0,-1 1 0 0 0,1 0 0 0 0,0 0 1 0 0,0-3-1 0 0,4-41 140 0 0,-1 22-173 0 0,8-45-22 0 0,14-6-64 0 0,-24 74 58 0 0,16-33-75 0 0,9 9 50 0 0,-25 24 14 0 0,-1 0 7 0 0,3-2-20 0 0,13-5-16 0 0,-13 6 34 0 0,0 0-1 0 0,0 0 0 0 0,0 0 1 0 0,1 0-1 0 0,-1 1 1 0 0,0-1-1 0 0,1 1 1 0 0,-1 0-1 0 0,1 0 1 0 0,-1 0-1 0 0,1 0 1 0 0,6 0-1 0 0,2 0-17 0 0,25-3 13 0 0,45-1-2 0 0,-33 1 42 0 0,-47 4-34 0 0,1 0 4 0 0,10-2 2 0 0,-7 2 14 0 0,5 0-5 0 0,-8 0 2 0 0,9-1-118 0 0,4 2-5861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5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 1792 0 0,'-46'20'9805'0'0,"22"-10"-6262"0"0,24-10-3538 0 0,0 0-1 0 0,0 0 1 0 0,0 0 0 0 0,0 0 0 0 0,0 0-1 0 0,0 0 1 0 0,-1 0 0 0 0,1 0-1 0 0,0 0 1 0 0,0 0 0 0 0,0 0-1 0 0,0 0 1 0 0,0 0 0 0 0,0 0-1 0 0,0 0 1 0 0,0 0 0 0 0,0 0 0 0 0,-1 0-1 0 0,1 0 1 0 0,0 0 0 0 0,0 0-1 0 0,0 0 1 0 0,0 0 0 0 0,0 0-1 0 0,0 0 1 0 0,0 1 0 0 0,0-1-1 0 0,0 0 1 0 0,0 0 0 0 0,0 0 0 0 0,0 0-1 0 0,0 0 1 0 0,0 0 0 0 0,0 0-1 0 0,0 0 1 0 0,-1 0 0 0 0,1 1-1 0 0,0-1 1 0 0,0 0 0 0 0,0 0-1 0 0,0 0 1 0 0,0 0 0 0 0,0 0 0 0 0,0 0-1 0 0,0 0 1 0 0,0 0 0 0 0,1 1-1 0 0,-1-1 1 0 0,0 0 0 0 0,0 0-1 0 0,0 0 1 0 0,0 0 0 0 0,0 0-1 0 0,0 0 1 0 0,0 0 0 0 0,0 0 0 0 0,0 0-1 0 0,0 0 1 0 0,0 1 0 0 0,0-1-1 0 0,0 0 1 0 0,0 0 0 0 0,0 0-1 0 0,1 0 1 0 0,-1 0 0 0 0,0 0 0 0 0,0 0-1 0 0,0 0 1 0 0,12 1 86 0 0,18-2-57 0 0,-30 1-31 0 0,9-1-102 0 0,108-5 287 0 0,-59 9-2507 0 0,-2 6-4569 0 0,-43-5 2818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6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2092 0 0,'-11'7'1762'0'0,"-4"0"799"0"0,1 2 0 0 0,0 0-1 0 0,-23 18 1 0 0,36-25-2335 0 0,1-2-209 0 0,0 0 1 0 0,0 1 0 0 0,0-1-1 0 0,1 0 1 0 0,-1 1 0 0 0,0-1-1 0 0,0 0 1 0 0,1 0-1 0 0,-1 1 1 0 0,0-1 0 0 0,1 0-1 0 0,-1 0 1 0 0,0 1 0 0 0,1-1-1 0 0,-1 0 1 0 0,0 0 0 0 0,1 0-1 0 0,-1 1 1 0 0,0-1 0 0 0,1 0-1 0 0,-1 0 1 0 0,1 0-1 0 0,-1 0 1 0 0,0 0 0 0 0,1 0-1 0 0,21 0-244 0 0,-1 0 0 0 0,0-1-1 0 0,0-2 1 0 0,32-7 0 0 0,38-16-5859 0 0,-52 12 931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37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1084 71 1464 0 0,'2'-13'6144'0'0,"-3"-16"5204"0"0,-1 19-8783 0 0,-5 5-1835 0 0,6 4-682 0 0,0-1-1 0 0,-1 1 1 0 0,1 0-1 0 0,0 0 0 0 0,-1 0 1 0 0,1 0-1 0 0,0 0 1 0 0,-1 0-1 0 0,0 1 0 0 0,-2-2 1 0 0,-5 1-53 0 0,0 1 1 0 0,0 0-1 0 0,0 0 1 0 0,0 1 0 0 0,0 0-1 0 0,0 1 1 0 0,0 0-1 0 0,0 0 1 0 0,1 1-1 0 0,-1 0 1 0 0,1 1 0 0 0,0 0-1 0 0,0 0 1 0 0,0 1-1 0 0,0 0 1 0 0,1 0-1 0 0,0 0 1 0 0,0 1-1 0 0,0 0 1 0 0,1 1 0 0 0,0 0-1 0 0,-6 8 1 0 0,-7 11-14 0 0,2 0 0 0 0,1 1 0 0 0,1 1 0 0 0,1 1-1 0 0,2 0 1 0 0,-13 42 0 0 0,-35 192 67 0 0,39-154-70 0 0,-162 860 3196 0 0,173-911-2792 0 0,-89 434 1823 0 0,-27 170 100 0 0,43-65-181 0 0,35-240-2125 0 0,-36 138 0 0 0,72-443 0 0 0,-10 106 0 0 0,21-147 0 0 0,1-1 0 0 0,0 0 0 0 0,0 1 0 0 0,1-1 0 0 0,0 0 0 0 0,1 0 0 0 0,4 16 0 0 0,-5-22 0 0 0,1-1 0 0 0,0 0 0 0 0,-1 1 0 0 0,1-1 0 0 0,1 0 0 0 0,-1 0 0 0 0,0 0 0 0 0,1 0 0 0 0,-1-1 0 0 0,1 1 0 0 0,0-1 0 0 0,0 1 0 0 0,0-1 0 0 0,0 0 0 0 0,0 0 0 0 0,0 0 0 0 0,1-1 0 0 0,-1 1 0 0 0,0-1 0 0 0,1 0 0 0 0,0 0 0 0 0,-1 0 0 0 0,1 0 0 0 0,5 0 0 0 0,12 1-150 0 0,1-1 0 0 0,-1-2 0 0 0,1 0 0 0 0,38-7 0 0 0,87-25-1540 0 0,-117 25 1252 0 0,237-62-7011 0 0,-93 13-2724 0 0,-89 26 310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42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54 113 224 0 0,'0'0'11577'0'0,"3"-1"-10613"0"0,10 0 3298 0 0,-9-11-2163 0 0,-2 6-2025 0 0,1 1 0 0 0,0-1-1 0 0,0 1 1 0 0,1 0-1 0 0,-1 0 1 0 0,1 0-1 0 0,0 0 1 0 0,1 1 0 0 0,-1 0-1 0 0,1 0 1 0 0,0 0-1 0 0,0 0 1 0 0,0 1-1 0 0,0 0 1 0 0,1 0 0 0 0,-1 0-1 0 0,1 1 1 0 0,0-1-1 0 0,10-1 1 0 0,-2 0-78 0 0,0 0 1 0 0,1 1-1 0 0,0 1 0 0 0,0 1 1 0 0,0 0-1 0 0,-1 1 0 0 0,21 2 1 0 0,-29-1 0 0 0,0 0 1 0 0,0 1-1 0 0,0-1 1 0 0,0 1-1 0 0,0 0 1 0 0,0 1-1 0 0,0 0 1 0 0,-1 0-1 0 0,1 0 1 0 0,-1 0-1 0 0,0 1 1 0 0,0 0-1 0 0,0 0 1 0 0,-1 0-1 0 0,6 7 1 0 0,-7-7 3 0 0,0-1 0 0 0,-1 1 0 0 0,1 0 0 0 0,-1 0 0 0 0,0 0 0 0 0,0 0 0 0 0,-1 0 0 0 0,1 0 0 0 0,-1 0 0 0 0,0 0 0 0 0,0 1 0 0 0,0-1 0 0 0,-1 1 0 0 0,1-1 0 0 0,-1 0 0 0 0,0 1 0 0 0,-1-1 0 0 0,1 1 0 0 0,-1-1 0 0 0,0 0 0 0 0,0 1 1 0 0,-2 5-1 0 0,-5 8-28 0 0,0-1 1 0 0,-1 0-1 0 0,-1-1 1 0 0,-1 0-1 0 0,0 0 1 0 0,-1-1 0 0 0,-1-1-1 0 0,0 0 1 0 0,-20 16-1 0 0,-8 3 13 0 0,-2-1 0 0 0,-51 28 0 0 0,75-49 25 0 0,-8 5 69 0 0,-39 30 0 0 0,64-45-48 0 0,2 0-30 0 0,0-1 1 0 0,0 1 0 0 0,0-1 0 0 0,1 0 0 0 0,-1 1-1 0 0,0-1 1 0 0,0 1 0 0 0,1-1 0 0 0,-1 0 0 0 0,0 0-1 0 0,0 1 1 0 0,1-1 0 0 0,-1 0 0 0 0,0 1 0 0 0,1-1 0 0 0,-1 0-1 0 0,1 0 1 0 0,-1 1 0 0 0,0-1 0 0 0,1 0 0 0 0,-1 0-1 0 0,0 0 1 0 0,1 0 0 0 0,-1 0 0 0 0,1 0 0 0 0,-1 0-1 0 0,1 1 1 0 0,0-1 0 0 0,18 1 26 0 0,79-2-95 0 0,85 1-813 0 0,-91 7-3041 0 0,-3 9-4338 0 0,-66-12 3226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43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4 1056 0 0,'0'0'1621'0'0,"-3"0"-204"0"0,-33-2 3014 0 0,32 2-3424 0 0,-47-2 8462 0 0,40 7-8508 0 0,17-2-888 0 0,0-1-1 0 0,0 1 0 0 0,0-1 0 0 0,0-1 0 0 0,0 1 1 0 0,0-1-1 0 0,8 1 0 0 0,50 3 99 0 0,-63-5-165 0 0,166 9 263 0 0,-136-7-398 0 0,-28-2-200 0 0,10-2-1871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43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92 60 0 0,'5'-6'2477'0'0,"0"0"0"0"0,0 0-1 0 0,-1-1 1 0 0,7-13 0 0 0,8-12 3080 0 0,-18 30-5188 0 0,-1 1-324 0 0,1 0 0 0 0,0 0 0 0 0,0 1 1 0 0,0-1-1 0 0,0 0 0 0 0,0 0 0 0 0,0 0 0 0 0,0 1 1 0 0,0-1-1 0 0,0 0 0 0 0,0 1 0 0 0,0-1 1 0 0,0 1-1 0 0,1 0 0 0 0,-1-1 0 0 0,0 1 0 0 0,0 0 1 0 0,0 0-1 0 0,1-1 0 0 0,-1 1 0 0 0,2 0 1 0 0,30 0 307 0 0,-30 1-328 0 0,0 0 1 0 0,1 0 0 0 0,-1 0 0 0 0,0 1-1 0 0,0 0 1 0 0,0 0 0 0 0,0 0-1 0 0,0 0 1 0 0,0 0 0 0 0,0 0-1 0 0,-1 1 1 0 0,1-1 0 0 0,-1 1-1 0 0,0 0 1 0 0,1 0 0 0 0,-1 0 0 0 0,-1 0-1 0 0,1 0 1 0 0,0 0 0 0 0,-1 0-1 0 0,2 5 1 0 0,-2-2 29 0 0,0-1 0 0 0,0 1 0 0 0,0 0 0 0 0,-1-1 0 0 0,0 1 0 0 0,0 0 0 0 0,0 0 1 0 0,-1-1-1 0 0,1 1 0 0 0,-2 0 0 0 0,1-1 0 0 0,-1 1 0 0 0,-2 7 0 0 0,-5 7 104 0 0,-2 1 0 0 0,0-1 0 0 0,-1-1 1 0 0,-1 0-1 0 0,-27 32 0 0 0,-90 78 1194 0 0,97-98-926 0 0,-36 35 728 0 0,68-65-1144 0 0,1-1 0 0 0,0 0 0 0 0,0 0 0 0 0,-1 1 0 0 0,1-1 0 0 0,0 0 0 0 0,0 1 0 0 0,0-1 0 0 0,0 0 0 0 0,-1 1 0 0 0,1-1 0 0 0,0 0 0 0 0,0 1 0 0 0,0-1 0 0 0,0 0-1 0 0,0 1 1 0 0,0-1 0 0 0,0 1 0 0 0,0-1 0 0 0,0 0 0 0 0,0 1 0 0 0,0-1 0 0 0,0 0 0 0 0,0 1 0 0 0,0-1 0 0 0,0 0 0 0 0,1 1 0 0 0,-1-1 0 0 0,0 1 0 0 0,0-1 0 0 0,0 0 0 0 0,1 1 0 0 0,-1 0-6 0 0,1-1-1 0 0,0 1 1 0 0,-1-1 0 0 0,1 1 0 0 0,0-1 0 0 0,-1 1 0 0 0,1-1 0 0 0,0 1 0 0 0,0-1 0 0 0,-1 0 0 0 0,1 0 0 0 0,0 1 0 0 0,0-1 0 0 0,0 0 0 0 0,-1 0 0 0 0,1 0 0 0 0,0 0 0 0 0,2 0 0 0 0,588-13 41 0 0,-528 10-842 0 0,3 1-2185 0 0,-24 5-4032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4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46 316 0 0,'1'-10'9492'0'0,"5"-25"4766"0"0,-135 447-10105 0 0,82-273-3847 0 0,16-36-568 0 0,17-35-4846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46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682 86 1316 0 0,'0'0'1297'0'0,"0"-10"2307"0"0,-11-27 305 0 0,10 36-3514 0 0,0 0-137 0 0,0-1-1 0 0,1 1 1 0 0,-1 0 0 0 0,0-1-1 0 0,0 1 1 0 0,1-1 0 0 0,-1 1-1 0 0,1-1 1 0 0,-1 1 0 0 0,1-1-1 0 0,0 1 1 0 0,-1-4 0 0 0,-3-9 2150 0 0,20 12-2319 0 0,26 4 369 0 0,-14 0-255 0 0,12-2 71 0 0,346 6 570 0 0,-294-1-817 0 0,-89-4-15 0 0,0-1 1 0 0,-1 0-12 0 0,1 0 0 0 0,-1 0 1 0 0,1 1-1 0 0,0-1 0 0 0,-1 1 0 0 0,0 0 0 0 0,1 0 0 0 0,2 1 1 0 0,1 8 30 0 0,-5-6-6 0 0,2 9 134 0 0,0 0 0 0 0,-1 1-1 0 0,-1-1 1 0 0,0 1-1 0 0,-2 21 1 0 0,-10 75 437 0 0,5-67-452 0 0,-80 436 1744 0 0,36-232-685 0 0,3-12-225 0 0,-16 89-239 0 0,-37 331 1416 0 0,35 6 347 0 0,54-414-1570 0 0,-34 406 816 0 0,33-498-1647 0 0,8-85-49 0 0,4-67-49 0 0,-1 19 148 0 0,-1-1 1 0 0,-6 25 0 0 0,7-42-131 0 0,-4 5-15 0 0,2-4-7 0 0,-8 13 0 0 0,-3-4 0 0 0,5-6 0 0 0,0 1 0 0 0,0-1 0 0 0,0 0 0 0 0,-1-1 0 0 0,0 0 0 0 0,0-1 0 0 0,-1 0 0 0 0,-14 6 0 0 0,9-6 0 0 0,-1-1 0 0 0,0 0 0 0 0,-1-1 0 0 0,1-1 0 0 0,-21 2 0 0 0,-99 4-2713 0 0,-185 0-12975 0 0,242-9 3726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2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7 744 0 0,'-5'-6'21097'0'0,"4"7"-21077"0"0,1 0-1 0 0,-1 0 0 0 0,0 0 1 0 0,1 0-1 0 0,-1 0 1 0 0,1 0-1 0 0,-1 0 0 0 0,1 0 1 0 0,-1 0-1 0 0,1 1 0 0 0,0-1 1 0 0,-1 0-1 0 0,1 0 1 0 0,0 0-1 0 0,0 1 0 0 0,0-1 1 0 0,0 0-1 0 0,0 0 0 0 0,1 3 1 0 0,5 29 381 0 0,-5-28-296 0 0,1 4 22 0 0,49 187 1401 0 0,-36-147-1432 0 0,2-2 1 0 0,23 47 0 0 0,-19-49-72 0 0,-13-27-9 0 0,0 0 0 0 0,1 0-1 0 0,18 26 1 0 0,-4-3 89 0 0,-22-40-95 0 0,2 4 1324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2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635 74 1440 0 0,'1'-3'2305'0'0,"2"-49"8358"0"0,-5 39-8295 0 0,2 12-2325 0 0,-1 0 0 0 0,0 1 1 0 0,0-1-1 0 0,0 1 1 0 0,1 0-1 0 0,-1-1 1 0 0,0 1-1 0 0,0 0 1 0 0,0-1-1 0 0,0 1 0 0 0,0 0 1 0 0,0 0-1 0 0,1 0 1 0 0,-1 0-1 0 0,0 0 1 0 0,0 0-1 0 0,0 0 1 0 0,0 0-1 0 0,0 0 0 0 0,0 0 1 0 0,-1 1-1 0 0,-25 10 314 0 0,-21 23-116 0 0,-41 46 246 0 0,-109 124 1 0 0,172-176-434 0 0,-164 178 239 0 0,161-173-123 0 0,27-31-138 0 0,-5 6 307 0 0,36-11-12892 0 0,-15-2 7318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2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10 2616 0 0,'32'-8'15529'0'0,"-32"7"-15454"0"0,0 1 0 0 0,1 0-1 0 0,0 0 1 0 0,-1 0 0 0 0,1-1 0 0 0,-1 1 0 0 0,1 0 0 0 0,-1 0-1 0 0,1 0 1 0 0,-1 0 0 0 0,1 0 0 0 0,-1 0 0 0 0,1 0-1 0 0,-1 0 1 0 0,1 0 0 0 0,-1 1 0 0 0,1-1 0 0 0,0 0 0 0 0,-1 0-1 0 0,1 0 1 0 0,-1 1 0 0 0,0-1 0 0 0,1 0 0 0 0,-1 0-1 0 0,1 1 1 0 0,-1-1 0 0 0,1 0 0 0 0,-1 1 0 0 0,0-1 0 0 0,1 1-1 0 0,-1-1 1 0 0,0 1 0 0 0,1-1 0 0 0,-1 0 0 0 0,0 1 0 0 0,1-1-1 0 0,-1 1 1 0 0,0-1 0 0 0,0 1 0 0 0,0-1 0 0 0,0 1-1 0 0,1-1 1 0 0,-1 1 0 0 0,0 0 0 0 0,0-1 0 0 0,0 1 0 0 0,0-1-1 0 0,0 1 1 0 0,0-1 0 0 0,-1 1 0 0 0,1-1 0 0 0,0 1-1 0 0,0-1 1 0 0,0 1 0 0 0,0-1 0 0 0,0 1 0 0 0,-1-1 0 0 0,1 2-1 0 0,-89 335 3053 0 0,74-283-3053 0 0,14-53-430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3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150 148 984 0 0,'-1'-15'3570'0'0,"0"0"1"0"0,-1 0-1 0 0,-6-19 0 0 0,0-2 35 0 0,8 35-3169 0 0,0-1-189 0 0,0 0 1 0 0,0 0-1 0 0,-1 0 0 0 0,1 1 1 0 0,0-1-1 0 0,-1 0 1 0 0,1 0-1 0 0,-1 1 0 0 0,1-1 1 0 0,-1 0-1 0 0,0 1 1 0 0,0-1-1 0 0,0 1 1 0 0,0-1-1 0 0,-1-1 0 0 0,1 2-212 0 0,1 1-1 0 0,0 0 1 0 0,0 0 0 0 0,-1 0-1 0 0,1 0 1 0 0,0-1-1 0 0,0 1 1 0 0,-1 0-1 0 0,1 0 1 0 0,0 0 0 0 0,0 0-1 0 0,-1 0 1 0 0,1 0-1 0 0,0 0 1 0 0,0 0-1 0 0,-1 0 1 0 0,1 0 0 0 0,0 0-1 0 0,-1 0 1 0 0,1 0-1 0 0,0 0 1 0 0,0 0-1 0 0,-1 0 1 0 0,1 0 0 0 0,0 0-1 0 0,-1 0 1 0 0,1 0-1 0 0,0 0 1 0 0,0 0-1 0 0,-1 0 1 0 0,1 1 0 0 0,-8 15-301 0 0,-24 155 344 0 0,27-152-267 0 0,-43 237-4623 0 0,31-83-5719 0 0,17-129 4284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 2096 0 0,'-13'-20'14737'0'0,"13"20"-14680"0"0,-1 0 1 0 0,1 0-1 0 0,0 0 1 0 0,0 0-1 0 0,0 0 1 0 0,0 0-1 0 0,-1-1 0 0 0,1 1 1 0 0,0 0-1 0 0,0 0 1 0 0,0 0-1 0 0,-1 0 1 0 0,1 0-1 0 0,0 0 0 0 0,0 1 1 0 0,0-1-1 0 0,-1 0 1 0 0,1 0-1 0 0,0 0 1 0 0,0 0-1 0 0,0 0 0 0 0,-1 0 1 0 0,1 0-1 0 0,0 0 1 0 0,0 0-1 0 0,0 0 1 0 0,0 1-1 0 0,-1-1 0 0 0,1 0 1 0 0,0 0-1 0 0,0 0 1 0 0,0 0-1 0 0,0 0 1 0 0,0 1-1 0 0,0-1 0 0 0,0 0 1 0 0,-1 0-1 0 0,1 0 1 0 0,0 1-1 0 0,0-1 1 0 0,0 0-1 0 0,0 2-8 0 0,1 0 0 0 0,-1 0 0 0 0,1 0 1 0 0,0 0-1 0 0,-1 0 0 0 0,1 0 0 0 0,0 0 0 0 0,0 0 0 0 0,0-1 0 0 0,0 1 0 0 0,0 0 0 0 0,1-1 0 0 0,1 3 1 0 0,-1-1 107 0 0,57 88 1578 0 0,78 109-818 0 0,-35-71-685 0 0,-92-116 553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4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63 2732 0 0,'0'-3'2329'0'0,"0"-47"10515"0"0,0 49-12753 0 0,0 1 0 0 0,0 0 0 0 0,0-1 1 0 0,0 1-1 0 0,0 0 0 0 0,0-1 0 0 0,0 1 0 0 0,0 0 0 0 0,0-1 0 0 0,0 1 1 0 0,0 0-1 0 0,0-1 0 0 0,-1 1 0 0 0,1 0 0 0 0,0-1 0 0 0,0 1 1 0 0,0 0-1 0 0,0 0 0 0 0,0-1 0 0 0,-1 1 0 0 0,1 0 0 0 0,0-1 0 0 0,0 1 1 0 0,-1 0-1 0 0,1 0 0 0 0,0 0 0 0 0,-1-1 0 0 0,-7 10 81 0 0,0 1-1 0 0,0 0 1 0 0,1 0 0 0 0,0 1-1 0 0,1 0 1 0 0,0 0-1 0 0,-4 12 1 0 0,-9 16 107 0 0,-285 465 602 0 0,290-477-1292 0 0,-1 1-2244 0 0,3-13-3270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4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 96 0 0,'-4'6'20768'0'0,"10"-7"-20760"0"0,0 0-1 0 0,1 1 1 0 0,-1-1-1 0 0,0 1 1 0 0,0 1 0 0 0,1-1-1 0 0,-1 1 1 0 0,0 0 0 0 0,0 0-1 0 0,1 1 1 0 0,-1 0 0 0 0,0 0-1 0 0,-1 0 1 0 0,1 1-1 0 0,7 4 1 0 0,-10-5 4 0 0,0 0 1 0 0,0 1-1 0 0,0-1 1 0 0,0 1-1 0 0,0 0 0 0 0,0 0 1 0 0,-1 0-1 0 0,1 0 0 0 0,-1 1 1 0 0,0-1-1 0 0,0 0 1 0 0,0 1-1 0 0,-1 0 0 0 0,1-1 1 0 0,-1 1-1 0 0,0 0 1 0 0,0 0-1 0 0,0 0 0 0 0,0 0 1 0 0,-1-1-1 0 0,1 1 0 0 0,-1 0 1 0 0,0 0-1 0 0,0 0 1 0 0,-2 7-1 0 0,-1 3 109 0 0,-1 0 1 0 0,0 0-1 0 0,-1-1 0 0 0,-1 0 1 0 0,0 0-1 0 0,0 0 0 0 0,-2 0 1 0 0,1-1-1 0 0,-17 19 1 0 0,-11 8 668 0 0,-50 46 0 0 0,72-72-572 0 0,-20 15 292 0 0,20-17-311 0 0,1 0 0 0 0,0 0 0 0 0,-14 19 0 0 0,24-28-121 0 0,6 0-6 0 0,-4-1-71 0 0,0-1 1 0 0,0 0-1 0 0,0 0 1 0 0,0 1-1 0 0,1-1 1 0 0,-1 0-1 0 0,0 0 1 0 0,0 1-1 0 0,0-1 1 0 0,0 0-1 0 0,1 0 1 0 0,-1 0-1 0 0,0 1 1 0 0,0-1-1 0 0,1 0 1 0 0,-1 0-1 0 0,0 0 1 0 0,0 0-1 0 0,1 0 1 0 0,-1 1-1 0 0,0-1 1 0 0,0 0-1 0 0,1 0 1 0 0,-1 0-1 0 0,0 0 1 0 0,1 0-1 0 0,-1 0 1 0 0,0 0-1 0 0,0 0 1 0 0,1 0-1 0 0,-1 0 1 0 0,0 0-1 0 0,1 0 1 0 0,-1 0-1 0 0,0 0 1 0 0,1-1-1 0 0,56-7 55 0 0,-1-3-1 0 0,82-27 1 0 0,-127 35-56 0 0,85-23-101 0 0,-94 25-162 0 0,-1 1-1 0 0,0-1 1 0 0,0 1-1 0 0,0-1 1 0 0,0 1-1 0 0,1-1 1 0 0,-1 0-1 0 0,0 1 1 0 0,0-1-1 0 0,0 0 1 0 0,0 0-1 0 0,-1 0 1 0 0,1 0-1 0 0,0 0 1 0 0,0 0 0 0 0,0 0-1 0 0,-1 0 1 0 0,2-1-1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5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83 1884 0 0,'-27'-12'7697'0'0,"-36"-10"0"0"0,50 17-6115 0 0,11 4-1089 0 0,0 1-80 0 0,-2-1-342 0 0,-11-6 1095 0 0,16 4-674 0 0,12 0-525 0 0,94-9 279 0 0,0-1-1129 0 0,-39 10-3921 0 0,-56 2 2132 0 0,-2 2 483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5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59 2600 0 0,'-167'66'13437'0'0,"160"-63"-12638"0"0,9-2-316 0 0,17-3-171 0 0,29-6-255 0 0,175-48-942 0 0,-77 11-6594 0 0,-90 28 559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09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38 276 0 0,'0'0'763'0'0,"-3"-10"1621"0"0,2 8-1972 0 0,-3-14 280 0 0,4 15-760 0 0,1 1 0 0 0,-1-1 1 0 0,0 1-1 0 0,1-1 0 0 0,-1 1 0 0 0,0-1 1 0 0,1 1-1 0 0,-1-1 0 0 0,0 1 0 0 0,1-1 1 0 0,-1 1-1 0 0,1 0 0 0 0,-1-1 0 0 0,1 1 1 0 0,-1 0-1 0 0,1-1 0 0 0,-1 1 0 0 0,1 0 0 0 0,0 0 1 0 0,-1 0-1 0 0,1-1 0 0 0,-1 1 0 0 0,1 0 1 0 0,0 0-1 0 0,1-1-361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10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1 150 616 0 0,'27'-21'3436'0'0,"-23"19"-3192"0"0,-3 1-145 0 0,15-14 656 0 0,-12 10-282 0 0,-3 4-261 0 0,10-26 1703 0 0,-10-11-966 0 0,-1 36-790 0 0,-5-34 437 0 0,5 35-558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02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83 892 0 0,'7'-14'19577'0'0,"-8"13"-19561"0"0,1 0 0 0 0,0 0 0 0 0,0 1 0 0 0,0-1 0 0 0,0 0 1 0 0,-1 0-1 0 0,1 0 0 0 0,0 0 0 0 0,1 1 0 0 0,-1-1 0 0 0,0 0 0 0 0,0 0 1 0 0,0 0-1 0 0,0 1 0 0 0,1-1 0 0 0,-1 0 0 0 0,0 0 0 0 0,1 1 1 0 0,-1-1-1 0 0,1 0 0 0 0,-1 0 0 0 0,1 1 0 0 0,-1-1 0 0 0,2 0 1 0 0,5-5-19 0 0,0 0 1 0 0,1 1 0 0 0,0 0 0 0 0,0 1 0 0 0,0 0 0 0 0,1 0-1 0 0,-1 1 1 0 0,1 0 0 0 0,0 0 0 0 0,0 1 0 0 0,11-2 0 0 0,-17 4-1 0 0,1 0 1 0 0,0 0 0 0 0,-1 0 0 0 0,1 1-1 0 0,0-1 1 0 0,-1 1 0 0 0,1 0 0 0 0,-1 0 0 0 0,1 0-1 0 0,-1 0 1 0 0,1 1 0 0 0,-1-1 0 0 0,0 1-1 0 0,1 0 1 0 0,-1 0 0 0 0,0 0 0 0 0,0 1 0 0 0,-1-1-1 0 0,1 1 1 0 0,0-1 0 0 0,-1 1 0 0 0,0 0-1 0 0,1 0 1 0 0,-1 0 0 0 0,0 0 0 0 0,-1 0 0 0 0,3 4-1 0 0,-1 0 9 0 0,-1 0-1 0 0,1 0 1 0 0,-1 1-1 0 0,0-1 1 0 0,0 1-1 0 0,-1-1 1 0 0,0 1-1 0 0,-1-1 1 0 0,0 1-1 0 0,0-1 0 0 0,-2 13 1 0 0,-2 0 2 0 0,-1 0 1 0 0,-1 0-1 0 0,-1-1 0 0 0,-1 0 1 0 0,-14 26-1 0 0,-59 84 12 0 0,20-36 97 0 0,56-87-98 0 0,-14 23 21 0 0,18-29-40 0 0,1 1-1 0 0,0-1 1 0 0,-1 0 0 0 0,1 1 0 0 0,0-1-1 0 0,-1 1 1 0 0,1-1 0 0 0,0 1 0 0 0,0-1-1 0 0,0 1 1 0 0,0-1 0 0 0,-1 1-1 0 0,1-1 1 0 0,0 1 0 0 0,0-1 0 0 0,0 1-1 0 0,0-1 1 0 0,0 1 0 0 0,0-1 0 0 0,0 1-1 0 0,0-1 1 0 0,0 1 0 0 0,1-1 0 0 0,-1 1-1 0 0,0-1 1 0 0,0 1 0 0 0,0-1 0 0 0,1 1-1 0 0,-1-1 1 0 0,0 1 0 0 0,0-1-1 0 0,1 1 1 0 0,0 0 1 0 0,0 0 0 0 0,1-1-1 0 0,-1 1 1 0 0,0-1 0 0 0,1 1 0 0 0,-1-1-1 0 0,0 1 1 0 0,1-1 0 0 0,-1 0 0 0 0,0 0-1 0 0,1 0 1 0 0,1 1 0 0 0,49-6 20 0 0,-46 4-23 0 0,16-3 4 0 0,213-35 153 0 0,-207 36-62 0 0,-26 2-69 0 0,16-1-848 0 0,-12-2-405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02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258 131 1772 0 0,'-37'-23'11259'0'0,"11"-3"-4728"0"0,25 25-6301 0 0,1-2-168 0 0,0 1 0 0 0,0-1 0 0 0,1 0 1 0 0,-1 1-1 0 0,1-1 0 0 0,-1 0 0 0 0,1 1 0 0 0,0-1 0 0 0,0 1 1 0 0,2-4-1 0 0,5-3-15 0 0,-4 5-44 0 0,0 1-1 0 0,0-1 0 0 0,0 1 0 0 0,0 0 1 0 0,1 0-1 0 0,-1 0 0 0 0,1 0 1 0 0,-1 1-1 0 0,1 0 0 0 0,0 0 1 0 0,0 0-1 0 0,8-1 0 0 0,-8 2-16 0 0,-1 0 14 0 0,0 1 0 0 0,0 0 0 0 0,0 0 0 0 0,0 0 0 0 0,0 0 0 0 0,0 1 0 0 0,0 0 1 0 0,0 0-1 0 0,0 0 0 0 0,0 0 0 0 0,0 0 0 0 0,-1 1 0 0 0,1 0 0 0 0,-1 0 0 0 0,6 3 0 0 0,-3 0 1 0 0,-1 0 0 0 0,0 0 1 0 0,0 0-1 0 0,0 1 0 0 0,6 10 0 0 0,-7-10 9 0 0,0 1 1 0 0,0-1-1 0 0,-1 1 0 0 0,1 0 0 0 0,-2 0 0 0 0,1 0 0 0 0,-1 1 1 0 0,0-1-1 0 0,0 0 0 0 0,-1 1 0 0 0,0 0 0 0 0,-1-1 1 0 0,1 1-1 0 0,-1-1 0 0 0,-1 1 0 0 0,0 0 0 0 0,0-1 0 0 0,0 1 1 0 0,-1-1-1 0 0,0 0 0 0 0,0 1 0 0 0,-1-1 0 0 0,0 0 1 0 0,0 0-1 0 0,-6 8 0 0 0,-8 13 149 0 0,-2 0 0 0 0,-1-2 0 0 0,0 0 1 0 0,-2-2-1 0 0,-33 30 0 0 0,-134 96 1281 0 0,153-123-1193 0 0,35-27-238 0 0,1 1 0 0 0,-1-1-1 0 0,0 1 1 0 0,0 0 0 0 0,0 0-1 0 0,0-1 1 0 0,0 1 0 0 0,1 0 0 0 0,-1 0-1 0 0,0 0 1 0 0,1 0 0 0 0,-1 0 0 0 0,1 0-1 0 0,-1 1 1 0 0,1-2-7 0 0,0 1 0 0 0,0-1 0 0 0,0 0 0 0 0,0 0 0 0 0,0 1 1 0 0,0-1-1 0 0,0 0 0 0 0,0 1 0 0 0,1-1 0 0 0,-1 0 0 0 0,0 0 0 0 0,0 0 0 0 0,0 1 0 0 0,0-1 0 0 0,1 0 0 0 0,-1 0 1 0 0,0 0-1 0 0,0 1 0 0 0,1-1 0 0 0,-1 0 0 0 0,0 0 0 0 0,0 0 0 0 0,1 0 0 0 0,-1 0 0 0 0,0 1 0 0 0,0-1 0 0 0,1 0 1 0 0,-1 0-1 0 0,0 0 0 0 0,1 0 0 0 0,-1 0 0 0 0,1 0 0 0 0,29 0 58 0 0,-26 0-48 0 0,346-53-349 0 0,-306 45-25 0 0,0-1-2678 0 0,-22 3-1932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04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962 202 1084 0 0,'-4'-26'6422'0'0,"-1"10"-4622"0"0,4 15-1301 0 0,-5-9 1709 0 0,-14-8 3329 0 0,15 14-5255 0 0,3 3-80 0 0,-33-20 530 0 0,-86-41-551 0 0,119 61-180 0 0,-33-21 8 0 0,34 22-5 0 0,3-2-24 0 0,2 1 19 0 0,0-1 0 0 0,0 0 0 0 0,0 1 0 0 0,0-1 0 0 0,0 1 0 0 0,0 1 0 0 0,1-1-1 0 0,-1 0 1 0 0,0 1 0 0 0,1 0 0 0 0,7 1 0 0 0,-1-1 6 0 0,316-8-40 0 0,-226 9 56 0 0,-46-1-7 0 0,-52 0 4 0 0,0 0-3 0 0,41 1 689 0 0,-41-1-502 0 0,-3 0-195 0 0,1 0 0 0 0,0 0 0 0 0,-1 0 0 0 0,1 0 0 0 0,0 0 0 0 0,-1 0 0 0 0,1 1 0 0 0,0-1 0 0 0,-1 0-1 0 0,1 0 1 0 0,0 0 0 0 0,-1 1 0 0 0,1-1 0 0 0,-1 0 0 0 0,1 1 0 0 0,-1-1 0 0 0,2 1 0 0 0,-6 11 223 0 0,0 0 0 0 0,-1-1 0 0 0,0 1 0 0 0,-13 19-1 0 0,6-8 9 0 0,-47 97 888 0 0,-80 238-1 0 0,0 140-11 0 0,26-83-356 0 0,32-100-173 0 0,2-71-318 0 0,51-133 574 0 0,3-17 378 0 0,10-33-459 0 0,14-59-288 0 0,1-1-434 0 0,0-1 0 0 0,0 0 0 0 0,0 1 0 0 0,0-1 0 0 0,0 1 0 0 0,0-1 0 0 0,0 0 0 0 0,0 1 0 0 0,0-1 0 0 0,0 1 0 0 0,0-1 0 0 0,0 0 0 0 0,-1 1 0 0 0,1-1 0 0 0,0 1 0 0 0,0-1 0 0 0,0 0 0 0 0,-1 1 0 0 0,1-1 0 0 0,0 0 0 0 0,0 1 0 0 0,-1-1 0 0 0,1 0 0 0 0,0 0 0 0 0,-1 1 0 0 0,1-1 0 0 0,0 0 0 0 0,-1 0 0 0 0,1 0 0 0 0,0 1 0 0 0,-1-1 0 0 0,1 0 0 0 0,-1 0 0 0 0,1 0 0 0 0,0 0 0 0 0,-1 0 0 0 0,0 0 0 0 0,-20-5 409 0 0,-22-22-422 0 0,40 26 36 0 0,-14-10-350 0 0,0 1 1 0 0,-1 1-1 0 0,0 1 1 0 0,-1 1-1 0 0,1 0 1 0 0,-1 2-1 0 0,-1 0 1 0 0,1 1-1 0 0,-1 1 1 0 0,-28-2-1 0 0,-78 5-5565 0 0,2 10-4326 0 0,66-5 164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15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1373 109 924 0 0,'5'-33'5406'0'0,"-3"1"-2336"0"0,-2 30-2587 0 0,-10-20 1298 0 0,5 20-1610 0 0,1-1 0 0 0,-1 1 0 0 0,0-1-1 0 0,0 1 1 0 0,0 1 0 0 0,0-1 0 0 0,0 1-1 0 0,0 0 1 0 0,0 0 0 0 0,0 0 0 0 0,-8 1-1 0 0,-60 1 663 0 0,71 0-806 0 0,-41 2 280 0 0,-44 10 1 0 0,72-10-272 0 0,-1 1 1 0 0,0 1-1 0 0,1 0 1 0 0,0 1-1 0 0,-26 15 1 0 0,30-13-25 0 0,1 0-1 0 0,0 0 1 0 0,1 1 0 0 0,0 0 0 0 0,0 0 0 0 0,1 1 0 0 0,0 0 0 0 0,1 1-1 0 0,-10 18 1 0 0,-4 13 298 0 0,-20 57-1 0 0,32-76-156 0 0,-42 120 531 0 0,-36 164 0 0 0,-4 155 641 0 0,-156 768 1451 0 0,59-335-1817 0 0,135-587-438 0 0,-38 389 1436 0 0,88-440-1075 0 0,3-252-866 0 0,1-1 0 0 0,-1 0 0 0 0,1 0 0 0 0,-1 0 0 0 0,1 1 0 0 0,0-1 0 0 0,1 0 0 0 0,-1 0 0 0 0,1 0 0 0 0,0 0 0 0 0,0-1 0 0 0,4 7 0 0 0,-4-8-8 0 0,0 0-1 0 0,0 0 0 0 0,0-1 0 0 0,1 1 0 0 0,-1-1 1 0 0,0 1-1 0 0,1-1 0 0 0,-1 0 0 0 0,1 0 0 0 0,-1 0 1 0 0,1 0-1 0 0,-1 0 0 0 0,1-1 0 0 0,0 1 0 0 0,-1-1 1 0 0,1 0-1 0 0,0 1 0 0 0,-1-1 0 0 0,1-1 0 0 0,0 1 1 0 0,3-1-1 0 0,38-5-176 0 0,0-2 0 0 0,-1-3 0 0 0,72-25 0 0 0,117-71-3765 0 0,-108 33-497 0 0,-45 18-1936 0 0,-14 6-2273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16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98 158 1700 0 0,'5'-19'7934'0'0,"-9"-3"-4715"0"0,3 20-3065 0 0,0 0 1 0 0,0-1-1 0 0,0 1 1 0 0,0 0 0 0 0,1-1-1 0 0,-1 1 1 0 0,1 0-1 0 0,-1-1 1 0 0,1 1 0 0 0,0-1-1 0 0,0 1 1 0 0,0-1-1 0 0,0 1 1 0 0,0 0 0 0 0,1-1-1 0 0,-1 1 1 0 0,1-1-1 0 0,0 1 1 0 0,-1 0 0 0 0,2-3-1 0 0,0 1-84 0 0,1 1 1 0 0,-1-1-1 0 0,1 1 0 0 0,-1 0 0 0 0,1 0 0 0 0,0 0 0 0 0,0 0 1 0 0,1 0-1 0 0,-1 1 0 0 0,0 0 0 0 0,5-3 0 0 0,0 1-68 0 0,0 0-1 0 0,0 0 1 0 0,0 1-1 0 0,0 0 0 0 0,1 1 1 0 0,-1 0-1 0 0,1 0 1 0 0,0 1-1 0 0,-1 0 0 0 0,19 0 1 0 0,-22 1 4 0 0,0 1 0 0 0,1 0 0 0 0,-1 0 0 0 0,0 0 0 0 0,0 1 0 0 0,0-1 0 0 0,0 1 0 0 0,0 1 1 0 0,0-1-1 0 0,0 0 0 0 0,-1 1 0 0 0,1 0 0 0 0,-1 0 0 0 0,0 1 0 0 0,0-1 0 0 0,0 1 0 0 0,0 0 0 0 0,0 0 0 0 0,-1 0 0 0 0,0 0 0 0 0,0 1 0 0 0,0 0 1 0 0,-1-1-1 0 0,1 1 0 0 0,-1 0 0 0 0,0 0 0 0 0,0 0 0 0 0,-1 0 0 0 0,0 0 0 0 0,0 1 0 0 0,0-1 0 0 0,0 0 0 0 0,-1 1 0 0 0,0-1 0 0 0,0 0 0 0 0,0 1 0 0 0,-2 8 1 0 0,-3 6 11 0 0,-1 0 0 0 0,0-1 1 0 0,-1 1-1 0 0,-2-2 0 0 0,0 1 1 0 0,0-1-1 0 0,-2 0 0 0 0,0-1 1 0 0,-16 18-1 0 0,-19 18 77 0 0,-69 63 0 0 0,50-54 70 0 0,59-56-147 0 0,3-3-9 0 0,0-1 0 0 0,0 1 0 0 0,1 0 1 0 0,-1 0-1 0 0,1 0 0 0 0,0 0 0 0 0,-1 1 0 0 0,1-1 1 0 0,1 1-1 0 0,-3 5 0 0 0,4-9-7 0 0,0 1 1 0 0,0-1-1 0 0,0 1 1 0 0,0-1-1 0 0,0 1 1 0 0,1-1-1 0 0,-1 1 1 0 0,0-1-1 0 0,0 0 1 0 0,0 1-1 0 0,1-1 1 0 0,-1 1-1 0 0,0-1 1 0 0,1 0-1 0 0,-1 1 1 0 0,0-1-1 0 0,1 1 1 0 0,-1-1-1 0 0,0 0 1 0 0,1 1-1 0 0,-1-1 0 0 0,1 0 1 0 0,-1 0-1 0 0,1 1 1 0 0,-1-1-1 0 0,0 0 1 0 0,1 0-1 0 0,-1 0 1 0 0,1 0-1 0 0,-1 0 1 0 0,1 0-1 0 0,-1 1 1 0 0,1-1-1 0 0,0 0 1 0 0,16 2 17 0 0,-17-2-18 0 0,39 1 75 0 0,-1-1 1 0 0,70-11-1 0 0,31-1-1350 0 0,-123 12 402 0 0,-6-1 359 0 0,-1 1-1 0 0,1 1 1 0 0,13 1 0 0 0,-20-1 154 0 0,-1-1 1 0 0,0 0 0 0 0,0 1 0 0 0,0 0 0 0 0,-1-1-1 0 0,1 1 1 0 0,0 0 0 0 0,0 0 0 0 0,0 0-1 0 0,0 0 1 0 0,-1 0 0 0 0,1 1 0 0 0,0-1 0 0 0,-1 1-1 0 0,0-1 1 0 0,1 1 0 0 0,-1-1 0 0 0,0 1 0 0 0,1 0-1 0 0,-1-1 1 0 0,1 4 0 0 0,0 5-3373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17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67 119 476 0 0,'1'-3'1870'0'0,"8"-12"853"0"0,0 1 1 0 0,2 0 0 0 0,16-18 0 0 0,6-8 2437 0 0,-32 39-4812 0 0,-1 1-311 0 0,-1 1-1 0 0,1-1 1 0 0,0 0 0 0 0,0 0-1 0 0,0 1 1 0 0,0-1 0 0 0,0 0-1 0 0,0 0 1 0 0,0 0 0 0 0,0 1-1 0 0,0-1 1 0 0,1 0-1 0 0,-1 0 1 0 0,0 1 0 0 0,0-1-1 0 0,0 0 1 0 0,0 0 0 0 0,0 1-1 0 0,0-1 1 0 0,0 0 0 0 0,0 0-1 0 0,1 0 1 0 0,-1 1 0 0 0,0-1-1 0 0,0 0 1 0 0,0 0-1 0 0,1 0 1 0 0,-1 0 0 0 0,0 0-1 0 0,0 1 1 0 0,0-1 0 0 0,1 0-1 0 0,-1 0 1 0 0,0 0 0 0 0,0 0-1 0 0,0 0 1 0 0,1 0 0 0 0,-1 0-1 0 0,0 0 1 0 0,0 0 0 0 0,1 0-1 0 0,-1 0 1 0 0,0 0-1 0 0,0 0 1 0 0,1 0 0 0 0,-1 0-1 0 0,0 0 1 0 0,0 0 0 0 0,1 0-1 0 0,-1 0 1 0 0,0 0 0 0 0,0 0-1 0 0,0 0 1 0 0,1 0 0 0 0,-1-1-1 0 0,0 1 1 0 0,0 0-1 0 0,0 0 1 0 0,1 0 0 0 0,-1 0-1 0 0,0 0 1 0 0,0-1 0 0 0,0 1-1 0 0,1 0 1 0 0,-7 29 442 0 0,0 1 1 0 0,-2-1-1 0 0,-18 44 1 0 0,-2 7-122 0 0,-34 132 49 0 0,38-120-3518 0 0,22-85 2168 0 0,-4 16-1691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17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1584 0 0,'-2'0'3232'0'0,"-5"0"-1838"0"0,0 0 0 0 0,0 1 0 0 0,0-1 1 0 0,0 1-1 0 0,-11 4 0 0 0,16-5-834 0 0,-2 2-293 0 0,4-2-242 0 0,-1 0 1 0 0,1 0-1 0 0,0 0 1 0 0,-1 0 0 0 0,1 0-1 0 0,0 0 1 0 0,-1 0-1 0 0,1 0 1 0 0,0 0 0 0 0,-1 0-1 0 0,1 0 1 0 0,0 0-1 0 0,-1 0 1 0 0,1 0 0 0 0,0 1-1 0 0,-1-1 1 0 0,1 0-1 0 0,0 0 1 0 0,0 0 0 0 0,-1 1-1 0 0,1-1 1 0 0,0 0-1 0 0,0 0 1 0 0,-1 1-1 0 0,1-1 1 0 0,0 0 0 0 0,0 1 21 0 0,-1 0 1 0 0,1-1-1 0 0,0 1 1 0 0,0-1 0 0 0,0 1-1 0 0,0 0 1 0 0,0-1-1 0 0,0 1 1 0 0,0 0-1 0 0,0-1 1 0 0,0 1-1 0 0,0-1 1 0 0,0 1 0 0 0,0 0-1 0 0,1-1 1 0 0,-1 1-1 0 0,0-1 1 0 0,0 1-1 0 0,1-1 1 0 0,-1 1 0 0 0,0-1-1 0 0,1 1 1 0 0,-1-1-1 0 0,0 1 1 0 0,1-1-1 0 0,-1 1 1 0 0,2 0 0 0 0,19 8 534 0 0,-11-7-494 0 0,0 0 1 0 0,0-1 0 0 0,11-1 0 0 0,4 0-384 0 0,0-1 0 0 0,0-1-1 0 0,27-6 1 0 0,-33 1-3271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18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88 1764 0 0,'-10'-12'6117'0'0,"4"3"-3798"0"0,-1 0-1 0 0,0 1 0 0 0,-11-12 0 0 0,21 13-1782 0 0,-3 7-523 0 0,1-1 0 0 0,-1 0 0 0 0,0 1 1 0 0,0-1-1 0 0,1 1 0 0 0,-1-1 0 0 0,1 0 1 0 0,-1 1-1 0 0,0-1 0 0 0,1 1 1 0 0,-1-1-1 0 0,1 1 0 0 0,-1-1 0 0 0,1 1 1 0 0,-1 0-1 0 0,1-1 0 0 0,0 1 0 0 0,-1-1 1 0 0,1 1-1 0 0,0 0 0 0 0,-1 0 0 0 0,1-1 1 0 0,0 1-1 0 0,-1 0 0 0 0,1 0 0 0 0,0 0 1 0 0,13-4 31 0 0,0 1 1 0 0,0 1-1 0 0,1 0 1 0 0,-1 1-1 0 0,0 1 0 0 0,16 1 1 0 0,-21 0-40 0 0,-1 0 0 0 0,0 0 0 0 0,0 1 0 0 0,0 0 0 0 0,-1 0 0 0 0,1 1 0 0 0,0 0 0 0 0,-1 0 0 0 0,1 1 0 0 0,-1 0 0 0 0,0 0 0 0 0,11 9 0 0 0,-15-10 36 0 0,0 0 0 0 0,-1 0 0 0 0,1 0 0 0 0,-1 0 0 0 0,1 1 1 0 0,-1-1-1 0 0,0 0 0 0 0,-1 1 0 0 0,1 0 0 0 0,-1-1 0 0 0,1 1 0 0 0,-1 0 1 0 0,0 0-1 0 0,0 4 0 0 0,0-1 56 0 0,-1 0-1 0 0,0 0 1 0 0,0 0 0 0 0,-1 0 0 0 0,0-1 0 0 0,0 1 0 0 0,-3 10-1 0 0,-4 4 161 0 0,0-1 0 0 0,-1-1-1 0 0,-1 1 1 0 0,-14 19 0 0 0,-89 111 881 0 0,46-67-788 0 0,67-82-346 0 0,-1-1 1 0 0,1 0 0 0 0,-1 1-1 0 0,1-1 1 0 0,-1 1-1 0 0,1-1 1 0 0,0 1 0 0 0,-1-1-1 0 0,1 1 1 0 0,0-1-1 0 0,-1 1 1 0 0,1-1 0 0 0,0 1-1 0 0,0-1 1 0 0,-1 1 0 0 0,1-1-1 0 0,0 1 1 0 0,0 0-1 0 0,0-1 1 0 0,0 1 0 0 0,0-1-1 0 0,0 1 1 0 0,0 0-1 0 0,0-1 1 0 0,0 1 0 0 0,0-1-1 0 0,0 1 1 0 0,0 0-1 0 0,0-1 1 0 0,1 1 0 0 0,-1-1-1 0 0,0 1 1 0 0,0-1 0 0 0,1 1-1 0 0,-1-1 1 0 0,0 1-1 0 0,1-1 1 0 0,-1 1 0 0 0,0-1-1 0 0,1 1 1 0 0,-1-1-1 0 0,1 0 1 0 0,-1 1 0 0 0,1-1-1 0 0,-1 0 1 0 0,1 1-1 0 0,-1-1 1 0 0,1 0 0 0 0,-1 1-1 0 0,1-1 1 0 0,-1 0 0 0 0,1 0-1 0 0,1 0 1 0 0,29 4 176 0 0,-28-5-191 0 0,40-1 31 0 0,0-3 0 0 0,-1-1-1 0 0,57-17 1 0 0,-65 15-160 0 0,-31 7 42 0 0,62-17-4988 0 0,-58 15 3240 0 0,-1 0 1 0 0,1 0 0 0 0,-1 0-1 0 0,7-5 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19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522 124 1604 0 0,'6'-13'5352'0'0,"-3"-28"2091"0"0,-3 40-6713 0 0,-1-3 101 0 0,1 3-721 0 0,-1-1 0 0 0,1 1 0 0 0,0 0 0 0 0,0-1 0 0 0,-1 1 0 0 0,1 0 0 0 0,0-1 0 0 0,0 1-1 0 0,0 0 1 0 0,1 0 0 0 0,-1-1 0 0 0,0 1 0 0 0,1-2 0 0 0,3 0-59 0 0,0 0 1 0 0,0 0-1 0 0,0 0 0 0 0,1 1 0 0 0,-1 0 1 0 0,1 0-1 0 0,0 0 0 0 0,0 0 1 0 0,-1 1-1 0 0,10-2 0 0 0,56-6 38 0 0,-51 8-44 0 0,17-3-35 0 0,1 1 1 0 0,0 2-1 0 0,0 2 1 0 0,-1 1-1 0 0,51 9 1 0 0,-84-10-12 0 0,1 0 1 0 0,0 1 0 0 0,0-1-1 0 0,-1 1 1 0 0,1 0-1 0 0,-1-1 1 0 0,1 2 0 0 0,-1-1-1 0 0,0 0 1 0 0,0 1-1 0 0,0-1 1 0 0,0 1 0 0 0,0 0-1 0 0,0 0 1 0 0,-1 0 0 0 0,1 0-1 0 0,-1 1 1 0 0,0-1-1 0 0,0 1 1 0 0,0-1 0 0 0,-1 1-1 0 0,1 0 1 0 0,-1-1-1 0 0,0 1 1 0 0,0 0 0 0 0,0 0-1 0 0,-1 0 1 0 0,1 0 0 0 0,-1 5-1 0 0,0 12-1 0 0,0 0 0 0 0,-2 0 0 0 0,0 0 0 0 0,-7 28 0 0 0,4-25-8 0 0,-48 240 222 0 0,-30 202 1357 0 0,-1 561 121 0 0,-23 97-300 0 0,54-622-1150 0 0,36-315 32 0 0,-18 82 564 0 0,25-199-305 0 0,-21 65 2697 0 0,31-133-3169 0 0,-1 0 0 0 0,1 0 0 0 0,-1 0 0 0 0,0 0 0 0 0,0 0 0 0 0,0 0 0 0 0,0 0 0 0 0,0 0 0 0 0,-1-1 0 0 0,1 1 0 0 0,0 0 0 0 0,-1-1 0 0 0,0 1 0 0 0,1-1 0 0 0,-1 1 0 0 0,0-1 0 0 0,1 0 0 0 0,-1 1 0 0 0,0-1 0 0 0,0 0 0 0 0,-3 1 0 0 0,-6 2-45 0 0,1-1 0 0 0,0 0 1 0 0,-13 2-1 0 0,11-2 56 0 0,-251 52 16 0 0,153-40-2459 0 0,107-15 2021 0 0,1 1 1 0 0,-1-1-1 0 0,0 0 0 0 0,1 0 1 0 0,-1 0-1 0 0,1-1 0 0 0,-1 1 1 0 0,1-1-1 0 0,-1 1 0 0 0,1-1 1 0 0,-1 0-1 0 0,1 0 0 0 0,-4-2 1 0 0,5 2-211 0 0,-1 0 0 0 0,1 0 1 0 0,-5-6-2248 0 0,5 6 2248 0 0,0 0-1 0 0,1-1 0 0 0,-1 0 1 0 0,0 1-1 0 0,1-1 0 0 0,-1 1 0 0 0,1-1 1 0 0,-1 0-1 0 0,1 1 0 0 0,0-1 1 0 0,-1-2-1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19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89 2284 0 0,'0'0'1933'0'0,"-8"-32"11022"0"0,7 31-12832 0 0,1 1-1 0 0,0-1 1 0 0,-1 1-1 0 0,1-1 0 0 0,-1 1 1 0 0,1-1-1 0 0,0 1 1 0 0,0-1-1 0 0,-1 0 1 0 0,1 1-1 0 0,0-1 0 0 0,0 1 1 0 0,0-1-1 0 0,-1 0 1 0 0,1 1-1 0 0,0-1 1 0 0,0 0-1 0 0,0 1 0 0 0,0-1 1 0 0,0 1-1 0 0,0-1 1 0 0,1 0-1 0 0,-1 1 1 0 0,0-2-1 0 0,17-5-121 0 0,-12 6 88 0 0,30-7-396 0 0,51-4 1 0 0,-40 6-3442 0 0,-4-1-4800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0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0 2140 0 0,'-58'45'9425'0'0,"4"-4"-3987"0"0,54-41-5412 0 0,-1 1-1 0 0,1-1 1 0 0,-1 0-1 0 0,1 1 1 0 0,-1-1 0 0 0,1 1-1 0 0,-1-1 1 0 0,1 1 0 0 0,-1-1-1 0 0,1 1 1 0 0,0-1-1 0 0,-1 1 1 0 0,1-1 0 0 0,0 1-1 0 0,0 0 1 0 0,-1-1 0 0 0,1 1-1 0 0,0-1 1 0 0,0 1 0 0 0,0 0-1 0 0,0-1 1 0 0,0 1-1 0 0,0 0 1 0 0,0-1 0 0 0,0 1-1 0 0,0 0 1 0 0,0-1 0 0 0,0 2-1 0 0,1-1-1 0 0,-1 0 0 0 0,1 0 0 0 0,0 0 0 0 0,0 0 0 0 0,0 0 0 0 0,0-1 0 0 0,-1 1 0 0 0,1 0 0 0 0,0 0 0 0 0,0-1 0 0 0,1 1 0 0 0,-1 0 0 0 0,2 0 0 0 0,3 1 27 0 0,1 0 0 0 0,-1 0 0 0 0,14 2 0 0 0,44-1 18 0 0,-1-3 0 0 0,123-15 0 0 0,-142 10-372 0 0,65-9-2481 0 0,-38-1-4795 0 0,-52 10 2156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8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43 1212 0 0,'5'-12'14342'0'0,"-11"8"-15281"0"0,4 3 1037 0 0,-42-10 207 0 0,-62-1 22 0 0,75 10-115 0 0,28 1-145 0 0,-13 1 68 0 0,13 0-77 0 0,-55 2 239 0 0,56-2-290 0 0,1 1-5 0 0,0 0 0 0 0,0 1 0 0 0,-1-1 0 0 0,1 0 0 0 0,1 1 0 0 0,-1-1 0 0 0,0 0 0 0 0,0 1 0 0 0,0-1 0 0 0,1 1 1 0 0,-1-1-1 0 0,1 1 0 0 0,-1 2 0 0 0,-8 24 17 0 0,2 1 12 0 0,2 0 0 0 0,1 0 1 0 0,-1 32-1 0 0,6 92 519 0 0,0-62-58 0 0,0 33 37 0 0,-10 341 808 0 0,-18-165-993 0 0,10-128-221 0 0,-31 239 4 0 0,19-187-27 0 0,23-180-67 0 0,1 61-20 0 0,5-103-3 0 0,0-1-1 0 0,0 1 1 0 0,1-1 0 0 0,-1 1 0 0 0,1-1 0 0 0,-1 1 0 0 0,1-1-1 0 0,0 1 1 0 0,0-1 0 0 0,-1 1 0 0 0,1-1 0 0 0,0 0 0 0 0,0 1-1 0 0,1-1 1 0 0,-1 0 0 0 0,0 0 0 0 0,0 0 0 0 0,0 0 0 0 0,1 0-1 0 0,-1 0 1 0 0,0 0 0 0 0,1 0 0 0 0,-1-1 0 0 0,3 2 0 0 0,1 0 15 0 0,1 0 0 0 0,-1 0 0 0 0,1-1 0 0 0,-1 1 0 0 0,8 0 0 0 0,22-1-118 0 0,1-1-1 0 0,-1-1 1 0 0,67-12 0 0 0,-19 2-1264 0 0,15-1-1947 0 0,-31 3-2076 0 0,-8 1-2140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0:59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26 36 0 0,'7'-25'26932'0'0,"-8"26"-26884"0"0,0 0 0 0 0,0 0 0 0 0,0 0 1 0 0,0 0-1 0 0,0 1 0 0 0,0-1 0 0 0,0 0 0 0 0,1 1 1 0 0,-1-1-1 0 0,0 1 0 0 0,1-1 0 0 0,-1 0 0 0 0,1 1 1 0 0,0 0-1 0 0,-1-1 0 0 0,1 3 0 0 0,-3 34-16 0 0,2-21 239 0 0,-5 68 392 0 0,-4 0 0 0 0,-37 145 0 0 0,33-173-4116 0 0,12-38-2086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1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0 380 0 0,'0'0'1688'0'0,"-7"7"520"0"0,23-9-4140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5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92 372 0 0,'-6'-8'7237'0'0,"1"4"-5259"0"0,4 3-1762 0 0,0 0 0 0 0,0 0 1 0 0,0 0-1 0 0,0 0 1 0 0,0 0-1 0 0,0 0 1 0 0,1 0-1 0 0,-1 0 1 0 0,0 0-1 0 0,1 0 1 0 0,-1-1-1 0 0,0 0 1 0 0,1 1-196 0 0,0 0 0 0 0,0 0 0 0 0,0 0 0 0 0,0 0 1 0 0,1 0-1 0 0,-1 0 0 0 0,0 0 0 0 0,1 0 0 0 0,-1 0 0 0 0,1 0 1 0 0,-1 0-1 0 0,1 0 0 0 0,-1 0 0 0 0,1 1 0 0 0,0-1 1 0 0,-1 0-1 0 0,1 0 0 0 0,0 1 0 0 0,-1-1 0 0 0,1 0 1 0 0,0 1-1 0 0,0-1 0 0 0,1 0 0 0 0,6-5-4 0 0,1 1-1 0 0,0 0 1 0 0,0 1-1 0 0,0-1 1 0 0,1 2 0 0 0,-1-1-1 0 0,1 1 1 0 0,0 1-1 0 0,0 0 1 0 0,0 0-1 0 0,0 1 1 0 0,0 0 0 0 0,1 1-1 0 0,-1 0 1 0 0,20 3-1 0 0,-25-2 3 0 0,1 0 1 0 0,-1 0-1 0 0,0 0 0 0 0,0 1 0 0 0,0-1 0 0 0,0 1 0 0 0,0 1 1 0 0,0-1-1 0 0,0 1 0 0 0,-1 0 0 0 0,1 0 0 0 0,-1 0 1 0 0,0 0-1 0 0,0 1 0 0 0,0-1 0 0 0,0 1 0 0 0,-1 1 0 0 0,1-1 1 0 0,-1 0-1 0 0,0 1 0 0 0,0-1 0 0 0,-1 1 0 0 0,1 0 1 0 0,-1 0-1 0 0,0 0 0 0 0,-1 0 0 0 0,1 0 0 0 0,-1 0 0 0 0,0 1 1 0 0,0-1-1 0 0,0 10 0 0 0,-2 2 82 0 0,0 0-1 0 0,-1 1 1 0 0,-1-1-1 0 0,-1 0 1 0 0,0 0-1 0 0,-1-1 1 0 0,-1 1 0 0 0,0-1-1 0 0,-15 27 1 0 0,-7 4 450 0 0,-58 76 1 0 0,17-38 601 0 0,-89 84 0 0 0,158-169-1145 0 0,-1 0 1 0 0,1 0-1 0 0,0 1 0 0 0,-1-1 1 0 0,1 0-1 0 0,0 1 0 0 0,-1-1 0 0 0,1 1 1 0 0,0-1-1 0 0,-1 0 0 0 0,1 1 1 0 0,0-1-1 0 0,0 1 0 0 0,-1-1 1 0 0,1 1-1 0 0,0-1 0 0 0,0 1 1 0 0,0-1-1 0 0,0 1 0 0 0,0-1 1 0 0,0 1-1 0 0,-1-1 0 0 0,1 1 0 0 0,0-1 1 0 0,0 1-1 0 0,1-1 0 0 0,-1 1 1 0 0,0 0-1 0 0,0-1 2 0 0,1 1 1 0 0,0-1-1 0 0,-1 1 0 0 0,1-1 0 0 0,0 1 1 0 0,-1-1-1 0 0,1 1 0 0 0,0-1 0 0 0,-1 0 1 0 0,1 0-1 0 0,0 1 0 0 0,0-1 0 0 0,-1 0 1 0 0,1 0-1 0 0,0 0 0 0 0,0 0 0 0 0,34 1 150 0 0,-32-1-156 0 0,155-15 198 0 0,-78 5-170 0 0,49-10-578 0 0,-116 17-1771 0 0,0 0-1 0 0,-1-2 0 0 0,21-8 0 0 0,-25 9 262 0 0,10-3-2683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5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56 1636 0 0,'-12'-6'2937'0'0,"-1"1"-1"0"0,-1 1 1 0 0,-26-6 0 0 0,3 1-413 0 0,35 9-2271 0 0,-10-1 1394 0 0,17 3-1561 0 0,-1 0 0 0 0,0-1 0 0 0,1 0 1 0 0,0 1-1 0 0,-1-2 0 0 0,1 1 0 0 0,0 0 0 0 0,7-1 0 0 0,46-2 221 0 0,-31 0-192 0 0,321-24 391 0 0,-346 26-522 0 0,4 0 1781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68 1928 0 0,'3'-46'9779'0'0,"-4"30"-7385"0"0,-3 10-1430 0 0,0 15-527 0 0,-102 505 2307 0 0,78-385-2472 0 0,21-95 555 0 0,3-21-1779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6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90 52 0 0,'6'-15'6164'0'0,"-5"11"-5221"0"0,0-1 230 0 0,1-1 0 0 0,-1 0-1 0 0,1 1 1 0 0,5-10 0 0 0,-6 13-1080 0 0,0 0 1 0 0,1 0-1 0 0,-1 1 0 0 0,1-1 1 0 0,-1 0-1 0 0,1 0 0 0 0,0 1 1 0 0,0-1-1 0 0,0 1 1 0 0,0-1-1 0 0,0 1 0 0 0,0 0 1 0 0,0 0-1 0 0,0 0 0 0 0,0 0 1 0 0,0 0-1 0 0,3 0 0 0 0,6-2-36 0 0,-1 1 0 0 0,1 1-1 0 0,0 0 1 0 0,0 0-1 0 0,-1 1 1 0 0,1 0 0 0 0,0 1-1 0 0,18 4 1 0 0,-26-5-7 0 0,0 1 0 0 0,0 0 0 0 0,0 0 1 0 0,0 0-1 0 0,0 0 0 0 0,-1 0 0 0 0,1 1 0 0 0,0-1 1 0 0,-1 1-1 0 0,1 0 0 0 0,-1-1 0 0 0,0 1 0 0 0,1 0 1 0 0,-1 1-1 0 0,0-1 0 0 0,0 0 0 0 0,0 1 0 0 0,-1-1 1 0 0,1 1-1 0 0,-1-1 0 0 0,1 1 0 0 0,-1 0 0 0 0,0 0 1 0 0,0-1-1 0 0,0 1 0 0 0,0 0 0 0 0,-1 0 0 0 0,1 0 1 0 0,-1 0-1 0 0,1 0 0 0 0,-1 0 0 0 0,0 0 0 0 0,0 0 1 0 0,-1 0-1 0 0,1 0 0 0 0,-1 4 0 0 0,-3 8 174 0 0,0 0 0 0 0,0-1 0 0 0,-1 1 0 0 0,-1-1-1 0 0,-1 0 1 0 0,0 0 0 0 0,-1 0 0 0 0,-18 23 0 0 0,-8 6 386 0 0,-47 44 0 0 0,51-56-322 0 0,-23 22 45 0 0,-22 23-18 0 0,75-75-312 0 0,-1-1 1 0 0,1 0 0 0 0,-1 1 0 0 0,1-1-1 0 0,0 1 1 0 0,-1-1 0 0 0,1 1 0 0 0,0-1-1 0 0,-1 1 1 0 0,1-1 0 0 0,0 1 0 0 0,0-1 0 0 0,0 1-1 0 0,-1 0 1 0 0,1-1 0 0 0,0 1 0 0 0,0-1-1 0 0,0 1 1 0 0,0-1 0 0 0,0 1 0 0 0,0 0-1 0 0,0-1 1 0 0,0 1 0 0 0,0-1 0 0 0,0 1-1 0 0,0 0 1 0 0,0-1 0 0 0,1 1 0 0 0,-1-1 0 0 0,0 1-1 0 0,0-1 1 0 0,1 1 0 0 0,-1-1 0 0 0,0 1-1 0 0,1-1 1 0 0,-1 1 0 0 0,0-1 0 0 0,1 1-1 0 0,-1-1 1 0 0,1 1 0 0 0,-1-1 0 0 0,1 0-1 0 0,-1 1 1 0 0,1-1 0 0 0,-1 0 0 0 0,1 0 0 0 0,-1 1-1 0 0,1-1 1 0 0,-1 0 0 0 0,1 0 0 0 0,0 0-1 0 0,-1 1 1 0 0,2-1 0 0 0,32 6 89 0 0,-33-6-89 0 0,74 4 84 0 0,96-8 0 0 0,-31-1 416 0 0,-108 2 54 0 0,-29 3-496 0 0,0 0 11 0 0,7 0-42 0 0,-7 0 21 0 0,6-9-1076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6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36 1956 0 0,'-31'-11'6840'0'0,"-16"-5"17"0"0,45 15-6373 0 0,-14-4 503 0 0,11 3-253 0 0,25 3-620 0 0,237 4 1190 0 0,-232-5-848 0 0,8-2-246 0 0,-30 2-156 0 0,18-2 855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7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98 2168 0 0,'51'-98'14701'0'0,"-52"112"-14621"0"0,-1 0 0 0 0,-1 0 0 0 0,0 0 0 0 0,-1 0 0 0 0,0-1 0 0 0,-1 0 0 0 0,-7 14 0 0 0,-14 41 101 0 0,21-48-147 0 0,-1-3-12 0 0,2 0 1 0 0,-4 22-1 0 0,7-35-11 0 0,1-1 1 0 0,0 1-1 0 0,-1 0 1 0 0,1-1-1 0 0,1 1 1 0 0,-1 0-1 0 0,0-1 1 0 0,1 1 0 0 0,0-1-1 0 0,0 1 1 0 0,0-1-1 0 0,0 1 1 0 0,1-1-1 0 0,-1 1 1 0 0,1-1-1 0 0,4 6 1 0 0,-4-7 1 0 0,1 1 0 0 0,0-1 0 0 0,-1 0 0 0 0,1 0 0 0 0,0 0 0 0 0,0-1 0 0 0,0 1 0 0 0,1-1 0 0 0,-1 1 0 0 0,0-1 0 0 0,0 0 0 0 0,1 0 0 0 0,-1-1 0 0 0,1 1 0 0 0,-1-1 0 0 0,0 0 0 0 0,1 1 0 0 0,-1-2 0 0 0,1 1 0 0 0,-1 0 1 0 0,1-1-1 0 0,-1 1 0 0 0,0-1 0 0 0,1 0 0 0 0,-1 0 0 0 0,4-2 0 0 0,5-2 7 0 0,1 0 1 0 0,-1-1-1 0 0,0-1 1 0 0,-1 0-1 0 0,16-11 1 0 0,-13 6 317 0 0,-1 0 1 0 0,0 0 0 0 0,0-1 0 0 0,-1-1 0 0 0,-1 0-1 0 0,15-24 1 0 0,1-2 1068 0 0,-26 39-1368 0 0,-10 24 25 0 0,-116 363 156 0 0,77-223-159 0 0,32-106-447 0 0,-2 5-2629 0 0,4-23-3906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 2028 0 0,'-2'1'3240'0'0,"-47"15"4857"0"0,47-16-7593 0 0,1 3-310 0 0,-1 2 71 0 0,13-3-146 0 0,108-11 281 0 0,-13-1-619 0 0,-90 9-1391 0 0,1 1 0 0 0,-1 1 0 0 0,0 1 0 0 0,22 5 1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8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34 2012 0 0,'-47'24'8319'0'0,"6"-3"-3533"0"0,40-20-4450 0 0,-5 0 134 0 0,6 1-61 0 0,11 1-214 0 0,31-5-336 0 0,82-15 0 0 0,-61 6-1033 0 0,143-29-6917 0 0,-150 25 3515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28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734 123 416 0 0,'2'-6'1554'0'0,"-1"0"1"0"0,1-1-1 0 0,-1 1 0 0 0,0-1 1 0 0,0 1-1 0 0,-1-1 1 0 0,0 1-1 0 0,-1-13 0 0 0,0 17-900 0 0,-1-10 1281 0 0,-7-2-845 0 0,8 12-937 0 0,-13-1 154 0 0,0 6-271 0 0,1 0-1 0 0,0 0 1 0 0,0 1-1 0 0,0 1 0 0 0,1 0 1 0 0,-1 1-1 0 0,1 0 0 0 0,-19 14 1 0 0,5-2-7 0 0,0 2 0 0 0,-37 37 0 0 0,51-45-28 0 0,1 1 1 0 0,0 1 0 0 0,0-1-1 0 0,1 2 1 0 0,1 0 0 0 0,1 0-1 0 0,0 0 1 0 0,1 1 0 0 0,0 0-1 0 0,1 1 1 0 0,-4 20 0 0 0,8-28 5 0 0,1 0-1 0 0,0 0 1 0 0,0 0 0 0 0,1 0-1 0 0,0 0 1 0 0,0 1 0 0 0,1-1 0 0 0,1 0-1 0 0,-1 0 1 0 0,1 0 0 0 0,1-1-1 0 0,0 1 1 0 0,0 0 0 0 0,1-1 0 0 0,0 0-1 0 0,0 0 1 0 0,1 0 0 0 0,0 0 0 0 0,0-1-1 0 0,1 1 1 0 0,0-2 0 0 0,13 13-1 0 0,-8-10 111 0 0,1-1-1 0 0,0 0 0 0 0,0-1 1 0 0,0 0-1 0 0,1-1 0 0 0,0 0 1 0 0,1-2-1 0 0,-1 1 0 0 0,1-1 1 0 0,0-1-1 0 0,-1-1 0 0 0,2 0 1 0 0,-1 0-1 0 0,16-2 0 0 0,-10 0 223 0 0,-1-1 0 0 0,0 0 1 0 0,0-2-1 0 0,0-1 0 0 0,-1 0 0 0 0,1-1 0 0 0,-1-1 0 0 0,0 0 0 0 0,33-19 0 0 0,-36 16-182 0 0,-2-1 0 0 0,1-1 0 0 0,-1 0 0 0 0,-1-1-1 0 0,0 0 1 0 0,-1-1 0 0 0,0 0 0 0 0,-1-1 0 0 0,0 0 0 0 0,-1-1 0 0 0,-1 0-1 0 0,0 0 1 0 0,-1 0 0 0 0,-1-1 0 0 0,6-25 0 0 0,-8 28-91 0 0,-1-1 1 0 0,0 1-1 0 0,-1-1 1 0 0,0 0-1 0 0,-1 0 0 0 0,-1 1 1 0 0,-1-1-1 0 0,0 0 1 0 0,0 0-1 0 0,-1 1 1 0 0,-1-1-1 0 0,0 1 0 0 0,-1-1 1 0 0,-1 1-1 0 0,0 0 1 0 0,0 1-1 0 0,-1-1 1 0 0,-1 1-1 0 0,-12-16 1 0 0,14 22-62 0 0,0 0 1 0 0,-1 0 0 0 0,0 0-1 0 0,0 1 1 0 0,0 0-1 0 0,-1 0 1 0 0,0 1 0 0 0,0 0-1 0 0,0 0 1 0 0,0 0 0 0 0,-1 1-1 0 0,-9-3 1 0 0,5 3-2 0 0,0 1 0 0 0,0 0 0 0 0,0 1 0 0 0,0 0 0 0 0,-1 1 0 0 0,1 0 0 0 0,-17 3 0 0 0,-4 3-224 0 0,0 2 0 0 0,0 1 0 0 0,2 2 0 0 0,-1 1 0 0 0,-29 16 0 0 0,1 3-1238 0 0,1 2 1 0 0,-82 63-1 0 0,21 0-2604 0 0,6 5-3835 0 0,60-50-251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45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37 712 0 0,'-14'-37'17881'0'0,"13"50"-17128"0"0,5 59 560 0 0,3-1 0 0 0,21 91 0 0 0,-13-86-995 0 0,26 101 5 0 0,-5-25-187 0 0,-32-137-311 0 0,1 7-540 0 0,-4-6-5763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45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77 672 0 0,'7'-69'16544'0'0,"-10"61"-14285"0"0,-3 15-1803 0 0,-1 0-1 0 0,1 0 1 0 0,0 1 0 0 0,1 0-1 0 0,0 0 1 0 0,-5 10 0 0 0,-6 8 231 0 0,-327 453 2615 0 0,300-422-3216 0 0,22-28-649 0 0,-36 39 0 0 0,46-52-1481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46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38 2340 0 0,'22'-23'13165'0'0,"-20"21"-12946"0"0,0 0-1 0 0,0 1 0 0 0,0 0 0 0 0,1-1 0 0 0,-1 1 0 0 0,0 0 1 0 0,1 0-1 0 0,-1 0 0 0 0,1 0 0 0 0,-1 1 0 0 0,1-1 0 0 0,-1 1 1 0 0,1 0-1 0 0,-1-1 0 0 0,1 1 0 0 0,0 0 0 0 0,-1 0 0 0 0,1 1 0 0 0,3 0 1 0 0,-2 0-138 0 0,0 0 0 0 0,0 1 0 0 0,0 0 0 0 0,-1-1 0 0 0,1 1 0 0 0,0 1 0 0 0,-1-1 0 0 0,0 1 0 0 0,1-1 0 0 0,-1 1 0 0 0,5 6 0 0 0,-3-3 23 0 0,-1-1 0 0 0,-1 1 0 0 0,1 1 0 0 0,-1-1 0 0 0,0 0 0 0 0,-1 1 1 0 0,1-1-1 0 0,-1 1 0 0 0,0 0 0 0 0,-1 0 0 0 0,0 0 0 0 0,0 0 0 0 0,0 0 1 0 0,-1 0-1 0 0,0 0 0 0 0,-2 10 0 0 0,0 6 155 0 0,-2 0-1 0 0,-1 0 1 0 0,-12 37 0 0 0,-1-16 472 0 0,-1-1 0 0 0,-2 0 0 0 0,-53 77 0 0 0,69-113-567 0 0,4-6-144 0 0,0 0 1 0 0,0 0-1 0 0,0 1 0 0 0,0-1 0 0 0,1 0 1 0 0,-1 0-1 0 0,0 0 0 0 0,1 0 1 0 0,-1 1-1 0 0,0-1 0 0 0,1 0 0 0 0,0 1 1 0 0,-1-1-1 0 0,1 0 0 0 0,0 1 1 0 0,0-1-1 0 0,0 1 0 0 0,0-1 0 0 0,0 0 1 0 0,0 1-1 0 0,0-1 0 0 0,1 2 0 0 0,-1-1 28 0 0,4-2-9 0 0,7-2-48 0 0,0 0 0 0 0,0-1-1 0 0,0 0 1 0 0,0-1 0 0 0,0 0 0 0 0,16-9 0 0 0,65-41-2209 0 0,-80 46 1579 0 0,19-12-2388 0 0,31-28 1 0 0,-5-4-5547 0 0,-30 26 1237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46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93 2264 0 0,'-27'-85'16844'0'0,"26"84"-16341"0"0,-3-4 466 0 0,2 4-566 0 0,-2 7-151 0 0,-52 136 2396 0 0,32-75-2319 0 0,0-6-518 0 0,-28 77 14 0 0,33-67-4109 0 0,7-1-5743 0 0,12-51 2894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46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1204 0 0,'13'-14'19874'0'0,"-10"19"-20485"0"0,14 37 2487 0 0,2-2 0 0 0,45 70 1 0 0,63 71-1264 0 0,-94-137-456 0 0,2-2-3685 0 0,-21-25-1688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47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85 1128 0 0,'-9'-74'18504'0'0,"8"71"-17317"0"0,1 2-1106 0 0,0 1 0 0 0,0 0 1 0 0,0 0-1 0 0,0-1 0 0 0,0 1 1 0 0,0 0-1 0 0,0 0 1 0 0,0-1-1 0 0,0 1 0 0 0,0 0 1 0 0,0 0-1 0 0,0-1 0 0 0,0 1 1 0 0,0 0-1 0 0,0 0 1 0 0,0-1-1 0 0,0 1 0 0 0,0 0 1 0 0,-1 0-1 0 0,1 0 0 0 0,0-1 1 0 0,0 1 162 0 0,-1 0-163 0 0,1-1 1 0 0,0 1-1 0 0,0 0 0 0 0,0 0 1 0 0,-1 0-1 0 0,1 0 1 0 0,0 0-1 0 0,0 0 0 0 0,-1 0 1 0 0,1-1-1 0 0,0 1 0 0 0,-1 0 1 0 0,-1 1 23 0 0,0 1 0 0 0,0-1 0 0 0,-1 0 0 0 0,1 1-1 0 0,0-1 1 0 0,0 1 0 0 0,0 0 0 0 0,0-1 0 0 0,1 1 0 0 0,-1 0 0 0 0,0 0 0 0 0,-1 4 0 0 0,-19 33 717 0 0,10-16-486 0 0,-73 126 1261 0 0,-87 142-409 0 0,91-176-402 0 0,46-65-2943 0 0,1 0-6721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49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81 1556 0 0,'-4'0'2980'0'0,"-25"-3"4329"0"0,-46-9 0 0 0,73 12-6843 0 0,-3-2 95 0 0,4 2-534 0 0,1 0 1 0 0,-1 0 0 0 0,1 0 0 0 0,0 0 0 0 0,-1 0-1 0 0,1 0 1 0 0,-1 0 0 0 0,1 0 0 0 0,-1 0-1 0 0,1 0 1 0 0,0 0 0 0 0,-1 0 0 0 0,1 0-1 0 0,-1-1 1 0 0,1 1 0 0 0,0 0 0 0 0,-1 0-1 0 0,1-1 1 0 0,0 1 0 0 0,-1 0 0 0 0,1 0-1 0 0,-1-1 1 0 0,1 0-13 0 0,0 1-1 0 0,0-1 1 0 0,0 0 0 0 0,0 1-1 0 0,0-1 1 0 0,0 0 0 0 0,0 1-1 0 0,0-1 1 0 0,0 0-1 0 0,0 1 1 0 0,0-1 0 0 0,0 1-1 0 0,0-1 1 0 0,1 0 0 0 0,-1 1-1 0 0,0-1 1 0 0,0 0-1 0 0,1 1 1 0 0,-1-1 0 0 0,0 1-1 0 0,1-1 1 0 0,-1 1 0 0 0,1-1-1 0 0,-1 1 1 0 0,1-1-1 0 0,20-13 158 0 0,24-5-48 0 0,-33 16-112 0 0,0 0-1 0 0,0 1 1 0 0,1 0-1 0 0,-1 1 1 0 0,1 0 0 0 0,-1 1-1 0 0,1 1 1 0 0,18 2-1 0 0,-26-2-2 0 0,-1 0-1 0 0,1 0 1 0 0,-1 1-1 0 0,1-1 1 0 0,-1 1-1 0 0,0 0 1 0 0,1 0 0 0 0,-1 1-1 0 0,0-1 1 0 0,0 1-1 0 0,4 4 1 0 0,-6-5 3 0 0,0 1 0 0 0,0-1 0 0 0,0 1 0 0 0,0 0 0 0 0,-1-1 0 0 0,1 1 0 0 0,-1 0 0 0 0,0 0 0 0 0,1 0 0 0 0,-1 0 0 0 0,-1 0 0 0 0,1 1 0 0 0,0-1 0 0 0,-1 0 0 0 0,0 0 1 0 0,1 0-1 0 0,-1 1 0 0 0,-1 2 0 0 0,0 3 30 0 0,0 0 0 0 0,-1 0 0 0 0,0 0 0 0 0,-1-1 0 0 0,0 1 0 0 0,0-1 0 0 0,0 1 0 0 0,-1-1 0 0 0,-1-1 0 0 0,1 1 0 0 0,-1 0 0 0 0,-7 6 0 0 0,-9 11 552 0 0,-50 44 1 0 0,25-27 739 0 0,45-41-1094 0 0,1 0-237 0 0,0-1-1 0 0,0 1 0 0 0,1-1 0 0 0,-1 0 0 0 0,0 1 1 0 0,0-1-1 0 0,0 0 0 0 0,0 1 0 0 0,1-1 0 0 0,-1 0 1 0 0,0 1-1 0 0,0-1 0 0 0,1 0 0 0 0,-1 1 1 0 0,0-1-1 0 0,0 0 0 0 0,1 1 0 0 0,-1-1 0 0 0,0 0 1 0 0,1 0-1 0 0,-1 0 0 0 0,1 1 0 0 0,-1-1 1 0 0,0 0-1 0 0,1 0 0 0 0,-1 0 0 0 0,0 0 0 0 0,1 0 1 0 0,0 1-1 0 0,17 1 44 0 0,-12-2-69 0 0,9 2 10 0 0,0 0 0 0 0,0 2 0 0 0,0 0 1 0 0,-1 0-1 0 0,1 1 0 0 0,24 13 0 0 0,-32-14 115 0 0,0-1 1 0 0,0 1-1 0 0,0 1 0 0 0,-1 0 1 0 0,0 0-1 0 0,1 0 0 0 0,-2 0 1 0 0,1 1-1 0 0,-1 0 0 0 0,0 0 1 0 0,0 1-1 0 0,0 0 0 0 0,-1-1 1 0 0,0 1-1 0 0,3 8 0 0 0,-6-12-39 0 0,0 0-1 0 0,-1 0 1 0 0,1 0 0 0 0,-1 0-1 0 0,1 0 1 0 0,-1 0 0 0 0,0 0 0 0 0,0 0-1 0 0,0 0 1 0 0,-1 0 0 0 0,1 0-1 0 0,-1 0 1 0 0,0 0 0 0 0,0 0-1 0 0,0 0 1 0 0,-2 4 0 0 0,0-2 160 0 0,0 0 0 0 0,0-1 0 0 0,0 1 0 0 0,-1-1 0 0 0,1 0 1 0 0,-1 0-1 0 0,0 0 0 0 0,-7 4 0 0 0,-1 0 179 0 0,0 0 1 0 0,0-2-1 0 0,-1 1 0 0 0,1-2 0 0 0,-1 0 1 0 0,-20 6-1 0 0,9-7-402 0 0,0 0 0 0 0,-1-2 0 0 0,1 0 0 0 0,-1-2 0 0 0,1-1 0 0 0,0-1 0 0 0,-1-1 0 0 0,1 0 0 0 0,0-2 0 0 0,-25-9 0 0 0,16-4-269 0 0,31 17-28 0 0,1 1 1 0 0,0-1 0 0 0,0 0-1 0 0,-1 0 1 0 0,1 1 0 0 0,0-1 0 0 0,0 0-1 0 0,0 0 1 0 0,0 0 0 0 0,0 0-1 0 0,0-1 1 0 0,0 1 0 0 0,0 0-1 0 0,0 0 1 0 0,0 0 0 0 0,1-1-1 0 0,-1 1 1 0 0,1 0 0 0 0,-1-1 0 0 0,1 1-1 0 0,-1-1 1 0 0,1 1 0 0 0,0-1-1 0 0,0 1 1 0 0,-1 0 0 0 0,1-1-1 0 0,0 1 1 0 0,0-1 0 0 0,1 1-1 0 0,-1-1 1 0 0,0-1 0 0 0,2-2-1273 0 0,0 1 0 0 0,1-1 0 0 0,-1 1 0 0 0,1-1 0 0 0,0 1 0 0 0,0 0 0 0 0,4-5 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49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25 2196 0 0,'-59'-1'11356'0'0,"56"0"-10119"0"0,-7 1-853 0 0,-8-2 3555 0 0,38-4-2440 0 0,28-1-1758 0 0,85 0 1 0 0,-72 7-3418 0 0,-2 2-4547 0 0,-41 0 2432 0 0</inkml:trace>
  <inkml:trace contextRef="#ctx0" brushRef="#br0" timeOffset="1">207 180 2364 0 0,'-137'50'15946'0'0,"137"-50"-15907"0"0,-1 0-1 0 0,1 0 0 0 0,-1 0 0 0 0,1 1 1 0 0,-1-1-1 0 0,1 0 0 0 0,0 0 0 0 0,-1 0 1 0 0,1 0-1 0 0,0 0 0 0 0,-1 1 0 0 0,1-1 1 0 0,-1 0-1 0 0,1 0 0 0 0,0 1 0 0 0,-1-1 1 0 0,1 0-1 0 0,0 1 0 0 0,0-1 0 0 0,-1 0 1 0 0,1 1-1 0 0,0-1 0 0 0,0 0 0 0 0,0 1 1 0 0,-1-1-1 0 0,1 0 0 0 0,0 1 0 0 0,0-1 1 0 0,0 1-1 0 0,0-1 0 0 0,0 1 0 0 0,0-1 1 0 0,0 0-1 0 0,0 1 0 0 0,0-1 0 0 0,0 1 1 0 0,0-1-1 0 0,0 0 0 0 0,0 1 0 0 0,0-1 1 0 0,0 1-1 0 0,0-1 0 0 0,0 0 0 0 0,0 1 1 0 0,1-1-1 0 0,-1 1 0 0 0,0-1 0 0 0,0 0 1 0 0,0 1-1 0 0,1-1 0 0 0,-1 0 0 0 0,0 1 1 0 0,1-1-1 0 0,-1 0 0 0 0,0 0 0 0 0,1 1 1 0 0,-1-1-1 0 0,0 0 0 0 0,1 0 0 0 0,-1 1 1 0 0,0-1-1 0 0,1 0 0 0 0,-1 0 0 0 0,1 0 1 0 0,-1 0-1 0 0,0 0 0 0 0,2 1 0 0 0,26 9 524 0 0,16-5-318 0 0,0-3 0 0 0,1-1 1 0 0,75-9-1 0 0,-93 6-183 0 0,-3 1-359 0 0,140-17-25 0 0,-83 1-3172 0 0,-61 11-1162 0 0,36-16 0 0 0,-38 13-2020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50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998 40 1320 0 0,'38'-19'17043'0'0,"-46"15"-16659"0"0,5 3-349 0 0,0-1 0 0 0,0 1 0 0 0,1 0-1 0 0,-1 0 1 0 0,0 0 0 0 0,0 0 0 0 0,0 1 0 0 0,0-1 0 0 0,-5 0 0 0 0,-35-3 353 0 0,1 2 1 0 0,-57 3-1 0 0,97 0-328 0 0,-1-1-6 0 0,-9 0-20 0 0,9 0-18 0 0,0 1 8 0 0,-2 1-14 0 0,0 1 0 0 0,0 1 1 0 0,0-1-1 0 0,1 1 1 0 0,-1-1-1 0 0,1 1 1 0 0,0 1-1 0 0,0-1 0 0 0,0 0 1 0 0,0 1-1 0 0,1 0 1 0 0,0 0-1 0 0,-4 7 1 0 0,-5 13 26 0 0,-15 41 0 0 0,20-46-21 0 0,-12 35 582 0 0,3 0 0 0 0,-16 96 0 0 0,1 120 871 0 0,1-11-934 0 0,-84 340 159 0 0,45-256-409 0 0,49-237-267 0 0,-61 273 114 0 0,-120 266 1881 0 0,176-561-1916 0 0,-7 22-159 0 0,30-102 83 0 0,0-1 1 0 0,1 0-1 0 0,0 1 1 0 0,0-1 0 0 0,0 1-1 0 0,1-1 1 0 0,-1 1-1 0 0,1-1 1 0 0,0 1-1 0 0,1-1 1 0 0,-1 1-1 0 0,2 5 1 0 0,-1-9-1 0 0,1 1 0 0 0,-1-1 0 0 0,1 0 0 0 0,0 0 0 0 0,-1 0 0 0 0,1 0 0 0 0,0 0 0 0 0,0 0 1 0 0,0-1-1 0 0,-1 1 0 0 0,1-1 0 0 0,0 1 0 0 0,0-1 0 0 0,0 0 0 0 0,0 1 0 0 0,0-1 0 0 0,0 0 0 0 0,0 0 0 0 0,3-1 0 0 0,41-1-8 0 0,-1-2-1 0 0,70-15 1 0 0,94-32-3826 0 0,-203 49 3627 0 0,115-35-4599 0 0,-41 4-3340 0 0,-33 9-961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52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48 1880 0 0,'-1'-23'14667'0'0,"2"16"-14168"0"0,4 4-486 0 0,1 0 0 0 0,-1 1 0 0 0,1 0 0 0 0,0 0 0 0 0,-1 1 0 0 0,1-1 0 0 0,0 1-1 0 0,0 0 1 0 0,0 1 0 0 0,0 0 0 0 0,0 0 0 0 0,0 0 0 0 0,0 0 0 0 0,0 1 0 0 0,0 0 0 0 0,0 0 0 0 0,10 4-1 0 0,-14-4-11 0 0,1 0 0 0 0,0 0 0 0 0,-1 1-1 0 0,1-1 1 0 0,-1 0 0 0 0,1 1-1 0 0,-1 0 1 0 0,1 0 0 0 0,-1-1-1 0 0,0 1 1 0 0,0 1 0 0 0,0-1 0 0 0,0 0-1 0 0,-1 0 1 0 0,1 1 0 0 0,0-1-1 0 0,-1 1 1 0 0,0-1 0 0 0,1 1-1 0 0,-1 0 1 0 0,0-1 0 0 0,-1 1 0 0 0,1 0-1 0 0,0 0 1 0 0,-1 0 0 0 0,1 0-1 0 0,-1 0 1 0 0,0-1 0 0 0,0 1-1 0 0,0 0 1 0 0,-1 0 0 0 0,1 0-1 0 0,-1 0 1 0 0,1 0 0 0 0,-1 0 0 0 0,0-1-1 0 0,-1 4 1 0 0,-7 15 108 0 0,0-1 1 0 0,-1-1-1 0 0,-1 0 1 0 0,-1 0-1 0 0,-27 33 0 0 0,8-16 524 0 0,-61 53 0 0 0,-112 82 1542 0 0,203-170-2161 0 0,0 0-1 0 0,0-1 1 0 0,0 1-1 0 0,0 0 1 0 0,1 0 0 0 0,-1-1-1 0 0,0 1 1 0 0,1 0 0 0 0,-1 0-1 0 0,0 0 1 0 0,1 0-1 0 0,-1 0 1 0 0,0 2 0 0 0,1-3-8 0 0,0 0 0 0 0,0 1-1 0 0,0-1 1 0 0,0 0 0 0 0,0 0 0 0 0,0 1 0 0 0,0-1 0 0 0,0 0 0 0 0,1 1 0 0 0,-1-1 0 0 0,0 0 0 0 0,0 0 0 0 0,0 1 0 0 0,0-1 0 0 0,0 0 0 0 0,1 0 0 0 0,-1 1 0 0 0,0-1 0 0 0,0 0 0 0 0,0 0 0 0 0,1 0-1 0 0,-1 1 1 0 0,0-1 0 0 0,0 0 0 0 0,1 0 0 0 0,-1 0 0 0 0,0 0 0 0 0,0 0 0 0 0,1 1 0 0 0,-1-1 0 0 0,3 1 10 0 0,0-1 1 0 0,0 1-1 0 0,0-1 1 0 0,0 0-1 0 0,-1 1 1 0 0,1-1-1 0 0,6-1 1 0 0,56-10 61 0 0,84-24 1 0 0,-24 4-46 0 0,-30 7 57 0 0,-3 2-387 0 0,-33 11-2800 0 0,-49 10 209 0 0,-4 0 1557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53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49 2524 0 0,'1'-2'2140'0'0,"23"-45"14245"0"0,-23 57-15854 0 0,-15 118 4386 0 0,5-65-3703 0 0,-19 69 1 0 0,13-71-900 0 0,-16 49 249 0 0,29-103-1312 0 0,-4 9 2539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53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25 3028 0 0,'-3'0'2153'0'0,"-42"-3"7403"0"0,24 1-7781 0 0,18 2-855 0 0,0 0-601 0 0,-10 0 1417 0 0,30 3-723 0 0,145-11 534 0 0,12 0-1105 0 0,-140 6-223 0 0,-9 1-441 0 0,-8-3-3286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54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57 1764 0 0,'-21'-13'7784'0'0,"17"11"-7411"0"0,-27-15 9800 0 0,30 16-9885 0 0,37-15 823 0 0,-17 13-1067 0 0,0 1 1 0 0,0 0-1 0 0,0 2 0 0 0,1 0 0 0 0,29 4 0 0 0,-43-3-39 0 0,0 0 1 0 0,0 1-1 0 0,0 0 1 0 0,-1 0-1 0 0,1 0 0 0 0,-1 1 1 0 0,1-1-1 0 0,-1 1 0 0 0,9 7 1 0 0,-11-7 12 0 0,0 0 0 0 0,0 0 1 0 0,0 0-1 0 0,-1 1 1 0 0,1-1-1 0 0,-1 0 1 0 0,0 1-1 0 0,0 0 0 0 0,0-1 1 0 0,-1 1-1 0 0,1 0 1 0 0,-1 0-1 0 0,0 0 0 0 0,0 0 1 0 0,0 0-1 0 0,0 5 1 0 0,-1 4 120 0 0,0 1 0 0 0,-1-1 0 0 0,0 1-1 0 0,-1-1 1 0 0,-1 0 0 0 0,0 1 0 0 0,-1-1 0 0 0,0-1 0 0 0,-1 1 0 0 0,0-1 0 0 0,-1 1 0 0 0,0-1 0 0 0,-1-1 0 0 0,-10 13 0 0 0,-12 14 807 0 0,-1-2 0 0 0,-59 55 0 0 0,-53 39 1348 0 0,140-128-2214 0 0,3 0 47 0 0,-1-2-124 0 0,0 1 0 0 0,0-1 0 0 0,0 0-1 0 0,0 0 1 0 0,0 0 0 0 0,0 1 0 0 0,1-1 0 0 0,-1 0 0 0 0,0 0 0 0 0,0 0 0 0 0,0 0 0 0 0,0 1-1 0 0,0-1 1 0 0,0 0 0 0 0,0 0 0 0 0,0 0 0 0 0,0 0 0 0 0,0 1 0 0 0,1-1 0 0 0,-1 0 0 0 0,0 0 0 0 0,0 0-1 0 0,0 0 1 0 0,0 0 0 0 0,0 0 0 0 0,1 1 0 0 0,-1-1 0 0 0,0 0 0 0 0,0 0 0 0 0,0 0 0 0 0,0 0-1 0 0,1 0 1 0 0,-1 0 0 0 0,0 0 0 0 0,0 0 0 0 0,0 0 0 0 0,1 0 0 0 0,-1 0 0 0 0,21 0 38 0 0,0 0 1 0 0,-1-2 0 0 0,1 0 0 0 0,0-2 0 0 0,27-7-1 0 0,24-5-9 0 0,95-16 33 0 0,-59 11-676 0 0,-101 19-200 0 0,1 0 1 0 0,0 0-1 0 0,-1 0 1 0 0,1-1 0 0 0,13-8-1 0 0,-5 0-4060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55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45 1692 0 0,'-24'-41'15224'0'0,"30"40"-15027"0"0,-1 0 1 0 0,1 0 0 0 0,0 1-1 0 0,-1-1 1 0 0,10 2 0 0 0,36 1 120 0 0,60 11 0 0 0,-107-12-232 0 0,0 0 1 0 0,0 0 0 0 0,0 1 0 0 0,0-1-1 0 0,0 1 1 0 0,0 0 0 0 0,0 0-1 0 0,0 1 1 0 0,-1-1 0 0 0,1 1 0 0 0,-1 0-1 0 0,0 0 1 0 0,0 0 0 0 0,0 0-1 0 0,0 0 1 0 0,-1 1 0 0 0,1 0 0 0 0,-1-1-1 0 0,0 1 1 0 0,0 0 0 0 0,0 0-1 0 0,0 0 1 0 0,-1 0 0 0 0,1 0 0 0 0,0 8-1 0 0,2 9 523 0 0,-1-1 0 0 0,0 1 0 0 0,-2 40 0 0 0,-1-51-473 0 0,-5 98 2053 0 0,-34 189 0 0 0,-86 329 910 0 0,112-565-2944 0 0,-49 204 923 0 0,30-153-585 0 0,28-103-493 0 0,-5 2 0 0 0,-3-3 0 0 0,-4-4 0 0 0,-11-2 0 0 0,19-5 0 0 0,3 1 0 0 0,-32-7-1964 0 0,2-1-1 0 0,-49-20 1 0 0,34 10 212 0 0,46 19 1191 0 0,-41-17-4924 0 0,16 4-3572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56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864 94 1912 0 0,'25'-26'13593'0'0,"-22"7"-9332"0"0,-7 15-4105 0 0,1 1-1 0 0,0 0 1 0 0,-1 0-1 0 0,0 0 0 0 0,0 0 1 0 0,0 0-1 0 0,0 1 0 0 0,0-1 1 0 0,-1 1-1 0 0,1 0 0 0 0,0 1 1 0 0,-1-1-1 0 0,0 1 0 0 0,-7-2 1 0 0,-10-1 80 0 0,-36-1 0 0 0,54 4-183 0 0,-12 0-1 0 0,-1 1-1 0 0,1 1 1 0 0,-1 0 0 0 0,1 2-1 0 0,0-1 1 0 0,0 2 0 0 0,-31 10-1 0 0,39-10-36 0 0,-1 1-1 0 0,1 0 0 0 0,1 0 1 0 0,-1 1-1 0 0,1 0 0 0 0,0 0 1 0 0,0 0-1 0 0,1 1 0 0 0,-1 0 1 0 0,2 0-1 0 0,-1 1 0 0 0,1 0 1 0 0,-9 16-1 0 0,0 5 348 0 0,1 1 1 0 0,-15 53 0 0 0,-1 38 971 0 0,-24 220 0 0 0,33-190-783 0 0,-45 480 1391 0 0,1 6-510 0 0,15-298-513 0 0,30-196-435 0 0,-68 456-37 0 0,75-524-447 0 0,-8 69 0 0 0,20-127 0 0 0,0-12 1 0 0,0 0 0 0 0,0-1-1 0 0,1 1 1 0 0,0 0 0 0 0,0-1 0 0 0,0 1 0 0 0,0 0-1 0 0,1-1 1 0 0,-1 1 0 0 0,1-1 0 0 0,0 0 0 0 0,1 0-1 0 0,-1 0 1 0 0,1 0 0 0 0,0 0 0 0 0,0 0-1 0 0,0-1 1 0 0,0 1 0 0 0,1-1 0 0 0,-1 0 0 0 0,1 0-1 0 0,0 0 1 0 0,4 2 0 0 0,3 1-15 0 0,0-1 1 0 0,0-1-1 0 0,0 1 1 0 0,1-2-1 0 0,0 0 1 0 0,19 3-1 0 0,-5-3-1093 0 0,1-1 1 0 0,0-1-1 0 0,-1-1 1 0 0,1-1-1 0 0,43-9 1 0 0,-15-1-2758 0 0,87-30 0 0 0,-58 9-2354 0 0,3-4-3484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58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99 656 0 0,'-9'-30'8932'0'0,"9"28"-8790"0"0,0 0 0 0 0,-1 0 1 0 0,1 0-1 0 0,0 0 1 0 0,0 0-1 0 0,0 0 1 0 0,1 0-1 0 0,-1 0 1 0 0,0 0-1 0 0,1 0 1 0 0,-1 0-1 0 0,1 0 1 0 0,0 0-1 0 0,0 0 0 0 0,0 1 1 0 0,0-1-1 0 0,0 0 1 0 0,0 0-1 0 0,0 1 1 0 0,0-1-1 0 0,3-2 1 0 0,-1 2-63 0 0,0-1-1 0 0,0 1 1 0 0,1 0 0 0 0,-1 0 0 0 0,1 0 0 0 0,0 1 0 0 0,-1-1 0 0 0,1 1-1 0 0,0 0 1 0 0,6-2 0 0 0,-1 2-62 0 0,-1 0 0 0 0,1 0-1 0 0,-1 0 1 0 0,1 1 0 0 0,-1 1-1 0 0,1-1 1 0 0,-1 2 0 0 0,1-1-1 0 0,-1 1 1 0 0,10 3 0 0 0,-8-1-2 0 0,-2 0-1 0 0,1 1 1 0 0,0 0 0 0 0,-1 0 0 0 0,0 1 0 0 0,0 0 0 0 0,0 0 0 0 0,-1 1 0 0 0,12 13 0 0 0,-16-15 41 0 0,0 0-1 0 0,0 0 1 0 0,0 0 0 0 0,0 1-1 0 0,-1-1 1 0 0,0 0 0 0 0,0 1 0 0 0,0 0-1 0 0,-1-1 1 0 0,0 1 0 0 0,0 0-1 0 0,0 0 1 0 0,-1 0 0 0 0,0 0 0 0 0,0 0-1 0 0,0 0 1 0 0,-3 9 0 0 0,0 0 156 0 0,-1-1 0 0 0,0 0 1 0 0,-1 0-1 0 0,-1-1 1 0 0,0 1-1 0 0,-1-1 0 0 0,-16 23 1 0 0,-4-1 592 0 0,-40 41 1 0 0,10-14-108 0 0,42-45-523 0 0,-8 11 110 0 0,23-28-281 0 0,0 1-1 0 0,0 0 1 0 0,0-1-1 0 0,0 1 0 0 0,0-1 1 0 0,0 1-1 0 0,0-1 1 0 0,0 1-1 0 0,1-1 0 0 0,-1 1 1 0 0,0-1-1 0 0,0 1 1 0 0,1-1-1 0 0,-1 1 0 0 0,0-1 1 0 0,1 1-1 0 0,-1-1 1 0 0,0 1-1 0 0,1-1 0 0 0,-1 1 1 0 0,1-1-1 0 0,-1 0 1 0 0,1 1-1 0 0,-1-1 0 0 0,1 0 1 0 0,-1 0-1 0 0,1 1 1 0 0,-1-1-1 0 0,1 0 1 0 0,-1 0-1 0 0,1 0 0 0 0,-1 1 1 0 0,1-1-1 0 0,-1 0 1 0 0,1 0-1 0 0,0 0 0 0 0,0 0 1 0 0,22 5 37 0 0,136-2 138 0 0,-63-3-1795 0 0,0 8-4819 0 0,-80-5 2596 0 0,-2 2-1717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0 80 0 0,'-130'36'14661'0'0,"104"-25"-10021"0"0,26-11-4618 0 0,15 0 378 0 0,311-33 28 0 0,-285 30-4145 0 0,-16 0-5260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1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63 872 0 0,'4'-15'7857'0'0,"-2"5"-4787"0"0,-1 9-2861 0 0,-1-1-1 0 0,0 1 1 0 0,0-1 0 0 0,0 1-1 0 0,1-1 1 0 0,-1 1 0 0 0,1-1-1 0 0,-1 1 1 0 0,1-1 0 0 0,0 1-1 0 0,-1 0 1 0 0,1-1 0 0 0,0 1-1 0 0,0 0 1 0 0,0 0 0 0 0,0-1-1 0 0,0 1 1 0 0,0 0 0 0 0,0 0-1 0 0,0 0 1 0 0,1 0 0 0 0,-1 1-1 0 0,0-1 1 0 0,1 0 0 0 0,1 0-1 0 0,5-1-108 0 0,1 0 1 0 0,0 1-1 0 0,-1 0 0 0 0,1 1 1 0 0,0 0-1 0 0,-1 1 0 0 0,1-1 0 0 0,0 2 1 0 0,-1-1-1 0 0,1 1 0 0 0,12 5 0 0 0,-17-6-75 0 0,-1 1 1 0 0,1-1-1 0 0,-1 1 0 0 0,0 0 0 0 0,0 0 0 0 0,1 0 1 0 0,-1 1-1 0 0,0-1 0 0 0,-1 1 0 0 0,1-1 0 0 0,0 1 1 0 0,-1 0-1 0 0,3 3 0 0 0,-4-3 31 0 0,0 0-1 0 0,0 0 1 0 0,0 0-1 0 0,0 0 1 0 0,0 0-1 0 0,0 0 1 0 0,-1 0-1 0 0,1 0 1 0 0,-1 0-1 0 0,0 0 1 0 0,0 0-1 0 0,0 0 1 0 0,-1 0 0 0 0,1 0-1 0 0,0 0 1 0 0,-1 0-1 0 0,0 0 1 0 0,-2 5-1 0 0,-4 8 156 0 0,0 0 0 0 0,-1 0 0 0 0,-1-1 0 0 0,0 0 0 0 0,-22 26 0 0 0,-66 62 693 0 0,85-91-813 0 0,11-11-68 0 0,0 0 0 0 0,0-1 0 0 0,0 1 0 0 0,0 0-1 0 0,1 0 1 0 0,-1 1 0 0 0,0-1 0 0 0,1 0 0 0 0,-1 0 0 0 0,0 0 0 0 0,1 0 0 0 0,-1 0 0 0 0,1 1-1 0 0,0-1 1 0 0,-1 0 0 0 0,1 1 0 0 0,0 0 0 0 0,0-1-12 0 0,0-1 0 0 0,0 1 1 0 0,0-1-1 0 0,0 0 0 0 0,1 1 0 0 0,-1-1 0 0 0,0 1 1 0 0,0-1-1 0 0,0 0 0 0 0,1 1 0 0 0,-1-1 0 0 0,0 0 0 0 0,1 0 1 0 0,-1 1-1 0 0,0-1 0 0 0,1 0 0 0 0,-1 1 0 0 0,0-1 1 0 0,1 0-1 0 0,-1 0 0 0 0,0 0 0 0 0,1 1 0 0 0,18 1 93 0 0,130-14 136 0 0,98-3-1698 0 0,-246 14 1273 0 0,1 1 0 0 0,-1 0-1 0 0,1 1 1 0 0,0-1 0 0 0,-1 0 0 0 0,1 0-1 0 0,-1 1 1 0 0,1-1 0 0 0,-1 1-1 0 0,1-1 1 0 0,-1 1 0 0 0,1 0-1 0 0,-1-1 1 0 0,3 3 0 0 0,-3-2 33 0 0,0-1 0 0 0,-1 1 0 0 0,1 0 0 0 0,-1 0 0 0 0,1-1 0 0 0,-1 1 0 0 0,1 0 0 0 0,-1 0 0 0 0,0 0 0 0 0,1 0 0 0 0,-1-1 0 0 0,0 1 0 0 0,0 0 0 0 0,1 0 0 0 0,-1 0 0 0 0,0 0 0 0 0,0 0 0 0 0,0 2 0 0 0,-1 0-630 0 0,0 0-1 0 0,1 1 0 0 0,-1-1 0 0 0,-1 1 1 0 0,1-1-1 0 0,0 0 0 0 0,-1 0 0 0 0,1 0 1 0 0,-1 1-1 0 0,-2 1 0 0 0,-8 9-4187 0 0</inkml:trace>
  <inkml:trace contextRef="#ctx0" brushRef="#br0" timeOffset="1">167 1037 1796 0 0,'-53'29'25664'0'0,"45"-21"-23819"0"0,7-7-1459 0 0,1 27 1562 0 0,-1 10-1769 0 0,-2 0 1 0 0,-12 60-1 0 0,-28 71 330 0 0,21-90-428 0 0,1 22-7316 0 0,23-91 3589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565 152 1956 0 0,'-16'-54'10434'0'0,"15"53"-9697"0"0,-7-34 5799 0 0,8 34-6508 0 0,1 0-1 0 0,-1 0 1 0 0,1 0 0 0 0,-1 0-1 0 0,1 0 1 0 0,0 0-1 0 0,0 0 1 0 0,-1 0 0 0 0,1 0-1 0 0,0 0 1 0 0,0 0 0 0 0,0 1-1 0 0,0-1 1 0 0,0 0-1 0 0,0 1 1 0 0,0-1 0 0 0,0 0-1 0 0,0 1 1 0 0,1 0 0 0 0,-1-1-1 0 0,0 1 1 0 0,2-1-1 0 0,37-7 220 0 0,-19 5-169 0 0,28-6 39 0 0,95-3 0 0 0,-35 4-81 0 0,-73 7-40 0 0,26-1 45 0 0,-59 1-35 0 0,16 4 21 0 0,-18-2 14 0 0,0-1 0 0 0,-1 1 1 0 0,1 0-1 0 0,0 0 0 0 0,0 0 0 0 0,-1 0 0 0 0,1 0 0 0 0,0 0 0 0 0,-1 0 0 0 0,1 0 0 0 0,-1 0 0 0 0,1 0 1 0 0,-1 0-1 0 0,0 0 0 0 0,1 0 0 0 0,-1 0 0 0 0,0 0 0 0 0,0 1 0 0 0,0-1 0 0 0,0 0 0 0 0,0 0 0 0 0,0 0 0 0 0,0 0 1 0 0,0 0-1 0 0,0 1 0 0 0,-1-1 0 0 0,1 0 0 0 0,-1 1 0 0 0,-12 42 952 0 0,9-34-621 0 0,-44 152 1596 0 0,-43 255 1 0 0,12 174 3001 0 0,60-435-4630 0 0,-47 641-340 0 0,56-646 0 0 0,-76 428 0 0 0,61-475 0 0 0,15-67 0 0 0,6-24 0 0 0,0-1 0 0 0,1-1 0 0 0,-2-2 0 0 0,-1-4 0 0 0,-7-2 0 0 0,3-4 0 0 0,-1-1 0 0 0,1 0 0 0 0,-1 0 0 0 0,1-1 0 0 0,-13-5 0 0 0,-21-6 0 0 0,-83-13-2381 0 0,61 14-1446 0 0,0 3-1 0 0,-102-2 1 0 0,148 12-2657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1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82 2788 0 0,'-22'-38'11538'0'0,"18"32"-10290"0"0,4 6-1144 0 0,-1 0 1 0 0,1-1 0 0 0,-1 1-1 0 0,1-1 1 0 0,0 1 0 0 0,-1-1-1 0 0,1 1 1 0 0,0 0 0 0 0,-1-1-1 0 0,1 1 1 0 0,0-1 0 0 0,0 0-1 0 0,0 1 1 0 0,-1-1 0 0 0,1 1-1 0 0,0-1 1 0 0,0 1 0 0 0,0-1-1 0 0,0 1 1 0 0,0-2 0 0 0,3 0-10 0 0,1 0 1 0 0,-1 0 0 0 0,1 0 0 0 0,0 1-1 0 0,-1-1 1 0 0,1 1 0 0 0,0 0-1 0 0,0 0 1 0 0,6 0 0 0 0,45-4 166 0 0,-34 4-175 0 0,-8 0-305 0 0,92-4 407 0 0,-52 10-2962 0 0,-3 7-5232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2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31 2872 0 0,'-69'35'12191'0'0,"75"-33"-12017"0"0,1-1 1 0 0,-1 1 0 0 0,0-1-1 0 0,1 0 1 0 0,-1-1-1 0 0,1 1 1 0 0,-1-1 0 0 0,1-1-1 0 0,-1 1 1 0 0,0-1-1 0 0,11-3 1 0 0,18 0 73 0 0,231-17-417 0 0,-88 4-3367 0 0,-71 2-2617 0 0,-53 5 1009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3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59 496 0 0,'10'-24'7975'0'0,"9"-11"496"0"0,-27 60-7277 0 0,1 0 0 0 0,-5 31 0 0 0,-2 9-500 0 0,-17 41 284 0 0,-48 108-1 0 0,63-170-843 0 0,16-44-128 0 0,-1 1-1 0 0,1 0 1 0 0,0 0-1 0 0,0-1 0 0 0,1 1 1 0 0,-1 0-1 0 0,0 0 0 0 0,0 0 1 0 0,0-1-1 0 0,0 1 0 0 0,1 0 1 0 0,-1 0-1 0 0,0-1 0 0 0,1 1 1 0 0,-1 0-1 0 0,0-1 0 0 0,1 1 1 0 0,-1 0-1 0 0,1-1 0 0 0,-1 1 1 0 0,1-1-1 0 0,-1 1 0 0 0,1-1 1 0 0,1 2-1 0 0,14 8 77 0 0,-6-6-60 0 0,0 0-1 0 0,0-1 1 0 0,0 0 0 0 0,0-1-1 0 0,1 0 1 0 0,-1-1 0 0 0,0 0 0 0 0,15-1-1 0 0,83-8 55 0 0,-103 7-69 0 0,9 0 2 0 0,0-2-1 0 0,1 0 1 0 0,-1 0 0 0 0,0-1 0 0 0,-1-1 0 0 0,1 0-1 0 0,-1-1 1 0 0,13-8 0 0 0,-18 9-6 0 0,0-1-1 0 0,-1 0 1 0 0,1 0-1 0 0,-1 0 1 0 0,-1-1-1 0 0,1-1 1 0 0,-1 1-1 0 0,0-1 1 0 0,-1 0-1 0 0,0 0 1 0 0,0 0-1 0 0,7-18 1 0 0,27-94 1908 0 0,-39 114-1629 0 0,3-6 212 0 0,-2 11-240 0 0,-2 13 267 0 0,0-1-1 0 0,-6 22 0 0 0,0-1-40 0 0,-46 416 2319 0 0,28-242-2239 0 0,14-141-141 0 0,11-63-357 0 0,0 0-34 0 0,0-2-30 0 0,0 0 1 0 0,0 0-1 0 0,0 0 1 0 0,0 0-1 0 0,0 1 1 0 0,0-1-1 0 0,0 0 0 0 0,0 0 1 0 0,0 0-1 0 0,0 0 1 0 0,0 1-1 0 0,0-1 1 0 0,0 0-1 0 0,0 0 0 0 0,0 0 1 0 0,0 0-1 0 0,0 1 1 0 0,0-1-1 0 0,0 0 0 0 0,0 0 1 0 0,0 0-1 0 0,0 0 1 0 0,0 1-1 0 0,0-1 1 0 0,0 0-1 0 0,-1 0 0 0 0,1 0 1 0 0,0 0-1 0 0,0 0 1 0 0,0 0-1 0 0,0 1 1 0 0,0-1-1 0 0,0 0 0 0 0,-1 0 1 0 0,1 0-1 0 0,0 0 1 0 0,0 0-1 0 0,0 0 1 0 0,0 0-1 0 0,-1 0 0 0 0,1 0 1 0 0,0 0-1 0 0,0 0 1 0 0,0 0-1 0 0,0 0 0 0 0,-1 0 1 0 0,1 0-1 0 0,0 0 1 0 0,0 0-1 0 0,0 0 1 0 0,0 0-1 0 0,-1 0 0 0 0,1 0 1 0 0,0 0-1 0 0,0 0 1 0 0,0 0-1 0 0,0 0 1 0 0,-1 0-1 0 0,1 0 0 0 0,0 0 1 0 0,0 0-1 0 0,0 0 1 0 0,0 0-1 0 0,0-1 1 0 0,0 1-1 0 0,-1 0 0 0 0,-5-10-678 0 0,6 9 417 0 0,-1-3-568 0 0,0 1 1 0 0,1-1-1 0 0,-1 0 1 0 0,1 0-1 0 0,0 0 1 0 0,1 1-1 0 0,-1-1 1 0 0,0 0-1 0 0,1 0 1 0 0,0 1-1 0 0,0-1 1 0 0,0 1-1 0 0,1-1 1 0 0,-1 1 0 0 0,1-1-1 0 0,0 1 1 0 0,-1 0-1 0 0,2-1 1 0 0,-1 1-1 0 0,0 0 1 0 0,1 0-1 0 0,-1 1 1 0 0,1-1-1 0 0,0 1 1 0 0,0-1-1 0 0,3-1 1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3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56 424 0 0,'-6'-23'11829'0'0,"4"18"-10850"0"0,-4-12 5798 0 0,6 16-6737 0 0,1 1 1 0 0,-1-1-1 0 0,0 1 1 0 0,0 0-1 0 0,0-1 1 0 0,0 1-1 0 0,0-1 1 0 0,1 1-1 0 0,-1 0 1 0 0,0-1-1 0 0,0 1 1 0 0,1-1-1 0 0,-1 1 1 0 0,0 0-1 0 0,1 0 1 0 0,-1-1-1 0 0,0 1 1 0 0,1 0-1 0 0,-1-1 1 0 0,1 1-1 0 0,-1 0 1 0 0,0 0-1 0 0,1 0 1 0 0,-1-1-1 0 0,1 1 1 0 0,-1 0-1 0 0,0 0 1 0 0,1 0-1 0 0,-1 0 1 0 0,1 0-1 0 0,-1 0 1 0 0,1 0-1 0 0,-1 0 1 0 0,1 0-1 0 0,-1 0 1 0 0,1 0-1 0 0,-1 0 1 0 0,0 0-1 0 0,1 0 1 0 0,0 1-1 0 0,157 2 953 0 0,-113-3-857 0 0,-14-1-59 0 0,25 0 141 0 0,-54 1-170 0 0,2 0 32 0 0,26-1 174 0 0,-28 1-186 0 0,18-1 40 0 0,-4-1-1464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4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82 1492 0 0,'-9'-7'5658'0'0,"-6"-13"1879"0"0,-12-6 4006 0 0,29 24-11534 0 0,1-1-1 0 0,0 1 1 0 0,0 0 0 0 0,1 0 0 0 0,-1 0 0 0 0,0 0-1 0 0,1 1 1 0 0,6-3 0 0 0,-2 2 1 0 0,0 0 1 0 0,0 1-1 0 0,0-1 0 0 0,0 2 0 0 0,0-1 0 0 0,1 1 1 0 0,-1 0-1 0 0,0 1 0 0 0,0 0 0 0 0,10 2 0 0 0,-14-2-5 0 0,0 0 0 0 0,-1 0-1 0 0,1 1 1 0 0,0-1-1 0 0,-1 1 1 0 0,1 0 0 0 0,-1 0-1 0 0,1 1 1 0 0,-1-1-1 0 0,0 0 1 0 0,0 1 0 0 0,0 0-1 0 0,0 0 1 0 0,0 0-1 0 0,-1 0 1 0 0,0 0 0 0 0,1 1-1 0 0,-1-1 1 0 0,0 1-1 0 0,0-1 1 0 0,-1 1 0 0 0,1 0-1 0 0,1 6 1 0 0,-1 1-12 0 0,-1 0-1 0 0,0 0 1 0 0,-1-1 0 0 0,0 1 0 0 0,0 0-1 0 0,-1 0 1 0 0,-1-1 0 0 0,0 1 0 0 0,0 0 0 0 0,-1-1-1 0 0,0 0 1 0 0,-1 0 0 0 0,0 0 0 0 0,-10 16 0 0 0,-4 5-14 0 0,-1-1 0 0 0,-2 0 0 0 0,-27 28 0 0 0,-40 36 1447 0 0,-143 118-1 0 0,114-109-239 0 0,116-102-1170 0 0,0-1 1 0 0,0 1 0 0 0,0 0-1 0 0,0 0 1 0 0,0 0 0 0 0,0 0-1 0 0,0 0 1 0 0,0 0 0 0 0,1 0-1 0 0,-1 0 1 0 0,0 0-1 0 0,1 0 1 0 0,-1 0 0 0 0,1 0-1 0 0,-1 0 1 0 0,1 0 0 0 0,0 1-1 0 0,-1-1 1 0 0,1 0 0 0 0,0 0-1 0 0,0 1 1 0 0,0-1 0 0 0,0 2-1 0 0,0-2-6 0 0,1 0 0 0 0,-1 0-1 0 0,1 0 1 0 0,0 0 0 0 0,0 0-1 0 0,-1 0 1 0 0,1-1 0 0 0,0 1 0 0 0,0 0-1 0 0,0 0 1 0 0,0-1 0 0 0,0 1-1 0 0,0 0 1 0 0,0-1 0 0 0,0 1 0 0 0,1-1-1 0 0,-1 1 1 0 0,0-1 0 0 0,1 1 0 0 0,10 2 18 0 0,0-1 0 0 0,0 0 0 0 0,20 1 0 0 0,-26-3-14 0 0,135 6 67 0 0,170-14 1 0 0,-179-2 268 0 0,-129 10-337 0 0,1-1 1 0 0,-1 1-1 0 0,1-1 0 0 0,-1 0 0 0 0,1 0 1 0 0,-1 0-1 0 0,0 0 0 0 0,0 0 0 0 0,0-1 1 0 0,0 0-1 0 0,0 1 0 0 0,5-5 0 0 0,-7 6-12 0 0,4-6-71 0 0,-6-11-5706 0 0,0 15 5431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5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36 496 0 0,'-10'-5'8411'0'0,"-36"-20"4967"0"0,48 25-13304 0 0,20-3-16 0 0,1 1 0 0 0,-1 1 0 0 0,1 2 0 0 0,30 3 0 0 0,-3-1 2 0 0,-17-3-27 0 0,-9 0 10 0 0,33 3-1 0 0,-38-2 90 0 0,-16-1-36 0 0,1 0 43 0 0,9 0-16 0 0,-9 0 32 0 0,-1 0-37 0 0,27 0 490 0 0,-27 0-403 0 0,-1 0-192 0 0,9 0 31 0 0,-9 0 83 0 0,6-3-1003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5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274 207 2504 0 0,'-11'-23'8713'0'0,"3"7"-5850"0"0,2-1 1 0 0,-6-21-1 0 0,11 34-2765 0 0,0 0 0 0 0,1-1 0 0 0,0 1 0 0 0,0 0 0 0 0,0 0 1 0 0,0 0-1 0 0,1 0 0 0 0,0 0 0 0 0,0-1 0 0 0,0 1 0 0 0,0 0 0 0 0,0 0 0 0 0,1 1 0 0 0,0-1 0 0 0,0 0 0 0 0,0 1 0 0 0,0-1 0 0 0,0 1 0 0 0,1-1 0 0 0,0 1 1 0 0,-1 0-1 0 0,7-5 0 0 0,-7 6-96 0 0,0 1 0 0 0,0-1 1 0 0,0 0-1 0 0,0 0 0 0 0,1 1 0 0 0,-1-1 1 0 0,0 1-1 0 0,1 0 0 0 0,0 0 1 0 0,-1 0-1 0 0,1 0 0 0 0,-1 0 1 0 0,1 1-1 0 0,0-1 0 0 0,0 1 0 0 0,-1 0 1 0 0,1 0-1 0 0,0-1 0 0 0,0 2 1 0 0,0-1-1 0 0,-1 0 0 0 0,1 1 1 0 0,0-1-1 0 0,-1 1 0 0 0,1 0 0 0 0,0 0 1 0 0,-1 0-1 0 0,1 0 0 0 0,-1 0 1 0 0,1 1-1 0 0,-1-1 0 0 0,0 1 1 0 0,3 2-1 0 0,0-1 2 0 0,0 1-1 0 0,-1 0 1 0 0,0 0 0 0 0,0 1 0 0 0,0-1 0 0 0,0 1 0 0 0,-1 0-1 0 0,1 0 1 0 0,-1 0 0 0 0,-1 1 0 0 0,1-1 0 0 0,-1 0-1 0 0,0 1 1 0 0,2 8 0 0 0,-3-2 2 0 0,0-1 0 0 0,-1 1 1 0 0,0 0-1 0 0,-1 0 0 0 0,-1 0 0 0 0,1 0 0 0 0,-2-1 0 0 0,0 1 1 0 0,0-1-1 0 0,-1 0 0 0 0,-6 12 0 0 0,-9 15 42 0 0,-39 60 0 0 0,55-93-47 0 0,-43 63 1022 0 0,-4-2 0 0 0,-111 114 0 0 0,114-128 2076 0 0,46-50-2809 0 0,2 1 17 0 0,-1-3-300 0 0,0 1 0 0 0,0-1-1 0 0,0 0 1 0 0,0 0 0 0 0,0 1 0 0 0,0-1 0 0 0,0 0 0 0 0,0 0-1 0 0,0 1 1 0 0,0-1 0 0 0,0 0 0 0 0,0 0 0 0 0,0 0 0 0 0,0 1-1 0 0,1-1 1 0 0,-1 0 0 0 0,0 0 0 0 0,0 1 0 0 0,0-1 0 0 0,0 0-1 0 0,0 0 1 0 0,0 0 0 0 0,1 1 0 0 0,-1-1 0 0 0,0 0 0 0 0,0 0-1 0 0,0 0 1 0 0,1 0 0 0 0,-1 0 0 0 0,0 1 0 0 0,0-1 0 0 0,1 0-1 0 0,-1 0 1 0 0,0 0 0 0 0,0 0 0 0 0,1 0 0 0 0,224 11 362 0 0,-97-7-363 0 0,-89-2 65 0 0,17 2 46 0 0,104-8 0 0 0,-158 4-123 0 0,10-1-468 0 0,1-1 0 0 0,0 0-1 0 0,21-8 1 0 0,-30 9-514 0 0,0-1 0 0 0,0 0 0 0 0,0 0 0 0 0,-1-1 0 0 0,7-4 0 0 0,14-23-11638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6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83 1992 0 0,'-46'-34'13063'0'0,"40"28"-11303"0"0,5 6-1555 0 0,0 0 1 0 0,1-1-1 0 0,-1 1 0 0 0,1 0 0 0 0,-1-1 0 0 0,1 1 0 0 0,-2-1 410 0 0,2 0-410 0 0,0 1 0 0 0,-1-1 0 0 0,1 0 1 0 0,-1 1-1 0 0,1-1 0 0 0,0 1 0 0 0,0-1 0 0 0,-1-1 0 0 0,2 1-150 0 0,1-1 0 0 0,-1 1 0 0 0,0 0 0 0 0,1-1 0 0 0,0 1 0 0 0,-1 0 0 0 0,1 0 1 0 0,0 0-1 0 0,-1 0 0 0 0,1 0 0 0 0,0 0 0 0 0,0 1 0 0 0,0-1 0 0 0,0 1 0 0 0,0-1 0 0 0,0 1 0 0 0,3-1 0 0 0,43-5 156 0 0,-43 5-184 0 0,189-8-1241 0 0,-154 12-3087 0 0,-1 1-3623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6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1 104 0 0,'-5'1'1395'0'0,"-22"7"5035"0"0,-37 16 0 0 0,64-24-6338 0 0,-1 1 0 0 0,1-1 0 0 0,0 1 0 0 0,-1-1 0 0 0,1 0 0 0 0,-1 1 0 0 0,1-1 0 0 0,0 1 0 0 0,-1-1 1 0 0,1 1-1 0 0,0-1 0 0 0,0 1 0 0 0,-1-1 0 0 0,1 1 0 0 0,0-1 0 0 0,0 1 0 0 0,0-1 0 0 0,0 1 0 0 0,0-1 0 0 0,0 1 0 0 0,0-1 1 0 0,0 1-1 0 0,0-1 0 0 0,0 1 0 0 0,0 0 0 0 0,0-1 0 0 0,0 1 0 0 0,0-1 0 0 0,0 1 0 0 0,0-1 0 0 0,1 1 0 0 0,-1-1 1 0 0,0 1-1 0 0,0-1 0 0 0,1 1 0 0 0,-1-1 0 0 0,0 1 0 0 0,1-1 0 0 0,-1 0 0 0 0,0 1 0 0 0,1-1 0 0 0,-1 0 0 0 0,1 1 1 0 0,-1-1-1 0 0,1 0 0 0 0,-1 1 0 0 0,0-1 0 0 0,1 0 0 0 0,0 1 0 0 0,18 4 205 0 0,-1 0-1 0 0,1-1 1 0 0,0-1-1 0 0,0-1 1 0 0,29 0-1 0 0,103-9-950 0 0,-127 5 334 0 0,107-15-3871 0 0,-46 0-2877 0 0,-45 7 963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7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71 3212 0 0,'1'-2'2344'0'0,"26"-59"11109"0"0,-27 59-12806 0 0,0 2-609 0 0,0-1 0 0 0,0 1 1 0 0,0 0-1 0 0,1 0 0 0 0,-1 0 0 0 0,0 0 0 0 0,0 0 0 0 0,0 0 0 0 0,0 0 0 0 0,0-1 0 0 0,0 1 0 0 0,0 0 0 0 0,0 0 0 0 0,0 0 0 0 0,0 0 0 0 0,0 0 1 0 0,0-1-1 0 0,0 1 0 0 0,0 0 0 0 0,0 0 0 0 0,0 0 0 0 0,0 0 0 0 0,0 0 0 0 0,0-1 0 0 0,0 1 0 0 0,0 0 0 0 0,0 0 0 0 0,0 0 0 0 0,0 0 0 0 0,0 0 1 0 0,0 0-1 0 0,0-1 0 0 0,0 1 0 0 0,0 0 0 0 0,-1 0 0 0 0,1 0 0 0 0,0 0 0 0 0,0 0 0 0 0,0 0 0 0 0,0 0 0 0 0,0 0 0 0 0,0-1 0 0 0,0 1 0 0 0,-1 0 1 0 0,1 0-1 0 0,0 0 0 0 0,0 0 0 0 0,0 0 0 0 0,0 0 0 0 0,0 0 0 0 0,-12 4 245 0 0,1 1 0 0 0,0 0 0 0 0,0 1 1 0 0,0 0-1 0 0,-16 13 0 0 0,-49 45 899 0 0,72-60-1035 0 0,-149 147 1984 0 0,132-126-1965 0 0,0 0 0 0 0,2 2-1 0 0,1 0 1 0 0,-22 47-1 0 0,36-67-137 0 0,1 1 0 0 0,0-1 1 0 0,1 1-1 0 0,-1 0 0 0 0,2 0 0 0 0,-1 0 0 0 0,1 0 0 0 0,0 0 0 0 0,1 0 0 0 0,0 0 0 0 0,1 12 1 0 0,0-14-8 0 0,1-1 1 0 0,-1 1 0 0 0,1-1 0 0 0,0 1 0 0 0,0-1 0 0 0,1 0 0 0 0,-1 0-1 0 0,1 0 1 0 0,0-1 0 0 0,1 1 0 0 0,-1-1 0 0 0,1 1 0 0 0,0-1 0 0 0,0 0-1 0 0,0-1 1 0 0,0 1 0 0 0,7 3 0 0 0,3 2 24 0 0,0-2 0 0 0,0 0 0 0 0,1 0 0 0 0,0-1 0 0 0,1-1 0 0 0,-1-1 0 0 0,1 0 0 0 0,0-1 0 0 0,0 0 0 0 0,0-2 0 0 0,1 0 0 0 0,-1 0 0 0 0,30-4 0 0 0,-9-2 55 0 0,-1-2 0 0 0,0-1 1 0 0,0-1-1 0 0,68-29 1 0 0,-69 22 20 0 0,0-1 0 0 0,-1-2 0 0 0,54-40 0 0 0,-67 42 5 0 0,0-1 0 0 0,-1 0 0 0 0,-1-1 0 0 0,0-2 0 0 0,-2 1 0 0 0,17-28-1 0 0,-30 42-107 0 0,0 0-1 0 0,-1 0 0 0 0,0 0 0 0 0,0 0 0 0 0,-1 0 0 0 0,1 0 0 0 0,-1-1 0 0 0,-1 1 0 0 0,1-1 0 0 0,-1 0 0 0 0,0 1 0 0 0,-1-1 0 0 0,0 0 0 0 0,0 0 1 0 0,0 1-1 0 0,-1-1 0 0 0,0 0 0 0 0,0 1 0 0 0,0-1 0 0 0,-1 1 0 0 0,0-1 0 0 0,-1 1 0 0 0,1 0 0 0 0,-1 0 0 0 0,0 0 0 0 0,-1 0 0 0 0,1 0 0 0 0,-1 1 0 0 0,-6-7 1 0 0,-1 1-73 0 0,-1-1 0 0 0,0 1 1 0 0,-1 1-1 0 0,0 0 1 0 0,-1 1-1 0 0,0 0 1 0 0,0 1-1 0 0,-1 1 0 0 0,0 0 1 0 0,-22-6-1 0 0,7 4-522 0 0,-1 1-1 0 0,0 2 0 0 0,0 1 1 0 0,-48-2-1 0 0,29 7-746 0 0,1 3 0 0 0,0 1 0 0 0,-54 12 0 0 0,-144 44-9358 0 0,134-27 1145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8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10 580 0 0,'-22'-10'12193'0'0,"22"11"-12107"0"0,-1 0-1 0 0,1 0 0 0 0,-1-1 1 0 0,0 1-1 0 0,1 0 1 0 0,0 0-1 0 0,-1 0 1 0 0,1 0-1 0 0,-1 0 0 0 0,1 0 1 0 0,0 0-1 0 0,0 0 1 0 0,0 0-1 0 0,0 0 0 0 0,-1 0 1 0 0,1 0-1 0 0,1 0 1 0 0,-1 0-1 0 0,0 0 1 0 0,0 0-1 0 0,0 0 0 0 0,0 0 1 0 0,1 1-1 0 0,8 28 1171 0 0,28 71 1580 0 0,40 100-1118 0 0,18 11-1106 0 0,-89-197-567 0 0,10 17-1738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8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507 34 304 0 0,'-1'-5'1089'0'0,"0"3"-244"0"0,1-1 0 0 0,-1 0 1 0 0,0 1-1 0 0,0-1 0 0 0,0 1 0 0 0,0-1 1 0 0,0 1-1 0 0,-3-6 1024 0 0,-17 8 604 0 0,10 5-1954 0 0,-1 1-1 0 0,1 0 0 0 0,0 0 1 0 0,1 1-1 0 0,0 1 1 0 0,-15 13-1 0 0,-57 63 1022 0 0,58-58-1220 0 0,-54 65 206 0 0,-82 125-1 0 0,146-198-698 0 0,10-12-781 0 0,-1-1-1 0 0,2 1 1 0 0,-1-1-1 0 0,1 1 1 0 0,-4 7-1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9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238 121 1156 0 0,'0'0'1978'0'0,"-20"-12"4862"0"0,18 11-6620 0 0,1 0 0 0 0,0-1 0 0 0,-1 1 0 0 0,1-1 0 0 0,0 1 0 0 0,-1-1 0 0 0,1 0 1 0 0,0 1-1 0 0,0-1 0 0 0,0 0 0 0 0,1 0 0 0 0,-1 1 0 0 0,0-1 0 0 0,1 0 0 0 0,-1 0 0 0 0,1 0 1 0 0,0 0-1 0 0,-1 0 0 0 0,1 0 0 0 0,0 0 0 0 0,0 0 0 0 0,0 0 0 0 0,1 0 0 0 0,-1 0 1 0 0,0 0-1 0 0,1 0 0 0 0,-1 0 0 0 0,1 0 0 0 0,1-3 0 0 0,1 1-182 0 0,-1 1 0 0 0,1-1 0 0 0,0 1 0 0 0,1-1 0 0 0,-1 1 0 0 0,0 0 0 0 0,1 0 0 0 0,0 1 0 0 0,-1-1 0 0 0,1 1 0 0 0,0 0 1 0 0,8-3-1 0 0,-6 3-30 0 0,-1 0 1 0 0,1 0 0 0 0,0 1 0 0 0,0 0 0 0 0,-1 0-1 0 0,1 0 1 0 0,0 1 0 0 0,0 0 0 0 0,0 0 0 0 0,0 0-1 0 0,0 1 1 0 0,0 0 0 0 0,0 0 0 0 0,0 1 0 0 0,-1-1-1 0 0,1 1 1 0 0,-1 1 0 0 0,9 3 0 0 0,-10-4-3 0 0,0 1 0 0 0,0-1 0 0 0,0 1 0 0 0,0 0 1 0 0,0 1-1 0 0,-1-1 0 0 0,1 0 0 0 0,-1 1 0 0 0,0 0 1 0 0,0 0-1 0 0,0 0 0 0 0,-1 0 0 0 0,1 0 0 0 0,-1 1 0 0 0,0-1 1 0 0,0 1-1 0 0,-1-1 0 0 0,1 1 0 0 0,-1 0 0 0 0,0-1 0 0 0,0 1 1 0 0,-1 0-1 0 0,1 5 0 0 0,-2 0 44 0 0,1 0 0 0 0,-1-1 1 0 0,-1 1-1 0 0,0 0 0 0 0,0-1 0 0 0,-1 1 1 0 0,0-1-1 0 0,-8 16 0 0 0,-2-2 635 0 0,-29 40-1 0 0,15-24 650 0 0,26-38-1323 0 0,0 0-1 0 0,1-1 1 0 0,-1 1 0 0 0,0 0 0 0 0,1 0 0 0 0,-1 0-1 0 0,1 0 1 0 0,0 0 0 0 0,-1 0 0 0 0,1 0-1 0 0,0 0 1 0 0,0 0 0 0 0,-1 0 0 0 0,1 1 0 0 0,0-1-1 0 0,0 0 1 0 0,0 0 0 0 0,0 0 0 0 0,1 0 0 0 0,-1 0-1 0 0,0 0 1 0 0,0 0 0 0 0,0 0 0 0 0,1 0-1 0 0,-1 0 1 0 0,1 0 0 0 0,0 1 0 0 0,1 1-11 0 0,1 0 1 0 0,-1 0-1 0 0,1-1 0 0 0,0 1 1 0 0,0-1-1 0 0,5 3 0 0 0,14 12 21 0 0,19 33 15 0 0,-40-47 18 0 0,0-1-1 0 0,1 0 1 0 0,-2 1 0 0 0,1-1-1 0 0,0 1 1 0 0,0-1-1 0 0,-1 1 1 0 0,1-1-1 0 0,-1 1 1 0 0,0-1 0 0 0,0 1-1 0 0,0-1 1 0 0,0 1-1 0 0,0-1 1 0 0,-1 1-1 0 0,1 0 1 0 0,-1-1 0 0 0,1 1-1 0 0,-1-1 1 0 0,0 0-1 0 0,0 1 1 0 0,0-1-1 0 0,0 0 1 0 0,-1 1 0 0 0,1-1-1 0 0,-1 0 1 0 0,1 0-1 0 0,-1 0 1 0 0,0 0-1 0 0,0-1 1 0 0,1 1 0 0 0,-4 2-1 0 0,-2 1 76 0 0,0 1 0 0 0,0-1 0 0 0,-1-1 0 0 0,0 1 0 0 0,0-2 0 0 0,0 1 0 0 0,0-1 0 0 0,-10 3 0 0 0,-1-2-32 0 0,-1 0 1 0 0,1-2-1 0 0,-1 0 0 0 0,0-1 0 0 0,-24-2 1 0 0,31 0-221 0 0,-1 0 1 0 0,1-1-1 0 0,0-1 1 0 0,-1 0-1 0 0,1-1 1 0 0,0 0-1 0 0,1-1 1 0 0,-19-10-1 0 0,28 13-128 0 0,0 1 0 0 0,1-1 0 0 0,-1 0 0 0 0,1-1 0 0 0,-1 1 0 0 0,1 0 0 0 0,0-1 0 0 0,0 1 0 0 0,0-1 0 0 0,0 1 0 0 0,0-1 0 0 0,0 0 0 0 0,1 0 0 0 0,0 0 0 0 0,-1 0 0 0 0,1 0 0 0 0,0 0 0 0 0,0-1 0 0 0,1 1 0 0 0,-1 0 0 0 0,1 0 0 0 0,-1-7 0 0 0,2-2-1305 0 0,0 1 1 0 0,1-1-1 0 0,0 1 1 0 0,1-1-1 0 0,5-12 1 0 0,3-11-4248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09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85 2356 0 0,'20'-79'13445'0'0,"-20"77"-13005"0"0,1-2 1027 0 0,1 14-1119 0 0,-2 21-210 0 0,-18 79 189 0 0,-9 69-1551 0 0,19-59-7065 0 0,8-90 1685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0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70 115 1276 0 0,'-22'-34'7676'0'0,"10"17"-5133"0"0,2-1-1 0 0,-11-21 0 0 0,21 37-2404 0 0,-5-3 152 0 0,8 12-235 0 0,3 12 99 0 0,1 0 1 0 0,19 34 0 0 0,-1-2 292 0 0,21 48 225 0 0,60 94 0 0 0,-31-75-5002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0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504 76 2840 0 0,'-1'-15'3714'0'0,"-1"0"0"0"0,-4-19 0 0 0,5 27-3311 0 0,0 6 53 0 0,1 1-440 0 0,0 0 0 0 0,0 1-1 0 0,0-1 1 0 0,0 0 0 0 0,0 0 0 0 0,0 0-1 0 0,-1 0 1 0 0,1 1 0 0 0,0-1-1 0 0,0 0 1 0 0,0 0 0 0 0,0 0-1 0 0,-1 0 1 0 0,1 0 0 0 0,0 0 0 0 0,0 0-1 0 0,0 1 1 0 0,-1-1 0 0 0,1 0-1 0 0,0 0 1 0 0,0 0 0 0 0,0 0-1 0 0,-1 0 1 0 0,1 0 0 0 0,0 0 0 0 0,0 0-1 0 0,-1 0 1 0 0,1 0 0 0 0,0 0-1 0 0,0 0 1 0 0,0 0 0 0 0,-1-1-1 0 0,1 1 1 0 0,0 0 0 0 0,0 0 0 0 0,0 0-1 0 0,-1 0 1 0 0,1 0 0 0 0,0 0-1 0 0,0 0 1 0 0,0-1 0 0 0,0 1-1 0 0,-1 0 1 0 0,1 0 0 0 0,0 0 0 0 0,0 0-1 0 0,0 0 1 0 0,0-1 0 0 0,0 1-1 0 0,0 0 1 0 0,0 0 0 0 0,-1 0-1 0 0,1-1 1 0 0,0 1 0 0 0,0 0 0 0 0,0 0-1 0 0,0 0 1 0 0,0-1 0 0 0,0 1-1 0 0,0 0 1 0 0,0 0 0 0 0,0-1 0 0 0,0 1-1 0 0,0 0 1 0 0,0 0 0 0 0,0-1-1 0 0,-14 14 565 0 0,-20 29 732 0 0,-56 89 1 0 0,63-88-1052 0 0,-256 410 70 0 0,276-439-1724 0 0,0 0-1 0 0,0 0 0 0 0,-5 19 0 0 0,10-20-1229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2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39 52 0 0,'4'-24'14893'0'0,"-5"9"-11061"0"0,0 19-2349 0 0,-1 26-1030 0 0,2-21 51 0 0,-6 38 210 0 0,-1 1-1 0 0,-19 59 0 0 0,14-61-1900 0 0,2 1-1 0 0,-6 62 0 0 0,16-104 164 0 0,-1 7-236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82 1324 0 0,'-39'-12'6975'0'0,"23"7"-4652"0"0,0 0-1 0 0,-33-5 1 0 0,47 10-1919 0 0,-10-4 268 0 0,311-22-224 0 0,-162 10-2985 0 0,-106 14 582 0 0,-4 0-3103 0 0</inkml:trace>
  <inkml:trace contextRef="#ctx0" brushRef="#br0" timeOffset="1">146 397 1668 0 0,'-134'68'10330'0'0,"133"-68"-10265"0"0,1 0 1 0 0,-1 0 0 0 0,1 0 0 0 0,-1 0-1 0 0,0 1 1 0 0,1-1 0 0 0,-1 0-1 0 0,1 0 1 0 0,-1 1 0 0 0,1-1-1 0 0,-1 0 1 0 0,1 1 0 0 0,0-1-1 0 0,-1 0 1 0 0,1 1 0 0 0,-1-1-1 0 0,1 1 1 0 0,0-1 0 0 0,-1 1-1 0 0,1-1 1 0 0,0 1 0 0 0,0-1 0 0 0,-1 1-1 0 0,1-1 1 0 0,0 1 0 0 0,12 3 496 0 0,24-5-241 0 0,300-61-94 0 0,-113 12-7415 0 0,-156 34 1964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3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48 1668 0 0,'37'-18'19786'0'0,"-37"17"-19379"0"0,-36-15 340 0 0,31 13-718 0 0,3 2-19 0 0,-1 0 0 0 0,1 0-1 0 0,-1 0 1 0 0,0 1 0 0 0,1-1 0 0 0,-1 1-1 0 0,0 0 1 0 0,0-1 0 0 0,-3 1 0 0 0,-7-1-6 0 0,10 1-10 0 0,0 0 10 0 0,-41-2 18 0 0,41 2-15 0 0,0 1-16 0 0,-2-1 2 0 0,-1 1-1 0 0,1 1 0 0 0,0-1 0 0 0,0 1 0 0 0,0 0 1 0 0,0 0-1 0 0,0 0 0 0 0,1 1 0 0 0,-1 0 0 0 0,1-1 1 0 0,-1 2-1 0 0,1-1 0 0 0,0 0 0 0 0,0 1 1 0 0,-5 6-1 0 0,5-3 4 0 0,-1 1 0 0 0,2 0 0 0 0,-1 0 0 0 0,1 0 0 0 0,0 0 0 0 0,0 0 0 0 0,1 1 0 0 0,1-1 1 0 0,-2 11-1 0 0,2-11 8 0 0,-18 120-51 0 0,-2 137 0 0 0,16 131 138 0 0,5-299 51 0 0,-4 58-87 0 0,-7 0 0 0 0,-60 297-1 0 0,55-375 302 0 0,-21 83 1071 0 0,33-142-1265 0 0,0 1 0 0 0,1-1 1 0 0,-1 27-1 0 0,4-43-143 0 0,0 0-1 0 0,0 0 1 0 0,0 0 0 0 0,1 0 0 0 0,-1 0-1 0 0,1 0 1 0 0,-1 0 0 0 0,1 0-1 0 0,0 0 1 0 0,0-1 0 0 0,0 1 0 0 0,0 0-1 0 0,0-1 1 0 0,0 1 0 0 0,0 0-1 0 0,0-1 1 0 0,1 0 0 0 0,-1 1 0 0 0,1-1-1 0 0,-1 0 1 0 0,1 1 0 0 0,-1-1-1 0 0,1 0 1 0 0,0 0 0 0 0,-1 0 0 0 0,1-1-1 0 0,0 1 1 0 0,0 0 0 0 0,0-1-1 0 0,0 1 1 0 0,0-1 0 0 0,0 0-1 0 0,2 1 1 0 0,6 0 5 0 0,0 0 0 0 0,-1-1 0 0 0,1 0 0 0 0,0-1 0 0 0,10-2 0 0 0,13-4-1171 0 0,0-1-1 0 0,-1-2 1 0 0,-1-1-1 0 0,1-2 1 0 0,-2-1-1 0 0,55-33 1 0 0,-40 18-1961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4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92 84 0 0,'-58'-49'11389'0'0,"57"49"-11337"0"0,0 0-1 0 0,1-1 1 0 0,-1 1-1 0 0,1-1 1 0 0,-1 1-1 0 0,1-1 1 0 0,-1 1 0 0 0,1-1-1 0 0,-1 1 1 0 0,1-1-1 0 0,-1 0 1 0 0,1 1-1 0 0,-1-1 1 0 0,1 0 0 0 0,0 1-1 0 0,0-1 1 0 0,-1 0-1 0 0,1 1 1 0 0,0-1 0 0 0,0 0-1 0 0,0 0 1 0 0,0 1-1 0 0,0-1 1 0 0,0 0-1 0 0,0 0 1 0 0,0 1 0 0 0,0-1-1 0 0,0 0 1 0 0,0 0-1 0 0,0 1 1 0 0,0-1-1 0 0,1 0 1 0 0,-1 1 0 0 0,0-1-1 0 0,1 0 1 0 0,-1 1-1 0 0,0-1 1 0 0,1 0-1 0 0,-1 1 1 0 0,1-1 0 0 0,-1 0-1 0 0,1 1 1 0 0,-1-1-1 0 0,1 1 1 0 0,-1-1-1 0 0,1 1 1 0 0,0 0 0 0 0,-1-1-1 0 0,1 1 1 0 0,0 0-1 0 0,-1-1 1 0 0,2 1-1 0 0,2-2-7 0 0,-1 0 0 0 0,1 1 0 0 0,-1-1 0 0 0,1 1 0 0 0,0 0 0 0 0,-1 0 0 0 0,1 1 0 0 0,0-1 0 0 0,4 1 0 0 0,1 0-12 0 0,0 1 0 0 0,0 1 0 0 0,1 0 0 0 0,-1 0 0 0 0,0 1 0 0 0,-1 0 0 0 0,1 0 0 0 0,0 1 0 0 0,-1 0 0 0 0,14 10 0 0 0,-17-11 33 0 0,-1 0-1 0 0,0 1 1 0 0,0 0 0 0 0,0 0-1 0 0,0 0 1 0 0,-1 0-1 0 0,0 1 1 0 0,1-1 0 0 0,-2 1-1 0 0,1 0 1 0 0,-1 0-1 0 0,1 0 1 0 0,-1 0 0 0 0,-1 1-1 0 0,1-1 1 0 0,-1 0-1 0 0,0 1 1 0 0,0-1 0 0 0,0 1-1 0 0,-1 7 1 0 0,-1 2 193 0 0,0 0 0 0 0,-1-1 1 0 0,-1 1-1 0 0,0-1 0 0 0,-1 1 0 0 0,-1-1 0 0 0,0 0 1 0 0,-1 0-1 0 0,-1-1 0 0 0,-14 23 0 0 0,-9 8 604 0 0,-61 68-1 0 0,40-52-165 0 0,39-48-588 0 0,9-8-45 0 0,0 0 1 0 0,-1 0-1 0 0,1 0 0 0 0,0 0 1 0 0,1 0-1 0 0,-1 0 0 0 0,-1 6 1 0 0,4-10-54 0 0,0 1 1 0 0,0-1-1 0 0,0 1 0 0 0,0-1 1 0 0,0 0-1 0 0,0 1 1 0 0,0-1-1 0 0,1 1 0 0 0,-1-1 1 0 0,0 0-1 0 0,0 1 1 0 0,0-1-1 0 0,1 0 0 0 0,-1 1 1 0 0,0-1-1 0 0,1 0 1 0 0,-1 1-1 0 0,0-1 1 0 0,1 0-1 0 0,-1 0 0 0 0,0 1 1 0 0,1-1-1 0 0,-1 0 1 0 0,0 0-1 0 0,1 0 0 0 0,-1 1 1 0 0,1-1-1 0 0,-1 0 1 0 0,1 0-1 0 0,-1 0 0 0 0,13 4 85 0 0,-13-4-91 0 0,22 3 53 0 0,-1-1 0 0 0,1-1 0 0 0,-1-1 1 0 0,1 0-1 0 0,40-8 0 0 0,-5 2-32 0 0,99-11 126 0 0,-154 17-186 0 0,18-2-2341 0 0,7-6-6036 0 0,-15 4 4753 0 0,3 1-2624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4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26 2368 0 0,'-4'0'1966'0'0,"-46"-5"6331"0"0,47 5-7517 0 0,-6-2 2674 0 0,143-3-2057 0 0,8 0-1044 0 0,-93 2-51 0 0,-14 1-3240 0 0,-12-1-4764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5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80 2084 0 0,'1'-16'7378'0'0,"-1"13"-6671"0"0,1 1 0 0 0,0-1 1 0 0,0 0-1 0 0,0 0 1 0 0,0 0-1 0 0,0 1 1 0 0,1-1-1 0 0,2-3 1 0 0,-1 4-634 0 0,-1-1 1 0 0,1 1-1 0 0,0 0 0 0 0,0 1 1 0 0,0-1-1 0 0,0 0 1 0 0,0 1-1 0 0,0 0 0 0 0,6-2 1 0 0,4-1-31 0 0,-1 1-1 0 0,1 0 1 0 0,0 1 0 0 0,16-1 0 0 0,-26 2-43 0 0,1 1 1 0 0,0 0 0 0 0,-1 0-1 0 0,1 0 1 0 0,0 0-1 0 0,-1 1 1 0 0,1 0 0 0 0,0-1-1 0 0,-1 1 1 0 0,1 0 0 0 0,-1 1-1 0 0,0-1 1 0 0,1 1 0 0 0,-1-1-1 0 0,0 1 1 0 0,0 0-1 0 0,0 0 1 0 0,0 1 0 0 0,0-1-1 0 0,0 0 1 0 0,2 5 0 0 0,-3-4 2 0 0,0 1 1 0 0,-1-1-1 0 0,0 1 1 0 0,0-1-1 0 0,0 1 1 0 0,0 0-1 0 0,-1 0 1 0 0,1-1 0 0 0,-1 1-1 0 0,0 0 1 0 0,0 0-1 0 0,-1 0 1 0 0,1-1-1 0 0,-1 1 1 0 0,1 0-1 0 0,-1 0 1 0 0,-1-1-1 0 0,1 1 1 0 0,-2 4 0 0 0,-5 9 80 0 0,0 0 0 0 0,-15 23 0 0 0,-12 10 800 0 0,-3-1 0 0 0,-1-3 0 0 0,-60 56-1 0 0,98-101-874 0 0,-4 4 57 0 0,0-1 7 0 0,0 1 0 0 0,1 0 0 0 0,-1 0-1 0 0,1 0 1 0 0,0 0 0 0 0,0 1 0 0 0,-3 7 0 0 0,7-12-62 0 0,0-1 1 0 0,0 1-1 0 0,1-1 1 0 0,-1 1-1 0 0,0 0 1 0 0,0-1-1 0 0,0 1 1 0 0,1-1-1 0 0,-1 1 1 0 0,0 0-1 0 0,1-1 1 0 0,-1 1-1 0 0,0-1 1 0 0,1 1-1 0 0,-1-1 0 0 0,1 1 1 0 0,-1-1-1 0 0,1 0 1 0 0,-1 1-1 0 0,1-1 1 0 0,-1 1-1 0 0,1-1 1 0 0,-1 0-1 0 0,1 0 1 0 0,-1 1-1 0 0,1-1 1 0 0,0 0-1 0 0,-1 0 1 0 0,1 0-1 0 0,-1 1 1 0 0,2-1-1 0 0,20 5 136 0 0,34-2 1 0 0,0-2 1 0 0,85-10-1 0 0,-32 1-60 0 0,29-1 179 0 0,-135 8-270 0 0,10-5-1965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5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62 2140 0 0,'4'-26'9494'0'0,"4"-10"1505"0"0,-11 94-8418 0 0,-4-1-1 0 0,-24 107 1 0 0,10-68-937 0 0,-59 223-896 0 0,62-264-748 0 0,15-46 0 0 0,0-2-5 0 0,1-34-5493 0 0,12-9-1710 0 0,1 13-705 0 0,0 1-1826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6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98 2488 0 0,'-35'-81'18050'0'0,"34"80"-17590"0"0,1 0-432 0 0,0 1 0 0 0,-1 0 0 0 0,1 0 0 0 0,0 0-1 0 0,0-1 1 0 0,-1 1 0 0 0,1 0 0 0 0,0-1 0 0 0,0 1 0 0 0,0 0 0 0 0,-1 0 0 0 0,1-1 0 0 0,0 1 0 0 0,0 0 0 0 0,0-1 0 0 0,0 1-1 0 0,0 0 1 0 0,0-1 0 0 0,0 1 0 0 0,-1 0 0 0 0,1-1 0 0 0,0 1 0 0 0,0-1 0 0 0,0 1 0 0 0,0 0 0 0 0,1-1 0 0 0,-1 1-1 0 0,0 0 1 0 0,0-1 0 0 0,0 1 0 0 0,0 0 0 0 0,0-1 0 0 0,0 1 0 0 0,0 0 0 0 0,1-1 0 0 0,-1 1 0 0 0,0 0 0 0 0,0 0-1 0 0,0-1 1 0 0,1 1 0 0 0,-1 0 0 0 0,0-1 0 0 0,1 1 0 0 0,-1 0 0 0 0,0 0 0 0 0,0 0 0 0 0,1-1 0 0 0,-1 1 0 0 0,0 0-1 0 0,1 0 1 0 0,-1 0 0 0 0,0 0 0 0 0,1 0 0 0 0,-1 0 0 0 0,0 0 0 0 0,1 0 0 0 0,-1-1 0 0 0,1 1 0 0 0,207 33 730 0 0,-153-23-660 0 0,5 0-31 0 0,-30-7-30 0 0,-1 2 0 0 0,0 1 1 0 0,47 16-1 0 0,-72-19 121 0 0,0-1 0 0 0,1 1 0 0 0,-1 0 0 0 0,0 0 0 0 0,-1 1 0 0 0,1-1 0 0 0,0 1 0 0 0,-1 0 0 0 0,0 0 0 0 0,0 0 0 0 0,0 0 0 0 0,-1 0 0 0 0,1 1 0 0 0,-1-1 0 0 0,0 1 0 0 0,0 0 0 0 0,-1-1 0 0 0,1 1 0 0 0,0 7-1 0 0,2 7 394 0 0,-1 0 0 0 0,-1 1 0 0 0,-1 29-1 0 0,-3 4-109 0 0,-2 1-1 0 0,-18 88 0 0 0,-41 104 1404 0 0,20-85-1321 0 0,-10 74-523 0 0,-72 251 0 0 0,121-476 0 0 0,1 0 0 0 0,-1 0 0 0 0,-1-1 0 0 0,0 1 0 0 0,0-1 0 0 0,-1 0 0 0 0,0 0 0 0 0,-10 10 0 0 0,10-13 0 0 0,-1 0 0 0 0,1-1 0 0 0,-1 0 0 0 0,-1 0 0 0 0,1 0 0 0 0,-1-1 0 0 0,1 0 0 0 0,-1-1 0 0 0,0 0 0 0 0,-15 4 0 0 0,-4-1-89 0 0,-1 0 1 0 0,0-2-1 0 0,0-2 1 0 0,0 0-1 0 0,0-2 1 0 0,0-1-1 0 0,0-1 1 0 0,0-1-1 0 0,0-2 0 0 0,-27-8 1 0 0,47 11-1234 0 0,0-1 0 0 0,0 0 0 0 0,-11-6 0 0 0,0-6-3397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7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709 102 1896 0 0,'7'-12'5860'0'0,"10"-24"4909"0"0,-17 34-10568 0 0,0 0 1 0 0,0 1-1 0 0,0-1 1 0 0,0 0-1 0 0,0 0 1 0 0,0 1-1 0 0,0-1 1 0 0,0 0-1 0 0,-1 1 0 0 0,1-1 1 0 0,-1 0-1 0 0,1 1 1 0 0,-1-1-1 0 0,-1-2 1 0 0,0 2-153 0 0,0 0 1 0 0,0 0-1 0 0,0 0 1 0 0,0 0-1 0 0,-1 0 0 0 0,1 0 1 0 0,0 1-1 0 0,-1-1 1 0 0,1 1-1 0 0,-1 0 1 0 0,0-1-1 0 0,1 1 1 0 0,-1 1-1 0 0,0-1 1 0 0,0 0-1 0 0,1 1 1 0 0,-1-1-1 0 0,0 1 0 0 0,0 0 1 0 0,-4 0-1 0 0,-4 1-46 0 0,0 0 0 0 0,1 1-1 0 0,-1 1 1 0 0,1 0-1 0 0,0 0 1 0 0,0 1 0 0 0,0 0-1 0 0,1 0 1 0 0,-1 1-1 0 0,-16 12 1 0 0,14-7-14 0 0,-1 1 0 0 0,1 0 1 0 0,1 1-1 0 0,0 0 0 0 0,1 1 0 0 0,-13 21 0 0 0,4-1 47 0 0,1 2-1 0 0,2 0 1 0 0,2 1-1 0 0,1 1 1 0 0,-10 49-1 0 0,5 7 217 0 0,-9 162-1 0 0,6-40 437 0 0,-140 608 3095 0 0,126-690-3461 0 0,-6 25-48 0 0,24-87-183 0 0,-6 31 11 0 0,21-89-76 0 0,1-1 1 0 0,0 0 0 0 0,1 1 0 0 0,0-1 0 0 0,1 1-1 0 0,3 15 1 0 0,-2-23-20 0 0,-1-1-1 0 0,1 1 1 0 0,0 0-1 0 0,1-1 0 0 0,-1 1 1 0 0,1-1-1 0 0,0 0 1 0 0,0 1-1 0 0,0-1 1 0 0,0-1-1 0 0,1 1 0 0 0,0 0 1 0 0,0-1-1 0 0,0 0 1 0 0,0 0-1 0 0,0 0 0 0 0,0 0 1 0 0,1-1-1 0 0,0 0 1 0 0,-1 0-1 0 0,7 2 1 0 0,5 2-174 0 0,2-1-1 0 0,-1-1 1 0 0,0-1 0 0 0,31 3 0 0 0,-3-6-1474 0 0,-1-1-1 0 0,0-2 0 0 0,0-3 0 0 0,-1-1 1 0 0,70-20-1 0 0,-34 2-3726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7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50 1904 0 0,'7'-28'7706'0'0,"-3"6"-432"0"0,-11 39-6216 0 0,1-1 0 0 0,0 1 1 0 0,1 0-1 0 0,-4 26 0 0 0,-2 3-539 0 0,-25 61 18 0 0,11-38-2822 0 0,7 1-5904 0 0,17-56 4006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8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 1628 0 0,'-23'16'15186'0'0,"46"-26"-13151"0"0,-6 4-1933 0 0,0 1 0 0 0,1 1 0 0 0,0 1 0 0 0,-1 0 0 0 0,1 1 0 0 0,0 1 0 0 0,21 2 0 0 0,-36-2-98 0 0,0 1-1 0 0,0 0 0 0 0,0 1 1 0 0,0-1-1 0 0,0 0 1 0 0,0 1-1 0 0,0 0 1 0 0,0 0-1 0 0,-1-1 1 0 0,1 2-1 0 0,4 1 0 0 0,-5-2 0 0 0,-1 0 0 0 0,1 1-1 0 0,-1-1 1 0 0,1 0 0 0 0,-1 1-1 0 0,0-1 1 0 0,0 1-1 0 0,0-1 1 0 0,0 1 0 0 0,0-1-1 0 0,0 1 1 0 0,0 0-1 0 0,-1 0 1 0 0,1-1 0 0 0,0 1-1 0 0,-1 0 1 0 0,0 0-1 0 0,1 0 1 0 0,-1 0 0 0 0,0 0-1 0 0,0-1 1 0 0,0 1 0 0 0,0 0-1 0 0,0 0 1 0 0,-1 0-1 0 0,1 0 1 0 0,0 0 0 0 0,-1 0-1 0 0,1-1 1 0 0,-1 1-1 0 0,0 0 1 0 0,-1 2 0 0 0,1-1 18 0 0,-6 13 59 0 0,-2 0-1 0 0,1-1 0 0 0,-2 0 0 0 0,0-1 0 0 0,0 0 0 0 0,-18 18 0 0 0,-24 33 370 0 0,50-63-448 0 0,-4 8 243 0 0,5-9-238 0 0,1-1 0 0 0,0 0 0 0 0,0 0 0 0 0,0 1-1 0 0,0-1 1 0 0,0 0 0 0 0,1 0 0 0 0,-1 1 0 0 0,0-1 0 0 0,0 0 0 0 0,0 0-1 0 0,0 1 1 0 0,0-1 0 0 0,0 0 0 0 0,0 0 0 0 0,0 0 0 0 0,0 1 0 0 0,1-1-1 0 0,-1 0 1 0 0,0 0 0 0 0,0 0 0 0 0,0 1 0 0 0,0-1 0 0 0,1 0 0 0 0,-1 0-1 0 0,0 0 1 0 0,0 0 0 0 0,1 0 0 0 0,-1 1 0 0 0,0-1 0 0 0,0 0 0 0 0,0 0 0 0 0,1 0-1 0 0,-1 0 1 0 0,0 0 0 0 0,0 0 0 0 0,1 0 0 0 0,-1 0 0 0 0,0 0 0 0 0,0 0-1 0 0,1 0 1 0 0,-1 0 0 0 0,0 0 0 0 0,0 0 0 0 0,1 0 0 0 0,-1 0 0 0 0,0 0-1 0 0,1 0 1 0 0,47-4 113 0 0,0-1-1 0 0,72-17 0 0 0,-10 1-543 0 0,26 3-3310 0 0,-45 14-5896 0 0,-72 4 4122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8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53 1204 0 0,'-19'5'5954'0'0,"-35"4"2439"0"0,47-12-7090 0 0,8-1-358 0 0,15-5 105 0 0,19 0-660 0 0,-27 8-301 0 0,-4 0-50 0 0,0 0 1 0 0,1 0-1 0 0,-1 0 0 0 0,0 1 0 0 0,1 0 0 0 0,-1 0 0 0 0,1 0 0 0 0,-1 0 0 0 0,7 2 0 0 0,0 1-8 0 0,-4-2-2 0 0,0 0 1 0 0,0 1-1 0 0,-1 0 1 0 0,1 0-1 0 0,0 1 1 0 0,-1 0 0 0 0,1 0-1 0 0,-1 1 1 0 0,10 7-1 0 0,-14-10-8 0 0,0 1 0 0 0,0 0-1 0 0,0 1 1 0 0,0-1 0 0 0,-1 0-1 0 0,1 1 1 0 0,-1-1 0 0 0,1 1 0 0 0,-1-1-1 0 0,0 1 1 0 0,0-1 0 0 0,0 1 0 0 0,0 0-1 0 0,-1 0 1 0 0,1-1 0 0 0,-1 1-1 0 0,1 0 1 0 0,-1 0 0 0 0,0 0 0 0 0,0 0-1 0 0,0-1 1 0 0,-1 1 0 0 0,1 0-1 0 0,-1 0 1 0 0,0 0 0 0 0,-1 4 0 0 0,-4 7 230 0 0,0 0 1 0 0,-2-1 0 0 0,1 1-1 0 0,-1-1 1 0 0,-1-1 0 0 0,-17 20-1 0 0,-1 1 235 0 0,24-29-433 0 0,-6 10 296 0 0,10-14-344 0 0,-1 1 0 0 0,0-1-1 0 0,0 1 1 0 0,0-1 0 0 0,0 0 0 0 0,1 1 0 0 0,-1-1-1 0 0,0 0 1 0 0,0 1 0 0 0,1-1 0 0 0,-1 0 0 0 0,0 0-1 0 0,0 1 1 0 0,1-1 0 0 0,-1 0 0 0 0,0 0-1 0 0,1 1 1 0 0,-1-1 0 0 0,0 0 0 0 0,1 0 0 0 0,-1 0-1 0 0,1 0 1 0 0,-1 0 0 0 0,0 0 0 0 0,1 1 0 0 0,-1-1-1 0 0,1 0 1 0 0,-1 0 0 0 0,0 0 0 0 0,1 0 0 0 0,-1 0-1 0 0,1 0 1 0 0,-1 0 0 0 0,0-1 0 0 0,1 1 0 0 0,-1 0-1 0 0,1 0 1 0 0,17-2 17 0 0,-1-1-1 0 0,0 0 1 0 0,0-2 0 0 0,0 0-1 0 0,30-13 1 0 0,-16 6-146 0 0,290-117-5101 0 0,-113 29-3988 0 0,-133 60 2613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9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638 109 1652 0 0,'-3'-18'6423'0'0,"-11"-30"761"0"0,13 26-4272 0 0,3 21-2817 0 0,1-1-1 0 0,-1 0 1 0 0,0 1-1 0 0,1-1 1 0 0,-1 1-1 0 0,1 0 1 0 0,0-1-1 0 0,-1 1 1 0 0,1 1-1 0 0,0-1 1 0 0,0 0-1 0 0,-1 1 1 0 0,6-1-1 0 0,47-3 441 0 0,-33 3-359 0 0,266 5 747 0 0,-282-4-902 0 0,-1 1 0 0 0,0-1 0 0 0,0 1 1 0 0,0 0-1 0 0,1 1 0 0 0,-1-1 0 0 0,0 1 0 0 0,0 0 0 0 0,-1 0 1 0 0,1 1-1 0 0,0-1 0 0 0,-1 1 0 0 0,1 0 0 0 0,-1 0 0 0 0,5 5 1 0 0,-5-3 98 0 0,1 1 1 0 0,-1-1 0 0 0,0 1 0 0 0,-1-1 0 0 0,0 1 0 0 0,1 1 0 0 0,-2-1 0 0 0,1 0 0 0 0,-1 1 0 0 0,2 9 0 0 0,1 11 372 0 0,-2 0 1 0 0,-1 0 0 0 0,-2 1-1 0 0,-4 45 1 0 0,4-70-481 0 0,-12 126 1411 0 0,-32 133 1 0 0,-46 123-56 0 0,-25 127 172 0 0,71-181-829 0 0,-29 143 306 0 0,65-438-1018 0 0,-1 0 0 0 0,-27 64 0 0 0,30-88 0 0 0,0 0 0 0 0,0-1 0 0 0,-1 1 0 0 0,-1-2 0 0 0,0 1 0 0 0,0-1 0 0 0,-1 0 0 0 0,0 0 0 0 0,-1-1 0 0 0,0-1 0 0 0,-17 12 0 0 0,10-11-14 0 0,0 0-1 0 0,-1-1 1 0 0,-1 0 0 0 0,1-2-1 0 0,-1 0 1 0 0,0-1 0 0 0,0-1-1 0 0,-1-1 1 0 0,1-1 0 0 0,-39 0-1 0 0,29-3-70 0 0,1-1-1 0 0,0-2 1 0 0,0 0 0 0 0,1-2-1 0 0,-1-1 1 0 0,1-2 0 0 0,-27-12-1 0 0,43 16-772 0 0,0 0 0 0 0,0-1 0 0 0,1 0 0 0 0,0-1 0 0 0,0 0-1 0 0,-11-10 1 0 0,18 13 105 0 0,-1 1-1 0 0,1-1 0 0 0,0 0 1 0 0,0 0-1 0 0,1 0 1 0 0,-1-1-1 0 0,-3-8 0 0 0,5 10 15 0 0,0 0-1 0 0,0-1 0 0 0,1 1 0 0 0,-1-1 0 0 0,1 1 0 0 0,0-1 0 0 0,-1 1 0 0 0,2-1 0 0 0,-1 1 0 0 0,0-1 0 0 0,1 1 1 0 0,0-5-1 0 0,9-19-7128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19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50 2496 0 0,'-99'-18'9987'0'0,"97"18"-9539"0"0,-2-3 136 0 0,1-1-238 0 0,13-1 76 0 0,9 0-267 0 0,1 0 0 0 0,0 2 0 0 0,34-3 0 0 0,65 6-5510 0 0,-101 2 2259 0 0,-2 1-952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20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55 2332 0 0,'-67'23'11769'0'0,"69"-24"-11419"0"0,306-48-894 0 0,-156 30-5884 0 0,-93 10 1353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21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63 644 0 0,'-2'-1'2474'0'0,"-8"-1"-1420"0"0,7 2-110 0 0,0-1-95 0 0,-30-12 5529 0 0,33 13-6360 0 0,0 0-1 0 0,0-1 1 0 0,0 1 0 0 0,0 0-1 0 0,1 0 1 0 0,-1 0-1 0 0,0 0 1 0 0,0-1 0 0 0,0 1-1 0 0,0 0 1 0 0,0 0 0 0 0,0 0-1 0 0,0-1 1 0 0,0 1-1 0 0,0 0 1 0 0,0 0 0 0 0,0 0-1 0 0,0-1 1 0 0,0 1 0 0 0,0 0-1 0 0,0 0 1 0 0,0 0-1 0 0,0 0 1 0 0,0-1 0 0 0,0 1-1 0 0,0 0 1 0 0,0 0 0 0 0,0 0-1 0 0,-1-1 1 0 0,1 1-1 0 0,0 0 1 0 0,0 0 0 0 0,0 0-1 0 0,0 0 1 0 0,0 0 0 0 0,0-1-1 0 0,-1 1 1 0 0,1 0-1 0 0,0 0 1 0 0,0 0 0 0 0,0 0-1 0 0,0 0 1 0 0,-1 0 0 0 0,1 0-1 0 0,0 0 1 0 0,0-1-1 0 0,0 1 1 0 0,0 0 0 0 0,-1 0-1 0 0,1 0 1 0 0,0 0 0 0 0,0 0-1 0 0,0 0 1 0 0,-1 0-1 0 0,1 0 1 0 0,0 0 0 0 0,0 0-1 0 0,0 0 1 0 0,-1 0 0 0 0,1 1-1 0 0,0-1 1 0 0,0 0-1 0 0,0 0 1 0 0,0 0 0 0 0,-1 0-1 0 0,1 0 1 0 0,1-1 17 0 0,0 0 0 0 0,0-1-1 0 0,0 1 1 0 0,0 0 0 0 0,0 0 0 0 0,0 0 0 0 0,0 0 0 0 0,1 0-1 0 0,-1 0 1 0 0,0 1 0 0 0,3-2 0 0 0,11-4-9 0 0,1 1 1 0 0,0 1-1 0 0,1 1 1 0 0,-1 0 0 0 0,1 1-1 0 0,0 0 1 0 0,-1 2-1 0 0,1 0 1 0 0,33 5-1 0 0,-36-3-30 0 0,0 1 1 0 0,-1 0-1 0 0,1 1 0 0 0,-1 1 0 0 0,1 0 0 0 0,-1 0 1 0 0,-1 2-1 0 0,1 0 0 0 0,-1 0 0 0 0,0 1 1 0 0,-1 0-1 0 0,15 14 0 0 0,-23-19 8 0 0,-1 0-1 0 0,1 0 1 0 0,0 1-1 0 0,-1-1 1 0 0,1 1-1 0 0,-1-1 1 0 0,0 1 0 0 0,0 0-1 0 0,-1 0 1 0 0,1 0-1 0 0,-1-1 1 0 0,0 2-1 0 0,0-1 1 0 0,0 0 0 0 0,0 0-1 0 0,-1 6 1 0 0,0-4 0 0 0,-1 1 0 0 0,1-1 0 0 0,-2 1 0 0 0,1-1 0 0 0,-1 0-1 0 0,0 0 1 0 0,0 0 0 0 0,0 0 0 0 0,-7 10 0 0 0,-4 3-17 0 0,0 1 1 0 0,-2-2-1 0 0,-1 0 0 0 0,-27 25 0 0 0,3-7 264 0 0,-53 34 0 0 0,-16 14 361 0 0,71-55-493 0 0,36-27-83 0 0,2-2-28 0 0,0 1 0 0 0,1 0 0 0 0,-1 0 1 0 0,0 0-1 0 0,0 0 0 0 0,0-1 0 0 0,1 1 0 0 0,-1 0 1 0 0,0 0-1 0 0,1-1 0 0 0,-1 1 0 0 0,1 0 0 0 0,-1-1 1 0 0,1 1-1 0 0,-1 0 0 0 0,1-1 0 0 0,0 1 0 0 0,-1 0 1 0 0,1-1-1 0 0,0 1 0 0 0,-1-1 0 0 0,1 0 0 0 0,0 1 1 0 0,27 8 78 0 0,-9-7-70 0 0,29 0-1 0 0,-31-2 6 0 0,95 0 108 0 0,147-19 1 0 0,-256 19-122 0 0,16-2 12 0 0,-10 1-35 0 0,-6 0 4 0 0,11 1-1172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2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47 728 0 0,'-4'-9'4229'0'0,"-9"-13"1792"0"0,9 7-1932 0 0,15 14-4080 0 0,0 1-1 0 0,0 1 0 0 0,0 0 0 0 0,0 1 0 0 0,15 3 0 0 0,25 4 20 0 0,206 20 112 0 0,-208-24-95 0 0,-46-5-31 0 0,-1 0-18 0 0,9 0 8 0 0,-9 0 1 0 0,10 1-2284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24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150 100 244 0 0,'0'-2'2320'0'0,"1"-11"1338"0"0,1 0-1 0 0,6-24 0 0 0,-2 11-625 0 0,-6 25-2658 0 0,3-6 226 0 0,-16 40-22 0 0,-2 0 0 0 0,-29 48 0 0 0,24-46-172 0 0,-28 64 1 0 0,43-86-375 0 0,0-1 41 0 0,0 0 1 0 0,2 0-1 0 0,-1 1 0 0 0,1-1 0 0 0,-1 15 0 0 0,4-25-59 0 0,0 1 0 0 0,0 0 0 0 0,0 0 0 0 0,0 0 0 0 0,0 0 0 0 0,1-1 0 0 0,0 1 0 0 0,-1 0 0 0 0,1 0 0 0 0,0-1 0 0 0,0 1 0 0 0,0 0 0 0 0,1-1 0 0 0,-1 0 0 0 0,1 1-1 0 0,-1-1 1 0 0,1 0 0 0 0,0 1 0 0 0,0-1 0 0 0,0 0 0 0 0,0 0 0 0 0,0-1 0 0 0,0 1 0 0 0,1 0 0 0 0,-1-1 0 0 0,1 1 0 0 0,-1-1 0 0 0,5 2 0 0 0,2 0-1 0 0,1 0 1 0 0,0-1-1 0 0,0 0 1 0 0,0 0-1 0 0,0-1 1 0 0,0-1-1 0 0,0 1 1 0 0,0-2-1 0 0,0 1 1 0 0,0-1-1 0 0,0-1 1 0 0,0 0-1 0 0,-1 0 1 0 0,1-1-1 0 0,0-1 1 0 0,-1 1-1 0 0,0-1 1 0 0,12-8-1 0 0,-5 4 5 0 0,-1-1-1 0 0,-1-1 1 0 0,1-1-1 0 0,-2 0 1 0 0,0 0-1 0 0,0-2 1 0 0,-1 0 0 0 0,0 0-1 0 0,17-26 1 0 0,18-48 1408 0 0,-46 86-1367 0 0,-22 28 48 0 0,0 5 384 0 0,1 1 0 0 0,1 2-1 0 0,-17 46 1 0 0,-33 113 1201 0 0,-36 196-1075 0 0,94-348-2475 0 0,3-17-2767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24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57 351 436 0 0,'-14'-6'4293'0'0,"-27"-12"4688"0"0,82 20-7622 0 0,83 9-512 0 0,244 11-478 0 0,-323-26-2998 0 0,-43 3 1814 0 0,1 0 1 0 0,-1 1-1 0 0,1-1 1 0 0,-1 0 0 0 0,1-1-1 0 0,-1 1 1 0 0,1 0-1 0 0,2-3 1 0 0</inkml:trace>
  <inkml:trace contextRef="#ctx0" brushRef="#br0" timeOffset="1">219 119 644 0 0,'-45'-31'11580'0'0,"39"31"-10810"0"0,-2 1 1031 0 0,2 12-80 0 0,-19 137 5169 0 0,-42 194-2099 0 0,14-137-6264 0 0,44-167-6653 0 0</inkml:trace>
  <inkml:trace contextRef="#ctx0" brushRef="#br0" timeOffset="2">870 161 1140 0 0,'2'-44'7710'0'0,"9"5"-3881"0"0,-9 34-3677 0 0,0 1 1 0 0,0 0-1 0 0,1 0 1 0 0,-1 0-1 0 0,1 0 1 0 0,0 0-1 0 0,0 1 1 0 0,1-1-1 0 0,-1 1 1 0 0,1 0-1 0 0,0 0 1 0 0,-1 0-1 0 0,1 0 1 0 0,1 1-1 0 0,5-4 1 0 0,-1 3-67 0 0,-1 0 0 0 0,1 0-1 0 0,-1 0 1 0 0,1 1 0 0 0,0 0 0 0 0,0 1 0 0 0,0 0 0 0 0,0 0 0 0 0,0 1 0 0 0,0 0 0 0 0,0 1 0 0 0,0 0 0 0 0,0 0-1 0 0,0 1 1 0 0,13 4 0 0 0,-16-3-7 0 0,0-1-1 0 0,0 1 1 0 0,0 0-1 0 0,0 0 0 0 0,-1 0 1 0 0,0 1-1 0 0,0 0 1 0 0,0 0-1 0 0,0 0 1 0 0,0 1-1 0 0,-1 0 0 0 0,0 0 1 0 0,0 0-1 0 0,0 0 1 0 0,-1 0-1 0 0,1 1 0 0 0,-1 0 1 0 0,-1-1-1 0 0,1 1 1 0 0,-1 0-1 0 0,0 1 1 0 0,2 10-1 0 0,-3-6 92 0 0,0 0 0 0 0,0 1 0 0 0,-2-1 0 0 0,1 0 0 0 0,-1 1 0 0 0,-1-1-1 0 0,0 0 1 0 0,-1 0 0 0 0,0 0 0 0 0,-1 0 0 0 0,0-1 0 0 0,0 1 0 0 0,-1-1 0 0 0,0 0 0 0 0,-10 13 0 0 0,-11 13 575 0 0,-1-1 0 0 0,-51 49 0 0 0,66-71-503 0 0,-172 152 2789 0 0,175-158-2877 0 0,7-6-90 0 0,0 0 0 0 0,0 0 0 0 0,1 0 0 0 0,-1 0 0 0 0,0 0 0 0 0,1 1 0 0 0,-1-1 0 0 0,1 1 0 0 0,-1-1 0 0 0,1 1 0 0 0,0 0 0 0 0,0 0 0 0 0,0-1 0 0 0,0 1 0 0 0,0 0 0 0 0,0 0 0 0 0,0 0 0 0 0,-1 3 0 0 0,3-4-40 0 0,-1 0 0 0 0,0-1 1 0 0,1 1-1 0 0,-1-1 0 0 0,0 1 1 0 0,1-1-1 0 0,-1 1 0 0 0,1 0 0 0 0,-1-1 1 0 0,1 0-1 0 0,-1 1 0 0 0,1-1 1 0 0,-1 1-1 0 0,1-1 0 0 0,-1 1 0 0 0,1-1 1 0 0,-1 0-1 0 0,1 0 0 0 0,0 1 1 0 0,-1-1-1 0 0,1 0 0 0 0,1 0 0 0 0,14 5 81 0 0,-16-5-93 0 0,26 3 74 0 0,1 0 1 0 0,-1-2-1 0 0,0-1 0 0 0,0-1 0 0 0,28-5 0 0 0,0 2-22 0 0,-18 1-21 0 0,59-11 0 0 0,-80 10-1576 0 0,-1 0 0 0 0,20-9 0 0 0,-25 9-1431 0 0,0-1 1 0 0,0 0 0 0 0,-1-1 0 0 0,12-8 0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24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19 696 0 0,'-3'-1'2208'0'0,"-36"-8"6816"0"0,37 8-8328 0 0,-14-5 2273 0 0,16 6-2945 0 0,0 0 1 0 0,0 0-1 0 0,0 0 1 0 0,0 0-1 0 0,0 0 1 0 0,0 0 0 0 0,0 0-1 0 0,0 0 1 0 0,0 0-1 0 0,0 0 1 0 0,0 0-1 0 0,0 0 1 0 0,0 0-1 0 0,0-1 1 0 0,0 1-1 0 0,0 0 1 0 0,0 0 0 0 0,0 0-1 0 0,0 0 1 0 0,0 0-1 0 0,34 0 593 0 0,-12 1-584 0 0,159 7-48 0 0,-107-1-5012 0 0,-47-2-4285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24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1 408 0 0,'-85'42'13979'0'0,"84"-41"-13618"0"0,8 7 418 0 0,3-4-695 0 0,1 0-1 0 0,-1-1 0 0 0,1 0 1 0 0,0 0-1 0 0,0-1 0 0 0,22 1 1 0 0,75-4-2431 0 0,-70-1 267 0 0,0 1-1684 0 0,5-3-1752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25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57 184 0 0,'-14'-56'24399'0'0,"13"56"-24383"0"0,-1 0 1 0 0,0 0 0 0 0,0 0-1 0 0,0 0 1 0 0,0 0-1 0 0,0 0 1 0 0,0 1-1 0 0,1-1 1 0 0,-1 0 0 0 0,0 1-1 0 0,0 0 1 0 0,0-1-1 0 0,1 1 1 0 0,-1 0-1 0 0,0 0 1 0 0,1 0-1 0 0,-1 0 1 0 0,-1 1 0 0 0,-32 24 228 0 0,7 0 272 0 0,2 2 0 0 0,1 0-1 0 0,1 2 1 0 0,1 0 0 0 0,2 2 0 0 0,1 1 0 0 0,-23 52-1 0 0,33-64-295 0 0,1 0 0 0 0,1 1 0 0 0,1 0 0 0 0,1 0 0 0 0,1 1 0 0 0,1 0 0 0 0,-2 33 0 0 0,6-47-150 0 0,0-1 0 0 0,0 0 1 0 0,1 1-1 0 0,0-1 0 0 0,0 0 1 0 0,1 0-1 0 0,0 1 0 0 0,1-1 1 0 0,-1-1-1 0 0,2 1 1 0 0,-1 0-1 0 0,1-1 0 0 0,0 1 1 0 0,1-1-1 0 0,-1 0 0 0 0,2-1 1 0 0,-1 1-1 0 0,1-1 0 0 0,0 0 1 0 0,0-1-1 0 0,0 1 0 0 0,1-1 1 0 0,13 8-1 0 0,-5-6-70 0 0,0 0 0 0 0,1 0 0 0 0,0-2 1 0 0,1 0-1 0 0,-1-1 0 0 0,1 0 0 0 0,0-1 0 0 0,0-1 0 0 0,0-1 0 0 0,24-1 1 0 0,-12-2-3 0 0,0-1 1 0 0,-1-1-1 0 0,1-1 1 0 0,-1-2-1 0 0,39-14 1 0 0,-31 6 0 0 0,0-1 0 0 0,-2-1 0 0 0,0-2 0 0 0,-1-2 0 0 0,0-1 0 0 0,-2-1 0 0 0,-1-2 0 0 0,-1-1 0 0 0,-1-1 0 0 0,-1-1 0 0 0,-2-2 0 0 0,-1 0 0 0 0,25-43 0 0 0,-43 63 0 0 0,0 0 0 0 0,-1-1 0 0 0,-1 0 0 0 0,0 0 0 0 0,0 0 0 0 0,-1 0 0 0 0,0-1 0 0 0,-1 1 0 0 0,-1-1 0 0 0,1-14 0 0 0,-2 20 0 0 0,0 0 0 0 0,-1 0 0 0 0,0 0 0 0 0,0 0 0 0 0,-1 0 0 0 0,1 0 0 0 0,-1 0 0 0 0,-1 1 0 0 0,1-1 0 0 0,-1 1 0 0 0,0 0 0 0 0,0-1 0 0 0,0 1 0 0 0,-1 1 0 0 0,0-1 0 0 0,0 0 0 0 0,0 1 0 0 0,0 0 0 0 0,-1 0 0 0 0,0 0 0 0 0,-8-5 0 0 0,-6-2-65 0 0,-1 1 1 0 0,-1 0-1 0 0,0 2 1 0 0,0 0-1 0 0,-1 2 1 0 0,-39-8-1 0 0,-2 5-677 0 0,-73-1 0 0 0,-98 16-6166 0 0,79 8-2562 0 0,47-2-2579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30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322 155 2424 0 0,'-8'-14'5938'0'0,"6"13"-5374"0"0,1-1 0 0 0,-1 0 0 0 0,0 0 1 0 0,0 1-1 0 0,0-1 0 0 0,0 1 0 0 0,-1-1 0 0 0,1 1 0 0 0,0 0 0 0 0,0 0 1 0 0,-4-1-1 0 0,6 2-475 0 0,-1-1 1 0 0,1 1 0 0 0,-1 0-1 0 0,1 0 1 0 0,-1 0 0 0 0,0 0 0 0 0,1 0-1 0 0,-1 0 1 0 0,1 0 0 0 0,-1 0-1 0 0,1 1 1 0 0,-1-1 0 0 0,0 0-1 0 0,1 0 1 0 0,-1 0 0 0 0,1 1-1 0 0,-1-1 1 0 0,1 0 0 0 0,-1 0 0 0 0,1 1-1 0 0,0-1 1 0 0,-1 0 0 0 0,0 2-1 0 0,0-1-54 0 0,0 0 0 0 0,1 1-1 0 0,-1-1 1 0 0,0 0 0 0 0,1 1 0 0 0,-1-1-1 0 0,1 1 1 0 0,0-1 0 0 0,-1 1-1 0 0,1-1 1 0 0,0 1 0 0 0,0-1 0 0 0,0 3-1 0 0,0 0 9 0 0,0 0-1 0 0,1-1 0 0 0,-1 1 1 0 0,0-1-1 0 0,1 1 1 0 0,0-1-1 0 0,0 1 0 0 0,0-1 1 0 0,0 1-1 0 0,1-1 0 0 0,-1 0 1 0 0,1 0-1 0 0,0 0 1 0 0,0 0-1 0 0,0 0 0 0 0,0 0 1 0 0,4 3-1 0 0,-2-2-10 0 0,0-1-1 0 0,1 0 1 0 0,-1-1 0 0 0,0 1-1 0 0,1-1 1 0 0,0 0-1 0 0,-1 0 1 0 0,1 0 0 0 0,0-1-1 0 0,0 1 1 0 0,6 0-1 0 0,1-1-1 0 0,0 0-1 0 0,0-1 1 0 0,0 0-1 0 0,0 0 1 0 0,0-2-1 0 0,0 1 1 0 0,0-2-1 0 0,-1 1 0 0 0,1-1 1 0 0,12-6-1 0 0,-13 4-9 0 0,-1 0 0 0 0,0-1 0 0 0,0 0 0 0 0,-1-1 0 0 0,0 0 0 0 0,0 0 0 0 0,-1-1-1 0 0,15-17 1 0 0,-19 21-18 0 0,-1 0 0 0 0,0 0 0 0 0,0 0-1 0 0,-1-1 1 0 0,1 1 0 0 0,-1-1 0 0 0,0 0 0 0 0,0 0-1 0 0,0 0 1 0 0,-1 0 0 0 0,1 0 0 0 0,-1 0-1 0 0,-1 0 1 0 0,1 0 0 0 0,-1 0 0 0 0,1-1 0 0 0,-2 1-1 0 0,1 0 1 0 0,-1 0 0 0 0,1 0 0 0 0,-4-10-1 0 0,4 13-4 0 0,-1 1-1 0 0,0-1 0 0 0,1 0 0 0 0,-1 1 1 0 0,0-1-1 0 0,0 1 0 0 0,0-1 0 0 0,0 1 1 0 0,-1 0-1 0 0,1-1 0 0 0,0 1 0 0 0,0 0 1 0 0,-1 0-1 0 0,1 0 0 0 0,-1 0 0 0 0,1 0 1 0 0,-1 0-1 0 0,1 0 0 0 0,-4-1 0 0 0,2 1 5 0 0,0 1-1 0 0,0-1 0 0 0,0 1 0 0 0,-1 0 0 0 0,1 0 1 0 0,0 0-1 0 0,0 0 0 0 0,0 0 0 0 0,0 1 1 0 0,-5 1-1 0 0,-2 1 7 0 0,0 0-1 0 0,0 2 1 0 0,0-1 0 0 0,1 1-1 0 0,-14 9 1 0 0,-9 10-6 0 0,2 1 0 0 0,0 1 0 0 0,2 1 0 0 0,-28 36 0 0 0,9-4-17 0 0,-46 78 1 0 0,85-124 17 0 0,0 2 0 0 0,1-1 0 0 0,0 1-1 0 0,1 0 1 0 0,1 1 0 0 0,0-1 0 0 0,-3 22 0 0 0,7-31 0 0 0,1 0-1 0 0,-1-1 1 0 0,1 1-1 0 0,0 0 1 0 0,1-1-1 0 0,0 1 0 0 0,0 0 1 0 0,0-1-1 0 0,0 1 1 0 0,4 8-1 0 0,-3-11 0 0 0,0 1-1 0 0,0-1 0 0 0,0 1 0 0 0,1-1 0 0 0,-1 0 0 0 0,1 1 1 0 0,0-2-1 0 0,0 1 0 0 0,0 0 0 0 0,0 0 0 0 0,1-1 1 0 0,-1 0-1 0 0,1 1 0 0 0,-1-1 0 0 0,1-1 0 0 0,4 3 0 0 0,8 1 3 0 0,-1 0 0 0 0,1-1 0 0 0,0-1-1 0 0,0 0 1 0 0,0-1 0 0 0,27 0-1 0 0,-9-3 25 0 0,0-2-1 0 0,42-8 0 0 0,-46 6 0 0 0,-27 4-32 0 0,-4 3-4 0 0,0 1 11 0 0,0-1-1 0 0,-1 0 0 0 0,1 1 0 0 0,0-1 0 0 0,-1 0 0 0 0,1 0 0 0 0,-1 0 0 0 0,0 0 0 0 0,0-1 0 0 0,0 1 0 0 0,0 0 0 0 0,0-1 0 0 0,0 1 0 0 0,0-1 0 0 0,-4 2 0 0 0,-7 6-13 0 0,-87 79 70 0 0,-97 109 0 0 0,194-194-52 0 0,-78 92 147 0 0,71-81-137 0 0,0 0 0 0 0,1 0 1 0 0,1 1-1 0 0,0 0 0 0 0,-7 21 0 0 0,14-34-12 0 0,0 0 0 0 0,1 0-1 0 0,-1 0 1 0 0,1 0 0 0 0,-1 0-1 0 0,1 0 1 0 0,0 0 0 0 0,0 0-1 0 0,-1 0 1 0 0,2 1-1 0 0,-1-1 1 0 0,0 0 0 0 0,0 0-1 0 0,1 0 1 0 0,-1 0 0 0 0,1 0-1 0 0,-1 0 1 0 0,3 4-1 0 0,-2-5 0 0 0,0 1 0 0 0,1-1 0 0 0,-1 1 0 0 0,1-1 0 0 0,-1 0 0 0 0,1 0 0 0 0,0 1 0 0 0,-1-1 0 0 0,1 0 0 0 0,0 0 0 0 0,0-1 0 0 0,0 1 0 0 0,-1 0 0 0 0,1-1 0 0 0,0 1 0 0 0,3 0 0 0 0,5 0 5 0 0,1-1-1 0 0,0 1 1 0 0,0-2 0 0 0,-1 1 0 0 0,22-5-1 0 0,21-7-24 0 0,-1-3-1 0 0,0-1 0 0 0,-1-3 1 0 0,-1-3-1 0 0,-1-1 0 0 0,89-58 1 0 0,-110 63-47 0 0,-1-1-1 0 0,-1-1 1 0 0,-1-2 0 0 0,0 0 0 0 0,-2-2 0 0 0,-1-1 0 0 0,-1 0-1 0 0,-1-2 1 0 0,-1 0 0 0 0,-2-1 0 0 0,-1-1 0 0 0,25-60-1 0 0,-28 43 262 0 0,-12 43 313 0 0,-11 33 691 0 0,-5 23 177 0 0,-12 98 1 0 0,25-133-1295 0 0,1 1 0 0 0,1-1 0 0 0,1 0 0 0 0,0 1 0 0 0,1-1 0 0 0,1 0 0 0 0,0 0 0 0 0,2 0 0 0 0,8 22 0 0 0,-12-37-77 0 0,0 0 1 0 0,1 0 0 0 0,-1 0-1 0 0,1-1 1 0 0,0 1 0 0 0,0 0 0 0 0,0-1-1 0 0,0 0 1 0 0,0 1 0 0 0,0-1-1 0 0,1 0 1 0 0,-1 0 0 0 0,1 0 0 0 0,-1 0-1 0 0,1-1 1 0 0,0 1 0 0 0,-1-1-1 0 0,5 2 1 0 0,-2-2-58 0 0,0 0-1 0 0,0 0 1 0 0,-1 0 0 0 0,1-1-1 0 0,0 0 1 0 0,0 0 0 0 0,0 0 0 0 0,-1-1-1 0 0,1 1 1 0 0,0-1 0 0 0,4-2-1 0 0,4-1-348 0 0,-1 0 1 0 0,1-1-1 0 0,-1-1 0 0 0,-1 0 0 0 0,1-1 1 0 0,-1 0-1 0 0,0-1 0 0 0,9-9 0 0 0,-4 2-934 0 0,-2 0-1 0 0,0-1 1 0 0,-1-1-1 0 0,-1-1 1 0 0,0 0-1 0 0,-2 0 1 0 0,0-1-1 0 0,8-21 1 0 0,1-8-4689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31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26 408 0 0,'-2'-2'647'0'0,"-1"0"-44"0"0,-1-1 0 0 0,1 1 0 0 0,-1-1 0 0 0,1 1 0 0 0,-1 0 0 0 0,0 0 0 0 0,0 1 0 0 0,0-1 0 0 0,0 1 0 0 0,0 0 0 0 0,0 0 0 0 0,-7-1 0 0 0,7 3-521 0 0,-1-1-1 0 0,1 1 0 0 0,0 0 1 0 0,0 0-1 0 0,0 1 0 0 0,0-1 1 0 0,1 1-1 0 0,-1 0 1 0 0,0 0-1 0 0,1 0 0 0 0,-1 0 1 0 0,1 0-1 0 0,0 1 1 0 0,-1 0-1 0 0,1 0 0 0 0,1 0 1 0 0,-1 0-1 0 0,0 0 0 0 0,1 0 1 0 0,-1 1-1 0 0,1-1 1 0 0,0 1-1 0 0,0 0 0 0 0,1-1 1 0 0,-1 1-1 0 0,1 0 0 0 0,0 0 1 0 0,0 0-1 0 0,0 0 1 0 0,-1 8-1 0 0,3 1-860 0 0,0 1-1 0 0,0-1 1 0 0,1 0-1 0 0,1 0 1 0 0,0 0-1 0 0,1 0 1 0 0,10 23-1 0 0,-5-13-1997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32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436 244 1584 0 0,'3'-1'2302'0'0,"0"0"-1850"0"0,1-1 0 0 0,-1 1 0 0 0,1-1 0 0 0,-1 0 0 0 0,1 0 0 0 0,-1 0 0 0 0,0 0 0 0 0,0 0 0 0 0,0-1 0 0 0,0 1 0 0 0,-1-1 0 0 0,1 0 0 0 0,-1 0 0 0 0,1 0 0 0 0,-1 0-1 0 0,0 0 1 0 0,0-1 0 0 0,-1 1 0 0 0,1-1 0 0 0,-1 1 0 0 0,1-1 0 0 0,-1 1 0 0 0,0-1 0 0 0,-1 0 0 0 0,1 0 0 0 0,-1 1 0 0 0,1-8 0 0 0,-1 6-221 0 0,0 1-1 0 0,-1-1 1 0 0,0 0 0 0 0,1 1-1 0 0,-2-1 1 0 0,1 0 0 0 0,0 1-1 0 0,-1-1 1 0 0,0 1 0 0 0,-4-7-1 0 0,5 9-168 0 0,-1 0 1 0 0,1 0-1 0 0,-1 0 0 0 0,0 0 0 0 0,0 0 0 0 0,0 0 1 0 0,0 0-1 0 0,0 1 0 0 0,0-1 0 0 0,0 1 0 0 0,-1 0 1 0 0,1 0-1 0 0,0 0 0 0 0,-1 0 0 0 0,1 0 0 0 0,-1 0 1 0 0,1 0-1 0 0,-1 1 0 0 0,1 0 0 0 0,-1-1 0 0 0,1 1 1 0 0,-1 0-1 0 0,0 0 0 0 0,-4 1 0 0 0,-7 1-20 0 0,0 1 0 0 0,0 1 0 0 0,1 0 0 0 0,-1 1-1 0 0,1 0 1 0 0,0 1 0 0 0,0 1 0 0 0,1 0 0 0 0,0 0 0 0 0,0 2 0 0 0,-20 18-1 0 0,17-14-29 0 0,2 1-1 0 0,-1 0 0 0 0,2 1 0 0 0,0 1 0 0 0,1 0 0 0 0,1 0 0 0 0,0 1 0 0 0,-11 28 0 0 0,19-41-9 0 0,0 0 1 0 0,1 0-1 0 0,0 0 0 0 0,0 0 0 0 0,0 0 0 0 0,0 1 0 0 0,1-1 0 0 0,0 0 0 0 0,-1 1 1 0 0,2-1-1 0 0,-1 0 0 0 0,0 1 0 0 0,1-1 0 0 0,0 0 0 0 0,0 0 0 0 0,0 1 0 0 0,1-1 0 0 0,-1 0 1 0 0,1 0-1 0 0,0 0 0 0 0,0-1 0 0 0,0 1 0 0 0,1 0 0 0 0,-1-1 0 0 0,1 0 0 0 0,0 1 1 0 0,0-1-1 0 0,0 0 0 0 0,0 0 0 0 0,1-1 0 0 0,-1 1 0 0 0,1-1 0 0 0,-1 1 0 0 0,1-1 1 0 0,0 0-1 0 0,0-1 0 0 0,0 1 0 0 0,0-1 0 0 0,0 1 0 0 0,1-1 0 0 0,-1-1 0 0 0,0 1 1 0 0,1-1-1 0 0,-1 1 0 0 0,0-1 0 0 0,1 0 0 0 0,-1-1 0 0 0,7 0 0 0 0,-1-1-1 0 0,-1 1 0 0 0,1-2-1 0 0,-1 1 1 0 0,0-1-1 0 0,0-1 1 0 0,-1 1 0 0 0,1-1-1 0 0,-1-1 1 0 0,1 0 0 0 0,-1 0-1 0 0,-1-1 1 0 0,1 0-1 0 0,-1 0 1 0 0,8-9 0 0 0,-6 5 1 0 0,-1-1 1 0 0,0 0-1 0 0,-1 0 1 0 0,0-1-1 0 0,-1 0 0 0 0,0 0 1 0 0,-1 0-1 0 0,-1-1 1 0 0,5-19-1 0 0,19-78-84 0 0,-28 108 52 0 0,0 16 4 0 0,-21 155 258 0 0,5-50 103 0 0,-12 185 297 0 0,-20 160 443 0 0,45-436-990 0 0,-14 78 677 0 0,14-92-502 0 0,-1 1-1 0 0,0-1 1 0 0,-1 0-1 0 0,-1 0 1 0 0,-7 13-1 0 0,11-23-190 0 0,-1 0 0 0 0,1-1 0 0 0,0 1-1 0 0,-1-1 1 0 0,0 0 0 0 0,0 0 0 0 0,0 0 0 0 0,0 0 0 0 0,-1 0 0 0 0,1 0-1 0 0,-1-1 1 0 0,1 0 0 0 0,-1 0 0 0 0,0 0 0 0 0,0 0 0 0 0,0 0-1 0 0,0-1 1 0 0,-5 2 0 0 0,3-3-25 0 0,0 1 0 0 0,-1-1 0 0 0,1 0 0 0 0,0 0 0 0 0,0-1 1 0 0,0 1-1 0 0,0-2 0 0 0,0 1 0 0 0,0-1 0 0 0,0 1 0 0 0,-9-5 0 0 0,2-1-27 0 0,1 1 0 0 0,0-1 0 0 0,0-1-1 0 0,0 0 1 0 0,1-1 0 0 0,0 0 0 0 0,1-1 0 0 0,0 0 0 0 0,1-1 0 0 0,-13-18 0 0 0,18 23-18 0 0,1 0 1 0 0,0 0-1 0 0,1 0 1 0 0,0-1-1 0 0,0 1 1 0 0,0-1-1 0 0,1 0 1 0 0,0 1-1 0 0,0-1 1 0 0,0 0-1 0 0,1 0 1 0 0,0 1-1 0 0,1-1 1 0 0,-1 0-1 0 0,1 0 1 0 0,1 1-1 0 0,-1-1 1 0 0,1 0-1 0 0,0 1 1 0 0,1 0-1 0 0,3-9 1 0 0,8-11-12 0 0,0 1 0 0 0,2 0 0 0 0,29-36 0 0 0,-36 50 10 0 0,312-349-824 0 0,-97 119-389 0 0,-223 239 1207 0 0,147-179-699 0 0,-128 152 631 0 0,0 0 0 0 0,-2-2-1 0 0,-2 0 1 0 0,21-53 0 0 0,-35 78 46 0 0,1 0-1 0 0,-2 0 1 0 0,1 0 0 0 0,-1 0 0 0 0,1 0 0 0 0,-2 0 0 0 0,1 0 0 0 0,-1-1 0 0 0,0 1 0 0 0,0 0 0 0 0,-2-11 0 0 0,1 15 6 0 0,-1 3 15 0 0,-1-1 0 0 0,0 1 1 0 0,1 0-1 0 0,-1 0 0 0 0,1 0 0 0 0,-1 1 1 0 0,1-1-1 0 0,0 0 0 0 0,-1 1 0 0 0,1 0 1 0 0,0-1-1 0 0,0 1 0 0 0,0 0 1 0 0,0 0-1 0 0,1 0 0 0 0,-1 0 0 0 0,0 1 1 0 0,1-1-1 0 0,-1 0 0 0 0,1 1 0 0 0,-2 3 1 0 0,-4 10-23 0 0,0 0 0 0 0,-5 18 0 0 0,11-33 25 0 0,-6 24-21 0 0,0-1 1 0 0,2 1 0 0 0,0 0 0 0 0,2 0 0 0 0,0 46 0 0 0,3-56 40 0 0,1 1 1 0 0,1 0-1 0 0,0-1 1 0 0,1 1 0 0 0,1-1-1 0 0,1 0 1 0 0,0 0-1 0 0,0 0 1 0 0,2-1-1 0 0,12 21 1 0 0,-18-32-16 0 0,0-1-1 0 0,1 1 1 0 0,-1-1 0 0 0,1 0-1 0 0,0 0 1 0 0,0 0 0 0 0,0 0-1 0 0,0 0 1 0 0,0 0 0 0 0,0 0 0 0 0,1-1-1 0 0,-1 1 1 0 0,0-1 0 0 0,1 1-1 0 0,-1-1 1 0 0,1 0 0 0 0,0 0 0 0 0,-1 0-1 0 0,1 0 1 0 0,0-1 0 0 0,0 1-1 0 0,-1-1 1 0 0,1 0 0 0 0,0 0-1 0 0,0 0 1 0 0,0 0 0 0 0,0 0 0 0 0,-1 0-1 0 0,1-1 1 0 0,0 1 0 0 0,0-1-1 0 0,-1 0 1 0 0,1 0 0 0 0,3-2-1 0 0,2-1 3 0 0,-1 0-1 0 0,1-1 0 0 0,-1 0 1 0 0,-1 0-1 0 0,1-1 0 0 0,-1 0 1 0 0,0 0-1 0 0,0-1 1 0 0,9-13-1 0 0,7-15 5 0 0,-3-1 1 0 0,20-50-1 0 0,-20 44-46 0 0,32-55-1 0 0,-50 94 33 0 0,0 0-1 0 0,1 0 1 0 0,0 0-1 0 0,0 1 1 0 0,0-1-1 0 0,0 1 1 0 0,0-1-1 0 0,0 1 1 0 0,1 0 0 0 0,-1 0-1 0 0,1 0 1 0 0,-1 0-1 0 0,1 0 1 0 0,0 1-1 0 0,0-1 1 0 0,0 1-1 0 0,0 0 1 0 0,0 0-1 0 0,0 0 1 0 0,0 0-1 0 0,0 0 1 0 0,0 1-1 0 0,0-1 1 0 0,7 1 0 0 0,-8 0 2 0 0,1 1 0 0 0,-1 0 1 0 0,0-1-1 0 0,1 1 0 0 0,-1 0 1 0 0,0 1-1 0 0,1-1 0 0 0,-1 0 1 0 0,0 0-1 0 0,0 1 1 0 0,0 0-1 0 0,0-1 0 0 0,0 1 1 0 0,0 0-1 0 0,-1 0 0 0 0,1 0 1 0 0,-1 0-1 0 0,1 0 0 0 0,1 4 1 0 0,2 3 9 0 0,0 1 1 0 0,-1 0-1 0 0,3 10 1 0 0,-6-17-2 0 0,6 22 11 0 0,-2 0 0 0 0,5 50 0 0 0,-6-39 125 0 0,-4-34-37 0 0,2-25-30 0 0,2 1-83 0 0,0 1 0 0 0,2-1 0 0 0,0 1-1 0 0,17-36 1 0 0,-17 44 6 0 0,0 0-1 0 0,1 1 1 0 0,1 0-1 0 0,0 0 1 0 0,0 1-1 0 0,1 0 1 0 0,1 1-1 0 0,17-16 1 0 0,-24 24 0 0 0,0-1 0 0 0,0 1-1 0 0,1 0 1 0 0,-1 0 0 0 0,1 0 0 0 0,-1 0 0 0 0,1 1-1 0 0,0-1 1 0 0,-1 1 0 0 0,1 0 0 0 0,0 0 0 0 0,0 1 0 0 0,0-1-1 0 0,6 1 1 0 0,-7 0 3 0 0,-1 1-1 0 0,1-1 1 0 0,0 1-1 0 0,-1 0 1 0 0,1 0-1 0 0,-1 0 0 0 0,1 0 1 0 0,-1 0-1 0 0,0 1 1 0 0,1-1-1 0 0,-1 1 1 0 0,0-1-1 0 0,0 1 1 0 0,0 0-1 0 0,0 0 1 0 0,0 0-1 0 0,-1 0 1 0 0,1 0-1 0 0,-1 0 0 0 0,1 1 1 0 0,-1-1-1 0 0,2 3 1 0 0,3 10 22 0 0,-1 0 0 0 0,0 0 0 0 0,-1 1 1 0 0,-1 0-1 0 0,0-1 0 0 0,-1 1 0 0 0,0 31 0 0 0,-1-24-34 0 0,1 0 0 0 0,6 30 0 0 0,-8-52 17 0 0,1 0 1 0 0,-1 0 0 0 0,1 0-1 0 0,-1 0 1 0 0,1 0-1 0 0,-1 0 1 0 0,1-1 0 0 0,0 1-1 0 0,-1 0 1 0 0,1 0-1 0 0,0 0 1 0 0,0-1-1 0 0,0 1 1 0 0,-1 0 0 0 0,1-1-1 0 0,0 1 1 0 0,0-1-1 0 0,0 1 1 0 0,0-1 0 0 0,0 1-1 0 0,0-1 1 0 0,0 0-1 0 0,0 1 1 0 0,0-1 0 0 0,0 0-1 0 0,1 0 1 0 0,0 0-1 0 0,27-1 6 0 0,-10-4-476 0 0,0 0 1 0 0,-1-2-1 0 0,0 0 1 0 0,0 0-1 0 0,25-17 1 0 0,9-2-1370 0 0,16-5-1107 0 0,23-10-4349 0 0,-46 19 729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33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97 1956 0 0,'-2'-65'9707'0'0,"2"47"-8316"0"0,0 16-900 0 0,0 0 67 0 0,0 2-492 0 0,0-1 0 0 0,0 1 0 0 0,0 0 0 0 0,0-1 0 0 0,0 1 0 0 0,0-1-1 0 0,0 1 1 0 0,0-1 0 0 0,0 1 0 0 0,0 0 0 0 0,0-1 0 0 0,0 1 0 0 0,0-1 0 0 0,0 1 0 0 0,0 0 0 0 0,1-1 0 0 0,-1 1-1 0 0,0 0 1 0 0,0-1 0 0 0,0 1 0 0 0,1-1 0 0 0,-1 1 0 0 0,0 0 0 0 0,1-1 0 0 0,1 2 29 0 0,1 1 0 0 0,0-1 0 0 0,-1 0 0 0 0,0 1 0 0 0,1 0 0 0 0,-1 0 0 0 0,0-1 0 0 0,0 1 0 0 0,0 1 0 0 0,0-1 0 0 0,0 0 0 0 0,0 0 0 0 0,-1 1 0 0 0,1-1 0 0 0,1 4 0 0 0,22 49 442 0 0,-19-39-384 0 0,27 65 236 0 0,-16-34-186 0 0,3-1 0 0 0,37 64 1 0 0,-56-108-191 0 0,-1-1-1 0 0,1 0 1 0 0,0 0 0 0 0,-1 1 0 0 0,1-1 0 0 0,0 0 0 0 0,0 0 0 0 0,0 0 0 0 0,0 0 0 0 0,0 0-1 0 0,0 0 1 0 0,0 0 0 0 0,1 0 0 0 0,-1 0 0 0 0,0 0 0 0 0,0-1 0 0 0,1 1 0 0 0,-1-1-1 0 0,1 1 1 0 0,-1-1 0 0 0,0 1 0 0 0,1-1 0 0 0,-1 0 0 0 0,1 0 0 0 0,-1 1 0 0 0,1-1 0 0 0,-1 0-1 0 0,1 0 1 0 0,-1-1 0 0 0,0 1 0 0 0,1 0 0 0 0,-1 0 0 0 0,1-1 0 0 0,-1 1 0 0 0,1-1-1 0 0,-1 1 1 0 0,0-1 0 0 0,2 0 0 0 0,1-2-2 0 0,0-1 1 0 0,1 1-1 0 0,-2-1 0 0 0,1 0 0 0 0,0 1 0 0 0,-1-2 1 0 0,0 1-1 0 0,0 0 0 0 0,4-8 0 0 0,37-84 36 0 0,-32 66-48 0 0,1 1 0 0 0,25-41-1 0 0,-36 68 0 0 0,0-1 0 0 0,0 1 0 0 0,0-1 0 0 0,0 1 1 0 0,0 0-1 0 0,0 0 0 0 0,1 0 0 0 0,-1 0 0 0 0,1 0 0 0 0,-1 1 0 0 0,1-1 0 0 0,0 1 0 0 0,0 0 0 0 0,-1-1 1 0 0,1 1-1 0 0,0 1 0 0 0,0-1 0 0 0,0 0 0 0 0,0 1 0 0 0,0-1 0 0 0,1 1 0 0 0,-1 0 0 0 0,0 0 0 0 0,0 0 0 0 0,0 1 1 0 0,0-1-1 0 0,4 2 0 0 0,8 2 4 0 0,0 1 0 0 0,0 0 0 0 0,-1 1 0 0 0,20 12 1 0 0,17 6-4 0 0,-42-21 8 0 0,0 1-5 0 0,0 0 0 0 0,0-1 0 0 0,1 0 0 0 0,-1-1 0 0 0,1 0 0 0 0,-1-1 0 0 0,1 0 0 0 0,0 0-1 0 0,14-1 1 0 0,-22-1-2 0 0,0 1-1 0 0,0-1 0 0 0,1 0 1 0 0,-1 0-1 0 0,0 0 0 0 0,0 0 0 0 0,0-1 1 0 0,0 1-1 0 0,0-1 0 0 0,0 1 0 0 0,0-1 1 0 0,-1 1-1 0 0,1-1 0 0 0,-1 0 1 0 0,1 0-1 0 0,-1 0 0 0 0,1 0 0 0 0,-1 0 1 0 0,0 0-1 0 0,0 0 0 0 0,0 0 0 0 0,0 0 1 0 0,-1-1-1 0 0,1 1 0 0 0,-1 0 0 0 0,1-1 1 0 0,-1 1-1 0 0,1-3 0 0 0,-1 0 0 0 0,1 0 0 0 0,-1 0 0 0 0,0 0 0 0 0,0-1 0 0 0,-1 1 1 0 0,0 0-1 0 0,0 0 0 0 0,0 0 0 0 0,0 0 0 0 0,-1 0 0 0 0,-2-6 0 0 0,3 9-7 0 0,0 1 1 0 0,0-1 0 0 0,0 1-1 0 0,0-1 1 0 0,0 1 0 0 0,0-1-1 0 0,-1 1 1 0 0,1 0-1 0 0,0 0 1 0 0,-1-1 0 0 0,1 1-1 0 0,-1 0 1 0 0,1 0 0 0 0,-1 0-1 0 0,0 1 1 0 0,1-1-1 0 0,-1 0 1 0 0,0 1 0 0 0,1-1-1 0 0,-1 1 1 0 0,-3-1 0 0 0,2 1 0 0 0,-1 0 1 0 0,1 0 0 0 0,0 1 0 0 0,-1-1 0 0 0,1 1 0 0 0,0 0 0 0 0,0 0 0 0 0,-1 0 0 0 0,1 0 0 0 0,0 1-1 0 0,-3 1 1 0 0,-4 4 0 0 0,-1 0 1 0 0,1 0-1 0 0,1 1 0 0 0,0 1 0 0 0,-12 12 0 0 0,4 0 27 0 0,0 1 0 0 0,2 0 0 0 0,0 1 1 0 0,-21 48-1 0 0,29-55-2 0 0,1 0 0 0 0,1 0 0 0 0,0 0 0 0 0,1 0 0 0 0,1 1 0 0 0,1 0 0 0 0,0-1 0 0 0,1 1 0 0 0,1 19 0 0 0,0-32-14 0 0,1 0 0 0 0,-1 0 0 0 0,1 1-1 0 0,0-1 1 0 0,1 0 0 0 0,-1 0 0 0 0,1 0 0 0 0,0 0 0 0 0,-1 0-1 0 0,2-1 1 0 0,-1 1 0 0 0,0 0 0 0 0,1-1 0 0 0,0 0 0 0 0,0 1-1 0 0,0-1 1 0 0,0 0 0 0 0,0-1 0 0 0,0 1 0 0 0,1-1 0 0 0,0 1-1 0 0,-1-1 1 0 0,1 0 0 0 0,0 0 0 0 0,0 0 0 0 0,0-1 0 0 0,0 0-1 0 0,0 0 1 0 0,0 0 0 0 0,7 1 0 0 0,2 0-295 0 0,1-1-1 0 0,-1-1 1 0 0,0 0 0 0 0,1 0 0 0 0,-1-2 0 0 0,1 0-1 0 0,-1 0 1 0 0,21-7 0 0 0,-6-1-2092 0 0,-1-1-1 0 0,0-1 1 0 0,44-28 0 0 0,-29 14-2816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35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1032 2204 0 0,'0'-3'1031'0'0,"1"0"-1"0"0,-1 1 1 0 0,0-1-1 0 0,0 0 1 0 0,0 0-1 0 0,0 1 1 0 0,-1-5-1 0 0,0 7-897 0 0,0-1-1 0 0,0 1 0 0 0,0 0 1 0 0,0-1-1 0 0,0 1 0 0 0,0 0 1 0 0,0 0-1 0 0,0 0 0 0 0,0 0 1 0 0,0-1-1 0 0,0 1 0 0 0,0 1 0 0 0,0-1 1 0 0,0 0-1 0 0,0 0 0 0 0,0 0 1 0 0,-1 0-1 0 0,2 1 0 0 0,-3 0 1 0 0,-23 14 1399 0 0,-20 25 22 0 0,45-38-1482 0 0,-25 25 417 0 0,1 1 1 0 0,2 1-1 0 0,-23 36 1 0 0,35-47-409 0 0,0 2 0 0 0,1 0 0 0 0,1 0 1 0 0,0 1-1 0 0,2 0 0 0 0,-8 34 0 0 0,14-52-68 0 0,1 1 0 0 0,-1-1-1 0 0,1 1 1 0 0,-1 0 0 0 0,1-1 0 0 0,0 1 0 0 0,1-1-1 0 0,-1 1 1 0 0,1 0 0 0 0,-1-1 0 0 0,1 1-1 0 0,0-1 1 0 0,0 1 0 0 0,1-1 0 0 0,-1 0 0 0 0,1 1-1 0 0,-1-1 1 0 0,1 0 0 0 0,0 0 0 0 0,0 0-1 0 0,4 3 1 0 0,-2-3-2 0 0,-1 0 0 0 0,1 0-1 0 0,1 0 1 0 0,-1-1-1 0 0,0 0 1 0 0,0 0 0 0 0,1 0-1 0 0,0-1 1 0 0,-1 1 0 0 0,1-1-1 0 0,0 0 1 0 0,-1 0 0 0 0,1-1-1 0 0,0 1 1 0 0,8-2-1 0 0,2 1-101 0 0,0-2 0 0 0,0 0 0 0 0,0-1 0 0 0,0 0 0 0 0,0-1 0 0 0,24-10 0 0 0,-7 0-907 0 0,55-34 1 0 0,-63 31 278 0 0,0-1 0 0 0,0-1 0 0 0,-2-1 0 0 0,-1-1 1 0 0,0-1-1 0 0,-2-1 0 0 0,0 0 0 0 0,-2-1 0 0 0,23-43 1 0 0,-9 7-576 0 0,-4-1 0 0 0,-2-1 1 0 0,21-79-1 0 0,-30 81 1719 0 0,-3-1 0 0 0,-3 0 0 0 0,5-122 0 0 0,-16 94 1540 0 0,-3 0 1 0 0,-19-102-1 0 0,10 113 152 0 0,13 78-2100 0 0,0 0 0 0 0,0-1 0 0 0,0 1-1 0 0,0-1 1 0 0,0 1 0 0 0,0-1 0 0 0,0 1 0 0 0,0 0 0 0 0,0-1 0 0 0,0 1 0 0 0,0-1 0 0 0,0 1-1 0 0,0 0 1 0 0,0-1 0 0 0,-1 1 0 0 0,1-1 0 0 0,0 1 0 0 0,0 0 0 0 0,0-1 0 0 0,-1 1-1 0 0,1 0 1 0 0,0-1 0 0 0,0 1 0 0 0,-1 0 0 0 0,1-1 0 0 0,0 1 0 0 0,-1 0 0 0 0,1 0 0 0 0,-1-1-1 0 0,-5 12 227 0 0,-2 21 97 0 0,-19 296 2759 0 0,13-109-1865 0 0,-3-32-551 0 0,8 205-1 0 0,9-379-691 0 0,1 0 0 0 0,1 0 0 0 0,0 0 1 0 0,1 0-1 0 0,0-1 0 0 0,1 1 0 0 0,0-1 0 0 0,1 1 0 0 0,8 14 0 0 0,-9-21-161 0 0,0-1 1 0 0,0 1-1 0 0,1-1 0 0 0,-1 1 1 0 0,1-1-1 0 0,0-1 1 0 0,1 1-1 0 0,-1-1 0 0 0,1 0 1 0 0,0 0-1 0 0,0 0 0 0 0,0-1 1 0 0,1 0-1 0 0,-1 0 0 0 0,1-1 1 0 0,-1 1-1 0 0,1-2 1 0 0,12 3-1 0 0,-9-3-362 0 0,-1 0 1 0 0,1 0-1 0 0,-1-1 1 0 0,1 0-1 0 0,-1-1 1 0 0,1 0-1 0 0,-1 0 1 0 0,1-1-1 0 0,-1-1 1 0 0,0 1-1 0 0,0-1 1 0 0,16-8-1 0 0,-14 4 67 0 0,0 0 1 0 0,-1 0-1 0 0,1-1 0 0 0,-2 0 0 0 0,1-1 0 0 0,-1 0 0 0 0,0 0 0 0 0,12-19 0 0 0,-8 10 464 0 0,-2-2-1 0 0,0 1 0 0 0,-1-2 1 0 0,11-30-1 0 0,-12 26 1406 0 0,-2-2 0 0 0,-1 1 0 0 0,4-30 0 0 0,-6-5 3601 0 0,-14 73-4415 0 0,6-4-413 0 0,1 0 0 0 0,0 1 0 0 0,0-1 0 0 0,1 1 0 0 0,0 0 0 0 0,0 0 0 0 0,1 0 0 0 0,0 12 0 0 0,-1-1 58 0 0,0 2-75 0 0,0 0 0 0 0,2 0 0 0 0,0 0 0 0 0,1 0 0 0 0,7 33 0 0 0,-7-49-139 0 0,0 0 1 0 0,1 0-1 0 0,-1-1 1 0 0,1 1-1 0 0,1 0 1 0 0,-1-1-1 0 0,1 0 1 0 0,0 1-1 0 0,0-1 1 0 0,0 0-1 0 0,1-1 1 0 0,0 1-1 0 0,0-1 1 0 0,0 1 0 0 0,1-1-1 0 0,-1 0 1 0 0,1-1-1 0 0,0 1 1 0 0,0-1-1 0 0,0 0 1 0 0,0 0-1 0 0,1-1 1 0 0,-1 1-1 0 0,1-1 1 0 0,6 1-1 0 0,-2-1-2 0 0,1 0-1 0 0,0 0 1 0 0,0-1-1 0 0,0-1 0 0 0,0 0 1 0 0,0-1-1 0 0,0 0 1 0 0,0 0-1 0 0,0-1 1 0 0,-1 0-1 0 0,1-1 0 0 0,-1-1 1 0 0,1 1-1 0 0,-1-2 1 0 0,11-6-1 0 0,-10 5-13 0 0,-1-1 0 0 0,0 0 1 0 0,0-1-1 0 0,-1 0 0 0 0,0-1 0 0 0,0 0 0 0 0,-1 0 0 0 0,0-1 0 0 0,-1 0 0 0 0,0-1 1 0 0,0 1-1 0 0,-1-1 0 0 0,5-14 0 0 0,-5 9-4 0 0,0 0 0 0 0,-2-1-1 0 0,0 1 1 0 0,0-1 0 0 0,-2 0 0 0 0,0 0 0 0 0,-1 0-1 0 0,-1 0 1 0 0,0 0 0 0 0,-4-20 0 0 0,3 28-2 0 0,-1 0 1 0 0,0 0 0 0 0,-1 1-1 0 0,0-1 1 0 0,0 1-1 0 0,-1 0 1 0 0,0 0 0 0 0,-1 0-1 0 0,-6-9 1 0 0,7 12 0 0 0,-1 0 0 0 0,1 0 0 0 0,-1 0 0 0 0,0 1-1 0 0,0 0 1 0 0,-1 0 0 0 0,1 0 0 0 0,-1 1 0 0 0,0 0 0 0 0,0 0 0 0 0,0 0 0 0 0,-1 1 0 0 0,-9-3 0 0 0,6 3 0 0 0,1 1 0 0 0,0 1 1 0 0,-1-1-1 0 0,1 1 0 0 0,0 1 1 0 0,-1 0-1 0 0,1 0 0 0 0,0 1 0 0 0,0 0 1 0 0,0 0-1 0 0,0 1 0 0 0,0 1 1 0 0,0-1-1 0 0,1 1 0 0 0,0 1 0 0 0,0 0 1 0 0,0 0-1 0 0,0 0 0 0 0,-12 12 0 0 0,14-12 2 0 0,0 1-1 0 0,0-1 0 0 0,1 1 1 0 0,0 1-1 0 0,0-1 0 0 0,0 1 1 0 0,1 0-1 0 0,-1 0 0 0 0,2 0 0 0 0,-1 0 1 0 0,1 1-1 0 0,0-1 0 0 0,1 1 1 0 0,0 0-1 0 0,0 0 0 0 0,0 0 1 0 0,1 0-1 0 0,1 0 0 0 0,-1 0 0 0 0,1 0 1 0 0,1 1-1 0 0,2 15 0 0 0,-2-19-13 0 0,1 0-1 0 0,-1 0 1 0 0,2 0 0 0 0,-1 0-1 0 0,0 0 1 0 0,1 0-1 0 0,0 0 1 0 0,0-1-1 0 0,1 1 1 0 0,-1-1-1 0 0,1 0 1 0 0,8 7 0 0 0,-6-6-63 0 0,1 0 0 0 0,1-1 0 0 0,-1 0-1 0 0,1 0 1 0 0,0 0 0 0 0,0-1 0 0 0,13 4 0 0 0,1-3-176 0 0,0 0-1 0 0,0-1 0 0 0,0-2 1 0 0,1 0-1 0 0,31-3 0 0 0,-33 0 85 0 0,0 0-1 0 0,-1-2 0 0 0,1 0 1 0 0,-1-1-1 0 0,0-1 1 0 0,0-1-1 0 0,-1-1 1 0 0,0 0-1 0 0,0-2 1 0 0,-1 0-1 0 0,0-1 1 0 0,-1-1-1 0 0,0-1 0 0 0,-1 0 1 0 0,-1-1-1 0 0,27-31 1 0 0,50-72 29 0 0,-48 64 330 0 0,-44 52-191 0 0,0 1-1 0 0,0-1 0 0 0,1 1 1 0 0,-1-1-1 0 0,1 1 0 0 0,-1-1 0 0 0,1 1 1 0 0,-1 0-1 0 0,1-1 0 0 0,-1 1 0 0 0,1-1 1 0 0,-1 1-1 0 0,1 0 0 0 0,-1-1 0 0 0,1 1 1 0 0,-1 0-1 0 0,1 0 0 0 0,0 0 0 0 0,-1-1 1 0 0,1 1-1 0 0,-1 0 0 0 0,1 0 1 0 0,0 0-1 0 0,-1 0 0 0 0,1 0 0 0 0,0 0 1 0 0,-1 0-1 0 0,1 0 0 0 0,0 1 0 0 0,1-1 4 0 0,-1 1-1 0 0,1 0 0 0 0,-1 0 0 0 0,0 0 0 0 0,0 0 0 0 0,0 0 0 0 0,1 0 0 0 0,-1 0 1 0 0,0 0-1 0 0,0 0 0 0 0,1 3 0 0 0,3 5 94 0 0,0-1 0 0 0,6 19 0 0 0,-10-25-53 0 0,19 62 790 0 0,-2 1 1 0 0,14 94-1 0 0,-31-154-602 0 0,0 0 0 0 0,0 0 0 0 0,-1 0 0 0 0,0 0 0 0 0,0 0 0 0 0,0 0 0 0 0,0 0 0 0 0,-1 1 0 0 0,0-1 0 0 0,0 0 0 0 0,-3 9 0 0 0,3-14-194 0 0,1 1 0 0 0,-1 0 0 0 0,0 0 0 0 0,0-1 0 0 0,0 1 0 0 0,0-1 0 0 0,0 1 0 0 0,0-1 0 0 0,0 1 0 0 0,0-1 0 0 0,0 1 1 0 0,0-1-1 0 0,0 0 0 0 0,0 0 0 0 0,0 0 0 0 0,0 1 0 0 0,0-1 0 0 0,0 0 0 0 0,0 0 0 0 0,0 0 0 0 0,0-1 0 0 0,0 1 0 0 0,0 0 0 0 0,0 0 0 0 0,0 0 1 0 0,0-1-1 0 0,0 1 0 0 0,0-1 0 0 0,-2 0 0 0 0,1 0-22 0 0,0 0 1 0 0,-1-1-1 0 0,1 1 1 0 0,0-1 0 0 0,0 0-1 0 0,0 0 1 0 0,0 0-1 0 0,0 0 1 0 0,0 0-1 0 0,0 0 1 0 0,1 0 0 0 0,-1 0-1 0 0,1-1 1 0 0,0 1-1 0 0,-1-1 1 0 0,1 1-1 0 0,0-1 1 0 0,1 1 0 0 0,-1-1-1 0 0,0 0 1 0 0,1 1-1 0 0,-1-1 1 0 0,1 0 0 0 0,0 1-1 0 0,0-1 1 0 0,0 0-1 0 0,0 0 1 0 0,1 1-1 0 0,-1-1 1 0 0,1 0 0 0 0,-1 1-1 0 0,1-1 1 0 0,0 0-1 0 0,0 1 1 0 0,2-3-1 0 0,1-4-81 0 0,1 0 0 0 0,0 1 0 0 0,0 0 0 0 0,1 0 0 0 0,0 0 0 0 0,1 1 0 0 0,-1 0 0 0 0,16-12-1 0 0,10-5-1093 0 0,2 1 0 0 0,44-22-1 0 0,77-29-2673 0 0,-87 44 2088 0 0,113-69 0 0 0,-159 84 1729 0 0,-8 7 567 0 0,-1 0 0 0 0,-1-1 0 0 0,1-1 0 0 0,18-19 0 0 0,-30 27-71 0 0,-3-1-150 0 0,2 3-319 0 0,0 0-1 0 0,0 0 0 0 0,0-1 0 0 0,0 1 0 0 0,0 0 0 0 0,0 0 0 0 0,0 0 0 0 0,0-1 0 0 0,0 1 1 0 0,0 0-1 0 0,0 0 0 0 0,0 0 0 0 0,0 0 0 0 0,-1-1 0 0 0,1 1 0 0 0,0 0 0 0 0,0 0 0 0 0,0 0 1 0 0,0 0-1 0 0,0 0 0 0 0,0-1 0 0 0,-1 1 0 0 0,1 0 0 0 0,0 0 0 0 0,0 0 0 0 0,0 0 0 0 0,0 0 1 0 0,-1 0-1 0 0,1 0 0 0 0,0 0 0 0 0,0 0 0 0 0,0 0 0 0 0,0-1 0 0 0,-1 1 0 0 0,1 0 0 0 0,0 0 1 0 0,0 0-1 0 0,0 0 0 0 0,-1 0 0 0 0,1 0 0 0 0,0 1 0 0 0,-15 6 263 0 0,2 2-1 0 0,-1 0 1 0 0,1 1-1 0 0,0 0 1 0 0,1 1-1 0 0,-16 17 1 0 0,20-19-218 0 0,0 1 1 0 0,1 0 0 0 0,0 0-1 0 0,0 1 1 0 0,1-1 0 0 0,0 2-1 0 0,1-1 1 0 0,1 0 0 0 0,-5 15-1 0 0,9-22 6 0 0,-1 1 0 0 0,1-1 0 0 0,-1 0 0 0 0,1 0 0 0 0,1 0-1 0 0,-1 0 1 0 0,1 1 0 0 0,-1-1 0 0 0,1 0 0 0 0,0 0 0 0 0,1 0-1 0 0,-1 0 1 0 0,1 0 0 0 0,-1-1 0 0 0,1 1 0 0 0,0 0-1 0 0,1-1 1 0 0,2 5 0 0 0,6 5 155 0 0,1 1 0 0 0,1-1 0 0 0,15 12-1 0 0,12 12 458 0 0,-37-33-626 0 0,2 1 305 0 0,-1 0 0 0 0,0 0 0 0 0,0 0 0 0 0,0 1 0 0 0,-1-1 0 0 0,1 1 0 0 0,2 6 0 0 0,-6-10-255 0 0,1 0 1 0 0,-1-1-1 0 0,0 1 1 0 0,0 0-1 0 0,1 0 0 0 0,-1-1 1 0 0,0 1-1 0 0,-1 0 1 0 0,1 0-1 0 0,0-1 0 0 0,0 1 1 0 0,-1 0-1 0 0,1-1 1 0 0,-1 1-1 0 0,1 0 0 0 0,-1-1 1 0 0,0 1-1 0 0,0-1 1 0 0,1 1-1 0 0,-1-1 1 0 0,0 1-1 0 0,0-1 0 0 0,-1 0 1 0 0,-1 3-1 0 0,-1-1 9 0 0,0 1 0 0 0,0-1 0 0 0,0 0 0 0 0,0 0-1 0 0,-1 0 1 0 0,-7 3 0 0 0,2-3-250 0 0,1 0 0 0 0,0 0 0 0 0,-1-1 0 0 0,0 0 0 0 0,1-1 0 0 0,-1 0 0 0 0,0 0 0 0 0,0-1 0 0 0,0 0 0 0 0,1-1 0 0 0,-1 0 0 0 0,0-1 0 0 0,1 0 0 0 0,-11-4 0 0 0,2 1-1792 0 0,1-2 1 0 0,-23-11-1 0 0,-28-24-7643 0 0,43 24 2122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36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222 257 2196 0 0,'-211'-7'12720'0'0,"202"5"-11853"0"0,8-2-360 0 0,12-5-175 0 0,8 1-204 0 0,0 1 1 0 0,0 1-1 0 0,1 0 1 0 0,39-4-1 0 0,-20 3-40 0 0,321-55 234 0 0,-25 5-2998 0 0,-114 9-4163 0 0,-126 25 1084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3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384 146 1752 0 0,'3'-4'1001'0'0,"-1"-1"1"0"0,1 1-1 0 0,-1-1 0 0 0,0 1 1 0 0,-1-1-1 0 0,1 0 0 0 0,0-6 1 0 0,-1 6-635 0 0,0 1 1 0 0,-1 0-1 0 0,1 0 0 0 0,-1-1 1 0 0,-1 1-1 0 0,1 0 1 0 0,0 0-1 0 0,-1-1 1 0 0,0 1-1 0 0,0 0 0 0 0,0 0 1 0 0,-1 0-1 0 0,1 0 1 0 0,-4-5-1 0 0,3 6-268 0 0,0 0-1 0 0,0 1 1 0 0,0-1-1 0 0,0 1 1 0 0,-1 0-1 0 0,1-1 1 0 0,-1 1-1 0 0,0 0 1 0 0,1 1-1 0 0,-1-1 1 0 0,0 0-1 0 0,0 1 1 0 0,0 0-1 0 0,-1 0 1 0 0,1-1-1 0 0,0 2 1 0 0,0-1-1 0 0,0 0 1 0 0,-1 1-1 0 0,1-1 1 0 0,0 1-1 0 0,-1 0 1 0 0,1 0-1 0 0,0 1 1 0 0,-1-1-1 0 0,1 1 1 0 0,0-1-1 0 0,-7 3 1 0 0,-1 1-29 0 0,0 0 0 0 0,0 0 0 0 0,0 1 0 0 0,0 0 0 0 0,1 1 0 0 0,-16 11 0 0 0,10-4 3 0 0,1 1 0 0 0,0 0-1 0 0,1 1 1 0 0,0 1 0 0 0,1 0 0 0 0,-17 28 0 0 0,13-14-17 0 0,1 1 0 0 0,1 0 0 0 0,-11 37-1 0 0,21-56-34 0 0,2 1-1 0 0,0 0 0 0 0,1-1 0 0 0,0 1 1 0 0,1 0-1 0 0,0 0 0 0 0,2 26 0 0 0,0-34-8 0 0,0-1-1 0 0,0 1 1 0 0,0-1-1 0 0,0 1 1 0 0,1-1-1 0 0,-1 0 1 0 0,1 1-1 0 0,1-1 1 0 0,-1 0-1 0 0,0 0 0 0 0,4 4 1 0 0,-3-6-6 0 0,-1 1 0 0 0,1-1 0 0 0,-1 0 0 0 0,1 0 0 0 0,0 0-1 0 0,0 0 1 0 0,0-1 0 0 0,0 1 0 0 0,0-1 0 0 0,0 1 0 0 0,0-1 0 0 0,0 0 0 0 0,1-1 0 0 0,-1 1 0 0 0,0 0 0 0 0,1-1 0 0 0,3 0-1 0 0,1 1 2 0 0,0-1 0 0 0,0-1 0 0 0,1 1-1 0 0,-1-1 1 0 0,0-1 0 0 0,0 0-1 0 0,0 0 1 0 0,0 0 0 0 0,0-1-1 0 0,-1 0 1 0 0,1-1 0 0 0,12-7-1 0 0,-11 5 2 0 0,-1-1-1 0 0,1 0 0 0 0,-1-1 0 0 0,0 0 0 0 0,-1 0 0 0 0,0-1 0 0 0,0 0 0 0 0,8-14 0 0 0,-2-3-7 0 0,-1-1-1 0 0,-1 0 1 0 0,-1-1-1 0 0,-2 0 0 0 0,-1 0 1 0 0,5-37-1 0 0,-9 50-4 0 0,0-3-29 0 0,1-36 0 0 0,-8 48 49 0 0,2 8-11 0 0,0 0 0 0 0,1 0 0 0 0,-1 0 0 0 0,1 0 0 0 0,0 0-1 0 0,0 1 1 0 0,0-1 0 0 0,0 0 0 0 0,0 0 0 0 0,0 1 0 0 0,-1 4 0 0 0,-5 34-1 0 0,5-29 8 0 0,-3 19-1 0 0,0 0-1 0 0,3 0 0 0 0,0 0 1 0 0,2 0-1 0 0,1 1 0 0 0,9 49 1 0 0,-9-78-5 0 0,-1-1 1 0 0,1 1 0 0 0,-1 0-1 0 0,1-1 1 0 0,0 1 0 0 0,0 0-1 0 0,0-1 1 0 0,1 1 0 0 0,-1-1-1 0 0,1 1 1 0 0,-1-1-1 0 0,1 0 1 0 0,0 0 0 0 0,0 0-1 0 0,0 0 1 0 0,0 0 0 0 0,0 0-1 0 0,0 0 1 0 0,0-1-1 0 0,1 1 1 0 0,-1-1 0 0 0,1 1-1 0 0,-1-1 1 0 0,1 0 0 0 0,-1 0-1 0 0,1 0 1 0 0,0-1-1 0 0,-1 1 1 0 0,1-1 0 0 0,0 1-1 0 0,0-1 1 0 0,2 0 0 0 0,1 0-3 0 0,-1-1 1 0 0,0 0 0 0 0,0 0 0 0 0,-1 0 0 0 0,1-1-1 0 0,0 0 1 0 0,0 0 0 0 0,-1 0 0 0 0,1 0 0 0 0,-1-1-1 0 0,1 1 1 0 0,-1-1 0 0 0,0-1 0 0 0,0 1-1 0 0,-1 0 1 0 0,1-1 0 0 0,5-6 0 0 0,4-9-3 0 0,0-1 1 0 0,-1 0 0 0 0,-1-1-1 0 0,0 0 1 0 0,-2-1 0 0 0,8-27-1 0 0,-9 22-9 0 0,-1-1 1 0 0,-1 0-1 0 0,-2-1 0 0 0,2-50 1 0 0,-6 70 7 0 0,0 4-4 0 0,0 1 0 0 0,0-1 1 0 0,0 0-1 0 0,-1 1 0 0 0,0-1 0 0 0,0 1 0 0 0,0-1 0 0 0,0 1 0 0 0,-1-1 0 0 0,1 1 0 0 0,-4-6 1 0 0,5 10 2 0 0,0-1 1 0 0,-1 1 0 0 0,1-1 0 0 0,0 1 0 0 0,-1-1 0 0 0,1 1 0 0 0,0-1 0 0 0,-1 1 0 0 0,1-1 0 0 0,-1 1 0 0 0,1 0 0 0 0,0-1-1 0 0,-1 1 1 0 0,1 0 0 0 0,-1-1 0 0 0,1 1 0 0 0,-1 0 0 0 0,0 0 0 0 0,1-1 0 0 0,-1 1 0 0 0,1 0 0 0 0,-1 0 0 0 0,1 0 0 0 0,-1 0 0 0 0,0 0-1 0 0,1-1 1 0 0,-1 1 0 0 0,1 0 0 0 0,-1 1 0 0 0,0-1 0 0 0,1 0 0 0 0,-1 0 0 0 0,1 0 0 0 0,-1 0 0 0 0,1 0 0 0 0,-2 1 0 0 0,1-1-1 0 0,0 1 0 0 0,0 0 0 0 0,0 0 0 0 0,-1-1 0 0 0,1 1 1 0 0,0 0-1 0 0,0 0 0 0 0,0 0 0 0 0,0 0 0 0 0,0 0 0 0 0,1 0 1 0 0,-1 0-1 0 0,0 0 0 0 0,-1 3 0 0 0,1-1 7 0 0,0 1 0 0 0,-1 0 0 0 0,1 0 0 0 0,0-1-1 0 0,1 1 1 0 0,-1 0 0 0 0,1 0 0 0 0,0 0 0 0 0,0 0 0 0 0,0 0 0 0 0,0 0-1 0 0,1 0 1 0 0,-1 0 0 0 0,1-1 0 0 0,1 5 0 0 0,-1-5-5 0 0,1-1 1 0 0,-1 1 0 0 0,0-1-1 0 0,1 1 1 0 0,-1-1 0 0 0,1 1-1 0 0,0-1 1 0 0,0 0 0 0 0,0 0-1 0 0,0 0 1 0 0,0 0-1 0 0,0 0 1 0 0,1-1 0 0 0,-1 1-1 0 0,0-1 1 0 0,1 1 0 0 0,-1-1-1 0 0,1 0 1 0 0,0 0 0 0 0,-1 0-1 0 0,1 0 1 0 0,5 0 0 0 0,7 1 1 0 0,0 0 1 0 0,0-2 0 0 0,0 0 0 0 0,0 0 0 0 0,25-5 0 0 0,-12-1-11 0 0,0 0 1 0 0,29-11 0 0 0,-47 13 2 0 0,1 1 0 0 0,-1-2 0 0 0,0 1 0 0 0,0-1 0 0 0,0-1 0 0 0,-1 0 0 0 0,11-9 0 0 0,-19 15-4 0 0,-4 1-53 0 0,1 1 67 0 0,-1 1 0 0 0,1-1 0 0 0,-1 0 0 0 0,1 0 0 0 0,0 1 0 0 0,0 0 0 0 0,0-1 0 0 0,-1 4 0 0 0,-3 1 6 0 0,-16 27 1 0 0,1 0 0 0 0,1 1 1 0 0,-15 40-1 0 0,29-62-5 0 0,-4 9 4 0 0,0 1 0 0 0,2 0 1 0 0,1 1-1 0 0,0 0 1 0 0,-2 25-1 0 0,8-46-5 0 0,1-1 0 0 0,0 1 0 0 0,-1-1 0 0 0,1 0 0 0 0,0 1 0 0 0,1-1 0 0 0,-1 1 0 0 0,0-1 0 0 0,1 1 0 0 0,-1-1 0 0 0,1 0 0 0 0,-1 1 0 0 0,1-1 0 0 0,0 0 0 0 0,0 0 0 0 0,0 1 0 0 0,1-1 0 0 0,-1 0 0 0 0,0 0 0 0 0,1 0 0 0 0,2 2 0 0 0,-1-2-1 0 0,-1 0 0 0 0,1-1-1 0 0,0 1 1 0 0,0-1 0 0 0,0 0-1 0 0,0 0 1 0 0,0 0 0 0 0,0 0-1 0 0,0-1 1 0 0,0 1 0 0 0,0-1-1 0 0,0 0 1 0 0,0 0-1 0 0,5 0 1 0 0,8-2 1 0 0,0 0-1 0 0,-1-1 0 0 0,1-1 1 0 0,-1 0-1 0 0,20-9 1 0 0,-7 1-8 0 0,0-1-1 0 0,-1-1 1 0 0,-1-1 0 0 0,0-2 0 0 0,-1 0 0 0 0,0-2 0 0 0,-2-1 0 0 0,0 0 0 0 0,-1-2 0 0 0,-2 0 0 0 0,0-2 0 0 0,-1 0 0 0 0,-2-1 0 0 0,0-1 0 0 0,13-29 0 0 0,-25 45-3 0 0,0-1 0 0 0,-1 0 0 0 0,5-19 0 0 0,-8 29 4 0 0,-1 0 0 0 0,1 0 0 0 0,-1 0 0 0 0,1 0 0 0 0,-1 0 0 0 0,0 0 0 0 0,0-1 0 0 0,1 1 0 0 0,-1 0 0 0 0,0 0 0 0 0,0 0 0 0 0,0 0 0 0 0,0-1 0 0 0,-1 1-1 0 0,1 0 1 0 0,0 0 0 0 0,-1-2 0 0 0,0 0 0 0 0,1 3-1 0 0,0-1 0 0 0,-1 1 0 0 0,1-1 0 0 0,0 1 0 0 0,-1-1 0 0 0,1 1 0 0 0,0-1 0 0 0,-1 1 0 0 0,1-1 0 0 0,0 1 0 0 0,-1-1 0 0 0,1 1 0 0 0,-1 0 0 0 0,1-1 0 0 0,-1 1 0 0 0,1 0 0 0 0,-1-1 0 0 0,1 1 0 0 0,-1 0 1 0 0,1-1-1 0 0,-1 1 0 0 0,1 0 0 0 0,-1 0 0 0 0,1 0 0 0 0,-1 0 0 0 0,0 0 0 0 0,1 0 0 0 0,-1 0 0 0 0,1 0 0 0 0,-1 0 0 0 0,0 0 0 0 0,1 0 0 0 0,-1 0 0 0 0,1 0 0 0 0,-1 0 0 0 0,1 0 0 0 0,-2 1 0 0 0,-19 5-1 0 0,13-1 30 0 0,1 0-1 0 0,-1 0 1 0 0,1 1 0 0 0,0 0-1 0 0,1 0 1 0 0,-1 0 0 0 0,1 1-1 0 0,1 0 1 0 0,-1 1 0 0 0,-6 11 0 0 0,2-2 114 0 0,1 1 1 0 0,0 1 0 0 0,-9 31-1 0 0,15-41-92 0 0,0 1-1 0 0,1 0 1 0 0,0 0 0 0 0,1 0-1 0 0,0 1 1 0 0,1-1-1 0 0,0 0 1 0 0,0 0 0 0 0,3 12-1 0 0,-3-17-38 0 0,1-1 0 0 0,1 0 0 0 0,-1 0 0 0 0,1 0-1 0 0,-1 0 1 0 0,1 0 0 0 0,0 0 0 0 0,1 0 0 0 0,-1-1 0 0 0,1 1 0 0 0,-1-1 0 0 0,1 1-1 0 0,0-1 1 0 0,0 0 0 0 0,1 0 0 0 0,-1-1 0 0 0,0 1 0 0 0,1-1 0 0 0,0 1-1 0 0,0-1 1 0 0,0 0 0 0 0,-1-1 0 0 0,2 1 0 0 0,3 1 0 0 0,12 2-92 0 0,0-1 1 0 0,1-1 0 0 0,-1 0-1 0 0,1-2 1 0 0,-1 0 0 0 0,27-3-1 0 0,4-3-1186 0 0,67-16 0 0 0,-71 10-650 0 0,69-27 0 0 0,-12-7-4655 0 0,-54 19 254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39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189 530 1012 0 0,'16'-65'13225'0'0,"-30"72"-12453"0"0,7-1-505 0 0,1 0 0 0 0,0 1-1 0 0,1 0 1 0 0,-1 0 0 0 0,1 0 0 0 0,1 1-1 0 0,-7 13 1 0 0,-81 180 1699 0 0,81-172-1845 0 0,2 1 1 0 0,1 0-1 0 0,1 0 0 0 0,1 0 0 0 0,-1 36 0 0 0,7-59-99 0 0,0-1-1 0 0,0 0 0 0 0,0 1 0 0 0,1-1 1 0 0,0 0-1 0 0,1 0 0 0 0,-1 0 0 0 0,1 0 0 0 0,0 0 1 0 0,0 0-1 0 0,1 0 0 0 0,4 7 0 0 0,-4-9-7 0 0,-1-1 0 0 0,1 0-1 0 0,0 0 1 0 0,0 0 0 0 0,0-1-1 0 0,0 1 1 0 0,0-1 0 0 0,0 1-1 0 0,1-1 1 0 0,-1 0 0 0 0,1-1 0 0 0,0 1-1 0 0,-1 0 1 0 0,1-1 0 0 0,0 0-1 0 0,0 0 1 0 0,0 0 0 0 0,0 0-1 0 0,0-1 1 0 0,5 1 0 0 0,-2-1-3 0 0,0 0 1 0 0,1-1-1 0 0,-1 1 0 0 0,0-1 1 0 0,1 0-1 0 0,-1-1 1 0 0,0 0-1 0 0,0 0 0 0 0,0-1 1 0 0,0 0-1 0 0,0 0 0 0 0,-1 0 1 0 0,1-1-1 0 0,5-4 1 0 0,-3 1-5 0 0,-1 0 0 0 0,0-1 1 0 0,-1 0-1 0 0,0 0 1 0 0,0-1-1 0 0,-1 1 0 0 0,0-1 1 0 0,9-18-1 0 0,-6 4-3 0 0,0 1 1 0 0,-1-1-1 0 0,-2 0 0 0 0,0-1 0 0 0,-2 0 1 0 0,0 1-1 0 0,0-48 0 0 0,-4 45 0 0 0,-1 0 0 0 0,-5-29 0 0 0,5 48-8 0 0,0 0 0 0 0,-1 0 1 0 0,0 1-1 0 0,0-1 0 0 0,0 1 0 0 0,-1-1 0 0 0,0 1 0 0 0,0 0 0 0 0,-1 0 1 0 0,1 1-1 0 0,-1-1 0 0 0,-1 1 0 0 0,-6-7 0 0 0,9 10 4 0 0,0 0-1 0 0,-1 0 0 0 0,1 0 0 0 0,-1 1 1 0 0,0-1-1 0 0,1 1 0 0 0,-1 0 1 0 0,0 0-1 0 0,0 0 0 0 0,0 0 0 0 0,0 0 1 0 0,0 1-1 0 0,0-1 0 0 0,0 1 1 0 0,0 0-1 0 0,-5 0 0 0 0,3 1 1 0 0,-1 0-1 0 0,1 0 1 0 0,0 1-1 0 0,0-1 1 0 0,-1 1-1 0 0,1 0 1 0 0,1 1 0 0 0,-9 4-1 0 0,-1 2 5 0 0,1 1-1 0 0,0 1 1 0 0,1 0-1 0 0,0 0 1 0 0,-10 14 0 0 0,12-11-1 0 0,0-1 1 0 0,1 2 0 0 0,0-1 0 0 0,1 1 0 0 0,0 0-1 0 0,-7 24 1 0 0,12-31-4 0 0,1 1 0 0 0,-1 0-1 0 0,1 0 1 0 0,1 0 0 0 0,0 0 0 0 0,0 0 0 0 0,1 0-1 0 0,0 0 1 0 0,0 0 0 0 0,1 0 0 0 0,0 0-1 0 0,1 0 1 0 0,4 15 0 0 0,-4-21 4 0 0,-1 0 0 0 0,1 1 0 0 0,0-1 0 0 0,-1 0 0 0 0,1 0 0 0 0,1 0 1 0 0,-1 0-1 0 0,0-1 0 0 0,1 1 0 0 0,-1 0 0 0 0,1-1 0 0 0,0 0 0 0 0,0 0 0 0 0,0 0 0 0 0,6 4 0 0 0,-3-4 1 0 0,-1-1-1 0 0,0 1 0 0 0,0-1 0 0 0,1 0 0 0 0,-1 0 0 0 0,1 0 0 0 0,-1-1 1 0 0,1 0-1 0 0,8-1 0 0 0,2-1 2 0 0,-2 0 0 0 0,1-2 0 0 0,0 0 0 0 0,-1-1 0 0 0,1 0 0 0 0,24-14 0 0 0,-19 7 4 0 0,-1 0-1 0 0,0-1 0 0 0,-1-2 0 0 0,27-27 1 0 0,57-74 2 0 0,-39 41-8 0 0,-44 52-13 0 0,-13 15-28 0 0,1 0 1 0 0,0 0-1 0 0,10-8 1 0 0,-13 14 20 0 0,23-2 3 0 0,-14 9 8 0 0,-9-2 2 0 0,3 3 7 0 0,-1-1 1 0 0,1 1-1 0 0,-1 1 1 0 0,0-1-1 0 0,-1 1 0 0 0,0 0 1 0 0,0 0-1 0 0,0 0 1 0 0,-1 1-1 0 0,0-1 1 0 0,0 1-1 0 0,-1 0 0 0 0,3 10 1 0 0,4 15 87 0 0,10 63 0 0 0,-20-93-85 0 0,4 18 161 0 0,-2 1 1 0 0,0 36 0 0 0,-2-49-14 0 0,-1-1 1 0 0,1 1-1 0 0,-2-1 1 0 0,1 1-1 0 0,-1-1 1 0 0,-1 0-1 0 0,1 0 0 0 0,-1 0 1 0 0,-7 13-1 0 0,9-19-119 0 0,0 0-1 0 0,0 0 1 0 0,0-1-1 0 0,-1 1 0 0 0,1-1 1 0 0,0 1-1 0 0,-1-1 0 0 0,1 1 1 0 0,-1-1-1 0 0,1 0 1 0 0,-1 0-1 0 0,1 1 0 0 0,-1-1 1 0 0,0 0-1 0 0,0-1 1 0 0,0 1-1 0 0,0 0 0 0 0,1 0 1 0 0,-1-1-1 0 0,0 1 0 0 0,0-1 1 0 0,0 0-1 0 0,0 0 1 0 0,0 0-1 0 0,0 0 0 0 0,0 0 1 0 0,0 0-1 0 0,-3-1 1 0 0,1 1-33 0 0,0-1 1 0 0,1 0 0 0 0,-1-1 0 0 0,1 1-1 0 0,-1 0 1 0 0,1-1 0 0 0,-1 0 0 0 0,1 0-1 0 0,0 0 1 0 0,0 0 0 0 0,0-1-1 0 0,0 1 1 0 0,1-1 0 0 0,-1 0 0 0 0,1 1-1 0 0,-1-1 1 0 0,1 0 0 0 0,0-1 0 0 0,0 1-1 0 0,0 0 1 0 0,1-1 0 0 0,-1 1 0 0 0,1-1-1 0 0,-1 1 1 0 0,1-1 0 0 0,1 1 0 0 0,-1-1-1 0 0,0 0 1 0 0,1 0 0 0 0,0 1 0 0 0,0-1-1 0 0,0 0 1 0 0,0 0 0 0 0,1 0 0 0 0,-1 1-1 0 0,1-1 1 0 0,0 0 0 0 0,0 1 0 0 0,0-1-1 0 0,1 1 1 0 0,-1-1 0 0 0,1 1 0 0 0,0 0-1 0 0,0-1 1 0 0,0 1 0 0 0,3-4 0 0 0,14-15-423 0 0,0 1 0 0 0,42-36 0 0 0,53-30-1683 0 0,4-3 41 0 0,-90 65 1488 0 0,0-1-1 0 0,-2-1 0 0 0,-2-2 0 0 0,0 0 1 0 0,31-52-1 0 0,-40 54 500 0 0,-1-1 1 0 0,-1 0-1 0 0,-1-1 0 0 0,-2 0 0 0 0,-1-1 1 0 0,-1 0-1 0 0,4-36 0 0 0,0-29 1866 0 0,-11 93-1624 0 0,-3 3-146 0 0,0 1 1 0 0,1-1 0 0 0,-1 1 0 0 0,0-1 0 0 0,1 1-1 0 0,0 0 1 0 0,-1 0 0 0 0,1-1 0 0 0,0 1 0 0 0,0 0 0 0 0,0 0-1 0 0,-1 4 1 0 0,-14 43 1041 0 0,3 1 0 0 0,-14 99 0 0 0,17-87-507 0 0,-26 184 980 0 0,28-172-1164 0 0,3 99 0 0 0,5-167-431 0 0,0 8 103 0 0,1 0 0 0 0,0 0 1 0 0,1 0-1 0 0,0 0 0 0 0,6 17 1 0 0,-7-29-219 0 0,0 1 0 0 0,0-1 0 0 0,0 1-1 0 0,0-1 1 0 0,0 1 0 0 0,1-1 0 0 0,-1 0 0 0 0,1 0 0 0 0,0 0 0 0 0,-1 0 0 0 0,1 0 0 0 0,0 0 0 0 0,0 0 0 0 0,0 0 0 0 0,1-1 0 0 0,-1 1 0 0 0,0-1-1 0 0,1 0 1 0 0,-1 0 0 0 0,0 1 0 0 0,1-2 0 0 0,0 1 0 0 0,-1 0 0 0 0,1 0 0 0 0,-1-1 0 0 0,1 1 0 0 0,0-1 0 0 0,0 0 0 0 0,-1 0 0 0 0,1 0 0 0 0,0 0 0 0 0,-1-1-1 0 0,1 1 1 0 0,3-2 0 0 0,-3 2-580 0 0,1-1-1 0 0,-1 0 0 0 0,0 0 1 0 0,0-1-1 0 0,0 1 1 0 0,0-1-1 0 0,0 1 0 0 0,0-1 1 0 0,5-4-1 0 0,11-10-6492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0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105 327 1100 0 0,'-12'-4'1754'0'0,"0"1"-1"0"0,1 1 1 0 0,-1 0-1 0 0,-22-1 1 0 0,33 3-1669 0 0,0 0 0 0 0,0 0 0 0 0,0 0 0 0 0,0 0 0 0 0,0 0 0 0 0,0 0 0 0 0,0 1 0 0 0,0-1 0 0 0,0 0 0 0 0,0 1 0 0 0,0-1 0 0 0,0 0 0 0 0,0 1 0 0 0,0-1 0 0 0,0 1 0 0 0,0 0 0 0 0,0-1 0 0 0,0 1 0 0 0,0 0 0 0 0,1-1 0 0 0,-1 1 0 0 0,0 0 0 0 0,0 1 0 0 0,1-2-46 0 0,-1 1 1 0 0,1 0 0 0 0,0-1 0 0 0,0 1 0 0 0,0 0 0 0 0,0-1 0 0 0,0 1-1 0 0,0-1 1 0 0,0 1 0 0 0,0 0 0 0 0,0-1 0 0 0,1 1 0 0 0,-1 0 0 0 0,0-1-1 0 0,0 1 1 0 0,0-1 0 0 0,1 1 0 0 0,-1-1 0 0 0,0 1 0 0 0,1-1 0 0 0,-1 1 0 0 0,0-1-1 0 0,1 1 1 0 0,-1-1 0 0 0,1 1 0 0 0,-1-1 0 0 0,1 1 0 0 0,-1-1 0 0 0,1 0-1 0 0,-1 1 1 0 0,1-1 0 0 0,-1 0 0 0 0,1 1 0 0 0,-1-1 0 0 0,2 0 0 0 0,6 4 98 0 0,1-1 1 0 0,-1 0-1 0 0,1-1 0 0 0,-1 0 1 0 0,1-1-1 0 0,0 1 1 0 0,0-2-1 0 0,9 1 1 0 0,75-7 147 0 0,-77 4-218 0 0,37-2 39 0 0,-1-3 0 0 0,0-2 0 0 0,53-17 0 0 0,-90 22-94 0 0,-1-1 1 0 0,-1-1-1 0 0,1 0 0 0 0,-1 0 1 0 0,0-2-1 0 0,0 1 1 0 0,-1-2-1 0 0,0 0 0 0 0,0 0 1 0 0,-1-1-1 0 0,-1 0 0 0 0,0-1 1 0 0,0 0-1 0 0,-1-1 0 0 0,14-23 1 0 0,-14 18 158 0 0,-1 0 1 0 0,0-1 0 0 0,-2 1-1 0 0,0-2 1 0 0,-1 1 0 0 0,3-21 0 0 0,-8 36-85 0 0,-1 5-78 0 0,-1-1-1 0 0,0 0 0 0 0,1 1 1 0 0,-1-1-1 0 0,1 1 1 0 0,0-1-1 0 0,-1 1 1 0 0,1 0-1 0 0,0-1 0 0 0,0 1 1 0 0,0 0-1 0 0,0 0 1 0 0,0 0-1 0 0,-1 4 1 0 0,-8 33 114 0 0,8-27-21 0 0,-25 123 987 0 0,7 2 1 0 0,-5 179 0 0 0,25-275-993 0 0,-4 34 278 0 0,4-75-371 0 0,0 0 0 0 0,0 1 0 0 0,0-1 0 0 0,0 1 0 0 0,-1-1 0 0 0,1 1 0 0 0,0-1 0 0 0,0 1 0 0 0,0-1 0 0 0,0 1 0 0 0,0-1 1 0 0,0 1-1 0 0,0-1 0 0 0,0 1 0 0 0,0-1 0 0 0,1 1 0 0 0,-1-1 0 0 0,0 0 0 0 0,0 1 0 0 0,0-1 0 0 0,0 1 0 0 0,1-1 0 0 0,-1 1 0 0 0,0-1 1 0 0,0 0-1 0 0,1 1 0 0 0,-1-1 0 0 0,0 1 0 0 0,1-1 0 0 0,-1 0 0 0 0,0 1 0 0 0,1-1 0 0 0,-1 0 0 0 0,1 0 0 0 0,-1 1 0 0 0,0-1 0 0 0,1 0 1 0 0,-1 0-1 0 0,1 0 0 0 0,-1 0 0 0 0,1 1 0 0 0,0-1 0 0 0,0 0-1 0 0,0 0 0 0 0,0-1 0 0 0,0 1 0 0 0,0 0-1 0 0,0 0 1 0 0,0-1 0 0 0,0 1 0 0 0,0-1 0 0 0,0 1 0 0 0,0-1 0 0 0,0 1 0 0 0,0-1 0 0 0,0 1-1 0 0,1-2 1 0 0,10-12 5 0 0,0 0-1 0 0,13-22 1 0 0,-15 21-8 0 0,1 1 0 0 0,16-19 1 0 0,-15 22-2 0 0,1-3-6 0 0,1 1 0 0 0,18-13 0 0 0,-28 22-6 0 0,1 1 1 0 0,-1 1 0 0 0,1-1-1 0 0,0 1 1 0 0,0 0-1 0 0,0 0 1 0 0,0 0-1 0 0,0 1 1 0 0,0-1-1 0 0,1 1 1 0 0,-1 1-1 0 0,7-1 1 0 0,-10 1 11 0 0,0 0 0 0 0,0 0-1 0 0,0 1 1 0 0,0-1 0 0 0,0 1 0 0 0,0 0 0 0 0,0-1 0 0 0,0 1-1 0 0,-1 0 1 0 0,1 0 0 0 0,0 0 0 0 0,0 1 0 0 0,-1-1-1 0 0,1 0 1 0 0,-1 0 0 0 0,1 1 0 0 0,-1-1 0 0 0,0 1 0 0 0,1 0-1 0 0,-1-1 1 0 0,0 1 0 0 0,1 2 0 0 0,3 4 14 0 0,-1 1 1 0 0,-1-1 0 0 0,5 14-1 0 0,-5-13-17 0 0,2 7 10 0 0,-1 0 0 0 0,-1 0 0 0 0,2 20-1 0 0,7 37 0 0 0,-11-72-37 0 0,-1 0 1 0 0,0-1-1 0 0,1 1 0 0 0,-1-1 1 0 0,1 1-1 0 0,0-1 0 0 0,-1 1 0 0 0,1-1 1 0 0,-1 1-1 0 0,1-1 0 0 0,0 1 1 0 0,-1-1-1 0 0,1 0 0 0 0,0 1 1 0 0,-1-1-1 0 0,1 0 0 0 0,0 0 1 0 0,-1 1-1 0 0,1-1 0 0 0,0 0 1 0 0,0 0-1 0 0,-1 0 0 0 0,1 0 1 0 0,0 0-1 0 0,0 0 0 0 0,-1 0 0 0 0,1 0 1 0 0,0 0-1 0 0,0 0 0 0 0,-1-1 1 0 0,2 1-1 0 0,-1 0 68 0 0,4-2-203 0 0,0 0 0 0 0,0 0 0 0 0,0 0 0 0 0,-1 0 0 0 0,1-1 0 0 0,-1 0 1 0 0,0 0-1 0 0,1 0 0 0 0,-1 0 0 0 0,6-7 0 0 0,1 0-197 0 0,6-5-95 0 0,-1-1-1 0 0,0 0 1 0 0,-1-2 0 0 0,24-35-1 0 0,-18 19 341 0 0,32-72-1 0 0,-31 45 1958 0 0,-22 59-1606 0 0,-13 16-45 0 0,6-1 25 0 0,0 1-1 0 0,1 0 0 0 0,0 1 1 0 0,2-1-1 0 0,0 1 1 0 0,-3 19-1 0 0,2-2 245 0 0,0 63 0 0 0,5-91-415 0 0,0 1-1 0 0,0 0 1 0 0,0-1 0 0 0,1 1-1 0 0,0-1 1 0 0,0 1 0 0 0,0-1-1 0 0,1 1 1 0 0,-1-1 0 0 0,1 0-1 0 0,3 6 1 0 0,-4-8-18 0 0,1 0 0 0 0,0 0 0 0 0,-1-1 1 0 0,1 1-1 0 0,0 0 0 0 0,0-1 0 0 0,0 1 0 0 0,0-1 0 0 0,1 1 0 0 0,-1-1 1 0 0,0 0-1 0 0,0 0 0 0 0,1 0 0 0 0,-1 0 0 0 0,1-1 0 0 0,-1 1 0 0 0,1 0 0 0 0,-1-1 1 0 0,1 0-1 0 0,-1 0 0 0 0,5 0 0 0 0,8-1 3 0 0,0 0 1 0 0,0-1 0 0 0,0-1-1 0 0,0 0 1 0 0,0-1-1 0 0,-1-1 1 0 0,1 0-1 0 0,-1-1 1 0 0,-1 0-1 0 0,1-1 1 0 0,-1-1 0 0 0,0 0-1 0 0,-1-1 1 0 0,0 0-1 0 0,11-12 1 0 0,-14 13-17 0 0,-1 0 1 0 0,0-1 0 0 0,0 0 0 0 0,-1 0-1 0 0,-1-1 1 0 0,1 0 0 0 0,-1 0-1 0 0,-1-1 1 0 0,0 0 0 0 0,-1 0-1 0 0,0 0 1 0 0,0 0 0 0 0,-1 0 0 0 0,-1-1-1 0 0,0 0 1 0 0,0 1 0 0 0,-1-1-1 0 0,-1 0 1 0 0,-1-21 0 0 0,0 27-16 0 0,0 1 0 0 0,0-1 1 0 0,-1 1-1 0 0,1 0 0 0 0,-1 0 1 0 0,-1-1-1 0 0,1 1 0 0 0,-1 1 1 0 0,1-1-1 0 0,-2 0 0 0 0,1 1 1 0 0,0-1-1 0 0,-1 1 0 0 0,0 0 1 0 0,-4-4-1 0 0,2 3 5 0 0,0 1 1 0 0,0 0-1 0 0,-1 0 1 0 0,0 1-1 0 0,1-1 0 0 0,-1 1 1 0 0,0 1-1 0 0,-1-1 0 0 0,1 1 1 0 0,-11-1-1 0 0,8 1-318 0 0,0 1 0 0 0,0 1-1 0 0,0 0 1 0 0,0 0 0 0 0,0 1-1 0 0,0 0 1 0 0,-16 5 0 0 0,19-4-455 0 0,-1 0 0 0 0,1 1 0 0 0,0 0 0 0 0,0 0 0 0 0,0 0 0 0 0,0 1 0 0 0,1 1 0 0 0,-1-1 0 0 0,-10 10 0 0 0,8-4-3007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1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437 280 360 0 0,'3'-47'5786'0'0,"-1"29"-4366"0"0,-1 0-1 0 0,-1 0 1 0 0,0 0 0 0 0,-5-33-1 0 0,4 48-1336 0 0,0-1-1 0 0,1 1 0 0 0,-1 0 1 0 0,-1 0-1 0 0,1-1 1 0 0,0 1-1 0 0,-1 0 0 0 0,1 0 1 0 0,-1 0-1 0 0,0 1 0 0 0,0-1 1 0 0,0 0-1 0 0,-1 1 1 0 0,1-1-1 0 0,-1 1 0 0 0,1 0 1 0 0,-1 0-1 0 0,0 0 1 0 0,0 0-1 0 0,1 0 0 0 0,-1 1 1 0 0,-1-1-1 0 0,1 1 0 0 0,0-1 1 0 0,0 1-1 0 0,0 1 1 0 0,-1-1-1 0 0,1 0 0 0 0,0 1 1 0 0,-7-1-1 0 0,1 1-50 0 0,0 1 0 0 0,-1 0-1 0 0,2 1 1 0 0,-1-1 0 0 0,0 2 0 0 0,0-1 0 0 0,1 1-1 0 0,-1 1 1 0 0,1-1 0 0 0,0 1 0 0 0,0 1-1 0 0,0 0 1 0 0,-12 9 0 0 0,-1 3 16 0 0,0 2-1 0 0,2 0 1 0 0,-21 26 0 0 0,31-35-27 0 0,1 2 0 0 0,0-1 1 0 0,1 1-1 0 0,0 0 0 0 0,1 1 1 0 0,0-1-1 0 0,1 1 1 0 0,1 1-1 0 0,0-1 0 0 0,-3 16 1 0 0,7-23-12 0 0,-1 0 1 0 0,1 0-1 0 0,0 0 1 0 0,0-1-1 0 0,0 1 1 0 0,1 0-1 0 0,0 0 1 0 0,0 0 0 0 0,1-1-1 0 0,-1 1 1 0 0,4 7-1 0 0,-2-9-2 0 0,-1 0-1 0 0,1 0 0 0 0,-1 0 1 0 0,1 0-1 0 0,0-1 1 0 0,1 1-1 0 0,-1-1 0 0 0,0 0 1 0 0,1 0-1 0 0,0 0 1 0 0,0-1-1 0 0,0 1 0 0 0,0-1 1 0 0,0 0-1 0 0,0 0 0 0 0,5 1 1 0 0,-2 0 4 0 0,0-1 0 0 0,0 0 0 0 0,1 0 0 0 0,-1-1 0 0 0,0 0 0 0 0,0-1 0 0 0,1 1 0 0 0,-1-1 0 0 0,0-1 1 0 0,1 1-1 0 0,-1-1 0 0 0,0 0 0 0 0,0-1 0 0 0,0 0 0 0 0,0 0 0 0 0,0-1 0 0 0,0 1 0 0 0,0-2 0 0 0,-1 1 0 0 0,1-1 0 0 0,-1 0 0 0 0,6-4 0 0 0,-2-1-11 0 0,1-1 0 0 0,-2 0 0 0 0,0 0 0 0 0,0-1 0 0 0,-1 0 0 0 0,0 0 1 0 0,-1-1-1 0 0,0 0 0 0 0,-1 0 0 0 0,9-25 0 0 0,6-36 152 0 0,5-10 590 0 0,-39 213-401 0 0,-108 696 1255 0 0,114-790-1451 0 0,-26 128 274 0 0,23-125 133 0 0,-2 0 0 0 0,-18 40 0 0 0,28-73-411 0 0,0-1-1 0 0,-1 1 1 0 0,0-1 0 0 0,0 0 0 0 0,0 0-1 0 0,-1 0 1 0 0,1-1 0 0 0,-1 1 0 0 0,0-1-1 0 0,-1 0 1 0 0,1 0 0 0 0,-1 0-1 0 0,1-1 1 0 0,-1 1 0 0 0,-8 3 0 0 0,10-7-106 0 0,1 0 1 0 0,0 0-1 0 0,-1 0 1 0 0,1 0-1 0 0,0 0 1 0 0,-1 0 0 0 0,1-1-1 0 0,0 1 1 0 0,0-1-1 0 0,-1 1 1 0 0,1-1-1 0 0,0 0 1 0 0,0 0-1 0 0,0 0 1 0 0,0 0 0 0 0,-3-3-1 0 0,4 4-19 0 0,-5-5 25 0 0,0 1-1 0 0,0-1 0 0 0,0 0 1 0 0,1-1-1 0 0,0 1 0 0 0,0-1 0 0 0,0 0 1 0 0,1 0-1 0 0,0-1 0 0 0,0 1 1 0 0,-4-10-1 0 0,0-2 29 0 0,1 1 1 0 0,1-1-1 0 0,-5-26 0 0 0,7 24-49 0 0,1 0 1 0 0,1-1-1 0 0,1 1 1 0 0,1 0-1 0 0,1-1 0 0 0,5-36 1 0 0,0 28-60 0 0,2 0 1 0 0,0 0-1 0 0,2 1 0 0 0,14-30 1 0 0,4 5-550 0 0,2 1 1 0 0,2 2-1 0 0,3 1 1 0 0,43-49 0 0 0,-14 30-2393 0 0,137-112 0 0 0,-131 122 1179 0 0,-44 35 1217 0 0,-1 0 1 0 0,-2-2-1 0 0,30-38 1 0 0,-42 48 787 0 0,-1 0 0 0 0,-1-1 0 0 0,0 0 0 0 0,-1-1 0 0 0,-1 0 0 0 0,0 0 0 0 0,7-35 0 0 0,-13 51-168 0 0,-1 0 0 0 0,0 0 0 0 0,1 0 0 0 0,-1 0 0 0 0,0 0 0 0 0,0 0 0 0 0,0 0 0 0 0,0-1 0 0 0,0 1 0 0 0,0 0 0 0 0,0 0 0 0 0,0 0 0 0 0,0 0-1 0 0,-1 0 1 0 0,1 0 0 0 0,0 0 0 0 0,-1 0 0 0 0,1 0 0 0 0,0 0 0 0 0,-1 0 0 0 0,0-1 0 0 0,0 2-16 0 0,0 0 1 0 0,1-1-1 0 0,-1 1 0 0 0,0 0 1 0 0,1 0-1 0 0,-1 0 0 0 0,0 0 1 0 0,0-1-1 0 0,1 1 0 0 0,-1 0 1 0 0,0 0-1 0 0,0 0 1 0 0,1 1-1 0 0,-1-1 0 0 0,0 0 1 0 0,0 0-1 0 0,1 0 0 0 0,-1 1 1 0 0,0-1-1 0 0,1 0 0 0 0,-1 0 1 0 0,0 1-1 0 0,-4 2 75 0 0,0 0-1 0 0,1 0 1 0 0,-1 0-1 0 0,1 0 1 0 0,0 1 0 0 0,-6 6-1 0 0,1 2 73 0 0,0 1 0 0 0,0 1 1 0 0,1 0-1 0 0,1 0 0 0 0,0 0 0 0 0,2 1 0 0 0,-1 0 0 0 0,-5 27 0 0 0,9-33-128 0 0,0 0-1 0 0,1 0 1 0 0,0 0-1 0 0,1 0 0 0 0,0 0 1 0 0,0 1-1 0 0,1-1 1 0 0,0 0-1 0 0,0 0 1 0 0,1 0-1 0 0,1 0 1 0 0,-1 0-1 0 0,2 0 0 0 0,-1-1 1 0 0,1 1-1 0 0,6 9 1 0 0,-7-13-13 0 0,1-1-1 0 0,-1 0 1 0 0,1 0 0 0 0,0 0 0 0 0,0 0 0 0 0,1 0-1 0 0,-1-1 1 0 0,1 0 0 0 0,0 0 0 0 0,0 0 0 0 0,0 0 0 0 0,0-1-1 0 0,8 3 1 0 0,-4-3-3 0 0,-1 0-1 0 0,0 0 0 0 0,0-1 1 0 0,1-1-1 0 0,-1 1 0 0 0,1-1 1 0 0,-1 0-1 0 0,14-3 0 0 0,-11 1-8 0 0,0-1 0 0 0,0 1-1 0 0,-1-2 1 0 0,1 0 0 0 0,-1 0-1 0 0,0-1 1 0 0,0 0 0 0 0,-1 0-1 0 0,1-1 1 0 0,-1-1 0 0 0,0 0-1 0 0,-1 0 1 0 0,0 0-1 0 0,9-11 1 0 0,-7 4-11 0 0,-1-1 0 0 0,0-1-1 0 0,-1 0 1 0 0,-1 0 0 0 0,0 0 0 0 0,-2-1 0 0 0,0 0-1 0 0,0 0 1 0 0,-2 0 0 0 0,0-1 0 0 0,-1 1 0 0 0,0-1-1 0 0,-2 1 1 0 0,0-1 0 0 0,-3-19 0 0 0,3 33-5 0 0,0 0 1 0 0,-1 0 0 0 0,0-1-1 0 0,0 1 1 0 0,0 0 0 0 0,0 0-1 0 0,0 0 1 0 0,-1 0 0 0 0,0 0-1 0 0,0 1 1 0 0,0-1 0 0 0,0 0-1 0 0,0 1 1 0 0,-1-1-1 0 0,0 1 1 0 0,0 0 0 0 0,0 0-1 0 0,0 0 1 0 0,0 0 0 0 0,0 1-1 0 0,-1-1 1 0 0,1 1 0 0 0,-1 0-1 0 0,0 0 1 0 0,0 0-1 0 0,0 0 1 0 0,0 1 0 0 0,0-1-1 0 0,0 1 1 0 0,0 0 0 0 0,0 1-1 0 0,0-1 1 0 0,-1 1 0 0 0,1-1-1 0 0,0 1 1 0 0,0 1 0 0 0,-1-1-1 0 0,1 0 1 0 0,0 1-1 0 0,0 0 1 0 0,0 0 0 0 0,-6 2-1 0 0,-6 3 2 0 0,1 0-1 0 0,-1 1 0 0 0,1 1 0 0 0,1 1 0 0 0,-1 0 0 0 0,2 0 0 0 0,-1 1 0 0 0,1 1 0 0 0,1 0 0 0 0,-1 1 0 0 0,2 1 1 0 0,0 0-1 0 0,1 0 0 0 0,-16 26 0 0 0,22-32 4 0 0,1 0 0 0 0,-1-1 0 0 0,1 1 0 0 0,1 1 0 0 0,-1-1 0 0 0,1 0 0 0 0,1 1 0 0 0,-1-1 0 0 0,1 1 0 0 0,0 12 0 0 0,1-17-1 0 0,0 0-1 0 0,1 1 0 0 0,-1-1 1 0 0,1 0-1 0 0,0 1 1 0 0,0-1-1 0 0,0 0 0 0 0,0 0 1 0 0,0 0-1 0 0,1 0 0 0 0,0 0 1 0 0,-1 0-1 0 0,1 0 1 0 0,0 0-1 0 0,0-1 0 0 0,1 1 1 0 0,-1-1-1 0 0,0 0 0 0 0,1 1 1 0 0,0-1-1 0 0,-1 0 1 0 0,1-1-1 0 0,0 1 0 0 0,0 0 1 0 0,0-1-1 0 0,4 2 0 0 0,1 0 1 0 0,0 0 0 0 0,0-1 0 0 0,1 0 0 0 0,-1-1 0 0 0,1 0 0 0 0,-1 0 0 0 0,1 0-1 0 0,0-1 1 0 0,16-2 0 0 0,-12-1 0 0 0,0 0-1 0 0,0 0 0 0 0,0-1 1 0 0,0-1-1 0 0,20-10 0 0 0,-5-1-10 0 0,-2-1 0 0 0,0-1 0 0 0,-1-1 0 0 0,36-36 0 0 0,-21 16-4 0 0,59-54-133 0 0,-98 92 141 0 0,1-1-1 0 0,-1 1 0 0 0,1 0 0 0 0,-1 0 0 0 0,1 0 1 0 0,-1 0-1 0 0,1 0 0 0 0,0 0 0 0 0,0 0 1 0 0,0 0-1 0 0,-1 1 0 0 0,1-1 0 0 0,0 1 0 0 0,0-1 1 0 0,0 1-1 0 0,0 0 0 0 0,0 0 0 0 0,0 0 0 0 0,0 0 1 0 0,2 0-1 0 0,-2 1 3 0 0,0 0 0 0 0,-1 0 1 0 0,1-1-1 0 0,0 1 0 0 0,-1 0 0 0 0,1 1 1 0 0,-1-1-1 0 0,0 0 0 0 0,1 0 0 0 0,-1 1 1 0 0,0-1-1 0 0,0 1 0 0 0,1-1 0 0 0,-1 1 1 0 0,-1-1-1 0 0,1 1 0 0 0,1 2 0 0 0,2 5 5 0 0,-1 0-1 0 0,0 0 0 0 0,-1 1 0 0 0,0 0 0 0 0,0-1 0 0 0,-1 15 0 0 0,2 26 95 0 0,-2 1 0 0 0,-11 91 0 0 0,9-140-63 0 0,2-20-40 0 0,1-1 0 0 0,1 1 1 0 0,1 0-1 0 0,0 0 0 0 0,1 0 0 0 0,1 0 1 0 0,1 1-1 0 0,0 0 0 0 0,1 0 0 0 0,1 0 0 0 0,0 1 1 0 0,2 1-1 0 0,0 0 0 0 0,0 0 0 0 0,1 1 1 0 0,1 1-1 0 0,0 0 0 0 0,23-17 0 0 0,-32 27-2 0 0,0 1 0 0 0,0-1 0 0 0,0 1 0 0 0,0-1-1 0 0,0 1 1 0 0,1 0 0 0 0,-1 1 0 0 0,1-1 0 0 0,-1 1-1 0 0,1 0 1 0 0,0 0 0 0 0,-1 0 0 0 0,1 1 0 0 0,0 0-1 0 0,0 0 1 0 0,-1 0 0 0 0,1 0 0 0 0,0 1 0 0 0,7 1-1 0 0,-7 0 8 0 0,0 0 0 0 0,-1 1 0 0 0,1-1 0 0 0,-1 1 0 0 0,1-1 0 0 0,-1 2-1 0 0,0-1 1 0 0,0 0 0 0 0,-1 1 0 0 0,1-1 0 0 0,-1 1 0 0 0,1 0-1 0 0,-1 0 1 0 0,0 1 0 0 0,-1-1 0 0 0,1 1 0 0 0,-1-1 0 0 0,2 6-1 0 0,1 5 21 0 0,0 0 0 0 0,-2 1 0 0 0,0 0 0 0 0,0-1-1 0 0,-1 1 1 0 0,-1 0 0 0 0,-2 22 0 0 0,5 43-1219 0 0,-4-78 920 0 0,0 1 0 0 0,1 0 0 0 0,0-1 0 0 0,0 1 0 0 0,0-1 0 0 0,0 1 0 0 0,1-1 0 0 0,0 0 0 0 0,2 4 0 0 0,-3-5 22 0 0,0 0 0 0 0,1-1 0 0 0,-1 0 0 0 0,0 1 1 0 0,1-1-1 0 0,0 0 0 0 0,-1 0 0 0 0,1 0 0 0 0,0 0 0 0 0,-1 0 1 0 0,1 0-1 0 0,0 0 0 0 0,0 0 0 0 0,0-1 0 0 0,0 1 0 0 0,0-1 1 0 0,0 1-1 0 0,0-1 0 0 0,0 0 0 0 0,4 0 0 0 0,-4 0 23 0 0,5 0-578 0 0,-1 0 0 0 0,0-1 1 0 0,0 1-1 0 0,9-3 0 0 0,5-3-2630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2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179 804 1808 0 0,'7'-12'1260'0'0,"-1"2"-232"0"0,-1-1 1 0 0,0 1 0 0 0,0-1-1 0 0,-1 0 1 0 0,-1-1 0 0 0,1 1-1 0 0,-2-1 1 0 0,2-13 0 0 0,-4 24-961 0 0,0-1 0 0 0,1 1 0 0 0,-1 0-1 0 0,0 0 1 0 0,0-1 0 0 0,-1 1 0 0 0,1 0 0 0 0,0-1 0 0 0,0 1 0 0 0,-1 0 0 0 0,1 0 0 0 0,0-1 0 0 0,-1 1 0 0 0,0 0 0 0 0,1 0 0 0 0,-1 0-1 0 0,0-1 1 0 0,1 1 0 0 0,-1 0 0 0 0,0 0 0 0 0,0 0 0 0 0,0 0 0 0 0,0 1 0 0 0,-2-3 0 0 0,2 3-35 0 0,-1 0 0 0 0,1-1 0 0 0,-1 1 0 0 0,0 0 1 0 0,1 0-1 0 0,-1 0 0 0 0,1 0 0 0 0,-1 0 0 0 0,0 0 1 0 0,1 1-1 0 0,-1-1 0 0 0,1 0 0 0 0,-1 1 0 0 0,0-1 0 0 0,1 1 1 0 0,-3 1-1 0 0,-4 2 12 0 0,0 1-1 0 0,0 0 1 0 0,1 1 0 0 0,-1-1 0 0 0,-9 11 0 0 0,3 0 74 0 0,0 1 0 0 0,2 1 0 0 0,0 0 0 0 0,0 1-1 0 0,2 0 1 0 0,0 1 0 0 0,1 0 0 0 0,2 0 0 0 0,0 1 0 0 0,1 0 0 0 0,-4 24 0 0 0,9-38-79 0 0,0 0 1 0 0,0-1-1 0 0,1 1 0 0 0,0 0 1 0 0,1 8-1 0 0,0-13-27 0 0,-1-1 0 0 0,0 1 0 0 0,0 0 0 0 0,1-1 0 0 0,-1 1 0 0 0,1 0 0 0 0,0-1 0 0 0,-1 1-1 0 0,1-1 1 0 0,0 1 0 0 0,0-1 0 0 0,0 1 0 0 0,0-1 0 0 0,0 0 0 0 0,0 0 0 0 0,0 1 0 0 0,1-1 0 0 0,-1 0 0 0 0,0 0 0 0 0,1 0 0 0 0,-1 0-1 0 0,1 0 1 0 0,-1 0 0 0 0,1-1 0 0 0,-1 1 0 0 0,1-1 0 0 0,0 1 0 0 0,1 0 0 0 0,1-1-3 0 0,0 1-1 0 0,0-1 1 0 0,1 0 0 0 0,-1 0 0 0 0,0 0-1 0 0,0 0 1 0 0,0-1 0 0 0,0 0 0 0 0,0 0-1 0 0,0 0 1 0 0,0 0 0 0 0,0-1 0 0 0,0 1-1 0 0,5-4 1 0 0,-2 0-8 0 0,-1 1 0 0 0,1-1 0 0 0,-1 0 0 0 0,0-1 0 0 0,-1 0 0 0 0,0 1 0 0 0,6-9 0 0 0,2-5 31 0 0,-2-1-1 0 0,0 0 1 0 0,-1-1 0 0 0,11-31-1 0 0,19-73 97 0 0,-39 112-125 0 0,-8 18-42 0 0,-11 18-79 0 0,5 2 222 0 0,2 1 0 0 0,0 0 0 0 0,2 1 1 0 0,1 1-1 0 0,1-1 0 0 0,1 1 0 0 0,1 0 1 0 0,0 31-1 0 0,5-52-29 0 0,0 1 0 0 0,0-1-1 0 0,1 0 1 0 0,0 1 0 0 0,0-1 0 0 0,4 13 0 0 0,-4-18-44 0 0,0 1 0 0 0,0 0 1 0 0,1 0-1 0 0,-1 0 1 0 0,1-1-1 0 0,0 1 0 0 0,-1-1 1 0 0,1 1-1 0 0,0-1 1 0 0,1 0-1 0 0,-1 0 0 0 0,0 0 1 0 0,1 0-1 0 0,-1 0 1 0 0,1 0-1 0 0,-1-1 0 0 0,1 1 1 0 0,4 1-1 0 0,8 2 23 0 0,0-2 0 0 0,0 1-1 0 0,0-2 1 0 0,0 0 0 0 0,1-1 0 0 0,-1 0-1 0 0,1-1 1 0 0,-1-1 0 0 0,0 0 0 0 0,23-6-1 0 0,-12 1-28 0 0,0-1-1 0 0,0-1 1 0 0,-1-1-1 0 0,0-2 1 0 0,27-15 0 0 0,-30 13 10 0 0,-1-2 0 0 0,0-1 1 0 0,-1-1-1 0 0,-1 0 0 0 0,0-1 1 0 0,-1-2-1 0 0,-2 1 1 0 0,0-2-1 0 0,-1 0 0 0 0,-1-1 1 0 0,-1-1-1 0 0,15-33 1 0 0,-7 6-83 0 0,-3-1 0 0 0,-1-1 1 0 0,-3 0-1 0 0,14-103 1 0 0,-22 104-34 0 0,0-77 0 0 0,-7 106 61 0 0,-1 0 0 0 0,0 0 1 0 0,-1 0-1 0 0,-2 0 0 0 0,0 1 1 0 0,-9-22-1 0 0,13 39 15 0 0,-1 1-1 0 0,1-1 1 0 0,-1 0 0 0 0,0 1 0 0 0,0-1-1 0 0,0 1 1 0 0,-1 0 0 0 0,1 0 0 0 0,-1 0 0 0 0,0 0-1 0 0,0 0 1 0 0,0 0 0 0 0,0 1 0 0 0,0 0-1 0 0,-1-1 1 0 0,1 1 0 0 0,0 0 0 0 0,-8-2 0 0 0,8 3 4 0 0,-1 1 0 0 0,0-1 0 0 0,1 1 1 0 0,-1 0-1 0 0,0 0 0 0 0,1 0 1 0 0,-1 0-1 0 0,0 1 0 0 0,1-1 1 0 0,-1 1-1 0 0,1 0 0 0 0,-1 0 0 0 0,1 1 1 0 0,-1-1-1 0 0,1 1 0 0 0,0-1 1 0 0,-1 1-1 0 0,1 0 0 0 0,0 0 1 0 0,0 1-1 0 0,-2 1 0 0 0,-6 6 14 0 0,1 1-1 0 0,0-1 1 0 0,1 1 0 0 0,0 1-1 0 0,1 0 1 0 0,0 0 0 0 0,-12 26-1 0 0,8-9 86 0 0,1 0 1 0 0,-12 51-1 0 0,14-39-93 0 0,2 1 1 0 0,2 0-1 0 0,2 1 0 0 0,1-1 1 0 0,3 1-1 0 0,10 75 0 0 0,-5-80-85 0 0,2 0-1 0 0,1-1 1 0 0,2-1-1 0 0,2 0 1 0 0,1 0-1 0 0,2-1 1 0 0,36 58-1 0 0,-34-67-777 0 0,1-1 0 0 0,2-1 0 0 0,42 39 0 0 0,34 13-6114 0 0,-50-44-56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3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57 150 1436 0 0,'-1'-31'5526'0'0,"-8"-46"0"0"0,4 36-3101 0 0,-2 103-933 0 0,2-27-903 0 0,5-33-566 0 0,-25 253 1823 0 0,21-176-1543 0 0,7 99-1 0 0,-1-152-239 0 0,2-1 1 0 0,12 48-1 0 0,-13-62-89 0 0,0 0 0 0 0,2-1 0 0 0,-1 1 0 0 0,1-1 0 0 0,0-1-1 0 0,1 1 1 0 0,1-1 0 0 0,-1 0 0 0 0,10 10 0 0 0,-14-17 8 0 0,0 0 0 0 0,1 0 0 0 0,-1 0 0 0 0,0 0 1 0 0,0 0-1 0 0,1-1 0 0 0,-1 1 0 0 0,1-1 0 0 0,-1 0 0 0 0,1 0 0 0 0,0 0 0 0 0,0 0 0 0 0,-1 0 0 0 0,1-1 0 0 0,0 1 0 0 0,0-1 0 0 0,0 0 1 0 0,3 0-1 0 0,-2 0 3 0 0,-1-1 1 0 0,1 0-1 0 0,0 0 1 0 0,0 0 0 0 0,-1 0-1 0 0,1-1 1 0 0,-1 1-1 0 0,1-1 1 0 0,-1 0 0 0 0,0 0-1 0 0,6-5 1 0 0,0-1-2 0 0,0-1 1 0 0,-1 0 0 0 0,0 0 0 0 0,-1 0-1 0 0,0-1 1 0 0,0 0 0 0 0,7-17 0 0 0,61-138-129 0 0,-75 163 135 0 0,1 5-1 0 0,0-1 8 0 0,0 1-1 0 0,-1 0 1 0 0,1-1 0 0 0,-1 1 0 0 0,1 0 0 0 0,-1 0 0 0 0,0-1-1 0 0,0 1 1 0 0,-1 3 0 0 0,1-2 5 0 0,0 12 3 0 0,0 1-1 0 0,2-1 0 0 0,0 0 1 0 0,0 1-1 0 0,10 29 0 0 0,-10-41 7 0 0,0 0-1 0 0,0 0 1 0 0,0 0-1 0 0,1 0 1 0 0,0-1-1 0 0,0 1 1 0 0,0-1-1 0 0,0 1 1 0 0,1-1-1 0 0,0 0 1 0 0,-1 0-1 0 0,1-1 1 0 0,1 1-1 0 0,-1-1 1 0 0,1 0-1 0 0,-1 0 1 0 0,1 0-1 0 0,0-1 1 0 0,0 0-1 0 0,9 3 1 0 0,-11-4-7 0 0,-1 0 1 0 0,1 0-1 0 0,-1-1 1 0 0,1 0-1 0 0,-1 1 1 0 0,1-1-1 0 0,0 0 1 0 0,-1 0-1 0 0,1-1 1 0 0,-1 1-1 0 0,1 0 0 0 0,0-1 1 0 0,-1 1-1 0 0,1-1 1 0 0,-1 0-1 0 0,0 0 1 0 0,1 0-1 0 0,-1 0 1 0 0,0-1-1 0 0,1 1 1 0 0,-1 0-1 0 0,0-1 1 0 0,0 0-1 0 0,0 1 1 0 0,0-1-1 0 0,-1 0 1 0 0,1 0-1 0 0,0 0 1 0 0,-1 0-1 0 0,1 0 1 0 0,-1-1-1 0 0,0 1 1 0 0,1-3-1 0 0,2-3-4 0 0,-1 0 0 0 0,-1 0 1 0 0,1-1-1 0 0,-1 1 0 0 0,-1-1 0 0 0,0 0 1 0 0,1-17-1 0 0,-3 14 21 0 0,0-1 1 0 0,-1 0 0 0 0,0 0 0 0 0,-1 1-1 0 0,0 0 1 0 0,-1-1 0 0 0,0 1-1 0 0,-1 1 1 0 0,-12-22 0 0 0,11 22-535 0 0,-1 2 0 0 0,0-1 0 0 0,0 1 0 0 0,-14-13 0 0 0,15 16-772 0 0,-1 1 0 0 0,0-1 0 0 0,0 1 0 0 0,0 1 0 0 0,-1-1 0 0 0,-12-4 0 0 0,7 5-4041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4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30 153 364 0 0,'-3'0'2520'0'0,"-11"0"921"0"0,11 0-2249 0 0,-7-1 1671 0 0,25-7-2033 0 0,27-8-619 0 0,267-62-90 0 0,-100 40-5308 0 0,-140 26 1236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4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0 1436 0 0,'-13'7'5137'0'0,"9"-3"-4776"0"0,0 0 1 0 0,0 0 0 0 0,1 1 0 0 0,-1-1 0 0 0,1 1 0 0 0,0 0 0 0 0,1-1 0 0 0,-1 2 0 0 0,1-1-1 0 0,0 0 1 0 0,1 0 0 0 0,-1 1 0 0 0,1-1 0 0 0,0 1 0 0 0,0-1 0 0 0,0 1 0 0 0,1 5-1 0 0,0-5-192 0 0,0 0 0 0 0,0 0 0 0 0,1 0 0 0 0,0 0 0 0 0,0 0 0 0 0,0 0 0 0 0,1-1 0 0 0,0 1 0 0 0,0 0 0 0 0,0-1 0 0 0,1 1 0 0 0,0-1-1 0 0,0 0 1 0 0,0 0 0 0 0,0 0 0 0 0,6 5 0 0 0,-5-6-74 0 0,1-1 0 0 0,-1 0 0 0 0,1 0 0 0 0,-1-1-1 0 0,1 1 1 0 0,0-1 0 0 0,0 0 0 0 0,0 0 0 0 0,1-1 0 0 0,-1 0 0 0 0,0 0 0 0 0,0 0-1 0 0,1 0 1 0 0,-1-1 0 0 0,1 0 0 0 0,6 0 0 0 0,-4-1-53 0 0,1 1 1 0 0,-1-2-1 0 0,0 1 1 0 0,0-1-1 0 0,0 0 1 0 0,-1 0-1 0 0,1-1 1 0 0,-1 0-1 0 0,1-1 1 0 0,7-4-1 0 0,-10 4-28 0 0,0-1 0 0 0,-1 1 0 0 0,1-1 0 0 0,-1 0-1 0 0,0 0 1 0 0,-1 0 0 0 0,1-1 0 0 0,-1 1 0 0 0,0-1 0 0 0,0 0-1 0 0,-1 0 1 0 0,0 0 0 0 0,3-12 0 0 0,-4 14-12 0 0,1-1 0 0 0,-2 0 0 0 0,1 1 0 0 0,0-1 0 0 0,-1 0 0 0 0,0 0 0 0 0,0 1 0 0 0,-1-1 0 0 0,1 0 0 0 0,-1 1 0 0 0,0-1 0 0 0,0 0 0 0 0,0 1 0 0 0,-1-1 0 0 0,0 1 0 0 0,0-1 0 0 0,0 1 0 0 0,0 0 0 0 0,-4-5 0 0 0,5 8-4 0 0,-1 0 0 0 0,1 0 1 0 0,-1-1-1 0 0,0 1 0 0 0,0 0 0 0 0,1 0 1 0 0,-1 1-1 0 0,0-1 0 0 0,0 0 1 0 0,0 0-1 0 0,0 1 0 0 0,0 0 1 0 0,0-1-1 0 0,0 1 0 0 0,0 0 0 0 0,0 0 1 0 0,0 0-1 0 0,0 0 0 0 0,-1 0 1 0 0,1 0-1 0 0,0 1 0 0 0,0-1 1 0 0,0 1-1 0 0,0-1 0 0 0,1 1 0 0 0,-1 0 1 0 0,-3 1-1 0 0,-6 4 0 0 0,0-1 0 0 0,1 1-1 0 0,-13 10 1 0 0,19-14 1 0 0,-22 18 3 0 0,1 0 1 0 0,1 2-1 0 0,0 0 1 0 0,2 2-1 0 0,1 0 1 0 0,0 2-1 0 0,2 0 1 0 0,-18 33-1 0 0,34-52 8 0 0,-1 0-1 0 0,1 0 1 0 0,0 0-1 0 0,1 0 1 0 0,0 1-1 0 0,0-1 1 0 0,0 1-1 0 0,0 12 1 0 0,2-18-4 0 0,0 0 0 0 0,0 0-1 0 0,0 0 1 0 0,0 0 0 0 0,1 1 0 0 0,-1-1 0 0 0,1 0 0 0 0,-1 0 0 0 0,1 0-1 0 0,0 0 1 0 0,0 0 0 0 0,0 0 0 0 0,0 0 0 0 0,0 0 0 0 0,0-1 0 0 0,0 1-1 0 0,1 0 1 0 0,-1-1 0 0 0,1 1 0 0 0,-1 0 0 0 0,1-1 0 0 0,-1 0 0 0 0,1 1 0 0 0,0-1-1 0 0,0 0 1 0 0,0 0 0 0 0,0 0 0 0 0,0 0 0 0 0,0-1 0 0 0,0 1 0 0 0,0 0-1 0 0,0-1 1 0 0,0 1 0 0 0,4-1 0 0 0,14 2-238 0 0,-1-1 0 0 0,0 0-1 0 0,1-2 1 0 0,-1 0 0 0 0,0-2-1 0 0,28-6 1 0 0,111-39-3848 0 0,-127 38 3305 0 0,80-32-4436 0 0,-55 19 780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4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53 2212 0 0,'2'-4'1027'0'0,"9"-27"3566"0"0,-10 31-4529 0 0,-1-1 0 0 0,0 1-1 0 0,0-1 1 0 0,0 1 0 0 0,0-1 0 0 0,0 1 0 0 0,0-1-1 0 0,0 1 1 0 0,0-1 0 0 0,0 0 0 0 0,0 1 0 0 0,0-1 0 0 0,0 1-1 0 0,0-1 1 0 0,0 1 0 0 0,-1-1 0 0 0,1 1 0 0 0,0-1-1 0 0,0 1 1 0 0,0-1 0 0 0,-1 1 0 0 0,1-1 0 0 0,0 1 0 0 0,-1-1-1 0 0,1 1 1 0 0,0 0 0 0 0,-1-1 0 0 0,1 1 0 0 0,-1-1 0 0 0,1 1-1 0 0,-1 0 1 0 0,1 0 0 0 0,-1-1 0 0 0,1 1 0 0 0,-1 0-1 0 0,1 0 1 0 0,-1-1 0 0 0,1 1 0 0 0,-1 0 0 0 0,1 0 0 0 0,-1 0-1 0 0,1 0 1 0 0,-1 0 0 0 0,0 0 0 0 0,1 0 0 0 0,-1 0-1 0 0,1 0 1 0 0,-1 0 0 0 0,1 0 0 0 0,-1 0 0 0 0,1 0 0 0 0,-2 1-1 0 0,-11 2 301 0 0,1 0-1 0 0,-1 1 1 0 0,1 1-1 0 0,0 0 1 0 0,0 1-1 0 0,0 0 1 0 0,-20 15-1 0 0,-77 66 962 0 0,86-68-1059 0 0,-7 7 81 0 0,-38 42 0 0 0,59-57-291 0 0,-1 0 0 0 0,2 1 0 0 0,0 0 0 0 0,0 1 0 0 0,1 0 0 0 0,1 0 0 0 0,-7 18 0 0 0,12-28-42 0 0,0 0 0 0 0,0 0 0 0 0,0 0 0 0 0,0 0 0 0 0,1 0-1 0 0,0 0 1 0 0,-1 0 0 0 0,1 1 0 0 0,0-1 0 0 0,1 0 0 0 0,-1 0 0 0 0,0 0 0 0 0,1 1 0 0 0,0-1 0 0 0,0 0 0 0 0,0 0 0 0 0,0 0 0 0 0,0 0-1 0 0,0 0 1 0 0,1-1 0 0 0,0 1 0 0 0,-1 0 0 0 0,4 3 0 0 0,-2-3-3 0 0,1 0 0 0 0,0 0 0 0 0,-1-1 0 0 0,1 1 0 0 0,0-1 0 0 0,1 0 0 0 0,-1 0 0 0 0,0 0 0 0 0,1-1 0 0 0,-1 0 0 0 0,0 1 0 0 0,1-1 0 0 0,0-1 0 0 0,-1 1 0 0 0,9-1 0 0 0,-2 1-2 0 0,1-1-1 0 0,-1-1 1 0 0,0 0-1 0 0,1-1 1 0 0,-1 0 0 0 0,0 0-1 0 0,0-1 1 0 0,0-1-1 0 0,0 0 1 0 0,0 0 0 0 0,-1-1-1 0 0,13-8 1 0 0,-12 5-9 0 0,-1 0 0 0 0,0 0-1 0 0,0-1 1 0 0,-1 0 0 0 0,0-1 0 0 0,-1 0 0 0 0,0 0 0 0 0,-1-1 0 0 0,0 0 0 0 0,10-20 0 0 0,-1-7-10 0 0,22-73 0 0 0,-37 109 2 0 0,-3 5-33 0 0,1-1 42 0 0,0 1 1 0 0,0-1 0 0 0,0 0-1 0 0,0 1 1 0 0,0 0 0 0 0,0-1-1 0 0,1 1 1 0 0,-1 3 0 0 0,1-5 0 0 0,-3 14 11 0 0,-9 40 113 0 0,3 0 0 0 0,-4 85 0 0 0,13-134-195 0 0,0 0 0 0 0,1 0-1 0 0,-1 0 1 0 0,1 0 0 0 0,0 0 0 0 0,0 0 0 0 0,1 0-1 0 0,0-1 1 0 0,4 11 0 0 0,-4-14-152 0 0,-1 0 0 0 0,1 0 0 0 0,0 0 0 0 0,-1 0 0 0 0,1 0 0 0 0,0 0 0 0 0,0 0 0 0 0,1 0 0 0 0,-1-1 0 0 0,0 1 0 0 0,0-1 0 0 0,1 0 0 0 0,-1 0 0 0 0,1 0 0 0 0,-1 0 0 0 0,1 0 0 0 0,0 0 0 0 0,-1-1 0 0 0,1 1-1 0 0,0-1 1 0 0,-1 0 0 0 0,1 1 0 0 0,4-2 0 0 0,10 0-3583 0 0,3-4-1806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5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316 301 1096 0 0,'2'-4'517'0'0,"-1"0"0"0"0,0 0-1 0 0,0 0 1 0 0,-1 0 0 0 0,1 1 0 0 0,-1-1-1 0 0,0 0 1 0 0,0 0 0 0 0,0 0 0 0 0,-1 0-1 0 0,1 0 1 0 0,-1 0 0 0 0,0 0 0 0 0,0 1-1 0 0,0-1 1 0 0,-2-4 0 0 0,2 8-455 0 0,0-1 0 0 0,0 0 0 0 0,0 1 0 0 0,0-1-1 0 0,0 1 1 0 0,0-1 0 0 0,0 1 0 0 0,0-1 0 0 0,0 1 0 0 0,0 0 0 0 0,0-1 0 0 0,0 1 0 0 0,0 0 0 0 0,0 0-1 0 0,0 0 1 0 0,0 0 0 0 0,0 0 0 0 0,0 0 0 0 0,0 0 0 0 0,0 0 0 0 0,0 1 0 0 0,-1-1 0 0 0,1 0 0 0 0,0 0-1 0 0,0 1 1 0 0,-1 0 0 0 0,-27 14 661 0 0,29-15-708 0 0,-16 10 235 0 0,2 1-1 0 0,-1 0 1 0 0,2 2-1 0 0,-1-1 1 0 0,2 2-1 0 0,-16 19 0 0 0,7-3 87 0 0,1 0 0 0 0,-20 40-1 0 0,28-46-160 0 0,1 0 0 0 0,1 1 0 0 0,-11 47 0 0 0,18-62-136 0 0,1 0 1 0 0,1 0 0 0 0,-1 0 0 0 0,2 1 0 0 0,0-1 0 0 0,0 0 0 0 0,0 0 0 0 0,2 1 0 0 0,-1-1 0 0 0,1 0 0 0 0,0 0 0 0 0,8 18 0 0 0,-8-24-29 0 0,0 0 0 0 0,0-1 0 0 0,1 1 0 0 0,-1-1 0 0 0,1 1 0 0 0,0-1 0 0 0,0 0 0 0 0,0 0 0 0 0,0 0 0 0 0,0 0 0 0 0,1-1 0 0 0,-1 1 0 0 0,7 2 0 0 0,-4-2-2 0 0,1-1 1 0 0,-1 1-1 0 0,1-1 0 0 0,0-1 1 0 0,0 1-1 0 0,-1-1 1 0 0,13 0-1 0 0,0-1-97 0 0,0-1-1 0 0,1-1 1 0 0,-1-1 0 0 0,0-1-1 0 0,19-6 1 0 0,-16 3-180 0 0,-1 0 1 0 0,0-2-1 0 0,-1 0 1 0 0,1-2-1 0 0,-2 0 1 0 0,0-1-1 0 0,0-1 0 0 0,-1-1 1 0 0,-1 0-1 0 0,0-2 1 0 0,26-30-1 0 0,-21 18 66 0 0,-2-1 1 0 0,0-1-1 0 0,-2-1 0 0 0,-2 0 0 0 0,0-2 0 0 0,18-59 1 0 0,12-79 725 0 0,-40 141 2 0 0,-2 1-1 0 0,-1-1 1 0 0,-3-56 0 0 0,-5 66-311 0 0,5 20-209 0 0,0 0-1 0 0,0-1 0 0 0,-1 1 0 0 0,1 0 1 0 0,0-1-1 0 0,0 1 0 0 0,-1 0 0 0 0,1 0 1 0 0,0 0-1 0 0,-1-1 0 0 0,1 1 0 0 0,0 0 1 0 0,0 0-1 0 0,-1 0 0 0 0,1-1 0 0 0,0 1 1 0 0,-1 0-1 0 0,1 0 0 0 0,0 0 1 0 0,-1 0-1 0 0,1 0 0 0 0,-1 0 0 0 0,1 0 1 0 0,0 0-1 0 0,-1 0 0 0 0,1 0 0 0 0,0 0 1 0 0,-1 0-1 0 0,-1 1 7 0 0,1 0-1 0 0,-1 0 1 0 0,1 0 0 0 0,-1 0 0 0 0,1 0-1 0 0,0 1 1 0 0,0-1 0 0 0,-1 0 0 0 0,1 1 0 0 0,0-1-1 0 0,0 1 1 0 0,0-1 0 0 0,1 1 0 0 0,-1-1-1 0 0,0 1 1 0 0,0 0 0 0 0,0 1 0 0 0,-7 23 484 0 0,0 1 0 0 0,-7 47-1 0 0,0 59 805 0 0,12-106-1039 0 0,-12 442 2544 0 0,15-468-2790 0 0,-1 0 0 0 0,1 0 1 0 0,0 0-1 0 0,0-1 0 0 0,0 1 0 0 0,0 0 1 0 0,0 0-1 0 0,0 0 0 0 0,1 0 1 0 0,-1-1-1 0 0,0 1 0 0 0,0 0 0 0 0,1 0 1 0 0,-1-1-1 0 0,0 1 0 0 0,1 0 0 0 0,-1 0 1 0 0,1-1-1 0 0,-1 1 0 0 0,1 0 0 0 0,-1-1 1 0 0,1 1-1 0 0,-1 0 0 0 0,2 0 1 0 0,-1-1-7 0 0,0 0 0 0 0,0 0 0 0 0,0 0 0 0 0,-1 0 0 0 0,1 0 0 0 0,0 0 0 0 0,0 0 0 0 0,0 0 0 0 0,0 0 0 0 0,0-1 0 0 0,-1 1 1 0 0,1 0-1 0 0,0-1 0 0 0,0 1 0 0 0,0 0 0 0 0,-1-1 0 0 0,1 1 0 0 0,1-2 0 0 0,5-3 20 0 0,-1-1 0 0 0,0 1 0 0 0,7-10 0 0 0,38-47 49 0 0,-28 34-78 0 0,1 0 0 0 0,52-48 0 0 0,-75 76-3 0 0,0-1 1 0 0,0 1-1 0 0,0-1 0 0 0,0 1 1 0 0,0-1-1 0 0,0 1 0 0 0,0 0 1 0 0,0 0-1 0 0,0-1 0 0 0,0 1 1 0 0,0 0-1 0 0,0 0 0 0 0,0 0 1 0 0,0 0-1 0 0,0 0 1 0 0,0 0-1 0 0,0 0 0 0 0,0 1 1 0 0,0-1-1 0 0,0 0 0 0 0,0 0 1 0 0,-1 1-1 0 0,1-1 0 0 0,0 1 1 0 0,2 0-1 0 0,-1 1-3 0 0,1-1-1 0 0,-1 1 1 0 0,0 0 0 0 0,1 0-1 0 0,-1-1 1 0 0,0 2 0 0 0,3 3 0 0 0,2 6 1 0 0,0 1 1 0 0,-1 0 0 0 0,-1 1-1 0 0,0 0 1 0 0,-1-1 0 0 0,0 1-1 0 0,2 21 1 0 0,4 12 91 0 0,-10-46-80 0 0,0 0 0 0 0,1 0 1 0 0,-1 0-1 0 0,0 0 1 0 0,1 0-1 0 0,-1 1 1 0 0,1-1-1 0 0,-1 0 1 0 0,1 0-1 0 0,-1 0 1 0 0,1 0-1 0 0,0 0 0 0 0,0-1 1 0 0,-1 1-1 0 0,1 0 1 0 0,0 0-1 0 0,0 0 1 0 0,0-1-1 0 0,0 1 1 0 0,0 0-1 0 0,0-1 0 0 0,0 1 1 0 0,0-1-1 0 0,0 1 1 0 0,0-1-1 0 0,1 0 1 0 0,-1 1-1 0 0,0-1 1 0 0,2 0-1 0 0,2 0 9 0 0,0 0 0 0 0,0-1-1 0 0,-1 0 1 0 0,1 0 0 0 0,0 0 0 0 0,0 0 0 0 0,5-3 0 0 0,1 0 1 0 0,0-2 0 0 0,0 1 0 0 0,0-2 0 0 0,-1 1 0 0 0,0-1 1 0 0,13-12-1 0 0,54-56-51 0 0,-58 55-47 0 0,51-56-1013 0 0,-29 30-1737 0 0,2 2-5813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214 726 2188 0 0,'-50'-78'9566'0'0,"49"78"-9525"0"0,1-1 0 0 0,0 1 0 0 0,-1-1-1 0 0,1 1 1 0 0,-1 0 0 0 0,1-1 0 0 0,-1 1-1 0 0,1 0 1 0 0,-1-1 0 0 0,1 1 0 0 0,-1 0-1 0 0,1 0 1 0 0,-1 0 0 0 0,1-1 0 0 0,-1 1-1 0 0,1 0 1 0 0,-1 0 0 0 0,1 0 0 0 0,-1 0-1 0 0,1 0 1 0 0,-1 0 0 0 0,0 0 0 0 0,1 0-1 0 0,-1 0 1 0 0,1 0 0 0 0,-1 0 0 0 0,1 0-1 0 0,-1 0 1 0 0,1 1 0 0 0,-1-1 0 0 0,0 0-1 0 0,1 0 1 0 0,0 1 0 0 0,-1-1 0 0 0,1 0-1 0 0,-1 1 1 0 0,1-1 0 0 0,-1 0 0 0 0,1 1-1 0 0,-1-1 1 0 0,1 1 0 0 0,0-1 0 0 0,-1 1-1 0 0,1-1 1 0 0,0 0 0 0 0,0 1 0 0 0,-1 0-1 0 0,1 0 1 0 0,-17 30 752 0 0,14-24-518 0 0,-69 150 2203 0 0,61-129-2233 0 0,1 2 0 0 0,1-1 0 0 0,-7 49 0 0 0,15-71-212 0 0,0-1-1 0 0,1 1 0 0 0,0-1 1 0 0,0 1-1 0 0,1-1 1 0 0,-1 1-1 0 0,1-1 1 0 0,3 10-1 0 0,-3-14-24 0 0,0 0 0 0 0,-1 0 0 0 0,1 0-1 0 0,0 0 1 0 0,0-1 0 0 0,1 1 0 0 0,-1 0-1 0 0,0-1 1 0 0,0 1 0 0 0,1-1-1 0 0,-1 1 1 0 0,1-1 0 0 0,0 0 0 0 0,-1 0-1 0 0,1 1 1 0 0,0-1 0 0 0,-1 0 0 0 0,1-1-1 0 0,0 1 1 0 0,0 0 0 0 0,0 0 0 0 0,0-1-1 0 0,0 1 1 0 0,0-1 0 0 0,0 0 0 0 0,0 0-1 0 0,0 1 1 0 0,0-1 0 0 0,0 0 0 0 0,0-1-1 0 0,3 1 1 0 0,6-2-2 0 0,1-1 0 0 0,-1 0 0 0 0,1 0 0 0 0,-1-1 0 0 0,0 0-1 0 0,0-1 1 0 0,-1 0 0 0 0,1-1 0 0 0,-1-1 0 0 0,0 1 0 0 0,10-10 0 0 0,0-1-8 0 0,-1-1 1 0 0,-1-1-1 0 0,32-41 1 0 0,-36 39-7 0 0,0 0 0 0 0,-2-1 0 0 0,0 0 0 0 0,-2-1 1 0 0,14-42-1 0 0,-19 48 0 0 0,-1 1 1 0 0,0-1 0 0 0,-2 0-1 0 0,0 0 1 0 0,-1 0 0 0 0,0-1-1 0 0,-2 1 1 0 0,0 0-1 0 0,-4-22 1 0 0,4 33 5 0 0,-1-1 0 0 0,0 1 0 0 0,0 0 0 0 0,0 1 0 0 0,0-1 0 0 0,-1 0 0 0 0,0 1 0 0 0,0-1 0 0 0,-1 1 0 0 0,0 0 0 0 0,1 0 0 0 0,-2 0 0 0 0,1 1 0 0 0,0 0 0 0 0,-9-7 0 0 0,9 9-3 0 0,-1-1 1 0 0,1 1-1 0 0,0 0 1 0 0,-1 0 0 0 0,1 1-1 0 0,-1-1 1 0 0,0 1-1 0 0,0 0 1 0 0,1 1-1 0 0,-1-1 1 0 0,0 1 0 0 0,0 0-1 0 0,0 0 1 0 0,1 0-1 0 0,-1 1 1 0 0,0-1-1 0 0,0 1 1 0 0,1 0 0 0 0,-1 1-1 0 0,-7 2 1 0 0,2 1-2 0 0,1 0 0 0 0,-1 0 1 0 0,2 1-1 0 0,-1 0 0 0 0,0 1 1 0 0,1 0-1 0 0,1 0 0 0 0,-1 1 1 0 0,1-1-1 0 0,0 2 0 0 0,1-1 0 0 0,-10 17 1 0 0,13-20 5 0 0,0 1 0 0 0,0 0 0 0 0,0-1 0 0 0,0 1 0 0 0,1 0 0 0 0,0 1 0 0 0,0-1 0 0 0,1 0 0 0 0,0 0 0 0 0,0 1 0 0 0,0-1 0 0 0,1 1 0 0 0,0-1 0 0 0,0 1 0 0 0,1-1 0 0 0,0 0 0 0 0,0 1 0 0 0,0-1 0 0 0,1 0 0 0 0,0 1 0 0 0,5 10 0 0 0,-4-12-2 0 0,0-1 1 0 0,1 1-1 0 0,0-1 0 0 0,0 0 1 0 0,0-1-1 0 0,0 1 1 0 0,1-1-1 0 0,-1 1 1 0 0,1-1-1 0 0,0-1 0 0 0,0 1 1 0 0,0-1-1 0 0,0 0 1 0 0,0 0-1 0 0,1 0 1 0 0,-1 0-1 0 0,0-1 0 0 0,7 0 1 0 0,5 2-73 0 0,1-2 1 0 0,-1 0-1 0 0,1-1 0 0 0,25-3 1 0 0,-14 0-69 0 0,0-2 0 0 0,-1-1 1 0 0,0-2-1 0 0,0 0 1 0 0,-1-2-1 0 0,0-1 0 0 0,-1-1 1 0 0,39-24-1 0 0,-45 22 7 0 0,0 0 0 0 0,-1-1 0 0 0,-1-1 0 0 0,-1 0 0 0 0,0-1 0 0 0,-1-1 0 0 0,-1-1 0 0 0,-1-1 0 0 0,-1 0-1 0 0,20-38 1 0 0,-18 24 12 0 0,-1-1 0 0 0,-2-1 0 0 0,10-48 0 0 0,8-112 228 0 0,-23 132 197 0 0,-7 62-73 0 0,-2 4-9 0 0,-2 4-32 0 0,0 0-1 0 0,0 1 0 0 0,0-1 0 0 0,1 1 1 0 0,0-1-1 0 0,-3 15 0 0 0,-13 51 631 0 0,15-51-629 0 0,-25 96 563 0 0,-30 148 139 0 0,48-202-772 0 0,3 2 0 0 0,0 74 0 0 0,7-126-97 0 0,2-1 0 0 0,0 1 0 0 0,0-1 1 0 0,1 0-1 0 0,1 0 0 0 0,0 0 0 0 0,7 20 0 0 0,-8-28-104 0 0,0-1 1 0 0,0 1-1 0 0,0 0 1 0 0,0-1-1 0 0,1 1 0 0 0,0-1 1 0 0,-1 0-1 0 0,1 0 1 0 0,0 0-1 0 0,1 0 1 0 0,-1-1-1 0 0,0 1 0 0 0,1-1 1 0 0,-1 0-1 0 0,1 0 1 0 0,0 0-1 0 0,0 0 1 0 0,0-1-1 0 0,0 1 0 0 0,0-1 1 0 0,0 0-1 0 0,0 0 1 0 0,0-1-1 0 0,0 1 1 0 0,9-1-1 0 0,-5 0-402 0 0,0-1 0 0 0,0 0 0 0 0,0 0 0 0 0,-1-1 0 0 0,1 0 0 0 0,0-1 0 0 0,-1 1-1 0 0,1-2 1 0 0,11-5 0 0 0,-7 2-1614 0 0,0-1 0 0 0,15-13 0 0 0,-6 4-2504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7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38 340 1580 0 0,'-5'-7'2828'0'0,"-1"1"-1448"0"0,2 0 1 0 0,-1-1-1 0 0,1 1 0 0 0,-5-10 1 0 0,8 14-1023 0 0,-2-3 1797 0 0,11 9-1958 0 0,1 0 0 0 0,-1 0 0 0 0,1 0 0 0 0,0-1 0 0 0,0 0 0 0 0,1-1 0 0 0,-1 0-1 0 0,11 0 1 0 0,10 1 3 0 0,40-2 0 0 0,0-4-98 0 0,-1-4 1 0 0,0-2 0 0 0,118-33 0 0 0,-170 37-94 0 0,-1 0 1 0 0,0-1-1 0 0,0-1 1 0 0,-1-1-1 0 0,0 0 1 0 0,0 0-1 0 0,0-2 1 0 0,18-15-1 0 0,-29 21-11 0 0,0 0 1 0 0,0 0-1 0 0,0-1 0 0 0,0 0 0 0 0,-1 1 0 0 0,1-1 0 0 0,-1 0 0 0 0,-1 0 0 0 0,1-1 1 0 0,-1 1-1 0 0,1 0 0 0 0,-2-1 0 0 0,1 0 0 0 0,-1 1 0 0 0,1-1 0 0 0,-2 0 0 0 0,1 0 1 0 0,-1 0-1 0 0,1 0 0 0 0,-2 1 0 0 0,1-1 0 0 0,-1 0 0 0 0,0 0 0 0 0,0 0 0 0 0,0 1 1 0 0,-1-1-1 0 0,-3-9 0 0 0,4 14-2 0 0,-4-7 0 0 0,4 7 3 0 0,0 0 0 0 0,0 1 1 0 0,0-1-1 0 0,-1 1 0 0 0,1-1 1 0 0,0 1-1 0 0,0 0 0 0 0,-1-1 0 0 0,1 1 1 0 0,0 0-1 0 0,0 0 0 0 0,-1 0 1 0 0,1 0-1 0 0,0 0 0 0 0,-1 0 0 0 0,1 0 1 0 0,0 1-1 0 0,0-1 0 0 0,-1 0 1 0 0,1 1-1 0 0,0-1 0 0 0,0 1 0 0 0,0-1 1 0 0,-1 1-1 0 0,1 0 0 0 0,0-1 1 0 0,0 1-1 0 0,0 0 0 0 0,0 0 0 0 0,0 0 1 0 0,0 0-1 0 0,0 0 0 0 0,1 0 1 0 0,-1 0-1 0 0,-1 1 0 0 0,0 1 6 0 0,-6 7 9 0 0,1-1 1 0 0,0 1-1 0 0,1 0 1 0 0,0 0 0 0 0,0 1-1 0 0,-4 13 1 0 0,-21 71 99 0 0,26-80-88 0 0,-45 182 472 0 0,-37 291 0 0 0,61-309-107 0 0,26-164-27 0 0,6-26-265 0 0,8-28-86 0 0,4-15-15 0 0,3 0 1 0 0,37-72-1 0 0,-49 110 0 0 0,1 0-1 0 0,0 1 1 0 0,1 0 0 0 0,1 1-1 0 0,0 0 1 0 0,0 0-1 0 0,2 1 1 0 0,0 1-1 0 0,0 1 1 0 0,1 0-1 0 0,27-15 1 0 0,-39 24 0 0 0,0 0 1 0 0,1 1-1 0 0,-1 0 1 0 0,1-1-1 0 0,0 1 0 0 0,-1 1 1 0 0,1-1-1 0 0,0 0 0 0 0,-1 1 1 0 0,1 0-1 0 0,0 0 1 0 0,0 0-1 0 0,-1 0 0 0 0,1 1 1 0 0,0-1-1 0 0,-1 1 1 0 0,8 2-1 0 0,-6 0 10 0 0,1 0-1 0 0,-1 0 1 0 0,0 0-1 0 0,0 0 1 0 0,0 1 0 0 0,-1 0-1 0 0,0 0 1 0 0,1 0 0 0 0,-1 1-1 0 0,4 6 1 0 0,4 6 34 0 0,-2 0 0 0 0,0 1 1 0 0,-1 0-1 0 0,-1 1 0 0 0,9 29 0 0 0,5 43 69 0 0,0 1-100 0 0,-19-80-411 0 0,2 0 0 0 0,0 0 1 0 0,0 0-1 0 0,1-1 0 0 0,8 13 0 0 0,-11-20-186 0 0,0-1 0 0 0,0 1-1 0 0,1 0 1 0 0,-1-1 0 0 0,1 0 0 0 0,-1 0-1 0 0,1 0 1 0 0,0 0 0 0 0,0-1-1 0 0,0 0 1 0 0,1 1 0 0 0,-1-1 0 0 0,1-1-1 0 0,7 3 1 0 0,8-1-4728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8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260 122 1724 0 0,'-2'1'2020'0'0,"-5"5"-1324"0"0,1 0 0 0 0,-1 1 1 0 0,2 0-1 0 0,-1 0 0 0 0,1 0 1 0 0,0 1-1 0 0,0-1 0 0 0,1 1 1 0 0,0 0-1 0 0,-3 10 0 0 0,4-10-465 0 0,0 0-1 0 0,1 0 0 0 0,-1 0 1 0 0,2 0-1 0 0,-1 0 0 0 0,1 0 0 0 0,1 1 1 0 0,0-1-1 0 0,0 0 0 0 0,0 1 0 0 0,3 11 1 0 0,-3-18-183 0 0,1-1 1 0 0,-1 1 0 0 0,1-1-1 0 0,-1 1 1 0 0,1-1 0 0 0,0 1-1 0 0,-1-1 1 0 0,1 0 0 0 0,0 1-1 0 0,0-1 1 0 0,0 0 0 0 0,0 0-1 0 0,0 0 1 0 0,0 1 0 0 0,1-1-1 0 0,-1 0 1 0 0,0-1 0 0 0,1 1-1 0 0,-1 0 1 0 0,2 1 0 0 0,0-1-6 0 0,0-1 0 0 0,-1 1 0 0 0,1 0 0 0 0,0-1 0 0 0,0 0 0 0 0,-1 0 1 0 0,1 1-1 0 0,0-2 0 0 0,0 1 0 0 0,-1 0 0 0 0,4-1 0 0 0,0 0-11 0 0,0-1-1 0 0,-1 0 1 0 0,1 0-1 0 0,-1 0 0 0 0,0 0 1 0 0,0-1-1 0 0,1 0 1 0 0,-1 0-1 0 0,-1 0 1 0 0,9-8-1 0 0,-8 5-19 0 0,0 0 0 0 0,0-1 0 0 0,-1 0 0 0 0,0 0 1 0 0,-1 0-1 0 0,1 0 0 0 0,-2-1 0 0 0,1 1 0 0 0,-1-1 0 0 0,0 0 0 0 0,0 1 0 0 0,-1-1 0 0 0,0 0 0 0 0,0 0 0 0 0,-1 0 1 0 0,-1-15-1 0 0,0 11-3 0 0,-1 0 0 0 0,0 0 0 0 0,-1 0 0 0 0,0 0 0 0 0,-1 1 0 0 0,0-1 0 0 0,-1 1 0 0 0,0 0 0 0 0,-1 1 0 0 0,-11-17 0 0 0,15 24-6 0 0,1 0 0 0 0,-1 1 0 0 0,0-1 0 0 0,0 1 0 0 0,-1 0 1 0 0,1 0-1 0 0,0 0 0 0 0,-1 0 0 0 0,1 0 0 0 0,-1 0 0 0 0,0 1 0 0 0,0-1 0 0 0,1 1 0 0 0,-1 0 1 0 0,0 0-1 0 0,0 0 0 0 0,0 0 0 0 0,0 0 0 0 0,0 1 0 0 0,0-1 0 0 0,-1 1 0 0 0,1 0 0 0 0,0 0 1 0 0,0 0-1 0 0,0 0 0 0 0,0 1 0 0 0,0-1 0 0 0,0 1 0 0 0,0 0 0 0 0,0 0 0 0 0,0 0 1 0 0,0 0-1 0 0,0 0 0 0 0,0 1 0 0 0,1-1 0 0 0,-1 1 0 0 0,-3 3 0 0 0,-7 5 79 0 0,1 0-1 0 0,0 1 1 0 0,0 0-1 0 0,2 1 1 0 0,-19 25-1 0 0,14-16 38 0 0,2 1-1 0 0,0 0 0 0 0,2 0 1 0 0,0 1-1 0 0,1 1 1 0 0,-7 29-1 0 0,13-41-77 0 0,1 1 0 0 0,1 0 0 0 0,0 0 0 0 0,0 0 0 0 0,1 0-1 0 0,1 0 1 0 0,0 1 0 0 0,1-1 0 0 0,1 0 0 0 0,0 0 0 0 0,0 0 0 0 0,1 0 0 0 0,9 21 0 0 0,-8-26-33 0 0,0-1-1 0 0,1 0 1 0 0,-1 0 0 0 0,2-1 0 0 0,-1 1 0 0 0,1-1-1 0 0,0 0 1 0 0,0-1 0 0 0,0 1 0 0 0,1-1 0 0 0,0-1-1 0 0,0 1 1 0 0,0-1 0 0 0,1 0 0 0 0,-1-1 0 0 0,1 0 0 0 0,15 5-1 0 0,9-1-369 0 0,0-1-1 0 0,0-1 1 0 0,43 1-1 0 0,-11-4-1439 0 0,66-5 0 0 0,-1-15-4030 0 0,-68 5 616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2:48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60 262 1700 0 0,'-30'-50'8226'0'0,"26"51"-7275"0"0,3-1-915 0 0,1-1 0 0 0,-1 1 0 0 0,1 0 0 0 0,0 0 0 0 0,-1 0-1 0 0,1 0 1 0 0,-1 0 0 0 0,1 0 0 0 0,0 0 0 0 0,-1 0 0 0 0,1 0 0 0 0,-1 0 0 0 0,1 1 0 0 0,0-1 0 0 0,-1 0 0 0 0,1 0-1 0 0,-1 0 1 0 0,1 0 0 0 0,0 1 0 0 0,-1-1 0 0 0,1 0 0 0 0,0 0 0 0 0,-1 1 0 0 0,1-1 0 0 0,0 0 0 0 0,0 0 0 0 0,-1 1 0 0 0,1 0-1 0 0,-4 9 473 0 0,1 0-1 0 0,1 1 1 0 0,0-1-1 0 0,0 1 0 0 0,1 0 1 0 0,0 13-1 0 0,6 73 1251 0 0,-1-30-996 0 0,3 78 40 0 0,0 47 1867 0 0,-7-190-2360 0 0,0 1-1 0 0,-1 0 0 0 0,1 0 0 0 0,-1-1 0 0 0,1 1 1 0 0,-1-1-1 0 0,-1 5 0 0 0,2-7-287 0 0,0 1 1 0 0,0-1-1 0 0,0 0 1 0 0,0 0-1 0 0,0 0 0 0 0,0 0 1 0 0,-1 0-1 0 0,1 0 1 0 0,0 0-1 0 0,0 0 1 0 0,0 0-1 0 0,0 0 0 0 0,0 1 1 0 0,0-1-1 0 0,0 0 1 0 0,0 0-1 0 0,0 0 0 0 0,0 0 1 0 0,0 0-1 0 0,0 0 1 0 0,0 0-1 0 0,0 0 0 0 0,0 0 1 0 0,-1 0-1 0 0,1 0 1 0 0,0 0-1 0 0,0 0 1 0 0,0 0-1 0 0,0 0 0 0 0,0 0 1 0 0,0 0-1 0 0,0 0 1 0 0,0 0-1 0 0,0 0 0 0 0,0 0 1 0 0,-1 0-1 0 0,1 0 1 0 0,0 0-1 0 0,0 0 0 0 0,0 0 1 0 0,0 0-1 0 0,0 0 1 0 0,0 0-1 0 0,0 0 1 0 0,0 0-1 0 0,0 0 0 0 0,-1 0 1 0 0,1 0-1 0 0,0 0 1 0 0,0 0-1 0 0,0 0 0 0 0,0 0 1 0 0,0 0-1 0 0,0 0 1 0 0,0 0-1 0 0,0 0 0 0 0,0 0 1 0 0,0-1-1 0 0,0 1 1 0 0,-3-15 198 0 0,3-17-148 0 0,2-1 1 0 0,1 1 0 0 0,1-1 0 0 0,2 1-1 0 0,1 1 1 0 0,2-1 0 0 0,22-53 0 0 0,-16 50-34 0 0,2 0 0 0 0,2 2 0 0 0,0 0 0 0 0,3 1 0 0 0,0 1 0 0 0,40-41 0 0 0,-30 39-1000 0 0,54-42 1 0 0,49-18-6702 0 0,-99 70 312 0 0,-17 13 400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3:00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489 259 1632 0 0,'1'-12'8004'0'0,"-2"9"-7723"0"0,0 0-1 0 0,0 1 0 0 0,-1-1 1 0 0,1 1-1 0 0,-1-1 0 0 0,0 1 1 0 0,1-1-1 0 0,-1 1 0 0 0,0 0 0 0 0,0 0 1 0 0,-1 0-1 0 0,1 0 0 0 0,0 1 1 0 0,-1-1-1 0 0,1 0 0 0 0,-1 1 1 0 0,1 0-1 0 0,-1-1 0 0 0,0 1 1 0 0,1 0-1 0 0,-1 1 0 0 0,0-1 1 0 0,0 0-1 0 0,0 1 0 0 0,-3-1 1 0 0,-1 0-184 0 0,1 1 0 0 0,-1 0 0 0 0,0 0 0 0 0,0 0 0 0 0,1 1 0 0 0,-1 0 1 0 0,0 0-1 0 0,1 1 0 0 0,-1 0 0 0 0,-7 3 0 0 0,-3 4-71 0 0,0 1 1 0 0,0 0-1 0 0,1 1 0 0 0,0 1 0 0 0,1 1 1 0 0,1 0-1 0 0,0 1 0 0 0,0 0 1 0 0,2 1-1 0 0,-15 21 0 0 0,4 0-11 0 0,1 1-1 0 0,3 0 1 0 0,-27 69-1 0 0,31-65 19 0 0,-18 85 0 0 0,28-102-31 0 0,2 1-1 0 0,1 0 0 0 0,0 0 1 0 0,5 49-1 0 0,-2-67-1 0 0,0 1 1 0 0,1-1-1 0 0,0 1 1 0 0,0-1-1 0 0,0 1 0 0 0,1-1 1 0 0,0 0-1 0 0,8 11 0 0 0,-10-15-1 0 0,1 0 0 0 0,0-1 0 0 0,0 1 0 0 0,1-1 0 0 0,-1 0 0 0 0,0 0-1 0 0,1 0 1 0 0,-1 0 0 0 0,1 0 0 0 0,0 0 0 0 0,-1 0 0 0 0,1-1 0 0 0,0 0-1 0 0,0 1 1 0 0,0-1 0 0 0,0 0 0 0 0,1 0 0 0 0,-1-1 0 0 0,0 1 0 0 0,0-1-1 0 0,0 1 1 0 0,0-1 0 0 0,5-1 0 0 0,9-1-16 0 0,-1-1 0 0 0,0-1 1 0 0,0 0-1 0 0,-1-2 0 0 0,1 1 0 0 0,-1-2 0 0 0,0 0 1 0 0,25-17-1 0 0,-9 3-84 0 0,0-2 0 0 0,47-46-1 0 0,-47 36-109 0 0,-2 0-1 0 0,-1-3 0 0 0,-2 0 1 0 0,-1-1-1 0 0,34-72 0 0 0,-22 27-178 0 0,48-159-1 0 0,-25-6 159 0 0,-58 238 214 0 0,-73 434-239 0 0,37-200 378 0 0,27-183-96 0 0,0-5 27 0 0,-4 68 0 0 0,13-96 68 0 0,2-9-44 0 0,9-16-17 0 0,12-29-56 0 0,-10 7-6 0 0,45-95-62 0 0,-50 114 46 0 0,1 1 0 0 0,0 0-1 0 0,2 1 1 0 0,26-30 0 0 0,-37 44 18 0 0,-2 2 1 0 0,1 0-1 0 0,0 0 0 0 0,-1 0 1 0 0,1 0-1 0 0,0 1 0 0 0,0-1 1 0 0,-1 0-1 0 0,1 1 1 0 0,0-1-1 0 0,0 0 0 0 0,0 1 1 0 0,0-1-1 0 0,0 1 1 0 0,0-1-1 0 0,0 1 0 0 0,0 0 1 0 0,0-1-1 0 0,2 1 0 0 0,0-2-4 0 0,-3 1 3 0 0,1 1 0 0 0,-1 0 1 0 0,1-1-1 0 0,0 1 1 0 0,-1-1-1 0 0,1 1 1 0 0,0 0-1 0 0,0-1 0 0 0,-1 1 1 0 0,1 0-1 0 0,0 0 1 0 0,0 0-1 0 0,0-1 0 0 0,-1 1 1 0 0,1 0-1 0 0,0 0 1 0 0,0 0-1 0 0,1 1 0 0 0,0-1 1 0 0,1 0 0 0 0,0 1 0 0 0,-1-1-1 0 0,1 1 1 0 0,0 0 0 0 0,-1 0 0 0 0,1 0-1 0 0,-1 0 1 0 0,1 0 0 0 0,-1 0 0 0 0,1 1 0 0 0,-1-1-1 0 0,0 1 1 0 0,0 0 0 0 0,0 0 0 0 0,0 0-1 0 0,0 0 1 0 0,0 0 0 0 0,0 0 0 0 0,-1 0-1 0 0,1 0 1 0 0,-1 1 0 0 0,1-1 0 0 0,-1 1-1 0 0,0-1 1 0 0,1 6 0 0 0,1-2 0 0 0,5 16 20 0 0,-1 0 0 0 0,-1 0-1 0 0,-1 0 1 0 0,3 36-1 0 0,-5-33 2 0 0,0-1-1 0 0,2 1 1 0 0,14 38-1 0 0,-19-61-16 0 0,1-1 1 0 0,-1 1-1 0 0,1-1 0 0 0,0 1 0 0 0,0-1 0 0 0,0 1 1 0 0,0-1-1 0 0,0 0 0 0 0,0 1 0 0 0,1-1 0 0 0,-1 0 1 0 0,0 0-1 0 0,0 0 0 0 0,1 0 0 0 0,-1 0 1 0 0,1 0-1 0 0,-1 0 0 0 0,1 0 0 0 0,-1-1 0 0 0,4 2 1 0 0,-2-2-2 0 0,0 1 0 0 0,0-1 0 0 0,0 0 0 0 0,0 0 0 0 0,0 0 0 0 0,1 0 1 0 0,-1-1-1 0 0,0 1 0 0 0,0-1 0 0 0,5-2 0 0 0,1 0-6 0 0,1-1-1 0 0,-1-1 1 0 0,-1 1 0 0 0,1-2-1 0 0,0 1 1 0 0,8-9 0 0 0,0-1-6 0 0,-1-2 0 0 0,-1 0 0 0 0,-1-1-1 0 0,0 0 1 0 0,-1-1 0 0 0,-1-1 0 0 0,-1 0 0 0 0,-1-1 0 0 0,0 0 0 0 0,-2 0 0 0 0,0-1 0 0 0,-2 0 0 0 0,6-32-1 0 0,-11 49 9 0 0,0 0-1 0 0,0-1 1 0 0,-1 1-1 0 0,0 0 1 0 0,0 0-1 0 0,0 0 1 0 0,0 0-1 0 0,-1 0 1 0 0,0 0-1 0 0,0 0 0 0 0,-1 0 1 0 0,1 0-1 0 0,-1 0 1 0 0,0 1-1 0 0,-5-10 1 0 0,6 13 0 0 0,1 1 1 0 0,-1-1-1 0 0,1 1 1 0 0,-1-1-1 0 0,0 1 1 0 0,1-1 0 0 0,-1 1-1 0 0,0-1 1 0 0,1 1-1 0 0,-1 0 1 0 0,0-1-1 0 0,0 1 1 0 0,0 0-1 0 0,1 0 1 0 0,-1 0-1 0 0,0-1 1 0 0,0 1-1 0 0,0 0 1 0 0,1 0 0 0 0,-1 0-1 0 0,0 0 1 0 0,0 0-1 0 0,0 1 1 0 0,0-1-1 0 0,1 0 1 0 0,-1 0-1 0 0,0 0 1 0 0,0 1-1 0 0,1-1 1 0 0,-2 1 0 0 0,0 0-1 0 0,-1 0 1 0 0,1 0 0 0 0,0 1 0 0 0,0-1 0 0 0,0 1-1 0 0,0-1 1 0 0,0 1 0 0 0,-3 3 0 0 0,-5 9 10 0 0,-1 1 0 0 0,2 0 0 0 0,0 0 0 0 0,1 1 0 0 0,-7 19 0 0 0,3-2 76 0 0,-13 58 0 0 0,21-75-74 0 0,2 0 0 0 0,0 0 1 0 0,0 0-1 0 0,2 0 0 0 0,0 0 0 0 0,1 0 1 0 0,3 17-1 0 0,-4-29-9 0 0,1 1 0 0 0,0-1 0 0 0,0 0 0 0 0,0 0 0 0 0,1 0 0 0 0,-1 0 0 0 0,1 0 0 0 0,0-1 0 0 0,0 1 0 0 0,0 0 0 0 0,1-1 0 0 0,-1 0 0 0 0,1 1 0 0 0,0-1 0 0 0,0 0 0 0 0,0 0 0 0 0,0-1 0 0 0,1 1 0 0 0,-1-1 0 0 0,1 1 0 0 0,-1-1 0 0 0,1 0 0 0 0,0 0 0 0 0,0-1 0 0 0,0 1 0 0 0,0-1 0 0 0,0 0 0 0 0,0 0 0 0 0,0 0 0 0 0,0-1 0 0 0,7 1 0 0 0,6-1-324 0 0,-1-1 0 0 0,1 0-1 0 0,0-2 1 0 0,0 0 0 0 0,-1-1-1 0 0,1 0 1 0 0,21-10-1 0 0,-9 2-1450 0 0,-2-1-1 0 0,0-2 1 0 0,30-21 0 0 0,-22 12-2160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3:01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76 968 0 0,'0'-3'608'0'0,"1"-1"1"0"0,0 0-1 0 0,-1 0 0 0 0,0 0 0 0 0,0 1 0 0 0,0-1 1 0 0,-1 0-1 0 0,1 0 0 0 0,-1 1 0 0 0,0-1 1 0 0,0 0-1 0 0,0 1 0 0 0,-1-1 0 0 0,1 1 1 0 0,-1-1-1 0 0,0 1 0 0 0,1-1 0 0 0,-4-2 0 0 0,3 5-533 0 0,1 1 0 0 0,-1-1 0 0 0,1 1 0 0 0,-1-1 0 0 0,0 1 0 0 0,1-1-1 0 0,-1 1 1 0 0,0 0 0 0 0,1 0 0 0 0,-1 0 0 0 0,0 0 0 0 0,1 0-1 0 0,-1 1 1 0 0,0-1 0 0 0,1 0 0 0 0,-1 1 0 0 0,0-1 0 0 0,1 1-1 0 0,-1-1 1 0 0,1 1 0 0 0,-1 0 0 0 0,1 0 0 0 0,-3 1 0 0 0,-10 8 69 0 0,1 0 0 0 0,0 1 0 0 0,0 0 0 0 0,1 1 0 0 0,1 0 0 0 0,0 1 0 0 0,0 1 0 0 0,2-1 0 0 0,-10 17 0 0 0,8-9-82 0 0,1 0 0 0 0,0 0 0 0 0,1 1 0 0 0,2 0 0 0 0,-10 45 0 0 0,16-60-46 0 0,0 0 0 0 0,0 1-1 0 0,1-1 1 0 0,0 0 0 0 0,0 0-1 0 0,1 0 1 0 0,0 0 0 0 0,0 0-1 0 0,1 0 1 0 0,-1 0 0 0 0,5 10-1 0 0,-4-14-9 0 0,-1 0 0 0 0,1 0-1 0 0,0-1 1 0 0,-1 1 0 0 0,1 0 0 0 0,0-1-1 0 0,1 0 1 0 0,-1 1 0 0 0,0-1-1 0 0,1 0 1 0 0,-1 0 0 0 0,1 0 0 0 0,0 0-1 0 0,0-1 1 0 0,-1 1 0 0 0,1-1-1 0 0,0 1 1 0 0,0-1 0 0 0,1 0 0 0 0,-1 0-1 0 0,0-1 1 0 0,0 1 0 0 0,0-1-1 0 0,1 1 1 0 0,-1-1 0 0 0,7-1 0 0 0,3 0-317 0 0,0 0 0 0 0,0-2 1 0 0,0 0-1 0 0,0 0 1 0 0,-1-1-1 0 0,1-1 1 0 0,-1 0-1 0 0,12-6 1 0 0,-5 0-1130 0 0,0-1 0 0 0,-1 0 0 0 0,-1-1 0 0 0,18-18 0 0 0,-7 2-2637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3:01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105 142 2104 0 0,'-1'-27'4562'0'0,"-9"-43"0"0"0,4 28-1342 0 0,6 40-2434 0 0,-1 2-768 0 0,1 0 0 0 0,-1 1 0 0 0,0-1 0 0 0,1 0 0 0 0,-1 1 0 0 0,1-1 0 0 0,-1 1 0 0 0,1-1 0 0 0,-1 1 0 0 0,1-1 0 0 0,-1 1 0 0 0,1-1 0 0 0,-1 1 0 0 0,1-1 0 0 0,0 1 0 0 0,-1-1 0 0 0,1 1 0 0 0,0 0 0 0 0,0-1 0 0 0,-1 1 0 0 0,1 0 0 0 0,0-1 0 0 0,0 1 0 0 0,0 0 0 0 0,0-1 0 0 0,0 2 0 0 0,-2 20 193 0 0,1-21-180 0 0,-5 239 3514 0 0,-8 119-857 0 0,-16-117-1958 0 0,7-75-900 0 0,21-150 914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3:01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245 112 1080 0 0,'65'-112'13627'0'0,"-69"114"-13485"0"0,0 0 0 0 0,0 0 0 0 0,0 0-1 0 0,1 0 1 0 0,-1 1 0 0 0,1-1-1 0 0,-1 1 1 0 0,1 0 0 0 0,-3 4 0 0 0,0-2 31 0 0,-219 178 1141 0 0,217-177-1305 0 0,1 0 0 0 0,0 0 0 0 0,-8 10 0 0 0,15-15-8 0 0,-1 0 0 0 0,1 0 0 0 0,0 0 0 0 0,0 0 0 0 0,-1 0 0 0 0,1 0 1 0 0,0 0-1 0 0,0 0 0 0 0,0 0 0 0 0,0 0 0 0 0,0 0 0 0 0,0 0 0 0 0,0 0 0 0 0,0 0 1 0 0,1 0-1 0 0,-1 0 0 0 0,0 0 0 0 0,1-1 0 0 0,-1 1 0 0 0,0 0 0 0 0,1 0 0 0 0,-1 0 1 0 0,1 0-1 0 0,0 0 0 0 0,-1 0 0 0 0,1-1 0 0 0,0 1 0 0 0,-1 0 0 0 0,1-1 1 0 0,1 2-1 0 0,28 22 64 0 0,-26-21-45 0 0,51 39 389 0 0,1-3 0 0 0,99 52 0 0 0,-148-88-401 0 0,5 3 43 0 0,0-1 0 0 0,1 0 0 0 0,18 4 1 0 0,-29-8-210 0 0,0-1 0 0 0,0 0 0 0 0,0 0 1 0 0,0 0-1 0 0,0 0 0 0 0,-1-1 0 0 0,1 1 0 0 0,0 0 0 0 0,0-1 1 0 0,0 0-1 0 0,0 1 0 0 0,-1-1 0 0 0,1 0 0 0 0,0 0 1 0 0,2-1-1 0 0,21-19-6240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3:02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1820 0 0,'0'-3'2683'0'0,"0"-3"-1847"0"0,0-29 10268 0 0,0 26-9597 0 0,0 7-593 0 0,0-10 1774 0 0,3 53-15232 0 0,-4-25 5940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3:02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1944 0 0,'-4'47'12987'0'0,"1"-28"-12412"0"0,0-6-5988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24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50 264 1112 0 0,'-10'8'4352'0'0,"9"-8"-4605"0"0,-2 2 1177 0 0,0 0 1 0 0,0-1-1 0 0,0 0 0 0 0,-1 1 0 0 0,1-1 0 0 0,0 0 0 0 0,-1-1 0 0 0,1 1 1 0 0,-5 0-1 0 0,6-2-556 0 0,2-13 565 0 0,1 5-834 0 0,0 0 1 0 0,0 0-1 0 0,1 0 0 0 0,1 0 0 0 0,-1 0 0 0 0,1 1 1 0 0,1-1-1 0 0,0 1 0 0 0,0 0 0 0 0,9-13 1 0 0,-2 4-82 0 0,1 2 0 0 0,0 0 1 0 0,2 0-1 0 0,15-13 1 0 0,-19 19-14 0 0,1 2 0 0 0,0-1 1 0 0,0 2-1 0 0,0-1 1 0 0,1 1-1 0 0,0 1 0 0 0,1 0 1 0 0,-1 1-1 0 0,1 1 1 0 0,0-1-1 0 0,-1 2 1 0 0,2 0-1 0 0,18 0 0 0 0,-20 1-12 0 0,0 1 0 0 0,0 1 0 0 0,1 0 0 0 0,-1 0 0 0 0,0 1 0 0 0,0 1 0 0 0,0 0 0 0 0,0 1-1 0 0,-1 0 1 0 0,1 1 0 0 0,-1 0 0 0 0,0 1 0 0 0,-1 0 0 0 0,15 11 0 0 0,-20-13-256 0 0,0 1 1 0 0,-1 0 0 0 0,1 0-1 0 0,-1 0 1 0 0,0 0 0 0 0,-1 1-1 0 0,1 0 1 0 0,-1-1-1 0 0,0 1 1 0 0,-1 0 0 0 0,1 0-1 0 0,-1 1 1 0 0,2 9-1 0 0,-3-7-660 0 0,1 0-1 0 0,-2 1 0 0 0,1-1 1 0 0,-1 0-1 0 0,0 1 0 0 0,-1-1 1 0 0,0 0-1 0 0,-5 17 0 0 0,1-12-1592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24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73 123 452 0 0,'-7'-26'5433'0'0,"-2"-29"-1"0"0,4 26-2610 0 0,2 16-434 0 0,2 20-1189 0 0,2 32-626 0 0,0-18-146 0 0,-22 293 843 0 0,3-107-1103 0 0,14-151-139 0 0,-2 61-304 0 0,6-100-493 0 0,1 0 0 0 0,1 0 1 0 0,0 0-1 0 0,8 28 0 0 0,-1-27-1165 0 0,9 2-5494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25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25 540 0 0,'-2'-25'14192'0'0,"10"136"-11657"0"0,-7-71-2380 0 0,2-1 0 0 0,1-1 0 0 0,2 1 1 0 0,14 45-1 0 0,-19-78-138 0 0,1-1 0 0 0,0 0 0 0 0,1 0 0 0 0,-1-1 0 0 0,1 1 0 0 0,0 0 0 0 0,0-1 0 0 0,0 0 0 0 0,1 0 0 0 0,-1 0-1 0 0,1 0 1 0 0,0 0 0 0 0,7 4 0 0 0,-8-7-8 0 0,0 0 0 0 0,1-1 0 0 0,-1 1 0 0 0,0-1 0 0 0,1 1 0 0 0,-1-1 0 0 0,1 0 0 0 0,-1 0-1 0 0,1-1 1 0 0,-1 1 0 0 0,1-1 0 0 0,-1 0 0 0 0,0 0 0 0 0,0 0 0 0 0,1 0 0 0 0,5-3 0 0 0,-1-1-4 0 0,-1 0-1 0 0,0 0 1 0 0,0 0 0 0 0,0-1 0 0 0,0 0 0 0 0,-1 0 0 0 0,0-1 0 0 0,0 0 0 0 0,-1 0 0 0 0,0 0 0 0 0,8-16-1 0 0,2-7 33 0 0,19-59-1 0 0,-19 48-28 0 0,-9 26-46 0 0,-3 8 3 0 0,0 1 0 0 0,-1 0 0 0 0,0-1 0 0 0,0 0 0 0 0,0 1 0 0 0,0-11 0 0 0,7 44 7 0 0,-56 596 310 0 0,43-596-254 0 0,-25 154 108 0 0,24-158-81 0 0,-1 0 0 0 0,-1-1 0 0 0,-2 0 1 0 0,0 0-1 0 0,-20 34 0 0 0,27-52 7 0 0,-1 0-1 0 0,1 0 1 0 0,-1-1 0 0 0,0 1-1 0 0,-1-1 1 0 0,1 1 0 0 0,0-1-1 0 0,-1 0 1 0 0,0 0-1 0 0,0-1 1 0 0,0 1 0 0 0,0-1-1 0 0,0 0 1 0 0,0 0 0 0 0,-1 0-1 0 0,1-1 1 0 0,-1 1 0 0 0,1-1-1 0 0,-6 1 1 0 0,5-2-36 0 0,0 0 1 0 0,0 0-1 0 0,0-1 1 0 0,0 1-1 0 0,0-1 1 0 0,0 0 0 0 0,0-1-1 0 0,0 1 1 0 0,0-1-1 0 0,1 0 1 0 0,-1 0-1 0 0,1 0 1 0 0,-1-1-1 0 0,1 0 1 0 0,0 1-1 0 0,0-2 1 0 0,-7-5-1 0 0,4 2-25 0 0,0 0 0 0 0,1-1-1 0 0,-1 1 1 0 0,1-1 0 0 0,1-1-1 0 0,-1 1 1 0 0,1-1 0 0 0,1 0-1 0 0,0 0 1 0 0,0 0 0 0 0,1-1-1 0 0,0 1 1 0 0,0-1 0 0 0,1 0 0 0 0,1 0-1 0 0,0 0 1 0 0,0 0 0 0 0,1 0-1 0 0,0 0 1 0 0,0 0 0 0 0,1 0-1 0 0,1 0 1 0 0,0 0 0 0 0,0 1-1 0 0,1-1 1 0 0,0 1 0 0 0,0-1-1 0 0,1 1 1 0 0,1 0 0 0 0,-1 0 0 0 0,2 1-1 0 0,9-14 1 0 0,12-12-314 0 0,1 2 0 0 0,64-55 0 0 0,76-46-1592 0 0,-13 13-1111 0 0,-86 62-1790 0 0,114-126 0 0 0,-148 141 1912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25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336 172 1012 0 0,'-1'-9'503'0'0,"0"0"1"0"0,-1-1-1 0 0,0 1 0 0 0,0 0 0 0 0,-1 0 0 0 0,0 1 1 0 0,0-1-1 0 0,-1 0 0 0 0,-1 1 0 0 0,1 0 0 0 0,-1 0 1 0 0,-1 0-1 0 0,1 1 0 0 0,-1 0 0 0 0,0 0 0 0 0,-1 0 1 0 0,0 1-1 0 0,0 0 0 0 0,-12-8 0 0 0,17 13-477 0 0,1 0-1 0 0,0 1 1 0 0,-1-1-1 0 0,1 1 0 0 0,-1 0 1 0 0,1-1-1 0 0,0 1 1 0 0,-1 0-1 0 0,1 0 1 0 0,-1 0-1 0 0,1 0 0 0 0,-1 0 1 0 0,1 0-1 0 0,-1 0 1 0 0,1 0-1 0 0,0 0 1 0 0,-1 1-1 0 0,1-1 0 0 0,-1 1 1 0 0,1-1-1 0 0,0 1 1 0 0,-1 0-1 0 0,1-1 1 0 0,0 1-1 0 0,0 0 0 0 0,-1 0 1 0 0,1 0-1 0 0,0 0 1 0 0,0 0-1 0 0,0 0 0 0 0,0 0 1 0 0,0 0-1 0 0,1 0 1 0 0,-1 1-1 0 0,0-1 1 0 0,-1 2-1 0 0,-2 5 136 0 0,0-1 0 0 0,0 1 0 0 0,1 0 0 0 0,-5 13 1 0 0,-9 51 1143 0 0,3 1 1 0 0,-6 105 0 0 0,12-93-756 0 0,-27 390 1373 0 0,23-280-1592 0 0,7-109-180 0 0,-19 196 325 0 0,24-281-488 0 0,0-1 1 0 0,0 1-1 0 0,0 0 1 0 0,0 0 0 0 0,0-1-1 0 0,0 1 1 0 0,-1 0-1 0 0,1 0 1 0 0,0-1 0 0 0,0 1-1 0 0,-1 0 1 0 0,1-1-1 0 0,-1 1 1 0 0,1-1 0 0 0,0 1-1 0 0,-1 0 1 0 0,0 0-1 0 0,0-1-34 0 0,1 0-1 0 0,0 0 0 0 0,-1 0 1 0 0,1 0-1 0 0,0 0 1 0 0,0 0-1 0 0,-1 0 0 0 0,1 0 1 0 0,0 0-1 0 0,-1-1 0 0 0,1 1 1 0 0,0 0-1 0 0,0 0 0 0 0,-1 0 1 0 0,1 0-1 0 0,0-1 0 0 0,0 1 1 0 0,-1 0-1 0 0,1 0 1 0 0,0-1-1 0 0,0 1 0 0 0,0 0 1 0 0,-1 0-1 0 0,1-1 0 0 0,0 1 1 0 0,0 0-1 0 0,0-1 0 0 0,-11-27-2422 0 0,8 3-514 0 0,0-1 0 0 0,1-28 0 0 0,2 18-1854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25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1140 0 0,'3'-16'2505'0'0,"0"2"-786"0"0,0 0 0 0 0,0 1 0 0 0,1-1-1 0 0,1 1 1 0 0,7-13 0 0 0,-11 24-1603 0 0,1 0-1 0 0,0 0 1 0 0,0 0 0 0 0,0 0-1 0 0,0 0 1 0 0,1 1 0 0 0,-1-1-1 0 0,0 1 1 0 0,1-1 0 0 0,-1 1-1 0 0,1 0 1 0 0,-1 0 0 0 0,1 0-1 0 0,0 0 1 0 0,-1 1 0 0 0,1-1-1 0 0,0 1 1 0 0,0-1 0 0 0,-1 1 0 0 0,1 0-1 0 0,0 0 1 0 0,0 0 0 0 0,-1 1-1 0 0,1-1 1 0 0,4 1 0 0 0,3 1 99 0 0,0 1-1 0 0,-1-1 1 0 0,1 2 0 0 0,0-1 0 0 0,12 8 0 0 0,-9-4-60 0 0,0 1 1 0 0,-1 0-1 0 0,1 1 0 0 0,-2 0 0 0 0,1 1 1 0 0,-1 0-1 0 0,15 20 0 0 0,-22-26-26 0 0,-1 0 0 0 0,0 1-1 0 0,0 0 1 0 0,0 0 0 0 0,0 0-1 0 0,-1 0 1 0 0,0 0 0 0 0,0 0 0 0 0,0 1-1 0 0,-1-1 1 0 0,0 1 0 0 0,0-1-1 0 0,0 1 1 0 0,0-1 0 0 0,-1 1-1 0 0,0-1 1 0 0,0 1 0 0 0,-1 0 0 0 0,0-1-1 0 0,0 1 1 0 0,0-1 0 0 0,0 1-1 0 0,-4 6 1 0 0,2-5-55 0 0,0-1-1 0 0,0 0 1 0 0,-1 0-1 0 0,0-1 1 0 0,0 1-1 0 0,0-1 1 0 0,-1 0-1 0 0,0 0 1 0 0,0 0-1 0 0,0-1 1 0 0,-1 0-1 0 0,1 0 1 0 0,-1 0-1 0 0,0 0 1 0 0,0-1-1 0 0,0 0 1 0 0,-1-1-1 0 0,1 1 1 0 0,-1-1-1 0 0,1 0 1 0 0,-1-1-1 0 0,0 0 1 0 0,0 0-1 0 0,0 0 1 0 0,1-1 0 0 0,-1 0-1 0 0,0 0 1 0 0,0-1-1 0 0,0 1 1 0 0,0-2-1 0 0,1 1 1 0 0,-1-1-1 0 0,-7-3 1 0 0,12 5-174 0 0,0-1 0 0 0,0 0 0 0 0,0 0 0 0 0,0 0 1 0 0,0 0-1 0 0,0 0 0 0 0,1 0 0 0 0,-1 0 0 0 0,0-1 1 0 0,1 1-1 0 0,-1-1 0 0 0,1 1 0 0 0,0-1 0 0 0,-1 1 1 0 0,1-1-1 0 0,0 0 0 0 0,0 0 0 0 0,0 0 0 0 0,0 0 1 0 0,0 0-1 0 0,0 0 0 0 0,0-3 0 0 0,1 1-188 0 0,0 1-1 0 0,0 0 0 0 0,0-1 0 0 0,1 1 1 0 0,-1 0-1 0 0,1 0 0 0 0,0-1 1 0 0,0 1-1 0 0,0 0 0 0 0,0 0 1 0 0,1 0-1 0 0,-1 0 0 0 0,3-3 1 0 0,5-8-1957 0 0,1 1 1 0 0,1 0-1 0 0,0 0 1 0 0,19-16-1 0 0,-10 12-2877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26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63 140 0 0,'3'0'3965'0'0,"20"4"2524"0"0,-13 25-2359 0 0,-9-26-4012 0 0,0 0-1 0 0,-1 0 1 0 0,1 0-1 0 0,0 0 1 0 0,1 0 0 0 0,-1-1-1 0 0,0 1 1 0 0,1 0-1 0 0,-1-1 1 0 0,1 1 0 0 0,0-1-1 0 0,0 1 1 0 0,0-1-1 0 0,0 0 1 0 0,1 0 0 0 0,-1 0-1 0 0,0 0 1 0 0,4 2-1 0 0,-1-2-33 0 0,0 1 0 0 0,-1-1-1 0 0,1 0 1 0 0,0-1 0 0 0,0 1-1 0 0,0-1 1 0 0,0 0-1 0 0,1-1 1 0 0,-1 1 0 0 0,8-1-1 0 0,-7 0-59 0 0,-1 0-1 0 0,1 0 0 0 0,0-1 0 0 0,-1 0 0 0 0,1 0 0 0 0,-1 0 0 0 0,1-1 1 0 0,-1 1-1 0 0,0-1 0 0 0,0-1 0 0 0,0 1 0 0 0,0-1 0 0 0,0 0 0 0 0,0 0 1 0 0,-1 0-1 0 0,0-1 0 0 0,1 0 0 0 0,-1 1 0 0 0,0-2 0 0 0,-1 1 1 0 0,7-9-1 0 0,-7 7-12 0 0,3-10 7 0 0,-7-23-15 0 0,1 38-4 0 0,0-1 0 0 0,0 0 0 0 0,0 1 0 0 0,0-1 0 0 0,0 0 0 0 0,-1 1-1 0 0,1-1 1 0 0,0 1 0 0 0,-1-1 0 0 0,0 0 0 0 0,1 1 0 0 0,-1-1 0 0 0,0 1 0 0 0,0 0 0 0 0,0-1 0 0 0,0 1 0 0 0,0 0 0 0 0,0-1 0 0 0,0 1 0 0 0,0 0 0 0 0,-1 0 0 0 0,1 0 0 0 0,0 0 0 0 0,-1 0 0 0 0,1 0 0 0 0,-1 0 0 0 0,1 1 0 0 0,-1-1 0 0 0,1 1 0 0 0,-1-1 0 0 0,1 1 0 0 0,-1-1 0 0 0,0 1 0 0 0,1 0 0 0 0,-1 0 0 0 0,0-1 0 0 0,1 1 0 0 0,-1 0 0 0 0,-3 1 0 0 0,-1 0-3 0 0,0 1 0 0 0,-1-1 0 0 0,1 1 0 0 0,0 0 0 0 0,0 1 1 0 0,1 0-1 0 0,-1 0 0 0 0,1 0 0 0 0,-7 5 0 0 0,0 1 22 0 0,1 0-1 0 0,1 1 1 0 0,0 0-1 0 0,0 0 1 0 0,1 1 0 0 0,1 1-1 0 0,-1-1 1 0 0,2 1-1 0 0,0 1 1 0 0,0-1-1 0 0,1 1 1 0 0,1 1-1 0 0,0-1 1 0 0,1 1-1 0 0,0-1 1 0 0,1 1-1 0 0,1 0 1 0 0,0 0-1 0 0,0 21 1 0 0,2-31 0 0 0,1 1 1 0 0,-1 0-1 0 0,1-1 0 0 0,0 1 0 0 0,0-1 1 0 0,0 1-1 0 0,1-1 0 0 0,-1 1 0 0 0,1-1 1 0 0,0 0-1 0 0,0 0 0 0 0,1 0 0 0 0,-1 0 1 0 0,1 0-1 0 0,0-1 0 0 0,5 6 0 0 0,-4-6 35 0 0,1 1 0 0 0,-1-1 0 0 0,1 0-1 0 0,0-1 1 0 0,0 1 0 0 0,0-1-1 0 0,0 0 1 0 0,0 0 0 0 0,1-1 0 0 0,-1 0-1 0 0,1 1 1 0 0,5-1 0 0 0,6 0-295 0 0,0-1 1 0 0,0-1 0 0 0,0 0-1 0 0,0-1 1 0 0,0-1-1 0 0,0-1 1 0 0,30-10 0 0 0,-26 7-841 0 0,40-16-6213 0 0,-33 10 320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39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76 536 0 0,'-14'-42'10359'0'0,"3"9"-5265"0"0,1 62-3791 0 0,9-27-1280 0 0,-55 274 1464 0 0,15-127-1315 0 0,27-97-49 0 0,14-50-110 0 0,0 0 1 0 0,0-2-14 0 0,-1 0 0 0 0,1 1 0 0 0,0-1 1 0 0,0 0-1 0 0,0 0 0 0 0,0 1 0 0 0,0-1 0 0 0,0 0 0 0 0,0 0 0 0 0,0 1 1 0 0,0-1-1 0 0,0 0 0 0 0,0 0 0 0 0,0 1 0 0 0,0-1 0 0 0,0 0 0 0 0,0 0 1 0 0,0 1-1 0 0,0-1 0 0 0,0 0 0 0 0,1 0 0 0 0,-1 0 0 0 0,0 1 0 0 0,0-1 1 0 0,0 0-1 0 0,0 0 0 0 0,0 0 0 0 0,1 1 0 0 0,-1-1 0 0 0,0 0 0 0 0,0 0 1 0 0,0 0-1 0 0,1 0 0 0 0,-1 1 0 0 0,0-1 0 0 0,4-1 0 0 0,0 1-1 0 0,0-1 1 0 0,1 0 0 0 0,-1 0-1 0 0,-1 0 1 0 0,1-1 0 0 0,0 1-1 0 0,0-1 1 0 0,-1 0 0 0 0,1 0-1 0 0,-1 0 1 0 0,4-3 0 0 0,10-6-15 0 0,49-19-22 0 0,100-51-58 0 0,-157 76 90 0 0,0 0-1 0 0,0-1 1 0 0,-1 0 0 0 0,0-1 0 0 0,0 0 0 0 0,13-14 0 0 0,-17 15 1 0 0,0 1-1 0 0,-1-1 1 0 0,1 1-1 0 0,-1-1 1 0 0,-1 0 0 0 0,1-1-1 0 0,-1 1 1 0 0,0 0 0 0 0,0-1-1 0 0,-1 1 1 0 0,0-1 0 0 0,0 1-1 0 0,0-14 1 0 0,-1 19 25 0 0,0 0 1 0 0,0 0-1 0 0,0 0 1 0 0,0 0-1 0 0,0 0 0 0 0,0 0 1 0 0,0 0-1 0 0,-1 0 1 0 0,1 0-1 0 0,0 0 0 0 0,-1 0 1 0 0,1 0-1 0 0,0 0 1 0 0,-2-2-1 0 0,2 3-4 0 0,0 0 1 0 0,-1 0-1 0 0,1 0 1 0 0,0 0 0 0 0,0 0-1 0 0,-1 0 1 0 0,1 0-1 0 0,0 0 1 0 0,-1 0-1 0 0,1 1 1 0 0,0-1-1 0 0,0 0 1 0 0,-1 0-1 0 0,1 0 1 0 0,0 0-1 0 0,0 0 1 0 0,-1 0-1 0 0,1 1 1 0 0,0-1-1 0 0,0 0 1 0 0,0 0-1 0 0,-1 0 1 0 0,1 1-1 0 0,0-1 1 0 0,0 0-1 0 0,0 0 1 0 0,0 1-1 0 0,-1-1 1 0 0,1 0 0 0 0,0 0-1 0 0,0 1 1 0 0,-14 28 624 0 0,-50 298 1007 0 0,45-209-1320 0 0,-7 88-31 0 0,20-159-2135 0 0,3-70-5227 0 0,5 11 2512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0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1368 0 0,'15'-21'10470'0'0,"-9"14"-9293"0"0,3-4 2713 0 0,-8 11-3906 0 0,-1-1 0 0 0,0 1 0 0 0,0 0-1 0 0,1 0 1 0 0,-1 0 0 0 0,0 0 0 0 0,0 0-1 0 0,1 0 1 0 0,-1 0 0 0 0,0 0 0 0 0,0 0-1 0 0,1-1 1 0 0,-1 1 0 0 0,0 0 0 0 0,1 0-1 0 0,-1 0 1 0 0,0 1 0 0 0,0-1 0 0 0,1 0-1 0 0,-1 0 1 0 0,0 0 0 0 0,0 0 0 0 0,1 0-1 0 0,-1 0 1 0 0,0 0 0 0 0,1 0 0 0 0,-1 1-1 0 0,0-1 1 0 0,0 0 0 0 0,0 0 0 0 0,1 0-1 0 0,-1 0 1 0 0,0 1 0 0 0,0-1 0 0 0,0 0-1 0 0,1 0 1 0 0,-1 1 0 0 0,0-1 0 0 0,0 0-1 0 0,0 0 1 0 0,0 1 0 0 0,1 1-239 0 0,-1-1-1 0 0,0 1 1 0 0,0 0 0 0 0,0 0-1 0 0,0-1 1 0 0,0 1 0 0 0,0 0-1 0 0,-1 0 1 0 0,1-1 0 0 0,-1 1-1 0 0,1 0 1 0 0,-2 2 0 0 0,1 1-932 0 0,-4 10-2603 0 0,-3 5-1733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0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2604 0 0,'-4'55'13025'0'0,"3"-20"-8878"0"0,1-33-4842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1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51 119 872 0 0,'-14'-3'5057'0'0,"10"2"-4693"0"0,-17-1 3101 0 0,20 2-3397 0 0,1 0 1 0 0,0 0 0 0 0,-1 0-1 0 0,1 0 1 0 0,-1 0 0 0 0,1 0-1 0 0,0 0 1 0 0,-1 0 0 0 0,1 0-1 0 0,-1 0 1 0 0,1 0 0 0 0,-1 1-1 0 0,1-1 1 0 0,0 0 0 0 0,-1 0-1 0 0,1 0 1 0 0,0 1 0 0 0,-1-1-1 0 0,1 0 1 0 0,0 0-1 0 0,-1 1 1 0 0,1-1 0 0 0,0 0-1 0 0,0 1 1 0 0,-1-1 0 0 0,1 0-1 0 0,0 1 1 0 0,0-1 0 0 0,-1 0-1 0 0,1 1 1 0 0,0-1 0 0 0,0 1-1 0 0,0-1 1 0 0,0 0 0 0 0,0 1-1 0 0,0-1 1 0 0,0 1 0 0 0,0-1-1 0 0,0 1 1 0 0,0-1 0 0 0,0 0-1 0 0,0 1 1 0 0,1 1 19 0 0,0-1 0 0 0,0 0 1 0 0,0 0-1 0 0,0 0 0 0 0,1 0 0 0 0,-1 0 0 0 0,0 0 1 0 0,1-1-1 0 0,-1 1 0 0 0,0 0 0 0 0,1-1 1 0 0,-1 1-1 0 0,1-1 0 0 0,1 1 0 0 0,0 0 138 0 0,17 6 255 0 0,1-1-1 0 0,-1 0 0 0 0,1-2 0 0 0,36 3 1 0 0,88-3 41 0 0,-94-4-312 0 0,781-20 591 0 0,-379 2-679 0 0,979-50 107 0 0,-807 34-213 0 0,-97 5-103 0 0,-496 27-1427 0 0,-29 2 507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3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1233 1380 0 0,'0'0'4072'0'0,"-14"3"102"0"0,13-2-4093 0 0,0 1 0 0 0,0-1 0 0 0,1 1 0 0 0,-1-1 0 0 0,0 1 0 0 0,1-1 1 0 0,0 1-1 0 0,-1 0 0 0 0,1-1 0 0 0,0 1 0 0 0,0 0 0 0 0,0-1 1 0 0,0 1-1 0 0,0 0 0 0 0,1 3 0 0 0,7 26 152 0 0,-5-23-75 0 0,-2-5-95 0 0,0-1 1 0 0,0 1-1 0 0,0-1 1 0 0,0 1-1 0 0,0-1 1 0 0,0 0-1 0 0,1 1 1 0 0,-1-1-1 0 0,1 0 1 0 0,-1 0-1 0 0,1 0 0 0 0,0 0 1 0 0,0-1-1 0 0,0 1 1 0 0,0 0-1 0 0,0-1 1 0 0,4 3-1 0 0,-2-3-11 0 0,-1-1 0 0 0,1 1 0 0 0,-1-1 0 0 0,1 0 0 0 0,-1 0 0 0 0,0 0 1 0 0,1 0-1 0 0,-1-1 0 0 0,1 1 0 0 0,-1-1 0 0 0,1 0 0 0 0,-1 0 0 0 0,0-1 0 0 0,0 1 0 0 0,0 0 0 0 0,1-1 0 0 0,-2 0 0 0 0,1 0 0 0 0,0 0 0 0 0,3-3 0 0 0,9-7 9 0 0,-2 0 0 0 0,20-24 0 0 0,-22 25-11 0 0,27-35 41 0 0,-1-2 1 0 0,55-93-1 0 0,40-115-129 0 0,0-41-122 0 0,60-123-49 0 0,-188 412 210 0 0,-3 5-9 0 0,0 0 0 0 0,0 1 0 0 0,1-1-1 0 0,-1 0 1 0 0,1 1 0 0 0,-1-1 0 0 0,1 1-1 0 0,0 0 1 0 0,0 0 0 0 0,0-1 0 0 0,3-1 0 0 0,-4 3 9 0 0,0 1 0 0 0,-1-1 0 0 0,1 1 0 0 0,-1-1 1 0 0,1 1-1 0 0,-1 0 0 0 0,1-1 0 0 0,0 1 0 0 0,-1 0 0 0 0,1 0 1 0 0,0-1-1 0 0,-1 1 0 0 0,1 0 0 0 0,0 0 0 0 0,-1 0 1 0 0,1 0-1 0 0,0 0 0 0 0,-1 0 0 0 0,1 0 0 0 0,0 0 1 0 0,-1 0-1 0 0,1 0 0 0 0,0 1 0 0 0,0-1 0 0 0,-1 0 1 0 0,1 0-1 0 0,-1 0 0 0 0,1 1 0 0 0,0-1 0 0 0,-1 0 1 0 0,1 1-1 0 0,-1-1 0 0 0,1 1 0 0 0,0 0 0 0 0,5 17-20 0 0,-6-16 25 0 0,6 34 7 0 0,-3 0 1 0 0,-1 0-1 0 0,-2 1 1 0 0,-7 61 0 0 0,2-21 82 0 0,-43 515 200 0 0,43-538-283 0 0,-34 290 302 0 0,37-328-288 0 0,0-24 14 0 0,0-29 19 0 0,1 35-60 0 0,-1-73-11 0 0,-14-164-114 0 0,12 212 110 0 0,-2 1 1 0 0,0 0 0 0 0,-1 0-1 0 0,-2 1 1 0 0,0 0 0 0 0,-25-44 0 0 0,31 62 10 0 0,-1 1 0 0 0,0 0 0 0 0,-1 0 0 0 0,1 0 0 0 0,-1 1 0 0 0,0-1 0 0 0,-1 1 0 0 0,1 0 0 0 0,-1 1 0 0 0,0-1 0 0 0,0 1 0 0 0,-1 0 0 0 0,1 1 0 0 0,-1 0 0 0 0,0 0 1 0 0,0 0-1 0 0,0 1 0 0 0,0 0 0 0 0,0 0 0 0 0,0 1 0 0 0,-1-1 0 0 0,1 2 0 0 0,0-1 0 0 0,-1 1 0 0 0,1 0 0 0 0,-1 1 0 0 0,1 0 0 0 0,0 0 0 0 0,-1 0 0 0 0,1 1 0 0 0,0 0 0 0 0,0 1 0 0 0,0-1 1 0 0,0 1-1 0 0,-6 4 0 0 0,-2 3-1 0 0,1-1 1 0 0,0 2-1 0 0,0 0 1 0 0,1 1-1 0 0,0 0 1 0 0,1 1 0 0 0,1 0-1 0 0,0 1 1 0 0,1 0-1 0 0,0 1 1 0 0,1 0-1 0 0,1 0 1 0 0,-8 20 0 0 0,14-30 0 0 0,0 0 0 0 0,1 0 0 0 0,-1 1 0 0 0,1-1 0 0 0,0 0 1 0 0,1 0-1 0 0,-1 1 0 0 0,1-1 0 0 0,0 1 0 0 0,0-1 1 0 0,1 0-1 0 0,0 1 0 0 0,0-1 0 0 0,2 9 0 0 0,-1-10 7 0 0,-1-1 0 0 0,1 0 0 0 0,0 1 0 0 0,0-1 0 0 0,0 0 0 0 0,1 0 0 0 0,-1 0 0 0 0,1 0 0 0 0,-1 0 0 0 0,1-1 0 0 0,0 1 0 0 0,0-1 0 0 0,0 0 0 0 0,0 0 0 0 0,1 0 0 0 0,-1 0 0 0 0,1-1 0 0 0,-1 1 0 0 0,1-1 0 0 0,-1 0 0 0 0,6 1 0 0 0,3 0 13 0 0,0 0 0 0 0,0-1 1 0 0,0-1-1 0 0,0 0 0 0 0,0 0 0 0 0,18-4 0 0 0,72-19 22 0 0,-81 18-27 0 0,336-111 44 0 0,-180 54-44 0 0,-158 53 17 0 0,-17 8-346 0 0,1-1-1 0 0,-1 1 1 0 0,1 0 0 0 0,-1 0-1 0 0,1 0 1 0 0,-1 0-1 0 0,1 1 1 0 0,0-1-1 0 0,5 0 1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3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39 1220 0 0,'5'-24'9415'0'0,"-3"10"-3437"0"0,-7 30-4331 0 0,-6 32-1265 0 0,-29 121 332 0 0,-19 107-627 0 0,58-270-280 0 0,-5 52-1255 0 0,6-54 895 0 0,0-1-1 0 0,1 1 1 0 0,-1 0-1 0 0,0 0 1 0 0,1-1-1 0 0,0 1 1 0 0,0 0-1 0 0,0-1 1 0 0,0 1-1 0 0,1-1 0 0 0,0 1 1 0 0,2 4-1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4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97 1556 0 0,'14'-28'5780'0'0,"13"-41"2126"0"0,-29 71-7493 0 0,-12 13-61 0 0,1 1-1 0 0,0 0 0 0 0,1 0 0 0 0,-17 30 0 0 0,9-14-195 0 0,16-25-134 0 0,0 0 0 0 0,0 1-1 0 0,0-1 1 0 0,1 1 0 0 0,0 0 0 0 0,0 0 0 0 0,-2 15 0 0 0,5-21-21 0 0,0 0 0 0 0,0 0 1 0 0,1-1-1 0 0,-1 1 0 0 0,1 0 1 0 0,-1-1-1 0 0,1 1 1 0 0,-1 0-1 0 0,1-1 0 0 0,0 1 1 0 0,0-1-1 0 0,0 1 0 0 0,0-1 1 0 0,0 0-1 0 0,0 1 1 0 0,1-1-1 0 0,-1 0 0 0 0,0 0 1 0 0,1 0-1 0 0,-1 0 0 0 0,0 0 1 0 0,1 0-1 0 0,0 0 1 0 0,-1 0-1 0 0,4 0 0 0 0,5 4 4 0 0,1-1-1 0 0,18 5 0 0 0,-24-7-6 0 0,10 2 8 0 0,0 0-1 0 0,0 2 0 0 0,-1 0 1 0 0,0 0-1 0 0,15 10 1 0 0,-25-13 89 0 0,0-1-1 0 0,-1 1 1 0 0,1 0 0 0 0,-1 0 0 0 0,1 0 0 0 0,-1 1 0 0 0,0-1 0 0 0,-1 1 0 0 0,1 0 0 0 0,0-1 0 0 0,-1 1 0 0 0,0 1 0 0 0,0-1 0 0 0,0 0 0 0 0,0 0 0 0 0,-1 1-1 0 0,0-1 1 0 0,0 1 0 0 0,0-1 0 0 0,0 1 0 0 0,-1 7 0 0 0,0-5 118 0 0,-1 1-1 0 0,0 0 0 0 0,-1 0 1 0 0,1-1-1 0 0,-1 1 0 0 0,-1-1 1 0 0,0 0-1 0 0,0 1 1 0 0,0-1-1 0 0,-1 0 0 0 0,0-1 1 0 0,0 1-1 0 0,-1-1 0 0 0,0 0 1 0 0,0 0-1 0 0,0 0 1 0 0,-1-1-1 0 0,0 1 0 0 0,0-1 1 0 0,0-1-1 0 0,0 1 0 0 0,-1-1 1 0 0,0-1-1 0 0,0 1 1 0 0,0-1-1 0 0,0 0 0 0 0,-11 3 1 0 0,13-5-223 0 0,-1 0 1 0 0,0-1-1 0 0,0 1 1 0 0,0-1 0 0 0,0 0-1 0 0,0-1 1 0 0,1 1-1 0 0,-1-1 1 0 0,0 0-1 0 0,0-1 1 0 0,1 0 0 0 0,-1 1-1 0 0,0-2 1 0 0,1 1-1 0 0,0-1 1 0 0,0 1-1 0 0,0-1 1 0 0,0-1-1 0 0,0 1 1 0 0,0-1 0 0 0,1 0-1 0 0,0 0 1 0 0,0 0-1 0 0,0-1 1 0 0,0 1-1 0 0,1-1 1 0 0,-5-6 0 0 0,2 0-955 0 0,0-1 0 0 0,0 1 1 0 0,1-1-1 0 0,-6-23 0 0 0,6 16-2611 0 0,1 1 0 0 0,-2-31 0 0 0,5 22-4069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4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23 1364 0 0,'-5'-5'5045'0'0,"-2"-4"-2993"0"0,2 0-1136 0 0,12 16-2948 0 0,7 2-2909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5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63 484 1464 0 0,'-37'18'8324'0'0,"36"-17"-7922"0"0,-1 0-204 0 0,0 0 0 0 0,0 0 0 0 0,1 0 0 0 0,-1 1 0 0 0,0-1 0 0 0,1 0 0 0 0,-1 1 0 0 0,1 0 1 0 0,0-1-1 0 0,-1 1 0 0 0,1 0 0 0 0,0 0 0 0 0,0-1 0 0 0,-2 5 0 0 0,3-5 177 0 0,4-2-320 0 0,1 0 1 0 0,-1-1-1 0 0,0 0 1 0 0,1 0-1 0 0,-1 0 1 0 0,0 0-1 0 0,0-1 1 0 0,-1 1-1 0 0,1-1 0 0 0,-1 0 1 0 0,5-4-1 0 0,6-5 3 0 0,37-28-10 0 0,-1-2 1 0 0,-2-2 0 0 0,-2-3-1 0 0,-3-1 1 0 0,47-67 0 0 0,-81 104-67 0 0,-1 0 0 0 0,-1-1 0 0 0,0 0 1 0 0,-1-1-1 0 0,0 1 0 0 0,-1-1 0 0 0,6-23 1 0 0,-11 36 15 0 0,1-1 1 0 0,-1 0 0 0 0,0 0 1 0 0,0 0-1 0 0,0 0 0 0 0,0 0 0 0 0,0 0 0 0 0,0 1 0 0 0,0-1 1 0 0,0 0-1 0 0,0 0 0 0 0,0 0 0 0 0,0 0 0 0 0,0 0 0 0 0,-1 0 1 0 0,1 1-1 0 0,0-1 0 0 0,-1 0 0 0 0,1 0 0 0 0,0 0 0 0 0,-1 1 1 0 0,1-1-1 0 0,-2-1 0 0 0,-17-9 22 0 0,10 12-17 0 0,6 0 0 0 0,-3 0 2 0 0,-1 0-1 0 0,1 0 1 0 0,0 1 0 0 0,0 0-1 0 0,0 0 1 0 0,0 0-1 0 0,1 1 1 0 0,-1 0-1 0 0,-7 5 1 0 0,-3 3 10 0 0,-25 22 1 0 0,24-18-14 0 0,-21 25 1 0 0,34-35-4 0 0,0 0 0 0 0,0 0 1 0 0,1 0-1 0 0,0 1 0 0 0,0-1 1 0 0,0 1-1 0 0,1-1 1 0 0,-1 1-1 0 0,1 0 0 0 0,-1 8 1 0 0,3-12-2 0 0,0 1 1 0 0,0 0 0 0 0,1 0 0 0 0,-1 0-1 0 0,1 0 1 0 0,-1 0 0 0 0,1 0 0 0 0,0-1-1 0 0,0 1 1 0 0,0 0 0 0 0,1-1 0 0 0,-1 1-1 0 0,1-1 1 0 0,-1 1 0 0 0,1-1 0 0 0,0 0-1 0 0,0 1 1 0 0,0-1 0 0 0,0 0 0 0 0,0 0-1 0 0,5 2 1 0 0,5 5-5 0 0,1 0 1 0 0,23 11-1 0 0,-30-17 4 0 0,7 4-11 0 0,112 65-70 0 0,-123-71 99 0 0,-1 0 0 0 0,1 1-1 0 0,0-1 1 0 0,-1 0 0 0 0,1 0 0 0 0,-1 1 0 0 0,0-1-1 0 0,1 1 1 0 0,-1-1 0 0 0,0 1 0 0 0,0-1 0 0 0,0 1-1 0 0,0 0 1 0 0,0 0 0 0 0,0-1 0 0 0,0 1-1 0 0,-1 0 1 0 0,1 0 0 0 0,-1 0 0 0 0,1 0 0 0 0,-1 3-1 0 0,0-3 16 0 0,0 0-1 0 0,-1 1 0 0 0,0-1 1 0 0,1 0-1 0 0,-1 0 0 0 0,0 0 1 0 0,0 0-1 0 0,0 0 0 0 0,0 0 0 0 0,0-1 1 0 0,-1 1-1 0 0,1 0 0 0 0,-1 0 1 0 0,1-1-1 0 0,-1 1 0 0 0,-1 1 1 0 0,-5 2 55 0 0,1 0 1 0 0,0 0-1 0 0,-1 0 0 0 0,0-1 1 0 0,0 0-1 0 0,-1-1 1 0 0,1 0-1 0 0,-11 3 1 0 0,-9-2-12 0 0,0-1 0 0 0,0-1 0 0 0,0-1 0 0 0,-37-4 0 0 0,54 2-110 0 0,0 1-137 0 0,0-1 0 0 0,0 0 0 0 0,-13-4 0 0 0,24 5 104 0 0,-1 0 0 0 0,1 0-1 0 0,-1-1 1 0 0,1 1 0 0 0,0 0 0 0 0,-1 0 0 0 0,1 0 0 0 0,0 0 0 0 0,-1 0 0 0 0,1-1 0 0 0,-1 1-1 0 0,1 0 1 0 0,0 0 0 0 0,0-1 0 0 0,-1 1 0 0 0,1 0 0 0 0,0 0 0 0 0,-1-1 0 0 0,1 1 0 0 0,0 0-1 0 0,0-1 1 0 0,0 1 0 0 0,-1 0 0 0 0,1-1 0 0 0,0 1 0 0 0,0-1 0 0 0,0 1 0 0 0,0 0 0 0 0,0-1-1 0 0,0 1 1 0 0,-1 0 0 0 0,1-1 0 0 0,0 1 0 0 0,0-1 0 0 0,0 1 0 0 0,0 0 0 0 0,1-1 0 0 0,-1 1-1 0 0,0-1 1 0 0,0 1 0 0 0,0 0 0 0 0,0-1 0 0 0,0 1 0 0 0,0-1 0 0 0,1 1 0 0 0,-1 0 0 0 0,0-1-1 0 0,0 1 1 0 0,0 0 0 0 0,1-1 0 0 0,-1 1 0 0 0,0 0 0 0 0,1-1 0 0 0,13-14-4587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5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25 2292 0 0,'3'-8'2135'0'0,"4"-9"4872"0"0,-14 31-3706 0 0,-3 9-3061 0 0,1 1-1 0 0,2 0 1 0 0,0 1-1 0 0,1 0 1 0 0,2 0-1 0 0,0 0 1 0 0,2 0-1 0 0,1 1 1 0 0,0-1-1 0 0,2 1 1 0 0,1-1-1 0 0,9 38 1 0 0,-10-56-229 0 0,1-1 0 0 0,0 0 0 0 0,0 0 0 0 0,1 0 0 0 0,0-1 0 0 0,0 1 0 0 0,0-1 0 0 0,1 1 0 0 0,-1-1 0 0 0,8 7 0 0 0,-9-10-4 0 0,1 0 0 0 0,-1 0 0 0 0,1 0 1 0 0,0 0-1 0 0,0 0 0 0 0,-1-1 0 0 0,1 1 0 0 0,0-1 0 0 0,1 0 0 0 0,-1 1 0 0 0,0-1 0 0 0,0-1 0 0 0,0 1 0 0 0,1-1 0 0 0,-1 1 0 0 0,0-1 1 0 0,1 0-1 0 0,-1 0 0 0 0,0 0 0 0 0,0 0 0 0 0,1-1 0 0 0,2 0 0 0 0,4-2-1 0 0,0 0-1 0 0,-1-1 1 0 0,0 0 0 0 0,0 0 0 0 0,0-1-1 0 0,0 0 1 0 0,-1-1 0 0 0,1 0-1 0 0,-1 0 1 0 0,-1-1 0 0 0,1 0 0 0 0,11-14-1 0 0,1-5-13 0 0,-1-2 0 0 0,23-44-1 0 0,-25 42-25 0 0,-16 28 13 0 0,-5 19-27 0 0,-41 122 252 0 0,13-47 89 0 0,-263 687 1954 0 0,281-749-2074 0 0,-11 30 874 0 0,-3-1 1 0 0,-44 67-1 0 0,71-125-984 0 0,0 1 0 0 0,0-1 0 0 0,0 1 0 0 0,0-1 0 0 0,0 0 1 0 0,-1 1-1 0 0,1-1 0 0 0,0 0 0 0 0,-1 0 0 0 0,1 0 1 0 0,-1 0-1 0 0,1 0 0 0 0,-1 0 0 0 0,1 0 0 0 0,-1 0 1 0 0,0-1-1 0 0,1 1 0 0 0,-1-1 0 0 0,0 1 0 0 0,0-1 1 0 0,-2 1-1 0 0,2-2-44 0 0,0 1 0 0 0,1-1 0 0 0,-1 1 0 0 0,1-1-1 0 0,-1 0 1 0 0,1 1 0 0 0,-1-1 0 0 0,1 0 0 0 0,0 0 0 0 0,-1 0 0 0 0,1 0 0 0 0,0 0 0 0 0,0 0 0 0 0,0 0 0 0 0,-1-1 0 0 0,1 1 0 0 0,1 0 0 0 0,-1-1 0 0 0,0 1 0 0 0,0-1 0 0 0,0 1-1 0 0,1-1 1 0 0,-2-2 0 0 0,-3-12 2 0 0,0 0 0 0 0,2 0 0 0 0,-1 0-1 0 0,2 0 1 0 0,0-1 0 0 0,1 1-1 0 0,1-1 1 0 0,3-30 0 0 0,4-7 1 0 0,19-69-1 0 0,-15 80-144 0 0,2 1 0 0 0,1 0 1 0 0,3 1-1 0 0,1 1 0 0 0,2 1 0 0 0,29-44 0 0 0,-39 70-358 0 0,0 0 0 0 0,1 0 0 0 0,0 1 1 0 0,1 0-1 0 0,0 1 0 0 0,1 0 0 0 0,18-11 0 0 0,-15 13-762 0 0,1-1-1 0 0,0 2 0 0 0,1 0 0 0 0,0 1 1 0 0,0 1-1 0 0,19-4 0 0 0,18-5-4514 0 0,-26 7 1121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6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78 596 0 0,'5'-71'14588'0'0,"-6"73"-14414"0"0,-23 123 863 0 0,13-57-871 0 0,-31 186 801 0 0,63-286-947 0 0,11-42-78 0 0,29-61 14 0 0,-51 116-3 0 0,1 1 0 0 0,1 0-1 0 0,0 0 1 0 0,27-27 0 0 0,-37 43 34 0 0,-1 1 0 0 0,1-1 1 0 0,-1 1-1 0 0,1-1 1 0 0,0 1-1 0 0,0 0 1 0 0,0-1-1 0 0,0 1 0 0 0,0 0 1 0 0,0 1-1 0 0,0-1 1 0 0,0 0-1 0 0,0 0 0 0 0,0 1 1 0 0,0-1-1 0 0,0 1 1 0 0,0 0-1 0 0,1 0 1 0 0,-1 0-1 0 0,0 0 0 0 0,0 0 1 0 0,0 0-1 0 0,1 0 1 0 0,2 1-1 0 0,-3 1 6 0 0,1-1 0 0 0,0 0 0 0 0,0 1-1 0 0,-1 0 1 0 0,1-1 0 0 0,-1 1 0 0 0,1 0 0 0 0,-1 1 0 0 0,0-1 0 0 0,0 0-1 0 0,0 0 1 0 0,0 1 0 0 0,0 0 0 0 0,0-1 0 0 0,-1 1 0 0 0,3 4 0 0 0,2 11 36 0 0,1 0 1 0 0,-2 0 0 0 0,-1 0 0 0 0,0 1 0 0 0,-1 0 0 0 0,-1-1 0 0 0,0 1-1 0 0,-3 24 1 0 0,0-37 25 0 0,-2-11-15 0 0,0-12-19 0 0,4 4-24 0 0,1 1 0 0 0,1-1 0 0 0,0 1 0 0 0,1 0 0 0 0,0 0 0 0 0,1 0 1 0 0,0 1-1 0 0,10-16 0 0 0,-5 10-3 0 0,2 0 1 0 0,0 0 0 0 0,1 1-1 0 0,21-19 1 0 0,-27 27-4 0 0,1 2 1 0 0,0-1 0 0 0,0 1-1 0 0,1 0 1 0 0,0 1-1 0 0,0 0 1 0 0,1 0-1 0 0,-1 1 1 0 0,1 0 0 0 0,0 1-1 0 0,17-4 1 0 0,-22 6 1 0 0,1 1 0 0 0,0 0 0 0 0,-1 0 1 0 0,1 0-1 0 0,0 0 0 0 0,-1 1 0 0 0,1 0 1 0 0,0 0-1 0 0,-1 0 0 0 0,1 1 0 0 0,-1 0 1 0 0,0 0-1 0 0,0 1 0 0 0,1-1 0 0 0,-1 1 1 0 0,-1 0-1 0 0,1 0 0 0 0,0 1 0 0 0,-1-1 0 0 0,0 1 1 0 0,0 0-1 0 0,7 8 0 0 0,-6-5 18 0 0,-1 0-1 0 0,1 0 1 0 0,-1 0-1 0 0,0 1 1 0 0,-1 0-1 0 0,0-1 0 0 0,0 1 1 0 0,-1 0-1 0 0,1 0 1 0 0,-2 1-1 0 0,1-1 1 0 0,-1 0-1 0 0,-1 1 1 0 0,0 8-1 0 0,-1 13-228 0 0,-2-1 0 0 0,-10 48 0 0 0,4-30-1413 0 0,10-38-22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7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24 2172 0 0,'10'-24'8553'0'0,"-15"40"-3953"0"0,-32 80-3062 0 0,-40 106-696 0 0,31-78-86 0 0,45-122-566 0 0,0-4-184 0 0,1 0 0 0 0,-1 0-1 0 0,1 0 1 0 0,0 0 0 0 0,0 0 0 0 0,0 0-1 0 0,0 0 1 0 0,0 0 0 0 0,0 0 0 0 0,1 0 0 0 0,0-2-1 0 0,4-23-44 0 0,3 1 0 0 0,0 1 0 0 0,1-1 0 0 0,1 1-1 0 0,15-24 1 0 0,-18 36 5 0 0,1 0-1 0 0,0 0 0 0 0,1 1 0 0 0,1 1 1 0 0,-1-1-1 0 0,2 2 0 0 0,0-1 1 0 0,0 1-1 0 0,0 1 0 0 0,24-14 1 0 0,-32 21 19 0 0,1 0 1 0 0,0 0-1 0 0,-1 1 1 0 0,1 0 0 0 0,0 0-1 0 0,0 0 1 0 0,0 0-1 0 0,0 0 1 0 0,0 1-1 0 0,0 0 1 0 0,0 0 0 0 0,0 0-1 0 0,0 0 1 0 0,0 1-1 0 0,0-1 1 0 0,0 1 0 0 0,5 2-1 0 0,-3-1 4 0 0,0 1-1 0 0,-1 0 0 0 0,1 0 1 0 0,0 0-1 0 0,-1 1 0 0 0,0 0 1 0 0,0 0-1 0 0,0 1 0 0 0,0-1 1 0 0,4 6-1 0 0,-2-2 15 0 0,-1 1-1 0 0,1 0 1 0 0,-2 0 0 0 0,1 0 0 0 0,-1 1-1 0 0,-1 0 1 0 0,0 0 0 0 0,0 0-1 0 0,-1 0 1 0 0,0 0 0 0 0,-1 1-1 0 0,2 21 1 0 0,-4-23 11 0 0,0 0 1 0 0,-1 0-1 0 0,-1 0 0 0 0,1 0 1 0 0,-5 11-1 0 0,5-16 6 0 0,-1 0-1 0 0,1 1 1 0 0,-1-1-1 0 0,-1 0 1 0 0,1 0-1 0 0,0 0 1 0 0,-1-1-1 0 0,0 1 1 0 0,0 0-1 0 0,0-1 0 0 0,-6 5 1 0 0,7-6 8 0 0,-14-3 1 0 0,15 0-28 0 0,-1 0 0 0 0,1 0 0 0 0,0 0-1 0 0,-1 0 1 0 0,1 0 0 0 0,-1 0-1 0 0,1 0 1 0 0,0 0 0 0 0,0 0 0 0 0,0-1-1 0 0,0 1 1 0 0,0-1 0 0 0,0 1-1 0 0,0-1 1 0 0,0 1 0 0 0,1-1 0 0 0,-1 1-1 0 0,1-1 1 0 0,-1 0 0 0 0,1 1 0 0 0,-1-1-1 0 0,1 0 1 0 0,0 1 0 0 0,0-1-1 0 0,0-3 1 0 0,0-3-7 0 0,0 1 0 0 0,0 0-1 0 0,1-1 1 0 0,2-12 0 0 0,1 8 0 0 0,0 0 1 0 0,1 1 0 0 0,0-1-1 0 0,1 1 1 0 0,0 0-1 0 0,1 1 1 0 0,0-1 0 0 0,0 1-1 0 0,1 1 1 0 0,15-15 0 0 0,-11 14-3 0 0,0-1 0 0 0,0 2 0 0 0,1-1 0 0 0,0 2 0 0 0,1 0 0 0 0,0 0 0 0 0,0 1 0 0 0,16-4 0 0 0,-23 9 4 0 0,0 0 0 0 0,0 1 0 0 0,0 0-1 0 0,0 0 1 0 0,0 1 0 0 0,1-1 0 0 0,-1 2 0 0 0,0-1 0 0 0,0 1 0 0 0,0 0-1 0 0,0 1 1 0 0,0 0 0 0 0,0 0 0 0 0,0 0 0 0 0,0 1 0 0 0,-1 0 0 0 0,1 0-1 0 0,-1 0 1 0 0,0 1 0 0 0,0 0 0 0 0,0 1 0 0 0,-1-1 0 0 0,1 1 0 0 0,-1 0-1 0 0,0 0 1 0 0,0 1 0 0 0,-1 0 0 0 0,0-1 0 0 0,0 1 0 0 0,0 1 0 0 0,-1-1-1 0 0,0 1 1 0 0,0-1 0 0 0,0 1 0 0 0,-1 0 0 0 0,0 0 0 0 0,0 0 0 0 0,-1 0-1 0 0,0 0 1 0 0,0 0 0 0 0,-1 0 0 0 0,0 10 0 0 0,-4 14-440 0 0,-1-1-1 0 0,-10 35 1 0 0,14-59-157 0 0,1-5 389 0 0,0 0 1 0 0,-1 0-1 0 0,1-1 0 0 0,0 1 0 0 0,0 0 0 0 0,0 0 0 0 0,0 0 0 0 0,1 0 0 0 0,-1-1 0 0 0,0 1 0 0 0,0 0 0 0 0,0 0 0 0 0,1 0 0 0 0,-1-1 0 0 0,0 1 0 0 0,1 0 0 0 0,-1 0 0 0 0,1-1 0 0 0,-1 1 0 0 0,1 0 0 0 0,0 0 0 0 0,21 4-8594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7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313 148 2684 0 0,'-13'-5'3779'0'0,"-3"3"2197"0"0,13 2-5816 0 0,1 0-45 0 0,1-1 0 0 0,-1 1 0 0 0,1 0 0 0 0,-1 0 0 0 0,1 0 0 0 0,0 1 0 0 0,-1-1 0 0 0,1 0-1 0 0,-1 0 1 0 0,1 1 0 0 0,-1-1 0 0 0,1 1 0 0 0,0 0 0 0 0,-1-1 0 0 0,1 1 0 0 0,0 0 0 0 0,0-1 0 0 0,0 1-1 0 0,-2 2 1 0 0,2-2 69 0 0,-8 6 352 0 0,9-6-518 0 0,0-1-1 0 0,-1 1 0 0 0,1-1 0 0 0,0 1 0 0 0,0 0 0 0 0,0-1 0 0 0,0 1 0 0 0,0-1 1 0 0,0 1-1 0 0,0-1 0 0 0,1 1 0 0 0,-1 0 0 0 0,0-1 0 0 0,0 1 0 0 0,0-1 0 0 0,1 1 1 0 0,-1-1-1 0 0,0 1 0 0 0,0-1 0 0 0,1 1 0 0 0,-1-1 0 0 0,1 1 0 0 0,-1-1 0 0 0,0 1 0 0 0,1-1 1 0 0,-1 1-1 0 0,1-1 0 0 0,-1 0 0 0 0,1 1 0 0 0,1 0 6 0 0,0-1 0 0 0,-1 1 0 0 0,1-1 0 0 0,0 0 0 0 0,0 1-1 0 0,-1-1 1 0 0,1 0 0 0 0,0 0 0 0 0,0 0 0 0 0,2 0 0 0 0,3-1 19 0 0,1-1-1 0 0,-1 1 1 0 0,0-1 0 0 0,12-5 0 0 0,-12 4-28 0 0,0-1 1 0 0,-1 0 0 0 0,1 0-1 0 0,-1-1 1 0 0,0 1 0 0 0,0-2-1 0 0,10-10 1 0 0,-13 13-13 0 0,0 0 0 0 0,-1-1 0 0 0,1 1 0 0 0,-1-1 0 0 0,0 1 0 0 0,0-1-1 0 0,0 0 1 0 0,0 0 0 0 0,-1 0 0 0 0,1 0 0 0 0,-1 0 0 0 0,0-1 0 0 0,-1 1 0 0 0,1 0 0 0 0,-1 0 0 0 0,1-5 0 0 0,-1 7-7 0 0,-1 0 1 0 0,1 0 0 0 0,0 0-1 0 0,-1 0 1 0 0,1 0 0 0 0,-1 0 0 0 0,0 0-1 0 0,1 0 1 0 0,-1 0 0 0 0,0 1-1 0 0,0-1 1 0 0,0 0 0 0 0,0 0 0 0 0,-1 1-1 0 0,1-1 1 0 0,0 1 0 0 0,-1-1-1 0 0,1 1 1 0 0,-1 0 0 0 0,-2-2 0 0 0,1 2-5 0 0,0-1 0 0 0,0 1 0 0 0,0 0-1 0 0,-1 0 1 0 0,1 0 0 0 0,0 0 0 0 0,-1 0 0 0 0,1 1 0 0 0,-1 0 0 0 0,-6 0 0 0 0,0 0-7 0 0,-1 1-1 0 0,1 1 0 0 0,0 0 1 0 0,0 1-1 0 0,0 0 1 0 0,-18 8-1 0 0,11-2 39 0 0,0 0 0 0 0,1 2 0 0 0,0 0 0 0 0,1 1 0 0 0,0 1 0 0 0,1 0-1 0 0,-22 27 1 0 0,21-22 7 0 0,2 2 0 0 0,0-1 0 0 0,0 1 0 0 0,2 1-1 0 0,-17 44 1 0 0,25-57-8 0 0,0 1 1 0 0,1 0-1 0 0,0 0 0 0 0,1 0 0 0 0,-1 0 1 0 0,2 0-1 0 0,0 15 0 0 0,0-21-8 0 0,0 0-1 0 0,0 0 0 0 0,1-1 0 0 0,0 1 1 0 0,-1 0-1 0 0,1-1 0 0 0,0 1 0 0 0,0-1 1 0 0,1 1-1 0 0,-1-1 0 0 0,0 1 0 0 0,1-1 1 0 0,-1 0-1 0 0,1 0 0 0 0,0 0 1 0 0,0 0-1 0 0,0 0 0 0 0,0 0 0 0 0,0 0 1 0 0,0-1-1 0 0,0 1 0 0 0,1-1 0 0 0,-1 1 1 0 0,0-1-1 0 0,1 0 0 0 0,-1 0 0 0 0,1 0 1 0 0,0 0-1 0 0,3 0 0 0 0,7 1-57 0 0,0-1 0 0 0,0-1 0 0 0,0 1-1 0 0,0-2 1 0 0,0 0 0 0 0,0-1 0 0 0,0 0 0 0 0,0-1 0 0 0,-1 0-1 0 0,13-6 1 0 0,16-6-1065 0 0,62-35-1 0 0,-68 31-358 0 0,-1-2-1 0 0,-1-1 1 0 0,0-2 0 0 0,-2-1-1 0 0,49-51 1 0 0,-33 20-1915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8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292 263 1740 0 0,'9'-74'6324'0'0,"-1"-112"0"0"0,-8 183-6119 0 0,-1 4-185 0 0,1-1 0 0 0,-1 1 0 0 0,0-1 0 0 0,0 0 0 0 0,1 1 0 0 0,-1-1 0 0 0,0 1 0 0 0,1-1 0 0 0,-1 1 0 0 0,1 0 0 0 0,-1-1 0 0 0,1 1 0 0 0,-1 0 0 0 0,1-1 0 0 0,-1 1 0 0 0,1 0 0 0 0,-1 0 0 0 0,1-1 0 0 0,-1 2 0 0 0,-7 18 81 0 0,7-16-49 0 0,-143 439 2721 0 0,120-359-2381 0 0,4-15-62 0 0,-39 138 301 0 0,44-144-448 0 0,-9 85 0 0 0,24-144-170 0 0,-1-1-1 0 0,1 0 0 0 0,0 1 0 0 0,0-1 0 0 0,0 0 0 0 0,0 1 0 0 0,1-1 0 0 0,-1 0 0 0 0,1 1 0 0 0,0-1 0 0 0,0 0 0 0 0,0 0 0 0 0,1 0 0 0 0,-1 0 0 0 0,1 0 0 0 0,-1 0 1 0 0,1 0-1 0 0,3 4 0 0 0,-2-5-6 0 0,-1 0 1 0 0,1 0-1 0 0,0-1 1 0 0,0 1 0 0 0,0-1-1 0 0,0 1 1 0 0,0-1-1 0 0,0 0 1 0 0,0 0-1 0 0,0 0 1 0 0,0 0 0 0 0,0-1-1 0 0,1 0 1 0 0,-1 1-1 0 0,0-1 1 0 0,0 0-1 0 0,1 0 1 0 0,-1-1 0 0 0,3 0-1 0 0,12-2-4 0 0,-1-1 0 0 0,0 0 0 0 0,0-2-1 0 0,-1 0 1 0 0,1-1 0 0 0,-1 0 0 0 0,-1-2 0 0 0,1 0 0 0 0,-2 0 0 0 0,1-1-1 0 0,17-17 1 0 0,-5 3-16 0 0,-2-1 1 0 0,-2-1-1 0 0,0-1 0 0 0,35-53 0 0 0,-50 67 111 0 0,0 0 0 0 0,-1-1 0 0 0,-1 1 0 0 0,0-1 0 0 0,0-1 0 0 0,-2 1 0 0 0,0-1 0 0 0,0 0 0 0 0,-1 0 0 0 0,-1 0 0 0 0,-1 0 0 0 0,0-31 0 0 0,-1 45-91 0 0,0 1 0 0 0,0-1 0 0 0,0 0 0 0 0,0 1 0 0 0,0-1-1 0 0,0 0 1 0 0,0 1 0 0 0,0-1 0 0 0,0 0 0 0 0,-1 0 0 0 0,1 1 0 0 0,0-1-1 0 0,0 0 1 0 0,0 1 0 0 0,-1-1 0 0 0,1 1 0 0 0,-1-1 0 0 0,1 0 0 0 0,0 1-1 0 0,-1-1 1 0 0,1 1 0 0 0,-1-1 0 0 0,1 1 0 0 0,-1-1 0 0 0,1 1 0 0 0,-1-1-1 0 0,1 1 1 0 0,-1 0 0 0 0,0-1 0 0 0,1 1 0 0 0,-1 0 0 0 0,0-1 0 0 0,1 1-1 0 0,-1 0 1 0 0,0 0 0 0 0,1 0 0 0 0,-1 0 0 0 0,0-1 0 0 0,1 1-1 0 0,-1 0 1 0 0,0 0 0 0 0,0 0 0 0 0,1 1 0 0 0,-1-1 0 0 0,0 0 0 0 0,1 0-1 0 0,-1 0 1 0 0,0 0 0 0 0,1 1 0 0 0,-1-1 0 0 0,0 1 0 0 0,-3 1-1 0 0,0 0 1 0 0,0 0-1 0 0,1 0 1 0 0,0 1 0 0 0,-1 0-1 0 0,-5 5 1 0 0,7-5-6 0 0,-1-1 1 0 0,1 1 0 0 0,0 0-1 0 0,0-1 1 0 0,0 1 0 0 0,0 0-1 0 0,1 0 1 0 0,-1 0 0 0 0,1 1-1 0 0,0-1 1 0 0,-1 0 0 0 0,2 1-1 0 0,-1-1 1 0 0,0 0 0 0 0,1 1-1 0 0,-1-1 1 0 0,1 1 0 0 0,0-1-1 0 0,0 1 1 0 0,0-1 0 0 0,1 1-1 0 0,-1-1 1 0 0,3 6 0 0 0,-2-5 3 0 0,1 0 0 0 0,1 0 0 0 0,-1 0 0 0 0,1 0 1 0 0,-1 0-1 0 0,1 0 0 0 0,0 0 0 0 0,0-1 0 0 0,1 0 1 0 0,-1 0-1 0 0,1 0 0 0 0,0 0 0 0 0,0 0 0 0 0,0-1 1 0 0,0 1-1 0 0,7 2 0 0 0,5 2-1 0 0,1-1-1 0 0,0 0 1 0 0,0-2 0 0 0,20 4-1 0 0,78 3 7 0 0,-43-5 2 0 0,-19 0-4 0 0,-52-6-7 0 0,0 0 0 0 0,0 0 1 0 0,0 0-1 0 0,0 0 0 0 0,-1 0 0 0 0,1 0 0 0 0,0 1 1 0 0,0-1-1 0 0,0 0 0 0 0,0 0 0 0 0,-1 0 0 0 0,1 1 1 0 0,0-1-1 0 0,0 1 0 0 0,-1-1 0 0 0,1 0 1 0 0,0 1-1 0 0,0-1 0 0 0,-1 1 0 0 0,1 0 0 0 0,-1-1 1 0 0,1 1-1 0 0,0-1 0 0 0,-1 1 0 0 0,1 0 0 0 0,-1 0 1 0 0,0-1-1 0 0,1 1 0 0 0,-1 0 0 0 0,1 0 0 0 0,-1-1 1 0 0,0 1-1 0 0,0 0 0 0 0,1 0 0 0 0,-1 0 1 0 0,0 0-1 0 0,0-1 0 0 0,0 1 0 0 0,0 0 0 0 0,0 0 1 0 0,0 0-1 0 0,0 0 0 0 0,0-1 0 0 0,-1 1 0 0 0,1 0 1 0 0,0 0-1 0 0,0 0 0 0 0,-1 0 0 0 0,1-1 0 0 0,0 1 1 0 0,-1 0-1 0 0,0 1 0 0 0,-3 5 26 0 0,-1 1 1 0 0,0-1-1 0 0,0 0 0 0 0,-7 6 1 0 0,7-7-5 0 0,-7 10 41 0 0,-66 83 212 0 0,65-81-234 0 0,0 1 1 0 0,2 1-1 0 0,-13 30 1 0 0,23-49-37 0 0,1 0 0 0 0,-1 0 0 0 0,1 0 0 0 0,0 0 0 0 0,-1 0 0 0 0,1 0 0 0 0,0 0 0 0 0,0 0 0 0 0,0 0 0 0 0,-1 0 0 0 0,1 1 0 0 0,1-1 0 0 0,-1 0 1 0 0,0 0-1 0 0,0 0 0 0 0,0 0 0 0 0,0 0 0 0 0,1 0 0 0 0,-1 0 0 0 0,1 0 0 0 0,-1 0 0 0 0,1 0 0 0 0,-1 0 0 0 0,1 0 0 0 0,-1 0 0 0 0,1 0 0 0 0,0 0 0 0 0,-1 0 0 0 0,1 0 0 0 0,0-1 1 0 0,0 1-1 0 0,0 0 0 0 0,0-1 0 0 0,0 1 0 0 0,0 0 0 0 0,0-1 0 0 0,0 1 0 0 0,0-1 0 0 0,0 0 0 0 0,0 1 0 0 0,0-1 0 0 0,2 1 0 0 0,3 0-1 0 0,0 0 0 0 0,1 0 0 0 0,-1 0 0 0 0,1-1 0 0 0,-1 0 0 0 0,7 0-1 0 0,16-4-328 0 0,0 0 0 0 0,0-2-1 0 0,-1-1 1 0 0,0-1-1 0 0,-1-1 1 0 0,1-2 0 0 0,32-18-1 0 0,-29 12-264 0 0,-1-1 1 0 0,-1-2-1 0 0,0-1 0 0 0,-2-1 0 0 0,42-44 1 0 0,-59 56 603 0 0,0-2 0 0 0,-1 1 0 0 0,-1-1 0 0 0,0-1 0 0 0,0 1 0 0 0,-1-1 0 0 0,-1-1 0 0 0,0 1 0 0 0,-1-1 0 0 0,0 0 0 0 0,5-27 0 0 0,-10 38 163 0 0,0-1 0 0 0,0 1 1 0 0,0-1-1 0 0,0 0 0 0 0,-1 1 1 0 0,1-1-1 0 0,-1 1 0 0 0,0-1 1 0 0,-2-5-1 0 0,3 7-122 0 0,-1 1 156 0 0,-18 2 428 0 0,13 3-506 0 0,-1 0 0 0 0,1 0 0 0 0,-1 1 0 0 0,1 0 0 0 0,1 0 0 0 0,-1 1 0 0 0,1-1 0 0 0,0 1 0 0 0,0 0 0 0 0,-4 8 1 0 0,-41 74 806 0 0,39-67-805 0 0,0-1-53 0 0,1 1-1 0 0,1 0 0 0 0,1 1 0 0 0,0 0 0 0 0,2 1 0 0 0,1-1 1 0 0,0 1-1 0 0,-1 30 0 0 0,6-49-106 0 0,0-1-1 0 0,0 0 1 0 0,0 1-1 0 0,1-1 1 0 0,-1 0-1 0 0,1 1 1 0 0,0-1 0 0 0,0 0-1 0 0,0 0 1 0 0,0 0-1 0 0,1 0 1 0 0,-1 0-1 0 0,1 0 1 0 0,0 0-1 0 0,0 0 1 0 0,0-1 0 0 0,0 1-1 0 0,4 3 1 0 0,-2-3-181 0 0,0 0-1 0 0,0-1 1 0 0,0 0 0 0 0,0 0 0 0 0,1 0 0 0 0,-1 0 0 0 0,1-1 0 0 0,-1 1 0 0 0,1-1 0 0 0,0 0-1 0 0,7 0 1 0 0,8 0-1330 0 0,0-2 0 0 0,1 0 0 0 0,-2-1 0 0 0,40-10-1 0 0,-17 2-2379 0 0,0 0-1698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8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107 150 636 0 0,'28'-40'9993'0'0,"29"-56"1"0"0,-53 83-7596 0 0,-10 13-1644 0 0,-13 12-610 0 0,18-12-128 0 0,-9 10 80 0 0,-1 0 0 0 0,2 0-1 0 0,-1 0 1 0 0,1 1 0 0 0,1 1 0 0 0,-14 23 0 0 0,-30 78 853 0 0,41-87-675 0 0,-9 34 0 0 0,18-53-210 0 0,0 1 0 0 0,1 0-1 0 0,0-1 1 0 0,0 1 0 0 0,0 0 0 0 0,1 0 0 0 0,0-1 0 0 0,1 1 0 0 0,2 12 0 0 0,-2-18-49 0 0,-1 0 0 0 0,1 0 0 0 0,0 0 0 0 0,0 0 1 0 0,0 0-1 0 0,0 0 0 0 0,0-1 0 0 0,0 1 0 0 0,1 0 0 0 0,-1-1 1 0 0,0 1-1 0 0,1 0 0 0 0,0-1 0 0 0,-1 0 0 0 0,1 1 0 0 0,0-1 1 0 0,0 0-1 0 0,2 1 0 0 0,0 0 5 0 0,0-1-1 0 0,0 1 1 0 0,1-1 0 0 0,-1 0 0 0 0,1 0-1 0 0,-1-1 1 0 0,1 1 0 0 0,5-1 0 0 0,3-1-93 0 0,1 0 1 0 0,-1-1 0 0 0,0 0 0 0 0,0-1 0 0 0,13-5-1 0 0,-9 2-685 0 0,-1-1-1 0 0,0-1 1 0 0,-1 0-1 0 0,1-1 0 0 0,-2 0 1 0 0,15-12-1 0 0,-20 12-1108 0 0,1 1 1 0 0,-1-1-1 0 0,0-1 1 0 0,-1 0-1 0 0,9-13 0 0 0,-1-3-5993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9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51 24 0 0,'-123'-37'13123'0'0,"91"27"-12631"0"0,31 9-1143 0 0,-9-1-1222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9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 1476 0 0,'-142'32'10028'0'0,"141"-32"-9977"0"0,1 0 0 0 0,-1 0-1 0 0,1 0 1 0 0,0 0-1 0 0,-1 0 1 0 0,1 0-1 0 0,-1 0 1 0 0,1 0-1 0 0,0 0 1 0 0,-1 0 0 0 0,1 0-1 0 0,0 1 1 0 0,-1-1-1 0 0,1 0 1 0 0,-1 0-1 0 0,1 0 1 0 0,0 1 0 0 0,-1-1-1 0 0,1 0 1 0 0,0 0-1 0 0,0 1 1 0 0,-1-1-1 0 0,1 0 1 0 0,0 0-1 0 0,0 1 1 0 0,-1-1 0 0 0,1 0-1 0 0,0 1 1 0 0,0-1-1 0 0,0 1 1 0 0,-1-1-1 0 0,1 0 1 0 0,0 1 0 0 0,13 5 580 0 0,24-1-263 0 0,290-3 707 0 0,54 3-4464 0 0,-314-2-59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49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1 3416 0 0,'4'20'8842'0'0,"-5"-11"-8397"0"0,0 0 1 0 0,-1-1 0 0 0,1 1-1 0 0,-2-1 1 0 0,1 0-1 0 0,-1 0 1 0 0,0 0 0 0 0,-1 0-1 0 0,-6 11 1 0 0,-49 68 306 0 0,52-78-604 0 0,-147 172 481 0 0,41-69-3580 0 0,97-97-493 0 0,-31 21 1 0 0,21-20-2558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50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17 400 0 0,'0'0'1311'0'0,"-10"8"2929"0"0,8-6-3879 0 0,0 0 1 0 0,0 0-1 0 0,1 1 0 0 0,-1-1 1 0 0,0 0-1 0 0,1 1 0 0 0,-1-1 0 0 0,1 1 1 0 0,0-1-1 0 0,0 1 0 0 0,0 0 0 0 0,0-1 1 0 0,0 4-1 0 0,-1 0-121 0 0,2 0 0 0 0,-1 0-1 0 0,1 1 1 0 0,-1-1 0 0 0,2 0 0 0 0,0 9 0 0 0,0-10-205 0 0,-1-1 0 0 0,1 1 0 0 0,0 0 0 0 0,0 0 0 0 0,1-1 0 0 0,0 1 0 0 0,0-1 0 0 0,0 1 0 0 0,0-1 0 0 0,0 0 0 0 0,1 0 1 0 0,0 0-1 0 0,0 0 0 0 0,0 0 0 0 0,0-1 0 0 0,1 1 0 0 0,0-1 0 0 0,-1 0 0 0 0,6 3 0 0 0,-4-4 0 0 0,0 1-1 0 0,1-1 0 0 0,-1 0 1 0 0,0-1-1 0 0,1 0 0 0 0,0 1 0 0 0,-1-2 1 0 0,1 1-1 0 0,0-1 0 0 0,-1 0 1 0 0,11-1-1 0 0,-12 1-23 0 0,-1-1 0 0 0,1 0-1 0 0,0 0 1 0 0,-1 0 0 0 0,1-1 0 0 0,-1 1-1 0 0,1-1 1 0 0,-1 0 0 0 0,0 0-1 0 0,0 0 1 0 0,0 0 0 0 0,0 0 0 0 0,0-1-1 0 0,0 1 1 0 0,-1-1 0 0 0,1 0 0 0 0,-1 0-1 0 0,0 0 1 0 0,0 0 0 0 0,2-4 0 0 0,-1 2-19 0 0,-1 0 0 0 0,0 0 1 0 0,0 0-1 0 0,0-1 0 0 0,-1 1 0 0 0,1-1 1 0 0,-1 1-1 0 0,-1-1 0 0 0,1 1 1 0 0,-1-1-1 0 0,0 0 0 0 0,0 1 1 0 0,0-1-1 0 0,-1 1 0 0 0,0-1 1 0 0,0 0-1 0 0,-1 1 0 0 0,-3-10 0 0 0,3 12 5 0 0,0-1-1 0 0,0 1 0 0 0,0-1 0 0 0,0 1 0 0 0,0 0 1 0 0,-1 0-1 0 0,0 0 0 0 0,1 1 0 0 0,-1-1 0 0 0,0 1 1 0 0,0-1-1 0 0,-1 1 0 0 0,1 0 0 0 0,0 0 0 0 0,-1 0 1 0 0,1 1-1 0 0,-1-1 0 0 0,0 1 0 0 0,1 0 0 0 0,-1 0 1 0 0,0 0-1 0 0,0 1 0 0 0,0-1 0 0 0,0 1 0 0 0,1 0 1 0 0,-1 0-1 0 0,-7 1 0 0 0,-1 1 12 0 0,0 0 0 0 0,0 1 0 0 0,1 0 0 0 0,-1 1 1 0 0,1 1-1 0 0,0 0 0 0 0,0 0 0 0 0,1 1 0 0 0,-1 0 0 0 0,1 1 0 0 0,-17 14 1 0 0,4 1 30 0 0,0 1 1 0 0,1 1 0 0 0,-22 32 0 0 0,31-38-31 0 0,0 0-1 0 0,2 0 1 0 0,0 1-1 0 0,1 1 0 0 0,1 0 1 0 0,1 0-1 0 0,1 1 1 0 0,1 0-1 0 0,0 0 1 0 0,-4 40-1 0 0,10-57-8 0 0,0-1 0 0 0,0 1 0 0 0,0 0 0 0 0,0-1-1 0 0,1 1 1 0 0,-1-1 0 0 0,1 1 0 0 0,0 0 0 0 0,0-1 0 0 0,0 1 0 0 0,0-1 0 0 0,1 0 0 0 0,0 1 0 0 0,-1-1-1 0 0,1 0 1 0 0,0 0 0 0 0,1 0 0 0 0,-1 0 0 0 0,0-1 0 0 0,1 1 0 0 0,4 3 0 0 0,-2-3 5 0 0,0 0 0 0 0,0 0 0 0 0,1-1 0 0 0,-1 0 0 0 0,0 0 0 0 0,1-1 1 0 0,-1 1-1 0 0,1-1 0 0 0,-1 0 0 0 0,1-1 0 0 0,0 1 0 0 0,-1-1 0 0 0,9-1 0 0 0,23-2-215 0 0,0-2 0 0 0,-1-2-1 0 0,0-1 1 0 0,-1-2-1 0 0,0-2 1 0 0,35-15 0 0 0,1-7-1809 0 0,119-75 0 0 0,-152 85 1390 0 0,-1-3-1 0 0,-1-1 0 0 0,60-62 1 0 0,-91 86 760 0 0,0-1 1 0 0,-1 0-1 0 0,0-1 0 0 0,0 1 1 0 0,0-1-1 0 0,-1 1 1 0 0,0-1-1 0 0,0 0 1 0 0,-1-1-1 0 0,1 1 1 0 0,-1 0-1 0 0,0-1 1 0 0,-1 1-1 0 0,1-11 1 0 0,-2 16-79 0 0,0 0 1 0 0,0 0-1 0 0,0 0 1 0 0,0 0-1 0 0,0 1 0 0 0,0-1 1 0 0,-1 0-1 0 0,1 0 1 0 0,0 0-1 0 0,-1 0 1 0 0,1 0-1 0 0,-1 0 1 0 0,1 1-1 0 0,-1-1 0 0 0,1 0 1 0 0,-1 0-1 0 0,1 1 1 0 0,-1-1-1 0 0,0 0 1 0 0,1 1-1 0 0,-1-1 1 0 0,0 1-1 0 0,0-1 0 0 0,0 1 1 0 0,1-1-1 0 0,-1 1 1 0 0,0-1-1 0 0,0 1 1 0 0,0 0-1 0 0,0 0 1 0 0,0-1-1 0 0,0 1 0 0 0,-1 0 1 0 0,-1 0 63 0 0,0-1-1 0 0,0 1 1 0 0,-1 0 0 0 0,1 1 0 0 0,0-1-1 0 0,0 0 1 0 0,-3 2 0 0 0,-1 0 21 0 0,1 1 1 0 0,0 1-1 0 0,0-1 1 0 0,0 1-1 0 0,0 0 0 0 0,0 0 1 0 0,1 0-1 0 0,0 1 1 0 0,0 0-1 0 0,-5 7 1 0 0,-5 6 387 0 0,-20 33 0 0 0,15-18-192 0 0,1 1 0 0 0,-23 59-1 0 0,35-77-289 0 0,2 1-1 0 0,0 0 0 0 0,1 0 0 0 0,1 0 0 0 0,0 0 0 0 0,1 1 0 0 0,1-1 0 0 0,2 21 0 0 0,-1-34-28 0 0,0-1 0 0 0,1 1 0 0 0,0 0 0 0 0,-1-1 0 0 0,1 1 0 0 0,0-1 0 0 0,1 1-1 0 0,-1-1 1 0 0,1 1 0 0 0,0-1 0 0 0,-1 0 0 0 0,1 0 0 0 0,1 0 0 0 0,-1 0 0 0 0,0 0 0 0 0,1 0 0 0 0,-1-1 0 0 0,1 1 0 0 0,0-1 0 0 0,0 0 0 0 0,0 0-1 0 0,6 4 1 0 0,-4-4-78 0 0,1-1-1 0 0,-1 1 0 0 0,0-1 0 0 0,0 0 1 0 0,1 0-1 0 0,-1 0 0 0 0,0-1 0 0 0,1 0 1 0 0,-1 0-1 0 0,1 0 0 0 0,-1-1 0 0 0,0 0 1 0 0,1 0-1 0 0,-1 0 0 0 0,6-2 0 0 0,5-3-967 0 0,0 0 0 0 0,-1-1 0 0 0,1-1 0 0 0,-1 0 1 0 0,-1-1-1 0 0,15-11 0 0 0,0-5-3524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50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38 1204 0 0,'-4'-4'601'0'0,"-1"0"0"0"0,0 0-1 0 0,0 0 1 0 0,0 1 0 0 0,-1 0 0 0 0,1 0 0 0 0,-1 0-1 0 0,1 1 1 0 0,-1 0 0 0 0,0 0 0 0 0,-7-1-1 0 0,12 3-569 0 0,-1 0-1 0 0,1 0 0 0 0,-1 0 0 0 0,1 0 0 0 0,-1 0 0 0 0,1 1 0 0 0,-1-1 1 0 0,1 1-1 0 0,0-1 0 0 0,-1 1 0 0 0,1-1 0 0 0,0 1 0 0 0,0 0 0 0 0,-1 0 1 0 0,1 0-1 0 0,0 0 0 0 0,0 0 0 0 0,0 0 0 0 0,0 0 0 0 0,0 0 0 0 0,0 0 1 0 0,0 0-1 0 0,0 0 0 0 0,1 1 0 0 0,-1-1 0 0 0,0 0 0 0 0,0 3 0 0 0,-1 2-69 0 0,0-1-1 0 0,0 1 0 0 0,1-1 0 0 0,-1 1 0 0 0,1 6 0 0 0,0-2-733 0 0,1-1 0 0 0,1 1 0 0 0,0-1 0 0 0,2 13 0 0 0,2 0-1976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53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775 161 2308 0 0,'3'0'3557'0'0,"-2"-1"-3385"0"0,0 1 0 0 0,0 0 0 0 0,1-1 0 0 0,-1 1 0 0 0,0-1 0 0 0,0 1 0 0 0,0-1 0 0 0,1 0 1 0 0,-1 1-1 0 0,0-1 0 0 0,0 0 0 0 0,0 0 0 0 0,0 0 0 0 0,0 0 0 0 0,-1 0 0 0 0,1 0 0 0 0,0 0 1 0 0,0 0-1 0 0,-1 0 0 0 0,1 0 0 0 0,0-1 0 0 0,-1 1 0 0 0,1 0 0 0 0,-1 0 0 0 0,0-1 0 0 0,1 1 1 0 0,-1 0-1 0 0,0-1 0 0 0,0 1 0 0 0,0 0 0 0 0,0-1 0 0 0,0 1 0 0 0,0-2 0 0 0,0-3 119 0 0,0 0 0 0 0,-1 0-1 0 0,0 0 1 0 0,0 0 0 0 0,0 0-1 0 0,0 0 1 0 0,-1 0 0 0 0,0 1-1 0 0,-1-1 1 0 0,1 0 0 0 0,-1 1-1 0 0,0 0 1 0 0,0-1-1 0 0,-7-6 1 0 0,7 9-238 0 0,0 0 1 0 0,0 0-1 0 0,0 0 0 0 0,-1 1 1 0 0,1-1-1 0 0,-1 1 0 0 0,0 0 1 0 0,1 0-1 0 0,-1 0 0 0 0,0 1 1 0 0,0-1-1 0 0,0 1 0 0 0,-1 0 0 0 0,1 0 1 0 0,0 0-1 0 0,0 1 0 0 0,-1-1 1 0 0,1 1-1 0 0,0 0 0 0 0,-1 1 1 0 0,-5 0-1 0 0,-8 2-12 0 0,1 2 0 0 0,-1 0 0 0 0,1 0 0 0 0,0 2 0 0 0,1 0 0 0 0,-29 17 0 0 0,13-4-16 0 0,0 2 0 0 0,-32 30-1 0 0,42-32-13 0 0,1 0 0 0 0,-30 38 0 0 0,43-48-7 0 0,0 1 0 0 0,1 0 0 0 0,1 0 0 0 0,0 1 0 0 0,0-1 0 0 0,1 1 0 0 0,0 1 0 0 0,-3 15 0 0 0,8-26-4 0 0,-1 0 1 0 0,1 0-1 0 0,-1 0 0 0 0,1 0 1 0 0,0 0-1 0 0,-1 0 1 0 0,1 0-1 0 0,0 0 0 0 0,1 0 1 0 0,-1 0-1 0 0,0 0 0 0 0,1 0 1 0 0,-1 0-1 0 0,1 0 1 0 0,-1 0-1 0 0,1 0 0 0 0,0 0 1 0 0,0 0-1 0 0,0 0 0 0 0,0 0 1 0 0,0-1-1 0 0,0 1 1 0 0,0 0-1 0 0,1-1 0 0 0,-1 1 1 0 0,1-1-1 0 0,-1 1 0 0 0,1-1 1 0 0,0 0-1 0 0,-1 0 1 0 0,1 0-1 0 0,0 0 0 0 0,0 0 1 0 0,0 0-1 0 0,0 0 0 0 0,0 0 1 0 0,0-1-1 0 0,0 1 0 0 0,0-1 1 0 0,0 0-1 0 0,0 1 1 0 0,2-1-1 0 0,6 0-4 0 0,1 1 0 0 0,-1-2 1 0 0,1 0-1 0 0,-1 0 0 0 0,0 0 0 0 0,0-1 1 0 0,14-5-1 0 0,-1-2-4 0 0,1 0-1 0 0,-1-2 1 0 0,-1-1 0 0 0,0 0 0 0 0,0-2-1 0 0,-1-1 1 0 0,-1 0 0 0 0,21-21-1 0 0,16-22-2 0 0,59-77 0 0 0,-115 134 11 0 0,14-14-100 0 0,-15 14 99 0 0,0 1 0 0 0,0 0 0 0 0,0 0-1 0 0,0 0 1 0 0,1 0 0 0 0,-1 0 0 0 0,0 0 0 0 0,0 0 0 0 0,0 0 0 0 0,0 0-1 0 0,0 0 1 0 0,0 0 0 0 0,0 0 0 0 0,1 0 0 0 0,-1 0 0 0 0,0 0 0 0 0,0 0 0 0 0,0 0-1 0 0,0 0 1 0 0,0 0 0 0 0,0 0 0 0 0,0 0 0 0 0,1 0 0 0 0,-1 0 0 0 0,0 0 0 0 0,0 0-1 0 0,0 0 1 0 0,0 0 0 0 0,0 0 0 0 0,0 0 0 0 0,0 0 0 0 0,0 0 0 0 0,1 0-1 0 0,-1 0 1 0 0,0 0 0 0 0,0 0 0 0 0,0 0 0 0 0,0 1 0 0 0,0-1 0 0 0,0 0 0 0 0,0 0-1 0 0,0 0 1 0 0,0 0 0 0 0,0 0 0 0 0,0 0 0 0 0,0 0 0 0 0,0 0 0 0 0,0 0 0 0 0,0 1-1 0 0,1-1 1 0 0,-1 0 0 0 0,0 0 0 0 0,0 0 0 0 0,0 0 0 0 0,0 0 0 0 0,0 0-1 0 0,0 0 1 0 0,0 1 0 0 0,0-1 0 0 0,-1 0 0 0 0,1 0 0 0 0,0 0 0 0 0,0 0 0 0 0,0 0-1 0 0,-9 35-70 0 0,3-16 73 0 0,-72 285 130 0 0,-19 70 285 0 0,-26-11 498 0 0,108-328-393 0 0,-37 66-1 0 0,47-92-409 0 0,-1-1-1 0 0,0 1 1 0 0,0-1-1 0 0,-1 0 1 0 0,0-1 0 0 0,0 0-1 0 0,-1 0 1 0 0,0 0-1 0 0,0-1 1 0 0,-1 0-1 0 0,0-1 1 0 0,-13 7 0 0 0,15-10-74 0 0,0 0 1 0 0,0-1 0 0 0,0 0-1 0 0,0 0 1 0 0,0 0 0 0 0,-1-1-1 0 0,1 0 1 0 0,0-1 0 0 0,0 1-1 0 0,0-1 1 0 0,0-1 0 0 0,0 0-1 0 0,0 1 1 0 0,0-2 0 0 0,0 1-1 0 0,0-1 1 0 0,1 0 0 0 0,-13-8-1 0 0,2 0-22 0 0,1-1 0 0 0,0-1 0 0 0,1 0-1 0 0,0 0 1 0 0,-20-25 0 0 0,29 31-14 0 0,0-1 0 0 0,1 1-1 0 0,0-1 1 0 0,0 1 0 0 0,1-1 0 0 0,0-1 0 0 0,0 1 0 0 0,1-1 0 0 0,0 1 0 0 0,1-1 0 0 0,0 0 0 0 0,0 0 0 0 0,1 0 0 0 0,0 0 0 0 0,0 0 0 0 0,1 0 0 0 0,0 0-1 0 0,1 0 1 0 0,0-1 0 0 0,1 1 0 0 0,-1 1 0 0 0,2-1 0 0 0,-1 0 0 0 0,8-15 0 0 0,3-2-29 0 0,1 1 0 0 0,1 1 0 0 0,2 0 1 0 0,0 1-1 0 0,1 1 0 0 0,2 0 0 0 0,24-21 0 0 0,165-122-468 0 0,-195 154 446 0 0,230-159-790 0 0,14-10 48 0 0,-242 169 744 0 0,30-22-81 0 0,-2-2 1 0 0,63-63 0 0 0,-99 89 114 0 0,0-1 0 0 0,-1 0 0 0 0,7-12 0 0 0,-12 17 5 0 0,1 1 0 0 0,-1-1 0 0 0,0 0-1 0 0,0 0 1 0 0,0 0 0 0 0,-1 0 0 0 0,0-1-1 0 0,0 1 1 0 0,0-7 0 0 0,-1 12 7 0 0,0 0 1 0 0,0-1 0 0 0,0 1 0 0 0,0-1-1 0 0,0 1 1 0 0,0-1 0 0 0,0 1-1 0 0,0 0 1 0 0,0-1 0 0 0,0 1-1 0 0,0 0 1 0 0,-1-1 0 0 0,1 1-1 0 0,0-1 1 0 0,0 1 0 0 0,0 0-1 0 0,-1-1 1 0 0,1 1 0 0 0,0 0 0 0 0,0-1-1 0 0,-1 1 1 0 0,1 0 0 0 0,0 0-1 0 0,-1-1 1 0 0,1 1 0 0 0,0 0-1 0 0,-1 0 1 0 0,1 0 0 0 0,-1-1-1 0 0,1 1 1 0 0,0 0 0 0 0,-1 0 0 0 0,1 0-1 0 0,0 0 1 0 0,-1 0 0 0 0,1 0-1 0 0,-1 0 1 0 0,1 0 0 0 0,-1 0-1 0 0,1 0 1 0 0,0 0 0 0 0,-1 0-1 0 0,1 0 1 0 0,-1 0 0 0 0,1 0-1 0 0,0 0 1 0 0,-1 0 0 0 0,1 0 0 0 0,-1 1-1 0 0,1-1 1 0 0,0 0 0 0 0,-1 0-1 0 0,1 0 1 0 0,0 1 0 0 0,-1-1-1 0 0,1 0 1 0 0,0 1 0 0 0,-1 0-1 0 0,-20 15-20 0 0,5 1 12 0 0,1 1 0 0 0,1 1 1 0 0,0 0-1 0 0,2 1 0 0 0,-15 31 0 0 0,4-1 6 0 0,-18 63-1 0 0,7 9 6 0 0,31-105 12 0 0,0 0 1 0 0,2 0-1 0 0,0 0 1 0 0,0 0-1 0 0,4 24 1 0 0,-3-40-13 0 0,0 0-1 0 0,0 1 1 0 0,0-1 0 0 0,0 0 0 0 0,0 0 0 0 0,1 1-1 0 0,-1-1 1 0 0,0 0 0 0 0,1 0 0 0 0,-1 0 0 0 0,1 0 0 0 0,-1 1-1 0 0,1-1 1 0 0,0 0 0 0 0,-1 0 0 0 0,1 0 0 0 0,0 0-1 0 0,0 0 1 0 0,0-1 0 0 0,0 1 0 0 0,0 0 0 0 0,0 0-1 0 0,0 0 1 0 0,0-1 0 0 0,0 1 0 0 0,0-1 0 0 0,0 1 0 0 0,0-1-1 0 0,1 1 1 0 0,-1-1 0 0 0,0 0 0 0 0,0 1 0 0 0,1-1-1 0 0,-1 0 1 0 0,0 0 0 0 0,0 0 0 0 0,1 0 0 0 0,-1 0 0 0 0,0 0-1 0 0,0 0 1 0 0,1 0 0 0 0,-1-1 0 0 0,0 1 0 0 0,2-1-1 0 0,3-1-1 0 0,0-1-1 0 0,0 1 0 0 0,0-1 1 0 0,-1 0-1 0 0,1-1 0 0 0,-1 1 1 0 0,9-9-1 0 0,18-21-14 0 0,-2-1 0 0 0,-1-2 1 0 0,28-46-1 0 0,3-2 0 0 0,-45 63 9 0 0,49-59-93 0 0,-55 69 85 0 0,0 1-1 0 0,1 1 1 0 0,1 0-1 0 0,0 0 1 0 0,15-8-1 0 0,-25 16 11 0 0,1 0-1 0 0,0 0 0 0 0,-1 0 0 0 0,1 0 0 0 0,0 0 1 0 0,0 1-1 0 0,-1-1 0 0 0,1 1 0 0 0,0-1 1 0 0,0 1-1 0 0,0 0 0 0 0,0 0 0 0 0,0 0 0 0 0,0 0 1 0 0,0 0-1 0 0,0 0 0 0 0,-1 0 0 0 0,1 0 0 0 0,0 1 1 0 0,0-1-1 0 0,0 1 0 0 0,2 1 0 0 0,-1 0 0 0 0,-1-1 0 0 0,1 1 0 0 0,-1 0 0 0 0,0 0 0 0 0,0 1 0 0 0,0-1 0 0 0,0 0 0 0 0,0 1 0 0 0,0-1 0 0 0,-1 1 0 0 0,1 0 0 0 0,1 5 0 0 0,1 3 0 0 0,0 0 0 0 0,-1 0 0 0 0,-1 0-1 0 0,0 1 1 0 0,0-1 0 0 0,0 17 0 0 0,-4 0 151 0 0,0-1 0 0 0,-2 1 0 0 0,0-1 0 0 0,-2 0 0 0 0,-1-1 0 0 0,-16 38 0 0 0,16-53 235 0 0,3-16-87 0 0,4-18-147 0 0,8-3-152 0 0,1 1 1 0 0,0 0 0 0 0,2 1-1 0 0,1 0 1 0 0,1 1 0 0 0,1 0-1 0 0,1 1 1 0 0,1 1-1 0 0,0 0 1 0 0,2 1 0 0 0,1 1-1 0 0,38-31 1 0 0,-48 43-29 0 0,1 1-1 0 0,-1 1 1 0 0,1 0 0 0 0,0 0 0 0 0,16-4 0 0 0,-25 8 29 0 0,1 1 0 0 0,0 0 0 0 0,-1 0 0 0 0,1 0 0 0 0,0 0 0 0 0,0 0 1 0 0,-1 0-1 0 0,1 1 0 0 0,0-1 0 0 0,-1 0 0 0 0,1 1 0 0 0,0-1 0 0 0,-1 1 1 0 0,1 0-1 0 0,-1-1 0 0 0,1 1 0 0 0,-1 0 0 0 0,1 0 0 0 0,-1 0 1 0 0,0 0-1 0 0,1 0 0 0 0,1 3 0 0 0,1 0-5 0 0,0 0 0 0 0,0 1 1 0 0,-1 0-1 0 0,0-1 0 0 0,4 7 0 0 0,-3-2 12 0 0,0 1-1 0 0,-1 0 0 0 0,0 0 0 0 0,-1 0 0 0 0,0 0 0 0 0,0 0 0 0 0,-1 1 0 0 0,0-1 1 0 0,-1 12-1 0 0,-2 16 25 0 0,-7 39 0 0 0,8-76-26 0 0,-7 47 13 0 0,4-28-178 0 0,0 0-1 0 0,0 26 1 0 0,4-45 82 0 0,0 0 1 0 0,0 0-1 0 0,0 0 0 0 0,0-1 1 0 0,0 1-1 0 0,0 0 0 0 0,0 0 0 0 0,1 0 1 0 0,-1-1-1 0 0,0 1 0 0 0,1 0 0 0 0,-1 0 1 0 0,0-1-1 0 0,1 1 0 0 0,-1 0 1 0 0,1-1-1 0 0,-1 1 0 0 0,1 0 0 0 0,-1-1 1 0 0,1 1-1 0 0,-1-1 0 0 0,1 1 1 0 0,0-1-1 0 0,0 1 0 0 0,1 0-99 0 0,0 0 0 0 0,0-1 1 0 0,-1 1-1 0 0,1-1 0 0 0,0 0 0 0 0,0 1 0 0 0,0-1 1 0 0,0 0-1 0 0,0 0 0 0 0,3-1 0 0 0,5 0-776 0 0,1-1 0 0 0,-1-1 0 0 0,12-4 0 0 0,-14 4 87 0 0,22-7-2624 0 0,6-4-1316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53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94 1216 0 0,'-34'-14'5293'0'0,"1"0"0"0"0,-39-24 1 0 0,70 37-5062 0 0,-7-3 428 0 0,29 44-589 0 0,-2 0-1 0 0,-2 0 1 0 0,-1 2 0 0 0,-2 0-1 0 0,10 63 1 0 0,-21-93 60 0 0,27 117 2002 0 0,-29-127-1391 0 0,11-8-315 0 0,-8 2-385 0 0,0 0 0 0 0,0 0 0 0 0,-1 0 0 0 0,1 0 0 0 0,-1 0 0 0 0,0-1 0 0 0,-1 1 0 0 0,2-6 0 0 0,4-8 22 0 0,12-24-35 0 0,63-124 136 0 0,-69 143-326 0 0,1 1 0 0 0,1 0 0 0 0,1 1 0 0 0,36-36 0 0 0,-50 55 54 0 0,0-1 1 0 0,1 1-1 0 0,0 0 1 0 0,-1 0-1 0 0,1 0 1 0 0,0 0-1 0 0,0 1 1 0 0,0-1-1 0 0,0 1 1 0 0,0 0-1 0 0,0 0 1 0 0,0 0-1 0 0,1 0 1 0 0,-1 0-1 0 0,0 1 1 0 0,1-1-1 0 0,-1 1 1 0 0,0 0-1 0 0,1 0 1 0 0,-1 0-1 0 0,0 1 1 0 0,7 1-1 0 0,-3 0-191 0 0,-1 1 0 0 0,1 0-1 0 0,-1 1 1 0 0,1 0 0 0 0,-1 0 0 0 0,0 0-1 0 0,0 0 1 0 0,-1 1 0 0 0,8 8-1 0 0,-4-4-250 0 0,19 19-1501 0 0,41 32 0 0 0,-61-53 1856 0 0,1-1-1 0 0,0 0 1 0 0,0-1 0 0 0,0 0 0 0 0,0-1 0 0 0,1 0-1 0 0,0 0 1 0 0,0-1 0 0 0,0 0 0 0 0,11 1 0 0 0,-15-4 209 0 0,-1 0 0 0 0,0 0 0 0 0,0 0 0 0 0,0-1 0 0 0,0 0 0 0 0,0 0 0 0 0,0 0 0 0 0,0-1 0 0 0,0 0 0 0 0,0 0 0 0 0,-1 0 1 0 0,1 0-1 0 0,-1-1 0 0 0,1 0 0 0 0,-1 0 0 0 0,0 0 0 0 0,0 0 0 0 0,0-1 0 0 0,-1 0 0 0 0,1 1 0 0 0,-1-1 0 0 0,0 0 0 0 0,0-1 1 0 0,3-6-1 0 0,-1 4 231 0 0,-1 0 0 0 0,-1 0 0 0 0,1-1 1 0 0,-1 0-1 0 0,0 0 0 0 0,-1 0 0 0 0,0 0 0 0 0,-1 0 1 0 0,1 0-1 0 0,-1 0 0 0 0,-1 0 0 0 0,0-1 0 0 0,0 1 1 0 0,-1-10-1 0 0,0 16-201 0 0,1 0 0 0 0,0 1 0 0 0,-1-1 0 0 0,1 1 0 0 0,-1-1 0 0 0,1 0 0 0 0,-1 1 0 0 0,0-1 0 0 0,0 1 0 0 0,0-1 0 0 0,0 1 0 0 0,0 0 0 0 0,0-1 0 0 0,0 1 0 0 0,0 0 0 0 0,0 0 0 0 0,-1-1 0 0 0,1 1 0 0 0,0 0 0 0 0,-1 0 0 0 0,-1 0 0 0 0,1 0-21 0 0,-1 0 0 0 0,1 1 0 0 0,-1-1 0 0 0,0 1 0 0 0,1-1 0 0 0,-1 1 0 0 0,1 0 0 0 0,-1 0 1 0 0,0 1-1 0 0,1-1 0 0 0,-1 0 0 0 0,-3 2 0 0 0,-6 2-14 0 0,-1 0 1 0 0,1 1-1 0 0,1 0 1 0 0,-15 10-1 0 0,24-14 6 0 0,-25 15 6 0 0,0 2 1 0 0,1 1-1 0 0,1 0 1 0 0,-27 29-1 0 0,39-34-10 0 0,0 0-1 0 0,0 1 0 0 0,2 1 0 0 0,0 0 0 0 0,0 0 0 0 0,2 1 1 0 0,0 0-1 0 0,-8 23 0 0 0,15-34-8 0 0,0 0-1 0 0,1 0 1 0 0,-1 0-1 0 0,1 1 1 0 0,1-1-1 0 0,-1 0 1 0 0,1 0-1 0 0,0 1 1 0 0,0-1-1 0 0,1 0 1 0 0,1 8-1 0 0,-1-11-6 0 0,0 0 0 0 0,1 0-1 0 0,-1 0 1 0 0,0 0 0 0 0,1 0 0 0 0,0 0-1 0 0,0-1 1 0 0,-1 1 0 0 0,2 0-1 0 0,-1-1 1 0 0,0 0 0 0 0,0 1 0 0 0,1-1-1 0 0,-1 0 1 0 0,1 0 0 0 0,0 0-1 0 0,-1-1 1 0 0,1 1 0 0 0,0-1 0 0 0,0 0-1 0 0,0 1 1 0 0,0-1 0 0 0,5 1-1 0 0,4 0-822 0 0,0-1 0 0 0,0 0 0 0 0,1-1 0 0 0,-1 0 0 0 0,0-1 0 0 0,1 0 0 0 0,-1 0 0 0 0,0-2 0 0 0,0 0 0 0 0,19-6 0 0 0,-1-1-2711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54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39 1420 0 0,'2'-20'6003'0'0,"-2"19"-5669"0"0,0 0 1 0 0,0 0 0 0 0,0 0 0 0 0,1 0 0 0 0,-1 0 0 0 0,0 1-1 0 0,0-1 1 0 0,0 0 0 0 0,6-8 3348 0 0,-4 8-3348 0 0,-2 2-288 0 0,1 1 0 0 0,-1 0 0 0 0,0-1 0 0 0,1 1 0 0 0,-1-1 0 0 0,0 1 0 0 0,0 0 0 0 0,0-1-1 0 0,0 1 1 0 0,0-1 0 0 0,0 1 0 0 0,-1 0 0 0 0,1-1 0 0 0,-1 3 0 0 0,1-2 38 0 0,-43 191 2842 0 0,5-28-1474 0 0,37-161-1431 0 0,-1 8 136 0 0,0 0-1 0 0,0 0 0 0 0,1 0 1 0 0,2 18-1 0 0,-1-27-112 0 0,0 0-1 0 0,0-1 0 0 0,1 1 1 0 0,-1-1-1 0 0,1 1 0 0 0,0 0 0 0 0,0-1 1 0 0,-1 1-1 0 0,2-1 0 0 0,-1 0 1 0 0,0 1-1 0 0,0-1 0 0 0,1 0 1 0 0,0 0-1 0 0,-1 0 0 0 0,1 0 1 0 0,0 0-1 0 0,0 0 0 0 0,0 0 1 0 0,0-1-1 0 0,0 1 0 0 0,0-1 1 0 0,1 1-1 0 0,-1-1 0 0 0,0 0 1 0 0,1 0-1 0 0,3 1 0 0 0,2 0-5 0 0,0-1 1 0 0,0 0-1 0 0,-1-1 0 0 0,1 1 0 0 0,0-2 0 0 0,0 1 0 0 0,13-3 1 0 0,3-2 44 0 0,31-11 0 0 0,-51 14-194 0 0,0 1-1 0 0,0 0 1 0 0,0-1 0 0 0,0 0-1 0 0,0 0 1 0 0,0 0-1 0 0,-1 0 1 0 0,1 0-1 0 0,-1-1 1 0 0,0 0-1 0 0,0 1 1 0 0,0-1-1 0 0,0-1 1 0 0,0 1-1 0 0,0 0 1 0 0,-1-1-1 0 0,0 1 1 0 0,3-6 0 0 0,-5-6-4927 0 0,-1 7 3311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56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308 175 668 0 0,'2'-128'11072'0'0,"-2"85"-8186"0"0,0 43-2880 0 0,0 0 1 0 0,-1 0-1 0 0,1 0 1 0 0,0 0-1 0 0,0 0 0 0 0,0 0 1 0 0,0 0-1 0 0,0 0 0 0 0,0 0 1 0 0,0 0-1 0 0,0 0 1 0 0,-1 0-1 0 0,1 0 0 0 0,0 0 1 0 0,0 0-1 0 0,0 0 0 0 0,0 0 1 0 0,0 0-1 0 0,0 0 1 0 0,0 0-1 0 0,-1 0 0 0 0,1 0 1 0 0,0 0-1 0 0,0 0 0 0 0,0 0 1 0 0,0 0-1 0 0,0 0 1 0 0,0 0-1 0 0,0 0 0 0 0,0 0 1 0 0,-1 0-1 0 0,1 0 1 0 0,0 0-1 0 0,0 0 0 0 0,0-1 1 0 0,0 1-1 0 0,0 0 0 0 0,0 0 1 0 0,0 0-1 0 0,0 0 1 0 0,0 0-1 0 0,0 0 0 0 0,0 0 1 0 0,0 0-1 0 0,0 0 0 0 0,0-1 1 0 0,0 1-1 0 0,-1 0 1 0 0,1 0-1 0 0,0 0 0 0 0,0 0 1 0 0,0 0-1 0 0,0 0 0 0 0,0 0 1 0 0,0-1-1 0 0,0 1 1 0 0,0 0-1 0 0,0 0 0 0 0,1 0 1 0 0,-1 0-1 0 0,0 0 0 0 0,0 0 1 0 0,0 0-1 0 0,0 0 1 0 0,0-1-1 0 0,0 1 0 0 0,0 0 1 0 0,0 0-1 0 0,-8 11 149 0 0,-6 18-55 0 0,-141 435 2025 0 0,102-295-1614 0 0,44-138-430 0 0,-9 18 36 0 0,4 2 0 0 0,1 0-1 0 0,-8 72 1 0 0,23-97-6 0 0,-2-25-106 0 0,0 0-1 0 0,1 0 1 0 0,-1 0-1 0 0,0 0 0 0 0,1 0 1 0 0,-1 0-1 0 0,1 0 1 0 0,-1 0-1 0 0,1 0 1 0 0,-1 0-1 0 0,1-1 1 0 0,0 1-1 0 0,-1 0 1 0 0,1 0-1 0 0,0-1 1 0 0,0 1-1 0 0,0 0 1 0 0,0-1-1 0 0,0 1 1 0 0,0 0-1 0 0,0-1 1 0 0,1 1-1 0 0,23 4 14 0 0,-16-9-17 0 0,-4 2 0 0 0,5-2-21 0 0,1 0-1 0 0,-1-1 1 0 0,0 0 0 0 0,0-1-1 0 0,-1 0 1 0 0,0 0-1 0 0,0-1 1 0 0,9-8 0 0 0,6-9-61 0 0,29-35 1 0 0,-21 20 35 0 0,-2-2 0 0 0,-2-1 0 0 0,25-49-1 0 0,-52 90 12 0 0,-2 19-53 0 0,-1 1 88 0 0,-1 0 0 0 0,-8 28-1 0 0,5-26 17 0 0,2 1 0 0 0,-4 29 0 0 0,8-45-8 0 0,0 0-1 0 0,0 0 0 0 0,0 0 1 0 0,1 0-1 0 0,-1 0 1 0 0,2 0-1 0 0,-1 0 0 0 0,1 0 1 0 0,-1-1-1 0 0,2 1 0 0 0,3 8 1 0 0,-4-11-3 0 0,0 0 1 0 0,0 0 0 0 0,1-1-1 0 0,-1 1 1 0 0,0-1 0 0 0,1 1-1 0 0,0-1 1 0 0,0 0 0 0 0,-1 0-1 0 0,1 0 1 0 0,0-1 0 0 0,1 1-1 0 0,-1-1 1 0 0,0 1-1 0 0,0-1 1 0 0,1 0 0 0 0,-1 0-1 0 0,0-1 1 0 0,1 1 0 0 0,-1-1-1 0 0,6 1 1 0 0,1-1-7 0 0,0-1 0 0 0,0 0 0 0 0,0-1 0 0 0,0 0 0 0 0,0 0 0 0 0,0-1 0 0 0,-1 0 0 0 0,1-1 0 0 0,-1 0 0 0 0,0-1 0 0 0,0 1 0 0 0,0-2 0 0 0,-1 1 0 0 0,0-1 0 0 0,0-1 0 0 0,8-7 0 0 0,1-3-2 0 0,1-1 0 0 0,-2-1 1 0 0,-1-1-1 0 0,0 0 1 0 0,17-32-1 0 0,-25 37 6 0 0,0 0 0 0 0,0 0 0 0 0,-2-1 0 0 0,0 0 0 0 0,-1-1 0 0 0,0 1-1 0 0,2-23 1 0 0,-6 37-10 0 0,-1 3-8 0 0,-1-1 11 0 0,1 1 1 0 0,0 0-1 0 0,0 0 1 0 0,-1-1-1 0 0,1 1 1 0 0,0 0-1 0 0,0 0 1 0 0,0 0-1 0 0,0 0 1 0 0,0 1-1 0 0,-1 1 1 0 0,-15 31 49 0 0,1 0 0 0 0,2 1 0 0 0,1 1 1 0 0,2 0-1 0 0,1 0 0 0 0,-8 66 0 0 0,18-99-95 0 0,-1 0 0 0 0,1 0 0 0 0,-1 0 0 0 0,1 0-1 0 0,0 0 1 0 0,1 0 0 0 0,-1 0 0 0 0,0 0-1 0 0,1 0 1 0 0,-1 0 0 0 0,1 0 0 0 0,0 0 0 0 0,0-1-1 0 0,0 1 1 0 0,1 0 0 0 0,-1 0 0 0 0,1-1 0 0 0,-1 1-1 0 0,1-1 1 0 0,0 1 0 0 0,0-1 0 0 0,0 0 0 0 0,0 0-1 0 0,0 0 1 0 0,1 0 0 0 0,-1 0 0 0 0,1 0 0 0 0,-1 0-1 0 0,1-1 1 0 0,0 0 0 0 0,-1 1 0 0 0,1-1-1 0 0,4 1 1 0 0,0 0-742 0 0,1-1 0 0 0,0 1 0 0 0,0-2 0 0 0,0 1-1 0 0,0-1 1 0 0,0 0 0 0 0,0-1 0 0 0,0 0 0 0 0,-1 0 0 0 0,1-1 0 0 0,14-4-1 0 0,4-4-4378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56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80 1036 0 0,'-3'-16'8357'0'0,"2"14"-7865"0"0,-3 4-291 0 0,1-1 0 0 0,-1 1 1 0 0,1 0-1 0 0,0 0 0 0 0,-1 1 0 0 0,1-1 0 0 0,0 1 1 0 0,0-1-1 0 0,1 1 0 0 0,-1 0 0 0 0,1 0 1 0 0,-1 0-1 0 0,1 1 0 0 0,0-1 0 0 0,0 0 0 0 0,0 1 1 0 0,1-1-1 0 0,-1 1 0 0 0,-1 7 0 0 0,3-9-47 0 0,10 20 608 0 0,21-9-315 0 0,-29-12-384 0 0,0 0-39 0 0,0-1 1 0 0,0 1 0 0 0,0-1 0 0 0,1 0 0 0 0,-1 0-1 0 0,0 1 1 0 0,0-1 0 0 0,1-1 0 0 0,-1 1-1 0 0,0 0 1 0 0,4-1 0 0 0,-5 0-21 0 0,1 1 7 0 0,0-1-1 0 0,0 1 0 0 0,0-1 1 0 0,0 0-1 0 0,-1 0 1 0 0,1 0-1 0 0,0 0 1 0 0,0 0-1 0 0,-1 0 0 0 0,1-1 1 0 0,-1 1-1 0 0,1 0 1 0 0,-1-1-1 0 0,1 0 1 0 0,-1 1-1 0 0,0-1 0 0 0,0 0 1 0 0,0 1-1 0 0,0-1 1 0 0,0 0-1 0 0,0 0 1 0 0,0 0-1 0 0,-1 0 1 0 0,1-2-1 0 0,1-4 6 0 0,0-1-1 0 0,-1 1 1 0 0,-1 0 0 0 0,1-11-1 0 0,-1 12-10 0 0,1 4-5 0 0,-1 1 1 0 0,0-1 0 0 0,0 1 0 0 0,0-1 0 0 0,-1 1 0 0 0,1-1 0 0 0,0 1-1 0 0,-1 0 1 0 0,0-1 0 0 0,0 1 0 0 0,1 0 0 0 0,-4-5 0 0 0,-4-13-20 0 0,4 17 9 0 0,2 1-2 0 0,1 1 9 0 0,0 1-1 0 0,0-1 0 0 0,0 1 1 0 0,1-1-1 0 0,-1 1 0 0 0,0-1 1 0 0,0 1-1 0 0,0-1 1 0 0,0 1-1 0 0,0 0 0 0 0,0-1 1 0 0,0 1-1 0 0,0 0 1 0 0,-1 0-1 0 0,1 0 0 0 0,0 0 1 0 0,0 0-1 0 0,0 0 1 0 0,0 0-1 0 0,0 0 0 0 0,0 0 1 0 0,0 1-1 0 0,0-1 1 0 0,0 0-1 0 0,0 1 0 0 0,0-1 1 0 0,-2 2-1 0 0,-25 12-31 0 0,8-2 35 0 0,2 2 0 0 0,0 0 0 0 0,0 1 0 0 0,1 1 0 0 0,1 1-1 0 0,-25 33 1 0 0,13-9 21 0 0,1 0-1 0 0,-23 51 0 0 0,47-85-5 0 0,0 0 0 0 0,1 0-1 0 0,-1 0 1 0 0,1 0 0 0 0,0 0-1 0 0,1 1 1 0 0,0-1 0 0 0,0 9 0 0 0,1-14-9 0 0,-1 0 0 0 0,1 0 0 0 0,1 0 0 0 0,-1 0 0 0 0,0 0 0 0 0,0 0 0 0 0,1 0 0 0 0,-1 0 0 0 0,1 0 0 0 0,0 0 0 0 0,-1 0 0 0 0,1-1-1 0 0,0 1 1 0 0,0 0 0 0 0,0 0 0 0 0,0-1 0 0 0,1 1 0 0 0,-1-1 0 0 0,0 1 0 0 0,1-1 0 0 0,-1 0 0 0 0,1 1 0 0 0,-1-1 0 0 0,1 0 0 0 0,0 0 0 0 0,-1 0 0 0 0,1 0 0 0 0,0 0 0 0 0,0 0 0 0 0,0-1 0 0 0,0 1 0 0 0,0-1 0 0 0,-1 1 0 0 0,1-1 0 0 0,3 0 0 0 0,6 1-332 0 0,0-1-1 0 0,0-1 1 0 0,0 0-1 0 0,0-1 1 0 0,0 0-1 0 0,0 0 1 0 0,0-2-1 0 0,-1 1 1 0 0,1-1 0 0 0,15-8-1 0 0,12-9-2610 0 0,47-33-1 0 0,-76 48 2276 0 0,32-23-3028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56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62 260 0 0,'1'-2'533'0'0,"7"-7"1844"0"0,-1-1-1 0 0,10-20 1 0 0,-16 28-1761 0 0,-1 1-554 0 0,-1 1 0 0 0,1-1 0 0 0,-1 1-1 0 0,1-1 1 0 0,0 1 0 0 0,-1-1-1 0 0,0 1 1 0 0,1-1 0 0 0,-1 1-1 0 0,1-1 1 0 0,-1 1 0 0 0,1 0-1 0 0,-1-1 1 0 0,0 1 0 0 0,1 0-1 0 0,-1-1 1 0 0,0 1 0 0 0,0 0 0 0 0,-9 3 129 0 0,0 0 0 0 0,1 1 0 0 0,-1 0 0 0 0,1 0 0 0 0,0 1 0 0 0,-15 10 1 0 0,-49 44 357 0 0,58-45-424 0 0,9-10-76 0 0,1 1 0 0 0,0 0 0 0 0,0 0 0 0 0,1 0 0 0 0,-1 1 0 0 0,1-1 0 0 0,0 1 0 0 0,1 0 0 0 0,0 0 0 0 0,0 0 0 0 0,-5 13 0 0 0,8-18-31 0 0,0 1 0 0 0,0-1 1 0 0,0 0-1 0 0,0 1 0 0 0,1-1 0 0 0,-1 0 1 0 0,0 0-1 0 0,1 1 0 0 0,-1-1 1 0 0,0 0-1 0 0,1 0 0 0 0,0 0 0 0 0,-1 0 1 0 0,1 1-1 0 0,0-1 0 0 0,-1 0 0 0 0,1 0 1 0 0,0 0-1 0 0,0 0 0 0 0,0-1 1 0 0,1 2-1 0 0,23 16 313 0 0,-23-16-308 0 0,38 21 73 0 0,-24-15 227 0 0,-1 0 0 0 0,-1 2 1 0 0,1-1-1 0 0,-1 2 0 0 0,19 18 0 0 0,-30-26-162 0 0,-1 0-1 0 0,1 0 1 0 0,-1 1-1 0 0,0-1 1 0 0,0 0 0 0 0,0 1-1 0 0,-1-1 1 0 0,1 1-1 0 0,-1 0 1 0 0,0-1-1 0 0,0 1 1 0 0,0 0-1 0 0,0 0 1 0 0,-1 0 0 0 0,1 0-1 0 0,-1 0 1 0 0,0-1-1 0 0,0 1 1 0 0,-1 0-1 0 0,1 0 1 0 0,-1 0-1 0 0,0 0 1 0 0,0 0 0 0 0,0-1-1 0 0,0 1 1 0 0,-1 0-1 0 0,1-1 1 0 0,-1 1-1 0 0,0-1 1 0 0,-3 4 0 0 0,-2 3 112 0 0,0-1 1 0 0,-1 0 0 0 0,0 0 0 0 0,-1-1 0 0 0,1 0 0 0 0,-2 0 0 0 0,1-1 0 0 0,-1 0-1 0 0,0-1 1 0 0,-22 10 0 0 0,16-9 45 0 0,-1 0 0 0 0,0-1 0 0 0,0-1 0 0 0,-1-1-1 0 0,1 0 1 0 0,-30 2 0 0 0,40-6-242 0 0,1 0-1 0 0,-1 0 1 0 0,1-1-1 0 0,-1 0 1 0 0,1 0-1 0 0,0-1 1 0 0,-1 0-1 0 0,1 0 1 0 0,0 0-1 0 0,0-1 1 0 0,0 0-1 0 0,1 0 1 0 0,-1 0-1 0 0,-5-5 1 0 0,9 6-179 0 0,0 0 1 0 0,0 1-1 0 0,0-1 1 0 0,0 0-1 0 0,0 0 1 0 0,1-1-1 0 0,-1 1 0 0 0,1 0 1 0 0,0 0-1 0 0,0-1 1 0 0,0 1-1 0 0,0-1 1 0 0,0 1-1 0 0,0-1 1 0 0,0 1-1 0 0,1-1 1 0 0,-1 0-1 0 0,1 1 1 0 0,0-1-1 0 0,0 0 1 0 0,0 1-1 0 0,0-1 0 0 0,0 0 1 0 0,1 1-1 0 0,-1-1 1 0 0,1 1-1 0 0,0-1 1 0 0,0 1-1 0 0,0-1 1 0 0,0 1-1 0 0,0-1 1 0 0,0 1-1 0 0,1 0 1 0 0,-1-1-1 0 0,1 1 1 0 0,2-3-1 0 0,2-3-916 0 0,1 1 1 0 0,0-1-1 0 0,0 2 0 0 0,1-1 0 0 0,13-9 0 0 0,22-11-7320 0 0,-27 17 2471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4:58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382 365 1308 0 0,'9'-40'4067'0'0,"10"-48"1384"0"0,-10 45-3713 0 0,-2-2 1 0 0,2-72-1 0 0,-9 115-1723 0 0,0 1-1 0 0,0 0 0 0 0,0 0 0 0 0,0-1 1 0 0,0 1-1 0 0,0 0 0 0 0,0 0 0 0 0,-1-1 1 0 0,1 1-1 0 0,0 0 0 0 0,-1 0 0 0 0,1 0 1 0 0,-1-1-1 0 0,0 1 0 0 0,1 0 0 0 0,-1 0 1 0 0,0 0-1 0 0,1 0 0 0 0,-1 0 0 0 0,0 0 1 0 0,0 0-1 0 0,0 1 0 0 0,-1-2 0 0 0,0 1-6 0 0,0 1 0 0 0,1-1-1 0 0,-1 0 1 0 0,0 1-1 0 0,1 0 1 0 0,-1-1 0 0 0,0 1-1 0 0,0 0 1 0 0,0 0-1 0 0,1 0 1 0 0,-1 0 0 0 0,0 1-1 0 0,0-1 1 0 0,-2 1-1 0 0,-4 1-5 0 0,1 1 0 0 0,-1 0-1 0 0,0 0 1 0 0,1 1 0 0 0,0-1-1 0 0,-7 6 1 0 0,-26 22 6 0 0,1 2 1 0 0,1 1-1 0 0,2 1 1 0 0,1 3-1 0 0,-32 45 1 0 0,55-68-7 0 0,1 1 1 0 0,1 0 0 0 0,1 0-1 0 0,0 1 1 0 0,1 0 0 0 0,-10 30-1 0 0,18-45 1 0 0,-1-1 0 0 0,1 1-1 0 0,-1 0 1 0 0,1 0 0 0 0,0 0-1 0 0,0-1 1 0 0,0 1 0 0 0,0 0-1 0 0,0 0 1 0 0,0-1 0 0 0,0 1-1 0 0,1 0 1 0 0,-1 0 0 0 0,0-1-1 0 0,1 1 1 0 0,0 0 0 0 0,-1-1-1 0 0,1 1 1 0 0,0 0 0 0 0,0-1-1 0 0,0 1 1 0 0,0-1 0 0 0,0 1-1 0 0,0-1 1 0 0,0 0-1 0 0,1 0 1 0 0,-1 1 0 0 0,0-1-1 0 0,1 0 1 0 0,-1 0 0 0 0,1 0-1 0 0,-1 0 1 0 0,1 0 0 0 0,0-1-1 0 0,-1 1 1 0 0,1 0 0 0 0,0-1-1 0 0,-1 1 1 0 0,4-1 0 0 0,4 0-3 0 0,1 0 0 0 0,-1-1-1 0 0,0 0 1 0 0,0 0 0 0 0,0-1 0 0 0,-1 0 0 0 0,1-1-1 0 0,0 0 1 0 0,-1-1 0 0 0,1 1 0 0 0,-1-1 0 0 0,0-1 0 0 0,-1 0-1 0 0,1 0 1 0 0,-1 0 0 0 0,0-1 0 0 0,0 0 0 0 0,6-8 0 0 0,13-15-8 0 0,-2-1 1 0 0,-1 0 0 0 0,20-37-1 0 0,-13 20 7 0 0,-4 2-220 0 0,-25 43 185 0 0,-9 21-60 0 0,-18 31 100 0 0,3 1 0 0 0,-21 67 0 0 0,39-102 14 0 0,0 0-1 0 0,1 1 1 0 0,1 0-1 0 0,-2 27 1 0 0,5-43-13 0 0,0 0 0 0 0,0 0 0 0 0,0 0 0 0 0,0 0 0 0 0,1 0 0 0 0,-1 0 1 0 0,0 0-1 0 0,1 0 0 0 0,-1 1 0 0 0,1-1 0 0 0,-1 0 0 0 0,1-1 1 0 0,0 1-1 0 0,-1 0 0 0 0,1 0 0 0 0,0 0 0 0 0,0 0 0 0 0,0 0 1 0 0,-1-1-1 0 0,1 1 0 0 0,0 0 0 0 0,0-1 0 0 0,0 1 0 0 0,0-1 1 0 0,0 1-1 0 0,0-1 0 0 0,1 1 0 0 0,-1-1 0 0 0,0 0 0 0 0,0 0 0 0 0,0 1 1 0 0,0-1-1 0 0,0 0 0 0 0,0 0 0 0 0,1 0 0 0 0,0 0 0 0 0,4 0 8 0 0,-1 0 0 0 0,1-1 0 0 0,-1 1 0 0 0,1-1 0 0 0,0 0-1 0 0,6-3 1 0 0,4-2-5 0 0,-1-1 1 0 0,-1 0-1 0 0,0-2 0 0 0,0 1 0 0 0,0-2 0 0 0,-1 0 1 0 0,0 0-1 0 0,-1-1 0 0 0,-1-1 0 0 0,18-20 0 0 0,-5 0-16 0 0,-1-1-1 0 0,-1-1 0 0 0,20-43 0 0 0,-25 45 6 0 0,-3-1-1 0 0,0 0 1 0 0,17-67 0 0 0,-31 99-3 0 0,0 0 1 0 0,1 1 0 0 0,-1-1 0 0 0,0 0 0 0 0,0 1 0 0 0,0-1 0 0 0,0 0 0 0 0,0 1 0 0 0,0-1 0 0 0,0 0 0 0 0,0 1 0 0 0,0-1 0 0 0,0 0 0 0 0,0 1 0 0 0,-1-1-1 0 0,1 0 1 0 0,0 1 0 0 0,0-1 0 0 0,-1 0 0 0 0,1 1 0 0 0,0-1 0 0 0,-1 1 0 0 0,1-1 0 0 0,-1 1 0 0 0,1-1 0 0 0,0 1 0 0 0,-2-1 0 0 0,1 0 1 0 0,0 1 0 0 0,0-1-1 0 0,0 1 1 0 0,0 0 0 0 0,0 0 0 0 0,0 0 0 0 0,0-1 0 0 0,0 1 0 0 0,0 0 0 0 0,-1 0 0 0 0,1 0 0 0 0,0 0 0 0 0,0 1 0 0 0,-2-1 0 0 0,-1 1-3 0 0,-1 1 0 0 0,1-1 0 0 0,0 1 0 0 0,-1 0 1 0 0,1 0-1 0 0,-7 5 0 0 0,4-1-11 0 0,0 0 1 0 0,0 1-1 0 0,1 0 1 0 0,0 1-1 0 0,-6 9 0 0 0,10-14 17 0 0,0 1-1 0 0,0-1 0 0 0,0 1 0 0 0,0 0 0 0 0,1-1 1 0 0,-1 1-1 0 0,1 0 0 0 0,0 0 0 0 0,0 0 0 0 0,1 0 1 0 0,-1 1-1 0 0,1-1 0 0 0,0 8 0 0 0,0-10 7 0 0,1 1-1 0 0,-1-1 0 0 0,1 0 1 0 0,0 0-1 0 0,0 1 1 0 0,-1-1-1 0 0,1 0 0 0 0,1 0 1 0 0,-1 0-1 0 0,0 0 1 0 0,0 0-1 0 0,1 0 0 0 0,-1 0 1 0 0,1 0-1 0 0,0-1 1 0 0,0 1-1 0 0,-1-1 0 0 0,1 1 1 0 0,2 1-1 0 0,0-2 3 0 0,0 1 0 0 0,0 0 0 0 0,0-1 0 0 0,0 0 0 0 0,0 0 0 0 0,0 0 0 0 0,0-1 0 0 0,0 1 0 0 0,0-1 0 0 0,5 0 0 0 0,9-2 7 0 0,0 0 1 0 0,0-1 0 0 0,33-11-1 0 0,-45 13-17 0 0,108-31-5 0 0,-111 31 4 0 0,0 1-13 0 0,-2 0 16 0 0,-1 0-1 0 0,1-1 1 0 0,0 1-1 0 0,-1 0 1 0 0,1 0-1 0 0,0 0 1 0 0,0 0-1 0 0,-1 0 0 0 0,1 0 1 0 0,0 0-1 0 0,-1 0 1 0 0,1 0-1 0 0,0 0 1 0 0,0 0-1 0 0,-1 0 1 0 0,1 1-1 0 0,1-1 1 0 0,-2 2 0 0 0,1 0 1 0 0,0 0 0 0 0,-1 0-1 0 0,1 0 1 0 0,-1-1 0 0 0,1 1-1 0 0,-1 0 1 0 0,0 0 0 0 0,0 0-1 0 0,0 0 1 0 0,0 0 0 0 0,0 0-1 0 0,0 0 1 0 0,-1 0 0 0 0,1 0-1 0 0,-1 0 1 0 0,1-1 0 0 0,-1 1-1 0 0,0 0 1 0 0,1 0 0 0 0,-1-1-1 0 0,-2 4 1 0 0,-29 45 29 0 0,28-44-26 0 0,-42 57 33 0 0,-49 77 60 0 0,92-135-82 0 0,0 1 1 0 0,0 0-1 0 0,0 0 1 0 0,1 0 0 0 0,0 1-1 0 0,0-1 1 0 0,1 1-1 0 0,-2 8 1 0 0,3-14-10 0 0,0 0 0 0 0,1 0 0 0 0,-1 0 0 0 0,0 0 0 0 0,1 0 0 0 0,-1 0 0 0 0,0 0 0 0 0,1 0 0 0 0,-1 0 0 0 0,1 0 0 0 0,-1 0 0 0 0,1 0 0 0 0,0 0 0 0 0,-1-1 0 0 0,1 1 0 0 0,0 0 0 0 0,0 0 0 0 0,0-1 0 0 0,-1 1 0 0 0,1-1 0 0 0,0 1 0 0 0,0 0 0 0 0,0-1 0 0 0,0 0 0 0 0,0 1 0 0 0,0-1 0 0 0,1 1 0 0 0,29 4 84 0 0,-14-6-70 0 0,-1-1 1 0 0,1-1-1 0 0,-1 0 0 0 0,0-1 0 0 0,0-1 0 0 0,0 0 1 0 0,-1-1-1 0 0,1-1 0 0 0,20-12 0 0 0,-2-1-3 0 0,-1-2-1 0 0,53-47 0 0 0,-49 35-1 0 0,-1-2 1 0 0,-2-1-1 0 0,55-80 0 0 0,-67 71-20 0 0,-22 43 13 0 0,-1 2-7 0 0,0 1 0 0 0,0-1 0 0 0,0 1 0 0 0,0 0 0 0 0,-1-1 0 0 0,1 1 0 0 0,0 0 0 0 0,0 0 0 0 0,-1 0 0 0 0,1 0 0 0 0,0 0 0 0 0,0 0-1 0 0,0 0 1 0 0,-1 1 0 0 0,1-1 0 0 0,0 0 0 0 0,0 1 0 0 0,0-1 0 0 0,0 0 0 0 0,-1 1 0 0 0,1 0 0 0 0,0-1 0 0 0,0 1 0 0 0,0 0 0 0 0,0-1 0 0 0,-1 3 0 0 0,1-2 0 0 0,-21 15 19 0 0,1 1 0 0 0,0 1 1 0 0,-19 24-1 0 0,-50 65 264 0 0,85-101-262 0 0,-11 14 69 0 0,-23 39 0 0 0,35-53-65 0 0,0 1 0 0 0,1 0 1 0 0,0 0-1 0 0,1 0 0 0 0,-1 0 1 0 0,1 0-1 0 0,1 1 0 0 0,-1-1 1 0 0,1 0-1 0 0,0 13 0 0 0,1-17-12 0 0,0-1 1 0 0,1 0-1 0 0,-1 1 0 0 0,1-1 0 0 0,-1 0 0 0 0,1 0 0 0 0,0 1 0 0 0,0-1 1 0 0,0 0-1 0 0,0 0 0 0 0,0 0 0 0 0,1 0 0 0 0,-1 0 0 0 0,1 0 0 0 0,-1 0 1 0 0,4 3-1 0 0,-1-2 2 0 0,0-1 0 0 0,0 1 0 0 0,0-1 0 0 0,0 1 0 0 0,1-1 0 0 0,-1-1 0 0 0,0 1 0 0 0,6 1 0 0 0,7 1 9 0 0,0-1 0 0 0,1-1 0 0 0,26 0 0 0 0,6-4-1076 0 0,0-2 0 0 0,0-2 0 0 0,-1-2 0 0 0,87-27 0 0 0,-62 12-3294 0 0,3-5-2251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0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60 606 828 0 0,'-59'53'11001'0'0,"59"-53"-10863"0"0,0 0-1 0 0,0 1 1 0 0,0-1 0 0 0,-1 0 0 0 0,1 1 0 0 0,0-1 0 0 0,0 1 0 0 0,0-1 0 0 0,0 0-1 0 0,0 1 1 0 0,0 0 0 0 0,14-6 151 0 0,-1-1 0 0 0,0 0 0 0 0,0-1 0 0 0,-1 0 0 0 0,16-12 0 0 0,-2 1-117 0 0,30-18-15 0 0,-3-3 0 0 0,75-70 0 0 0,-98 79-120 0 0,-1-1 0 0 0,-1-1 1 0 0,-1-2-1 0 0,-3-1 0 0 0,22-38 0 0 0,-44 69-34 0 0,19-42 31 0 0,-20 43-34 0 0,0 0 1 0 0,0 0-1 0 0,0 0 1 0 0,-1 0-1 0 0,1 0 1 0 0,-1 0 0 0 0,0 0-1 0 0,0 0 1 0 0,0 0-1 0 0,0 0 1 0 0,-1 0-1 0 0,1 0 1 0 0,-1 0 0 0 0,-1-3-1 0 0,0 4-4 0 0,0 0 1 0 0,0 1-1 0 0,0-1 0 0 0,0 1 0 0 0,0-1 1 0 0,0 1-1 0 0,0 0 0 0 0,-1 0 0 0 0,1 0 1 0 0,0 0-1 0 0,-1 0 0 0 0,-3 0 0 0 0,2 0-7 0 0,-1 1 0 0 0,0-1 0 0 0,0 1 0 0 0,1 0 0 0 0,-1 0 0 0 0,0 1 0 0 0,0-1 0 0 0,1 1 0 0 0,-1 0 0 0 0,0 0 0 0 0,-5 3 0 0 0,-4 2-21 0 0,0 1-1 0 0,-12 7 1 0 0,25-13 30 0 0,-1 0-1 0 0,1 0-1 0 0,-1 0 0 0 0,0 0 1 0 0,0 0-1 0 0,1 0 1 0 0,-1 0-1 0 0,1 1 1 0 0,-1-1-1 0 0,1 1 0 0 0,-1-1 1 0 0,1 1-1 0 0,0 0 1 0 0,0 0-1 0 0,0-1 1 0 0,0 1-1 0 0,-1 3 0 0 0,2-4 4 0 0,0 0 0 0 0,0 0 0 0 0,0 0 0 0 0,0 1 0 0 0,0-1 0 0 0,0 0 0 0 0,0 0 0 0 0,0 1-1 0 0,0-1 1 0 0,1 0 0 0 0,-1 0 0 0 0,1 0 0 0 0,-1 0 0 0 0,1 0 0 0 0,-1 0 0 0 0,1 1 0 0 0,0-1 0 0 0,-1 0-1 0 0,1-1 1 0 0,1 2 0 0 0,3 3 2 0 0,0 0 0 0 0,1-1 0 0 0,0 0 0 0 0,0 0 0 0 0,0 0-1 0 0,0-1 1 0 0,11 4 0 0 0,60 19 6 0 0,-58-21-14 0 0,0 0 0 0 0,-1 1 0 0 0,0 2 0 0 0,0 0 0 0 0,-1 0 0 0 0,17 12-1 0 0,-32-18 7 0 0,1 0-1 0 0,-1 0 0 0 0,1 0 1 0 0,-1 1-1 0 0,0-1 0 0 0,0 1 1 0 0,0-1-1 0 0,0 1 0 0 0,-1 0 1 0 0,1 0-1 0 0,-1 0 0 0 0,1-1 1 0 0,-1 1-1 0 0,0 1 0 0 0,0-1 1 0 0,0 4-1 0 0,0-2 5 0 0,-1 0 1 0 0,0 0-1 0 0,0 1 1 0 0,-1-1-1 0 0,1 0 1 0 0,-1 0-1 0 0,0 0 1 0 0,0 0-1 0 0,-4 7 1 0 0,-3 7 30 0 0,-2 0 1 0 0,0-1-1 0 0,-1 0 1 0 0,-14 17-1 0 0,19-26-14 0 0,-9 12 37 0 0,-14 28 0 0 0,29-49-53 0 0,-1 1 0 0 0,1-1 0 0 0,0 0 0 0 0,0 1 0 0 0,0-1 1 0 0,-1 1-1 0 0,1-1 0 0 0,0 0 0 0 0,0 1 0 0 0,0-1 0 0 0,0 1 0 0 0,0-1 1 0 0,0 1-1 0 0,0-1 0 0 0,0 0 0 0 0,0 1 0 0 0,0-1 0 0 0,0 1 0 0 0,0-1 0 0 0,0 1 1 0 0,0-1-1 0 0,0 0 0 0 0,0 1 0 0 0,1-1 0 0 0,-1 1 0 0 0,0-1 0 0 0,0 1 1 0 0,0-1-1 0 0,1 0 0 0 0,-1 1 0 0 0,0-1 0 0 0,0 0 0 0 0,1 1 0 0 0,-1-1 1 0 0,1 1-1 0 0,18 2 79 0 0,19-7-35 0 0,-9-4-27 0 0,-1 0-1 0 0,0-3 1 0 0,0 0 0 0 0,-1-1-1 0 0,-1-2 1 0 0,32-21 0 0 0,-15 5 21 0 0,-1-2-1 0 0,63-63 1 0 0,-88 76-24 0 0,0-1 0 0 0,16-26 0 0 0,-6 9-2 0 0,-27 36-18 0 0,0 1 1 0 0,1 0-1 0 0,-1-1 0 0 0,0 1 1 0 0,1 0-1 0 0,-1-1 0 0 0,0 1 1 0 0,0-1-1 0 0,1 1 0 0 0,-1-1 1 0 0,0 1-1 0 0,0 0 0 0 0,0-1 0 0 0,1 1 1 0 0,-1-1-1 0 0,0 1 0 0 0,0-1 1 0 0,0 1-1 0 0,0-1 0 0 0,0 1 1 0 0,0-1-1 0 0,0 1 0 0 0,0-1 1 0 0,0 0-1 0 0,-10-1-7 0 0,-12 9-5 0 0,-5 9 14 0 0,0 1 1 0 0,2 1-1 0 0,0 1 0 0 0,0 1 1 0 0,2 1-1 0 0,1 2 0 0 0,1 0 1 0 0,-25 35-1 0 0,40-50 8 0 0,0 1 0 0 0,1 0-1 0 0,0 0 1 0 0,1 0 0 0 0,0 1 0 0 0,-5 15 0 0 0,8-23-2 0 0,1 1 0 0 0,-1-1 0 0 0,1 1 0 0 0,-1-1 0 0 0,1 1 0 0 0,0-1 0 0 0,0 1-1 0 0,0 0 1 0 0,0-1 0 0 0,0 1 0 0 0,1-1 0 0 0,-1 1 0 0 0,1-1 0 0 0,0 1 0 0 0,0-1 0 0 0,0 1 0 0 0,0-1 0 0 0,0 0 0 0 0,0 1 0 0 0,0-1 0 0 0,1 0 0 0 0,0 0 0 0 0,-1 0-1 0 0,1 0 1 0 0,0 0 0 0 0,0 0 0 0 0,0-1 0 0 0,0 1 0 0 0,0-1 0 0 0,0 1 0 0 0,2 0 0 0 0,6 2 8 0 0,-1 0-1 0 0,1-1 1 0 0,0 0-1 0 0,-1-1 1 0 0,1 0 0 0 0,0-1-1 0 0,1 1 1 0 0,-1-2 0 0 0,18-1-1 0 0,6-2-37 0 0,52-10 0 0 0,-51 5-213 0 0,0-2-1 0 0,0-1 1 0 0,-1-1-1 0 0,0-2 1 0 0,-1-2 0 0 0,-1-1-1 0 0,-1-1 1 0 0,35-26-1 0 0,-46 29 73 0 0,0-2 0 0 0,-1 0 0 0 0,-1-1 0 0 0,0-1 0 0 0,-2 0 0 0 0,0-2 0 0 0,-1 0 0 0 0,-1 0 0 0 0,-1-1 0 0 0,-1-1 0 0 0,-1 0 0 0 0,11-34 0 0 0,-15 30 316 0 0,5-41 1 0 0,-12 67-141 0 0,0 0-5 0 0,0 0 0 0 0,1 0 1 0 0,-1 0-1 0 0,0 0 0 0 0,0 0 1 0 0,0 0-1 0 0,0 0 0 0 0,0 0 0 0 0,0 0 1 0 0,0 0-1 0 0,0 0 0 0 0,-1 0 1 0 0,1 0-1 0 0,0 1 0 0 0,-1-1 0 0 0,1 0 1 0 0,0 0-1 0 0,-1 0 0 0 0,1 0 0 0 0,-2-1 1 0 0,2 2-4 0 0,-1 0 0 0 0,0-1 0 0 0,1 1 0 0 0,-1 0 1 0 0,0-1-1 0 0,1 1 0 0 0,-1 0 0 0 0,0 0 0 0 0,0 0 1 0 0,1 0-1 0 0,-1 0 0 0 0,0 0 0 0 0,1 0 0 0 0,-1 0 0 0 0,0 0 1 0 0,1 0-1 0 0,-1 0 0 0 0,0 0 0 0 0,0 0 0 0 0,0 1 1 0 0,-3 0 7 0 0,1 1 1 0 0,0-1 0 0 0,0 1 0 0 0,0 0 0 0 0,0 0 0 0 0,0 0 0 0 0,0 0 0 0 0,1 0 0 0 0,-4 4 0 0 0,-16 25 379 0 0,1 0 0 0 0,1 2 1 0 0,2 0-1 0 0,-17 43 0 0 0,-47 149 1109 0 0,70-187-1298 0 0,-104 355 1228 0 0,-9 25-693 0 0,113-383-673 0 0,3-6 72 0 0,-1 0 1 0 0,-2 0 0 0 0,-26 48-1 0 0,37-76-128 0 0,0 1 0 0 0,1-1-1 0 0,-1 1 1 0 0,0-1 0 0 0,0 1-1 0 0,0-1 1 0 0,0 0 0 0 0,-1 0-1 0 0,1 1 1 0 0,0-1 0 0 0,0 0 0 0 0,-1 0-1 0 0,1 0 1 0 0,-1 0 0 0 0,1-1-1 0 0,-1 1 1 0 0,1 0 0 0 0,-1-1-1 0 0,1 1 1 0 0,-1-1 0 0 0,0 1-1 0 0,1-1 1 0 0,-1 0 0 0 0,0 1 0 0 0,1-1-1 0 0,-1 0 1 0 0,0 0 0 0 0,1 0-1 0 0,-1-1 1 0 0,-2 1 0 0 0,2-2-12 0 0,-1 1-1 0 0,0-1 1 0 0,1 1 0 0 0,-1-1 0 0 0,1 0 0 0 0,-1 0 0 0 0,1 0 0 0 0,0-1 0 0 0,0 1 0 0 0,0-1 0 0 0,0 1-1 0 0,0-1 1 0 0,0 1 0 0 0,1-1 0 0 0,-1 0 0 0 0,-1-4 0 0 0,-4-12-143 0 0,1 1-1 0 0,1-1 1 0 0,1 0 0 0 0,0-1 0 0 0,1 1-1 0 0,1-1 1 0 0,1-33 0 0 0,5-10-324 0 0,11-66 1 0 0,-3 56 261 0 0,3 0-1 0 0,4 1 1 0 0,2 1-1 0 0,44-98 1 0 0,-46 127 169 0 0,2 1 0 0 0,2 1 0 0 0,2 2 0 0 0,1 0 0 0 0,2 1 0 0 0,1 2 0 0 0,2 1 0 0 0,48-41 0 0 0,-59 59 16 0 0,1 1 1 0 0,0 1-1 0 0,1 0 0 0 0,43-18 1 0 0,-55 28 6 0 0,0 0 0 0 0,0 0 0 0 0,1 1 0 0 0,-1 1-1 0 0,1 0 1 0 0,0 0 0 0 0,-1 1 0 0 0,1 1 0 0 0,0-1 0 0 0,0 2 0 0 0,0 0 0 0 0,0 0 0 0 0,19 5 0 0 0,-25-5 12 0 0,0 1 0 0 0,0 0 0 0 0,1 1 0 0 0,-1-1 0 0 0,-1 1 0 0 0,1 0-1 0 0,0 0 1 0 0,-1 0 0 0 0,1 1 0 0 0,-1-1 0 0 0,0 1 0 0 0,0 0 0 0 0,0 1 0 0 0,-1-1 0 0 0,6 9 0 0 0,-6-7 8 0 0,-1 0 1 0 0,1 1-1 0 0,-1-1 1 0 0,0 1 0 0 0,0-1-1 0 0,-1 1 1 0 0,0 0 0 0 0,0 0-1 0 0,-1 0 1 0 0,0 0 0 0 0,-1 9-1 0 0,-1 1 28 0 0,-1 0-1 0 0,-1 0 1 0 0,0 0-1 0 0,-1-1 1 0 0,-1 0-1 0 0,-1 0 1 0 0,0 0-1 0 0,-1-1 1 0 0,-13 19 0 0 0,12-21 63 0 0,-1-1 0 0 0,0 1 0 0 0,-1-2 0 0 0,-1 1 0 0 0,0-2 0 0 0,0 1 1 0 0,-1-2-1 0 0,0 1 0 0 0,-1-2 0 0 0,0 0 0 0 0,0-1 0 0 0,0 0 1 0 0,-31 9-1 0 0,44-15-109 0 0,0-1 1 0 0,-1 1-1 0 0,1-1 1 0 0,-1 1-1 0 0,0-1 1 0 0,1 1-1 0 0,-1-1 0 0 0,1 0 1 0 0,-1 0-1 0 0,1 0 1 0 0,-1 0-1 0 0,0 0 1 0 0,1 0-1 0 0,-1-1 1 0 0,1 1-1 0 0,-1 0 1 0 0,1-1-1 0 0,-1 1 1 0 0,1-1-1 0 0,-1 1 1 0 0,1-1-1 0 0,-1 0 1 0 0,1 0-1 0 0,0 0 1 0 0,0 0-1 0 0,-1 0 1 0 0,1 0-1 0 0,0 0 0 0 0,0 0 1 0 0,0 0-1 0 0,0 0 1 0 0,0-1-1 0 0,0 1 1 0 0,0 0-1 0 0,0-1 1 0 0,1 1-1 0 0,-1-1 1 0 0,1 1-1 0 0,-2-3 1 0 0,2 1-180 0 0,-1-1 0 0 0,1 1 0 0 0,0-1 0 0 0,0 1 0 0 0,0 0 0 0 0,0-1 0 0 0,0 1 0 0 0,1-1 0 0 0,0 1 0 0 0,-1 0 0 0 0,1 0 1 0 0,1-1-1 0 0,-1 1 0 0 0,0 0 0 0 0,1 0 0 0 0,-1 0 0 0 0,3-3 0 0 0,6-6-1283 0 0,1 0 0 0 0,0 0 0 0 0,1 1 0 0 0,13-10 1 0 0,0 2-2762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0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35 2012 0 0,'0'0'1570'0'0,"13"-1"2453"0"0,-13 6-3691 0 0,1 1-1 0 0,-1-1 1 0 0,0 0 0 0 0,0 0 0 0 0,0 0 0 0 0,-1 0-1 0 0,1 0 1 0 0,-1 0 0 0 0,0 0 0 0 0,-3 6 0 0 0,-3 25 372 0 0,6-31-523 0 0,1-1 1 0 0,0 0-1 0 0,0 1 0 0 0,0-1 0 0 0,1 0 0 0 0,2 9 1 0 0,-3-12-123 0 0,0 0 0 0 0,1 1 1 0 0,-1-1-1 0 0,1 0 1 0 0,0 0-1 0 0,-1 1 1 0 0,1-1-1 0 0,0 0 0 0 0,0 0 1 0 0,0 0-1 0 0,0 0 1 0 0,0 0-1 0 0,0 0 0 0 0,0 0 1 0 0,0 0-1 0 0,0-1 1 0 0,0 1-1 0 0,0 0 0 0 0,1-1 1 0 0,-1 1-1 0 0,0 0 1 0 0,0-1-1 0 0,1 0 1 0 0,-1 1-1 0 0,1-1 0 0 0,-1 0 1 0 0,0 0-1 0 0,1 1 1 0 0,1-1-1 0 0,1-1-21 0 0,0 0-1 0 0,-1 1 1 0 0,1-1-1 0 0,-1 0 1 0 0,1-1 0 0 0,0 1-1 0 0,-1-1 1 0 0,0 1-1 0 0,1-1 1 0 0,-1 0-1 0 0,0 0 1 0 0,0 0 0 0 0,0-1-1 0 0,0 1 1 0 0,-1-1-1 0 0,1 0 1 0 0,-1 1-1 0 0,1-1 1 0 0,-1 0 0 0 0,3-6-1 0 0,0 1-15 0 0,0-1 0 0 0,-1 0 0 0 0,0 0-1 0 0,0 0 1 0 0,-1 0 0 0 0,-1 0 0 0 0,3-13-1 0 0,-4 20-19 0 0,-1 0 0 0 0,1 0 0 0 0,-1 0 0 0 0,0-1-1 0 0,1 1 1 0 0,-1 0 0 0 0,0 0 0 0 0,0 0 0 0 0,-1-1-1 0 0,1 1 1 0 0,0 0 0 0 0,-1 0 0 0 0,1-1 0 0 0,-1 1-1 0 0,0 0 1 0 0,-1-3 0 0 0,-1 0-7 0 0,2 4-2 0 0,1 0-1 0 0,-1-1 0 0 0,-1 1 0 0 0,1 0 0 0 0,0 0 0 0 0,0 0 0 0 0,0 0 0 0 0,-1 0 1 0 0,1 0-1 0 0,0 0 0 0 0,-1 0 0 0 0,1 1 0 0 0,-1-1 0 0 0,1 0 0 0 0,-1 1 1 0 0,1-1-1 0 0,-3 0 0 0 0,-26-1-71 0 0,22 3 72 0 0,-1 0-1 0 0,1 0 0 0 0,0 1 0 0 0,-1 1 0 0 0,1-1 1 0 0,0 1-1 0 0,1 1 0 0 0,-1-1 0 0 0,1 1 0 0 0,-1 1 0 0 0,-8 6 1 0 0,-3 4 1 0 0,1 1-1 0 0,-27 29 1 0 0,31-29 13 0 0,1 1 0 0 0,0 0 0 0 0,-12 22 0 0 0,21-33 2 0 0,1 1 0 0 0,-1 0 0 0 0,1 0 0 0 0,0 1 0 0 0,1-1 1 0 0,0 0-1 0 0,0 1 0 0 0,0-1 0 0 0,1 1 0 0 0,0 0 0 0 0,1 15 0 0 0,1-19 9 0 0,-1-1-1 0 0,1 1 1 0 0,0-1 0 0 0,0 0 0 0 0,0 1-1 0 0,1-1 1 0 0,-1 0 0 0 0,1 1-1 0 0,0-1 1 0 0,0 0 0 0 0,0 0-1 0 0,0-1 1 0 0,0 1 0 0 0,5 4-1 0 0,-2-3-46 0 0,0 0-1 0 0,0-1 0 0 0,0 0 1 0 0,0 0-1 0 0,1 0 0 0 0,-1 0 1 0 0,13 3-1 0 0,-2-2-600 0 0,0-1 0 0 0,0-1 0 0 0,1 0 0 0 0,-1-1 0 0 0,27-1 0 0 0,28-9-4579 0 0,-31 1 770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414 646 76 0 0,'5'-8'1523'0'0,"0"0"1"0"0,-1 0-1 0 0,5-10 0 0 0,-8 15-1238 0 0,0 1-1 0 0,0-1 1 0 0,-1 0-1 0 0,1 1 1 0 0,0-1-1 0 0,-1 0 1 0 0,0 1-1 0 0,0-1 1 0 0,0 0-1 0 0,0 0 1 0 0,0 1 0 0 0,-1-1-1 0 0,1 0 1 0 0,-1 1-1 0 0,-1-4 1 0 0,2 5-227 0 0,-1 0 0 0 0,0 0 0 0 0,0 0 1 0 0,0 0-1 0 0,0 0 0 0 0,0 0 0 0 0,0 0 1 0 0,0 0-1 0 0,0 0 0 0 0,0 0 0 0 0,0 1 0 0 0,0-1 1 0 0,0 0-1 0 0,-1 1 0 0 0,1-1 0 0 0,0 1 1 0 0,0 0-1 0 0,-1-1 0 0 0,1 1 0 0 0,0 0 1 0 0,-1 0-1 0 0,1 0 0 0 0,-2 0 0 0 0,-32 1 613 0 0,31 0-614 0 0,-5 0 45 0 0,-1 1 1 0 0,1 0-1 0 0,0 1 1 0 0,1 0-1 0 0,-1 0 1 0 0,0 1-1 0 0,1 0 1 0 0,-16 11 0 0 0,-2 4 166 0 0,-28 26 1 0 0,42-35-188 0 0,-8 8 27 0 0,0 1-1 0 0,2 0 1 0 0,0 2-1 0 0,2 0 0 0 0,0 0 1 0 0,1 2-1 0 0,1 0 1 0 0,1 1-1 0 0,-14 36 0 0 0,26-57-82 0 0,0 0-1 0 0,0 0 1 0 0,0 0-1 0 0,0 0 1 0 0,1 0-1 0 0,-1 0 1 0 0,1 0-1 0 0,0 0 1 0 0,0 0-1 0 0,0 0 0 0 0,0 0 1 0 0,1 0-1 0 0,-1 0 1 0 0,1 0-1 0 0,1 6 1 0 0,-1-8-13 0 0,1 1 0 0 0,-1-1 0 0 0,0 1 0 0 0,0-1 0 0 0,1 1-1 0 0,-1-1 1 0 0,0 0 0 0 0,1 1 0 0 0,0-1 0 0 0,-1 0 0 0 0,1 0 0 0 0,0 0 0 0 0,-1 0 0 0 0,1-1 0 0 0,0 1 0 0 0,0 0 0 0 0,0-1 0 0 0,0 1 0 0 0,0-1 0 0 0,-1 0 0 0 0,1 0 0 0 0,0 1 0 0 0,0-1 0 0 0,4-1 0 0 0,1 1-7 0 0,0-1-1 0 0,1 0 1 0 0,-1-1 0 0 0,0 1-1 0 0,0-2 1 0 0,0 1 0 0 0,0-1-1 0 0,0 0 1 0 0,0 0 0 0 0,-1-1 0 0 0,8-5-1 0 0,7-6-2 0 0,33-32 0 0 0,-23 15-11 0 0,-2-1-1 0 0,-2-1 1 0 0,26-41 0 0 0,2-4-147 0 0,-54 78 123 0 0,-13 31-34 0 0,-3 6 54 0 0,-30 84 39 0 0,40-103-1 0 0,0 1 0 0 0,2 0 0 0 0,0 0 0 0 0,-2 34 0 0 0,5-49-12 0 0,0-1 0 0 0,0 1 0 0 0,0 0 0 0 0,0-1 0 0 0,1 1 0 0 0,-1-1 0 0 0,1 1 0 0 0,-1 0 0 0 0,1-1 0 0 0,0 1 0 0 0,0-1 0 0 0,0 1 0 0 0,0-1 0 0 0,0 0 0 0 0,1 0 0 0 0,-1 1 0 0 0,1-1 0 0 0,0 0 0 0 0,-1 0 0 0 0,1 0 0 0 0,0-1 0 0 0,0 1 0 0 0,0 0 0 0 0,3 1 0 0 0,-1-1-2 0 0,0-1 1 0 0,1 0-1 0 0,-1 1 1 0 0,0-2-1 0 0,1 1 1 0 0,-1 0 0 0 0,1-1-1 0 0,-1 0 1 0 0,1 0-1 0 0,-1 0 1 0 0,1 0-1 0 0,-1-1 1 0 0,7-1 0 0 0,5-3-9 0 0,0 0 1 0 0,0 0-1 0 0,0-2 1 0 0,0 0-1 0 0,-1 0 1 0 0,-1-2-1 0 0,1 0 0 0 0,-1 0 1 0 0,18-17-1 0 0,0-3-69 0 0,-1-2 0 0 0,41-52 0 0 0,-3-8-67 0 0,-3-4 0 0 0,-5-2 1 0 0,-3-3-1 0 0,70-171 0 0 0,-119 245 259 0 0,0 0 1 0 0,5-28-1 0 0,-14 54-126 0 0,0 0 1 0 0,1-1-1 0 0,-1 1 0 0 0,0 0 1 0 0,0-1-1 0 0,0 1 0 0 0,0-1 1 0 0,0 1-1 0 0,0 0 0 0 0,0-1 0 0 0,0 1 1 0 0,0 0-1 0 0,0-1 0 0 0,0 1 1 0 0,0-1-1 0 0,0 1 0 0 0,0 0 1 0 0,0-1-1 0 0,0 1 0 0 0,0 0 1 0 0,-1-1-1 0 0,1 1 0 0 0,0 0 0 0 0,0-1 1 0 0,0 1-1 0 0,-1 0 0 0 0,1-1 1 0 0,0 1-1 0 0,0 0 0 0 0,-1 0 1 0 0,1-1-1 0 0,0 1 0 0 0,0 0 0 0 0,-1 0 1 0 0,1 0-1 0 0,0-1 0 0 0,-1 1 1 0 0,1 0-1 0 0,0 0 0 0 0,-1 0 1 0 0,1 0-1 0 0,-1 0 0 0 0,1 0 0 0 0,0-1 1 0 0,-1 1-1 0 0,1 0 0 0 0,0 0 1 0 0,-1 0-1 0 0,1 0 0 0 0,-1 0 1 0 0,1 1-1 0 0,0-1 0 0 0,-1 0 0 0 0,1 0 1 0 0,-1 0-1 0 0,-1 1 3 0 0,0-1-1 0 0,0 1 1 0 0,-1 0 0 0 0,1 0-1 0 0,0 0 1 0 0,0 0 0 0 0,1 1-1 0 0,-1-1 1 0 0,-2 2 0 0 0,-14 15 31 0 0,1 1 0 0 0,1 1 0 0 0,-24 36 1 0 0,-32 71 96 0 0,67-119-127 0 0,-30 60 157 0 0,2 2 0 0 0,3 1 0 0 0,4 2 0 0 0,-26 110 0 0 0,49-171-123 0 0,1 1 1 0 0,0-1-1 0 0,1 1 0 0 0,0 0 0 0 0,1-1 1 0 0,3 21-1 0 0,-2-27-24 0 0,0-1 0 0 0,0 0 0 0 0,1 0 0 0 0,-1 0 0 0 0,1-1 0 0 0,0 1 0 0 0,1 0 0 0 0,-1-1 0 0 0,1 1 0 0 0,0-1 0 0 0,0 0 0 0 0,0 0 0 0 0,1 0 0 0 0,-1 0 0 0 0,1-1 0 0 0,0 1 0 0 0,0-1 0 0 0,8 4 0 0 0,-3-2-5 0 0,1 0 1 0 0,0-1-1 0 0,0 0 0 0 0,0-1 0 0 0,0 0 0 0 0,1 0 0 0 0,-1-2 0 0 0,1 1 1 0 0,0-1-1 0 0,-1-1 0 0 0,1 1 0 0 0,0-2 0 0 0,0 0 0 0 0,-1 0 0 0 0,1-1 0 0 0,-1 0 1 0 0,1-1-1 0 0,-1 0 0 0 0,14-6 0 0 0,-3-1-13 0 0,-1 0 1 0 0,0-1-1 0 0,-1-1 0 0 0,0 0 1 0 0,0-2-1 0 0,-2 0 0 0 0,0-1 1 0 0,18-20-1 0 0,-11 8 130 0 0,-1-1 1 0 0,-2-1-1 0 0,0-1 0 0 0,-2-1 0 0 0,-1 0 1 0 0,-2-2-1 0 0,17-45 0 0 0,-33 77-120 0 0,1 1-1 0 0,-1-1 0 0 0,0 1 1 0 0,0-1-1 0 0,1 1 1 0 0,-1-1-1 0 0,0 1 1 0 0,0-1-1 0 0,0 1 1 0 0,1-1-1 0 0,-1 0 0 0 0,0 1 1 0 0,0-1-1 0 0,0 1 1 0 0,0-1-1 0 0,0 0 1 0 0,0 1-1 0 0,0-1 1 0 0,0 1-1 0 0,0-1 1 0 0,-1 1-1 0 0,1-1 0 0 0,0 0 1 0 0,0 1-1 0 0,0-1 1 0 0,-1 1-1 0 0,1-1 1 0 0,0 1-1 0 0,-1-1 1 0 0,1 1-1 0 0,0-1 0 0 0,-1 1 1 0 0,1 0-1 0 0,-1-1 1 0 0,1 1-1 0 0,-1-1 1 0 0,1 1-1 0 0,-2-1 1 0 0,1 1-5 0 0,0 0 1 0 0,-1 0 0 0 0,1 0-1 0 0,-1 0 1 0 0,1 0 0 0 0,0 1 0 0 0,-1-1-1 0 0,1 0 1 0 0,0 1 0 0 0,-1-1-1 0 0,1 1 1 0 0,0-1 0 0 0,-1 1-1 0 0,0 1 1 0 0,-5 2 6 0 0,0 1-1 0 0,1 0 1 0 0,0 0-1 0 0,0 1 1 0 0,1 0-1 0 0,-8 11 1 0 0,-27 42 29 0 0,34-49-35 0 0,3-5 1 0 0,-50 88 28 0 0,47-81-17 0 0,1 1-1 0 0,0-1 1 0 0,1 1 0 0 0,0 1-1 0 0,-3 22 1 0 0,6-33-31 0 0,1 0 1 0 0,0-1-1 0 0,0 1 1 0 0,0 0-1 0 0,0-1 1 0 0,1 1-1 0 0,-1 0 1 0 0,1-1-1 0 0,0 1 1 0 0,0-1-1 0 0,0 1 1 0 0,0-1-1 0 0,0 1 1 0 0,0-1-1 0 0,0 0 1 0 0,4 4-1 0 0,-2-2-83 0 0,0-1-1 0 0,1 0 0 0 0,-1 0 0 0 0,1 0 1 0 0,0 0-1 0 0,0 0 0 0 0,0-1 0 0 0,8 4 1 0 0,4 0-389 0 0,0-1-1 0 0,1-1 1 0 0,-1 0 0 0 0,20 1 0 0 0,-1-1-1049 0 0,1-2 0 0 0,0-2 0 0 0,-1-1 0 0 0,1-2-1 0 0,59-12 1 0 0,-34 2-2944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1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336 582 1192 0 0,'6'-7'863'0'0,"-1"0"1"0"0,0 0-1 0 0,-1 0 0 0 0,0-1 0 0 0,0 1 0 0 0,5-15 1 0 0,-8 20-755 0 0,-1 0 1 0 0,1 0-1 0 0,-1 0 1 0 0,0 0-1 0 0,0 0 0 0 0,0 0 1 0 0,0-1-1 0 0,0 1 1 0 0,0 0-1 0 0,0 0 1 0 0,0 0-1 0 0,-1 0 1 0 0,1 0-1 0 0,-1 0 1 0 0,0 0-1 0 0,1 0 1 0 0,-1 0-1 0 0,0 0 1 0 0,0 1-1 0 0,0-1 0 0 0,-1 0 1 0 0,1 0-1 0 0,0 1 1 0 0,-1-1-1 0 0,1 1 1 0 0,-1-1-1 0 0,1 1 1 0 0,-1 0-1 0 0,0 0 1 0 0,1-1-1 0 0,-5 0 1 0 0,5 1-98 0 0,0 1 0 0 0,0-1 1 0 0,0 1-1 0 0,0-1 0 0 0,0 1 1 0 0,-1 0-1 0 0,1 0 0 0 0,0 0 0 0 0,0-1 1 0 0,0 1-1 0 0,-1 0 0 0 0,1 0 1 0 0,0 1-1 0 0,0-1 0 0 0,0 0 1 0 0,-3 1-1 0 0,0 0 23 0 0,-4 0 12 0 0,0 0 0 0 0,-1 0 0 0 0,1 1 0 0 0,0 1 0 0 0,1-1 0 0 0,-1 1 0 0 0,0 1 0 0 0,1-1 0 0 0,0 1 0 0 0,0 1 0 0 0,-8 5 0 0 0,-5 6 151 0 0,1 0-1 0 0,-21 24 0 0 0,17-17 155 0 0,2 2 0 0 0,-24 35 0 0 0,38-49-215 0 0,0 1 0 0 0,0 0 0 0 0,1 0 0 0 0,1 0 0 0 0,0 1-1 0 0,1 0 1 0 0,0 0 0 0 0,-2 18 0 0 0,6-29-105 0 0,-1 1 0 0 0,1-1-1 0 0,0 0 1 0 0,0 1 0 0 0,0-1 0 0 0,0 0 0 0 0,1 1-1 0 0,-1-1 1 0 0,1 0 0 0 0,-1 0 0 0 0,1 1 0 0 0,0-1-1 0 0,0 0 1 0 0,0 0 0 0 0,0 0 0 0 0,0 0 0 0 0,0 0-1 0 0,1 0 1 0 0,-1 0 0 0 0,1 0 0 0 0,-1-1 0 0 0,1 1-1 0 0,0-1 1 0 0,0 1 0 0 0,-1-1 0 0 0,1 1 0 0 0,0-1-1 0 0,0 0 1 0 0,1 0 0 0 0,-1 0 0 0 0,0 0 0 0 0,0 0-1 0 0,0-1 1 0 0,0 1 0 0 0,4 0 0 0 0,2 0 9 0 0,0 0 0 0 0,0 0 0 0 0,-1-1 0 0 0,1 0 0 0 0,0 0 0 0 0,0-1 0 0 0,0 0 0 0 0,-1 0 0 0 0,13-4 0 0 0,3-4-25 0 0,0-1 1 0 0,-1-1-1 0 0,0-1 0 0 0,-1 0 1 0 0,0-2-1 0 0,-1-1 0 0 0,-1 0 1 0 0,26-27-1 0 0,12-18-160 0 0,54-75-1 0 0,-78 92 33 0 0,-2-2-1 0 0,43-83 1 0 0,-59 97 114 0 0,-2 0 0 0 0,-1-1 1 0 0,-1 0-1 0 0,-2 0 0 0 0,7-51 0 0 0,-15 77-11 0 0,0 1-1 0 0,-1 0 0 0 0,0 0 1 0 0,0-1-1 0 0,0 1 0 0 0,-1 0 1 0 0,0 0-1 0 0,0 0 0 0 0,0-1 0 0 0,-3-4 1 0 0,4 9 6 0 0,-1 0 0 0 0,1 1-1 0 0,-1-1 1 0 0,1 1 0 0 0,-1-1 0 0 0,0 1 0 0 0,1-1 0 0 0,-1 1 0 0 0,1 0 0 0 0,-1-1-1 0 0,0 1 1 0 0,0 0 0 0 0,1-1 0 0 0,-1 1 0 0 0,0 0 0 0 0,0 0 0 0 0,1 0 0 0 0,-1-1 0 0 0,0 1-1 0 0,0 0 1 0 0,1 0 0 0 0,-1 0 0 0 0,0 0 0 0 0,0 1 0 0 0,0-1 0 0 0,1 0 0 0 0,-1 0-1 0 0,0 0 1 0 0,1 1 0 0 0,-1-1 0 0 0,0 0 0 0 0,0 1 0 0 0,1-1 0 0 0,-2 1 0 0 0,-23 14-59 0 0,8 1 91 0 0,1 1 1 0 0,0 0-1 0 0,2 1 0 0 0,0 1 0 0 0,1 1 0 0 0,1 0 1 0 0,-18 40-1 0 0,12-17 197 0 0,2 1 0 0 0,-19 90 0 0 0,32-119-173 0 0,0 0-1 0 0,1 0 1 0 0,1 1 0 0 0,1-1-1 0 0,0 1 1 0 0,3 25-1 0 0,-2-36-38 0 0,0 0-1 0 0,0 0 0 0 0,1 0 1 0 0,-1 0-1 0 0,1 0 0 0 0,0 0 1 0 0,1 0-1 0 0,-1-1 1 0 0,1 1-1 0 0,0-1 0 0 0,0 0 1 0 0,0 0-1 0 0,1 0 0 0 0,-1 0 1 0 0,1 0-1 0 0,0-1 0 0 0,0 0 1 0 0,0 0-1 0 0,0 0 0 0 0,1 0 1 0 0,-1-1-1 0 0,1 1 1 0 0,5 1-1 0 0,5 0-276 0 0,1 0 1 0 0,-1-1-1 0 0,0-1 1 0 0,1-1-1 0 0,-1 0 1 0 0,1-1-1 0 0,0 0 0 0 0,-1-1 1 0 0,1-1-1 0 0,24-6 1 0 0,2-3-2301 0 0,0-2 1 0 0,60-27 0 0 0,-57 20-1298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2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18 2524 0 0,'-40'5'3553'0'0,"-93"16"6064"0"0,131-20-9223 0 0,4 0-76 0 0,6 1-244 0 0,0-1 0 0 0,0 1 0 0 0,0-1 0 0 0,0-1 0 0 0,0 0 1 0 0,0 0-1 0 0,16-2 0 0 0,-3 0-106 0 0,251-18-3393 0 0,-90 2-2454 0 0,-86 8 620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2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4644 0 0,'5'7'6577'0'0,"-2"3"-2625"0"0,4-3-1823 0 0,-1 2-2201 0 0,-3-1-2661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5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560 201 1576 0 0,'0'0'2689'0'0,"-28"17"4961"0"0,28-17-7619 0 0,15-4 342 0 0,22-7-166 0 0,-20 2-106 0 0,0 0 0 0 0,0-1 0 0 0,27-21 0 0 0,-39 27-95 0 0,1 0 1 0 0,-1-1-1 0 0,-1 0 1 0 0,1 0-1 0 0,-1 0 0 0 0,0 0 1 0 0,0-1-1 0 0,0 0 1 0 0,-1 0-1 0 0,0 0 0 0 0,0 0 1 0 0,0 0-1 0 0,-1 0 0 0 0,2-8 1 0 0,-3 12-8 0 0,-1 1 0 0 0,0-1 0 0 0,0 0 0 0 0,0 1 0 0 0,0-1-1 0 0,0 0 1 0 0,0 1 0 0 0,0-1 0 0 0,0 0 0 0 0,-1 0 0 0 0,1 1 0 0 0,-1-1 0 0 0,1 1 0 0 0,-1-1 0 0 0,0 0 0 0 0,1 1 0 0 0,-1-1 0 0 0,0 1 0 0 0,0-1 0 0 0,0 1 0 0 0,-2-2-1 0 0,1 1-1 0 0,-1 0-1 0 0,1 1 0 0 0,-1-1 0 0 0,1 1 0 0 0,-1-1 0 0 0,0 1 1 0 0,1 0-1 0 0,-1 0 0 0 0,0 0 0 0 0,0 1 0 0 0,-4-1 0 0 0,-4-1-1 0 0,0 2 0 0 0,1 0 0 0 0,-1 0 0 0 0,0 1-1 0 0,-16 3 1 0 0,-36 11 25 0 0,2 4 0 0 0,0 2 1 0 0,1 2-1 0 0,1 3 0 0 0,-90 55 0 0 0,139-75-30 0 0,-17 10-8 0 0,-28 22 0 0 0,48-32 14 0 0,0-1-1 0 0,1 1 0 0 0,0 1 1 0 0,0-1-1 0 0,0 1 0 0 0,1 0 0 0 0,0 0 1 0 0,0 0-1 0 0,-3 9 0 0 0,7-14 4 0 0,0 0 0 0 0,1 0 0 0 0,-1 0 0 0 0,0 1 0 0 0,1-1-1 0 0,0 0 1 0 0,-1 0 0 0 0,1 1 0 0 0,0-1 0 0 0,0 0 0 0 0,0 0 0 0 0,1 1 0 0 0,-1-1 0 0 0,0 0-1 0 0,1 0 1 0 0,-1 1 0 0 0,1-1 0 0 0,0 0 0 0 0,0 0 0 0 0,0 0 0 0 0,0 0 0 0 0,0 0-1 0 0,0 0 1 0 0,1 0 0 0 0,-1-1 0 0 0,1 1 0 0 0,-1 0 0 0 0,1-1 0 0 0,0 1 0 0 0,-1-1 0 0 0,1 1-1 0 0,0-1 1 0 0,0 0 0 0 0,4 2 0 0 0,3 2 0 0 0,0-1-1 0 0,1 0 1 0 0,-1 0 0 0 0,1-1-1 0 0,0 0 1 0 0,15 1 0 0 0,15 1 16 0 0,1-2 1 0 0,79-4 0 0 0,81-20 25 0 0,-139 13-15 0 0,-8 2-9 0 0,196-29 42 0 0,-229 32-34 0 0,-21 3-24 0 0,0 0-1 0 0,0 0 1 0 0,0 0-1 0 0,0 0 0 0 0,0 1 1 0 0,0-1-1 0 0,0 0 0 0 0,0 0 1 0 0,0 0-1 0 0,0 0 0 0 0,0 0 1 0 0,0 0-1 0 0,0 0 1 0 0,0 0-1 0 0,0 0 0 0 0,0 0 1 0 0,0 0-1 0 0,0 0 0 0 0,0 0 1 0 0,0 0-1 0 0,0 1 1 0 0,0-1-1 0 0,0 0 0 0 0,0 0 1 0 0,0 0-1 0 0,0 0 0 0 0,0 0 1 0 0,0 0-1 0 0,0 0 0 0 0,0 0 1 0 0,0 0-1 0 0,0 0 1 0 0,0 0-1 0 0,0 0 0 0 0,0 0 1 0 0,0 0-1 0 0,1 0 0 0 0,-1 0 1 0 0,0 0-1 0 0,0 0 0 0 0,0 0 1 0 0,0 0-1 0 0,0 0 1 0 0,0 0-1 0 0,0 0 0 0 0,0 0 1 0 0,0 0-1 0 0,0 0 0 0 0,-29 13 4 0 0,8-4-34 0 0,-150 76-306 0 0,146-70 33 0 0,1 1 1 0 0,0 2 0 0 0,1 0 0 0 0,-29 31-1 0 0,47-45 161 0 0,1 1 0 0 0,0 0 1 0 0,1 0-1 0 0,0 0 0 0 0,-5 9 0 0 0,7-13-74 0 0,1 1 1 0 0,-1-1 0 0 0,0 1 0 0 0,1 0-1 0 0,-1-1 1 0 0,1 1 0 0 0,0-1-1 0 0,-1 1 1 0 0,1 0 0 0 0,0-1 0 0 0,0 1-1 0 0,0 0 1 0 0,0-1 0 0 0,0 1-1 0 0,0 0 1 0 0,1-1 0 0 0,-1 1-1 0 0,1 0 1 0 0,-1-1 0 0 0,1 1 0 0 0,-1-1-1 0 0,1 1 1 0 0,0-1 0 0 0,2 3-1 0 0,5 3-2410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5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10 117 1192 0 0,'-6'-13'3570'0'0,"6"10"-3074"0"0,0-1 1 0 0,1 0-1 0 0,-1 0 1 0 0,1 1-1 0 0,0-1 1 0 0,-1 0-1 0 0,4-6 1 0 0,-3 9-434 0 0,-1 0 1 0 0,1-1-1 0 0,0 1 1 0 0,-1 0-1 0 0,1 0 0 0 0,0 0 1 0 0,0 0-1 0 0,0 1 1 0 0,0-1-1 0 0,0 0 1 0 0,0 0-1 0 0,0 0 0 0 0,0 1 1 0 0,0-1-1 0 0,0 1 1 0 0,0-1-1 0 0,1 1 1 0 0,-1-1-1 0 0,0 1 0 0 0,0-1 1 0 0,0 1-1 0 0,1 0 1 0 0,-1 0-1 0 0,0 0 1 0 0,1 0-1 0 0,-1 0 0 0 0,0 0 1 0 0,0 0-1 0 0,1 0 1 0 0,-1 0-1 0 0,2 1 1 0 0,2 0-12 0 0,0 0 1 0 0,-1 1 0 0 0,1 0-1 0 0,0-1 1 0 0,-1 2 0 0 0,1-1-1 0 0,-1 0 1 0 0,1 1 0 0 0,-1 0 0 0 0,0 0-1 0 0,0 0 1 0 0,-1 0 0 0 0,1 1-1 0 0,-1 0 1 0 0,1-1 0 0 0,-1 1-1 0 0,0 0 1 0 0,0 1 0 0 0,-1-1-1 0 0,0 0 1 0 0,1 1 0 0 0,-1 0-1 0 0,2 7 1 0 0,-2-4 39 0 0,0 1 1 0 0,-1 0-1 0 0,1-1 0 0 0,-2 1 1 0 0,1 0-1 0 0,-1 0 0 0 0,-1 0 1 0 0,1 0-1 0 0,-2-1 1 0 0,1 1-1 0 0,-1 0 0 0 0,-6 15 1 0 0,-6 7 403 0 0,-1 0 1 0 0,-2-1 0 0 0,-1-1 0 0 0,-36 44 0 0 0,42-57-45 0 0,63-78 135 0 0,31-22-576 0 0,-5 7 15 0 0,92-120 0 0 0,-166 193-27 0 0,0 1-1 0 0,-1-1 1 0 0,0 0 0 0 0,0 1-1 0 0,0-1 1 0 0,0 0 0 0 0,0 0 0 0 0,-1 0-1 0 0,0-1 1 0 0,0 1 0 0 0,1-5 0 0 0,-2 7-13 0 0,-3 3-10 0 0,-2 0 23 0 0,0 1 1 0 0,1 0-1 0 0,-1 0 0 0 0,1 0 1 0 0,0 1-1 0 0,0 0 0 0 0,-1-1 0 0 0,2 2 1 0 0,-1-1-1 0 0,0 0 0 0 0,-5 7 0 0 0,-40 51 84 0 0,37-45-48 0 0,-5 8 25 0 0,0 0 0 0 0,-12 27 0 0 0,23-42-47 0 0,2 1 1 0 0,-1 1-1 0 0,2-1 0 0 0,-1 0 1 0 0,1 1-1 0 0,1 0 0 0 0,0-1 1 0 0,-1 18-1 0 0,3-24-1 0 0,0-1 0 0 0,0 1-1 0 0,1-1 1 0 0,-1 1 0 0 0,1-1 0 0 0,0 0 0 0 0,0 1-1 0 0,0-1 1 0 0,0 0 0 0 0,0 0 0 0 0,1 0 0 0 0,-1 0-1 0 0,1 0 1 0 0,0 0 0 0 0,0 0 0 0 0,0 0 0 0 0,0-1-1 0 0,3 3 1 0 0,-1-2-27 0 0,1 0 1 0 0,-1 0-1 0 0,1 0 1 0 0,-1-1-1 0 0,1 1 0 0 0,0-1 1 0 0,0-1-1 0 0,0 1 0 0 0,0-1 1 0 0,9 2-1 0 0,6-1-676 0 0,0-1 0 0 0,0-1 0 0 0,1-1 0 0 0,38-6 0 0 0,26-10-5125 0 0,-42 5 257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5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82 940 0 0,'-17'2'7661'0'0,"-23"4"671"0"0,44-5-8017 0 0,16-1-123 0 0,0-1 0 0 0,-1-1 0 0 0,1 0 1 0 0,26-8-1 0 0,7 1-79 0 0,-12 2-361 0 0,137-22-352 0 0,-60 6-8187 0 0,-92 16 2504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6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9 148 0 0,'-3'-8'11470'0'0,"-6"9"-11308"0"0,0 1 1 0 0,0 1 0 0 0,0 0 0 0 0,0 0-1 0 0,1 1 1 0 0,-1 0 0 0 0,1 0 0 0 0,0 1-1 0 0,-13 10 1 0 0,-67 59 304 0 0,61-49-379 0 0,1 1 1 0 0,2 1 0 0 0,0 1-1 0 0,2 2 1 0 0,-31 54-1 0 0,49-78-75 0 0,1 0 0 0 0,0 1 0 0 0,0 0 0 0 0,1 0 1 0 0,0 0-1 0 0,0 0 0 0 0,1 0 0 0 0,0 0 0 0 0,0 0 0 0 0,1 0 0 0 0,-1 0 0 0 0,2 9 0 0 0,0-12-1 0 0,0-1 1 0 0,0 1-1 0 0,0 0 1 0 0,0-1-1 0 0,1 1 1 0 0,-1 0-1 0 0,1-1 1 0 0,0 0-1 0 0,0 1 1 0 0,0-1-1 0 0,1 0 1 0 0,-1 0-1 0 0,1 0 1 0 0,-1 0-1 0 0,1-1 1 0 0,0 1-1 0 0,0-1 1 0 0,1 0-1 0 0,-1 0 1 0 0,0 0-1 0 0,1 0 1 0 0,-1 0-1 0 0,7 2 1 0 0,9 1 14 0 0,-1 0 0 0 0,0-1 1 0 0,1 0-1 0 0,0-2 1 0 0,0 0-1 0 0,27-2 1 0 0,115-13 60 0 0,-131 9-56 0 0,126-15 1370 0 0,-118 10-605 0 0,-32 7-735 0 0,-4 1-3 0 0,1 0-38 0 0,5-1 243 0 0,17-5-10459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08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1093 121 1160 0 0,'34'-24'12987'0'0,"-33"23"-12837"0"0,-1 0 0 0 0,1 0 0 0 0,-1 0 0 0 0,0 0 0 0 0,0 0 0 0 0,1 0 0 0 0,-1 0-1 0 0,0 0 1 0 0,0 0 0 0 0,0 0 0 0 0,0 0 0 0 0,0 0 0 0 0,0 0 0 0 0,0 0 0 0 0,0 0-1 0 0,0 0 1 0 0,-1 0 0 0 0,1 0 0 0 0,0 0 0 0 0,-1-1 0 0 0,-4-4-101 0 0,0 0 0 0 0,0 0 0 0 0,0 1 0 0 0,-1 0-1 0 0,0 0 1 0 0,0 0 0 0 0,0 1 0 0 0,0-1 0 0 0,-1 2 0 0 0,0-1 0 0 0,0 1 0 0 0,0 0 0 0 0,0 0 0 0 0,0 1-1 0 0,0 0 1 0 0,-1 0 0 0 0,1 1 0 0 0,-12-1 0 0 0,-13 0-85 0 0,0 2 0 0 0,1 1-1 0 0,-37 5 1 0 0,28-1 92 0 0,35-5-63 0 0,0 0 1 0 0,1 0-1 0 0,-1 1 0 0 0,0 0 1 0 0,1 0-1 0 0,-1 0 0 0 0,1 0 1 0 0,-1 1-1 0 0,1 0 0 0 0,0 0 1 0 0,-1 0-1 0 0,1 0 0 0 0,0 1 1 0 0,0-1-1 0 0,1 1 0 0 0,-1 0 1 0 0,-5 6-1 0 0,7-6 11 0 0,-4 14 12 0 0,0 1 1 0 0,1 0-1 0 0,1 0 1 0 0,1 0-1 0 0,0 0 1 0 0,2 1-1 0 0,0 33 0 0 0,0 5 85 0 0,-107 891 2571 0 0,45-547-1879 0 0,-91 525 2144 0 0,3-301-1265 0 0,105-455-1220 0 0,46-169-446 0 0,-130 538 1321 0 0,121-493-1127 0 0,2 0 0 0 0,-1 54 1 0 0,8-95-174 0 0,0 0 0 0 0,0 0 0 0 0,0 0 0 0 0,1 0 0 0 0,0 0 0 0 0,0 0 0 0 0,1 0 0 0 0,-1 0 0 0 0,1 0 0 0 0,3 4 0 0 0,-3-6-9 0 0,0 0 0 0 0,0 0 1 0 0,0 0-1 0 0,1 0 1 0 0,-1-1-1 0 0,1 1 1 0 0,0-1-1 0 0,0 0 1 0 0,0 0-1 0 0,0 0 0 0 0,0 0 1 0 0,0 0-1 0 0,0-1 1 0 0,1 1-1 0 0,3 0 1 0 0,6 2 11 0 0,1-1 1 0 0,-1-1 0 0 0,0 0-1 0 0,23 0 1 0 0,59-5 27 0 0,-57 2-43 0 0,714-69-2631 0 0,-719 66 2292 0 0,247-35-3689 0 0,-187 21 177 0 0,-1-4-3290 0 0,-35 6-2084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23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24 1848 0 0,'7'-11'9353'0'0,"-8"16"-8037"0"0,-3 14-615 0 0,-7 26-760 0 0,-99 259 1247 0 0,55-159-732 0 0,-86 219 82 0 0,128-328-142 0 0,12-34-110 0 0,1-14-176 0 0,4-15-49 0 0,1 0 0 0 0,13-39 1 0 0,-7 26-54 0 0,22-86 0 0 0,43-152-96 0 0,-48 189-13 0 0,43-91 1 0 0,-61 159 43 0 0,19-30 0 0 0,-18 37 72 0 0,-6 13 2 0 0,-3 1-3 0 0,-2 0-2 0 0,1 0 0 0 0,0 0 0 0 0,-1-1 0 0 0,1 1 0 0 0,0 0 0 0 0,-1 0 0 0 0,1 0 0 0 0,0 0 0 0 0,-1 0 0 0 0,1 0 0 0 0,0 1 0 0 0,0-1 0 0 0,-1 0 0 0 0,1 0 0 0 0,0 0 0 0 0,-1 1 0 0 0,1-1 0 0 0,-1 0 0 0 0,1 1 0 0 0,0-1 0 0 0,-1 0 0 0 0,1 1 0 0 0,-1-1 0 0 0,1 1 0 0 0,-1-1 0 0 0,1 1 0 0 0,-1-1 0 0 0,1 1 0 0 0,-1-1 0 0 0,0 1 0 0 0,1 0 0 0 0,-1-1 0 0 0,1 2 0 0 0,10 20 262 0 0,-6-2-61 0 0,0 1 1 0 0,-1-1 0 0 0,-1 1 0 0 0,1 30 0 0 0,-7 87 271 0 0,2-114-409 0 0,-2 51-945 0 0,-10 246 3129 0 0,11-213-5807 0 0,1 0-5590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23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54 170 1192 0 0,'-4'1'3878'0'0,"-43"2"3572"0"0,44-3-6528 0 0,5-2-890 0 0,0 0 1 0 0,0 0-1 0 0,-1 0 1 0 0,1 0-1 0 0,0 0 1 0 0,1 0-1 0 0,-1 1 1 0 0,0-1 0 0 0,0 1-1 0 0,1 0 1 0 0,2-2-1 0 0,0 0 27 0 0,151-80-1527 0 0,-49 34-4346 0 0,-68 32 1609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24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 1896 0 0,'-31'26'9465'0'0,"9"-8"-4337"0"0,22-17-5110 0 0,-1-1 0 0 0,1 0 0 0 0,0 0 0 0 0,0 0 0 0 0,0 0-1 0 0,-1 0 1 0 0,1 0 0 0 0,0 0 0 0 0,0 0 0 0 0,0 1 0 0 0,0-1 0 0 0,0 0 0 0 0,-1 0 0 0 0,1 0 0 0 0,0 0 0 0 0,0 1 0 0 0,0-1 0 0 0,0 0 0 0 0,0 0 0 0 0,0 0 0 0 0,0 1-1 0 0,0-1 1 0 0,0 0 0 0 0,-1 0 0 0 0,1 0 0 0 0,0 1 0 0 0,0-1 0 0 0,0 0 0 0 0,0 0 0 0 0,0 0 0 0 0,0 1 0 0 0,0-1 0 0 0,0 0 0 0 0,1 0 0 0 0,-1 0 0 0 0,0 1 0 0 0,0-1-1 0 0,0 0 1 0 0,0 0 0 0 0,0 1 0 0 0,10-1-60 0 0,-1 0 0 0 0,1-1 0 0 0,-1 0 0 0 0,12-3 0 0 0,-6 2-3185 0 0,30-3 0 0 0,-34 5-161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24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75 1252 0 0,'-40'55'11651'0'0,"42"-53"-11341"0"0,-2-2-304 0 0,0 0-1 0 0,0 1 0 0 0,0-1 1 0 0,0 0-1 0 0,0 0 1 0 0,0 0-1 0 0,0 1 1 0 0,1-1-1 0 0,-1 0 1 0 0,0 0-1 0 0,0 0 0 0 0,0 0 1 0 0,0 0-1 0 0,0 1 1 0 0,0-1-1 0 0,0 0 1 0 0,0 0-1 0 0,1 0 1 0 0,-1 0-1 0 0,0 0 1 0 0,0 0-1 0 0,0 0 0 0 0,0 1 1 0 0,1-1-1 0 0,-1 0 1 0 0,0 0-1 0 0,0 0 1 0 0,0 0-1 0 0,0 0 1 0 0,1 0-1 0 0,-1 0 0 0 0,0 0 1 0 0,0 0-1 0 0,0 0 1 0 0,0 0-1 0 0,1 0 1 0 0,-1 0-1 0 0,0 0 1 0 0,0 0-1 0 0,0 0 1 0 0,0 0-1 0 0,1 0 0 0 0,-1 0 1 0 0,0 0-1 0 0,0 0 1 0 0,1-1-1 0 0,48-20-1386 0 0,48-27 1 0 0,-23 10-2626 0 0,-18 11-292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25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76 700 0 0,'10'-13'2574'0'0,"11"-21"1354"0"0,-21 33-3389 0 0,10-20 5367 0 0,-10 21-5891 0 0,0-1 1 0 0,0 1 0 0 0,0 0 0 0 0,0-1-1 0 0,0 1 1 0 0,0 0 0 0 0,0-1 0 0 0,-1 1-1 0 0,1 0 1 0 0,0 0 0 0 0,0-1 0 0 0,0 1-1 0 0,-1 0 1 0 0,1 0 0 0 0,0-1 0 0 0,0 1-1 0 0,0 0 1 0 0,-1 0 0 0 0,1 0 0 0 0,0-1-1 0 0,-1 1 1 0 0,1 0 0 0 0,0 0 0 0 0,0 0-1 0 0,-1 0 1 0 0,1 0 0 0 0,0 0 0 0 0,-1 0-1 0 0,1-1 1 0 0,0 1 0 0 0,-1 0 0 0 0,1 0 0 0 0,0 0-1 0 0,-1 0 1 0 0,1 0 0 0 0,0 0 0 0 0,-1 1-1 0 0,1-1 1 0 0,0 0 0 0 0,0 0 0 0 0,-1 0-1 0 0,-20 10 244 0 0,-16 20-117 0 0,20-12-95 0 0,0 0 1 0 0,2 1 0 0 0,0 0 0 0 0,2 1 0 0 0,-19 35 0 0 0,-41 114 201 0 0,23-18-133 0 0,44-125-92 0 0,0 1 0 0 0,2 1 0 0 0,-2 47 0 0 0,6-65-28 0 0,0-1 0 0 0,1 1-1 0 0,0-1 1 0 0,1 1 0 0 0,3 12-1 0 0,-4-18 4 0 0,1-1 0 0 0,-1 1 0 0 0,1-1 0 0 0,-1 0 0 0 0,1 0 0 0 0,0 0 0 0 0,0 0 0 0 0,1 0 0 0 0,-1 0 0 0 0,0-1 0 0 0,1 1 0 0 0,0-1 0 0 0,0 0 0 0 0,-1 1 0 0 0,1-1-1 0 0,5 2 1 0 0,-6-3 4 0 0,1 0 0 0 0,-1-1 1 0 0,1 1-1 0 0,-1-1 0 0 0,1 0 0 0 0,-1 0 0 0 0,1 0 0 0 0,-1 0 0 0 0,1 0 0 0 0,-1 0 0 0 0,1-1 0 0 0,3 0 0 0 0,29-11 75 0 0,-25 6 90 0 0,-1 0 0 0 0,0 0 0 0 0,0-1 0 0 0,0 0 0 0 0,-1-1 0 0 0,0 1 0 0 0,0-2-1 0 0,-1 1 1 0 0,0-1 0 0 0,0 0 0 0 0,-1-1 0 0 0,0 1 0 0 0,-1-1 0 0 0,5-13 0 0 0,-9 21-134 0 0,0 0 0 0 0,0 0 0 0 0,0 0 0 0 0,0 0 0 0 0,-1 0 0 0 0,1 0 0 0 0,-1-1 0 0 0,1 1 0 0 0,-1 0 0 0 0,0 0 0 0 0,0-1 0 0 0,0 1 0 0 0,0 0 0 0 0,0-1 0 0 0,0 1 0 0 0,-1 0 0 0 0,1-1 0 0 0,-1 1 0 0 0,1 0 0 0 0,-1 0 0 0 0,0 0 0 0 0,0 0 0 0 0,0 0 0 0 0,0 0 0 0 0,-1 0 0 0 0,1 0 0 0 0,0 0 0 0 0,-1 0 1 0 0,1 1-1 0 0,-1-1 0 0 0,0 0 0 0 0,1 1 0 0 0,-1 0 0 0 0,0-1 0 0 0,0 1 0 0 0,0 0 0 0 0,0 0 0 0 0,0 0 0 0 0,0 0 0 0 0,-4-1 0 0 0,0 0-33 0 0,-1 0 1 0 0,0 1-1 0 0,0-1 1 0 0,0 1-1 0 0,0 1 1 0 0,0-1 0 0 0,0 1-1 0 0,0 1 1 0 0,0-1-1 0 0,0 1 1 0 0,-13 3-1 0 0,7 1-218 0 0,0 0-1 0 0,-21 10 1 0 0,6 5-2700 0 0,18-8-1886 0 0,8-10 3842 0 0,1 1 0 0 0,-1-1 1 0 0,-1 6-1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26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1648 0 0,'-4'12'4818'0'0,"-9"24"4719"0"0,13-36-9501 0 0,0 1 0 0 0,0-1 0 0 0,0 1 0 0 0,0-1 0 0 0,1 0 0 0 0,-1 1 0 0 0,0-1 0 0 0,0 1 0 0 0,1-1 0 0 0,-1 0 0 0 0,0 1 0 0 0,0-1 1 0 0,1 0-1 0 0,-1 1 0 0 0,0-1 0 0 0,1 0 0 0 0,-1 1 0 0 0,1-1 0 0 0,-1 0 0 0 0,0 0 0 0 0,1 1 0 0 0,-1-1 0 0 0,1 0 0 0 0,-1 0 0 0 0,1 0 0 0 0,47-2 799 0 0,60-13 0 0 0,-26 3-492 0 0,-23 4 266 0 0,-57 8-456 0 0,2-1 7 0 0,6-1-397 0 0,18-4 1441 0 0,-10 4-8087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27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90 1576 0 0,'12'-25'12907'0'0,"-4"12"-10041"0"0,-7 10-2752 0 0,1 0-1 0 0,-1 0 1 0 0,1 0 0 0 0,0 0 0 0 0,-1 1-1 0 0,1-1 1 0 0,1 1 0 0 0,-1-1 0 0 0,0 1 0 0 0,1 0-1 0 0,-1 0 1 0 0,1 0 0 0 0,-1 0 0 0 0,1 1 0 0 0,0-1-1 0 0,5-2 1 0 0,-6 2-103 0 0,19-3 33 0 0,-18 4-40 0 0,0 1 1 0 0,-1-1-1 0 0,1 1 1 0 0,-1 0-1 0 0,1 0 1 0 0,0 0-1 0 0,-1 0 0 0 0,1 0 1 0 0,0 1-1 0 0,-1-1 1 0 0,1 1-1 0 0,-1-1 1 0 0,1 1-1 0 0,-1 0 1 0 0,1 0-1 0 0,-1 0 1 0 0,0 1-1 0 0,1-1 1 0 0,1 2-1 0 0,0 0 4 0 0,0-1 31 0 0,-1 0 0 0 0,-1 0 0 0 0,1 0 0 0 0,0 1 0 0 0,0-1 0 0 0,-1 1 0 0 0,0 0-1 0 0,1 0 1 0 0,-1 0 0 0 0,0 0 0 0 0,0 0 0 0 0,-1 0 0 0 0,1 0 0 0 0,-1 1 0 0 0,2 5 0 0 0,-1-3 44 0 0,-1 0 1 0 0,0 0-1 0 0,-1 1 0 0 0,1-1 0 0 0,-1 0 1 0 0,-1 0-1 0 0,1 1 0 0 0,-3 8 1 0 0,-1 2 116 0 0,-1 1 1 0 0,-1-1-1 0 0,-1 0 1 0 0,0 0-1 0 0,-12 18 1 0 0,-16 19 405 0 0,-2-1 0 0 0,-76 83 0 0 0,83-102-623 0 0,29-33-11 0 0,3 0 31 0 0,10 2 3 0 0,2-5-9 0 0,1-1 1 0 0,-1 0-1 0 0,-1-1 1 0 0,1-1 0 0 0,22-9-1 0 0,-9 3 8 0 0,55-21-3 0 0,100-35-496 0 0,-181 67 4 0 0,24-9-5755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27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26 116 1452 0 0,'-6'-8'11655'0'0,"4"7"-11171"0"0,1 0 1 0 0,0-1-1 0 0,0 1 1 0 0,0-1 0 0 0,0 1-1 0 0,0-1 1 0 0,0 1 0 0 0,0-1-1 0 0,-1-2 1 0 0,2 3-407 0 0,0 0 0 0 0,0 0 0 0 0,-1 0 0 0 0,1 0-1 0 0,0 0 1 0 0,0 0 0 0 0,0 0 0 0 0,1 0 0 0 0,-1 0 0 0 0,0 0 0 0 0,0 0 0 0 0,0 0 0 0 0,1 0 0 0 0,0-1 0 0 0,1-1-91 0 0,0-1 0 0 0,1 1 0 0 0,-1 0 0 0 0,1 0 0 0 0,0 0 0 0 0,0 1 0 0 0,6-5 0 0 0,-1 1 15 0 0,-1 1 0 0 0,1 0 0 0 0,0 0 0 0 0,1 1 0 0 0,-1 0-1 0 0,1 1 1 0 0,-1-1 0 0 0,1 2 0 0 0,0-1 0 0 0,0 1 0 0 0,0 1 0 0 0,1 0-1 0 0,-1 0 1 0 0,0 1 0 0 0,0 0 0 0 0,14 1 0 0 0,-21 0 2 0 0,1-1 1 0 0,0 0-1 0 0,-1 1 0 0 0,1 0 1 0 0,-1-1-1 0 0,1 1 1 0 0,-1 0-1 0 0,1 0 0 0 0,-1 0 1 0 0,1 1-1 0 0,-1-1 1 0 0,0 1-1 0 0,0-1 0 0 0,0 1 1 0 0,0 0-1 0 0,0 0 1 0 0,0 0-1 0 0,0 0 0 0 0,-1 0 1 0 0,1 0-1 0 0,-1 0 1 0 0,1 0-1 0 0,-1 1 1 0 0,0-1-1 0 0,0 1 0 0 0,0-1 1 0 0,0 1-1 0 0,1 4 1 0 0,-1 0 29 0 0,0-1 0 0 0,0 0 1 0 0,-1 1-1 0 0,0-1 0 0 0,0 1 1 0 0,0-1-1 0 0,-1 0 1 0 0,0 1-1 0 0,-1-1 0 0 0,-2 8 1 0 0,-3 6 72 0 0,-2-1-1 0 0,0 0 1 0 0,-1-1 0 0 0,-18 24 0 0 0,-57 65 658 0 0,52-68-405 0 0,-29 32 167 0 0,61-70-525 0 0,1-1 0 0 0,-1 1 1 0 0,1-1-1 0 0,-1 1 0 0 0,1-1 0 0 0,0 1 1 0 0,-1-1-1 0 0,1 1 0 0 0,-1-1 0 0 0,1 1 1 0 0,0 0-1 0 0,-1-1 0 0 0,1 1 0 0 0,0 0 1 0 0,0-1-1 0 0,0 1 0 0 0,0 0 0 0 0,-1-1 1 0 0,1 1-1 0 0,0 0 0 0 0,0-1 0 0 0,0 1 0 0 0,0 0 1 0 0,0-1-1 0 0,1 1 0 0 0,-1 0 0 0 0,0 0 1 0 0,1 0 0 0 0,-1-1 0 0 0,1 1 0 0 0,0 0 0 0 0,0-1 0 0 0,-1 1 0 0 0,1-1 0 0 0,0 1 0 0 0,0-1 0 0 0,0 0 0 0 0,0 1 0 0 0,0-1 0 0 0,0 0 0 0 0,-1 0 0 0 0,1 1 0 0 0,0-1 0 0 0,2 0 0 0 0,43-2 49 0 0,-42 2-51 0 0,115-19 38 0 0,123-35 0 0 0,-166 36-34 0 0,-39 10 20 0 0,49-14-2808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29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38 102 1324 0 0,'-13'4'10647'0'0,"0"-3"-5143"0"0,11-1-4900 0 0,-8 0 144 0 0,15-3 580 0 0,17-5-156 0 0,-19 7-1484 0 0,21-7 337 0 0,212-64 76 0 0,-189 58-557 0 0,-45 14-32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29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1468 0 0,'2'-14'5133'0'0,"0"8"-4124"0"0,0-1 0 0 0,1 0 0 0 0,0 1 0 0 0,0-1 0 0 0,6-8 0 0 0,-5 10-454 0 0,1-1-1 0 0,-1 1 0 0 0,1 0 1 0 0,11-10-1 0 0,-6 9-283 0 0,-1-1-1 0 0,1 2 1 0 0,1-1 0 0 0,-1 1-1 0 0,1 1 1 0 0,21-7 0 0 0,-28 11-219 0 0,1-1 1 0 0,0 1 0 0 0,0 0 0 0 0,0 1 0 0 0,0-1 0 0 0,0 1-1 0 0,0 0 1 0 0,0 0 0 0 0,0 0 0 0 0,0 1 0 0 0,-1 0 0 0 0,1 0-1 0 0,-1 0 1 0 0,1 0 0 0 0,5 5 0 0 0,-7-4-3 0 0,1 0 0 0 0,-1 0-1 0 0,0 1 1 0 0,0-1 0 0 0,0 1 0 0 0,-1 0-1 0 0,1 0 1 0 0,-1 0 0 0 0,0 0 0 0 0,0 0 0 0 0,-1 0-1 0 0,3 8 1 0 0,-2-3 14 0 0,-1-1 1 0 0,0 1-1 0 0,0 0 0 0 0,-1 0 1 0 0,0-1-1 0 0,-1 11 1 0 0,-4 8 65 0 0,0 0 1 0 0,-2 0-1 0 0,-11 29 1 0 0,-85 183 615 0 0,103-238-740 0 0,-1 0-1 0 0,1 0 1 0 0,-1-1-1 0 0,1 1 1 0 0,-1 0-1 0 0,1 0 0 0 0,0 0 1 0 0,0 0-1 0 0,-1 0 1 0 0,1-1-1 0 0,0 1 1 0 0,0 0-1 0 0,0 0 1 0 0,0 0-1 0 0,0 0 1 0 0,0 0-1 0 0,0 0 1 0 0,0 0-1 0 0,0 0 0 0 0,0 0 1 0 0,1-1-1 0 0,0 3 1 0 0,-1-3-2 0 0,1 1 0 0 0,0-1 0 0 0,-1 1 0 0 0,1-1 0 0 0,0 1 1 0 0,0-1-1 0 0,-1 1 0 0 0,1-1 0 0 0,0 0 0 0 0,0 0 0 0 0,0 1 0 0 0,0-1 0 0 0,-1 0 1 0 0,1 0-1 0 0,0 0 0 0 0,0 0 0 0 0,0 0 0 0 0,0 0 0 0 0,1 0 0 0 0,7-2 13 0 0,1 1 0 0 0,0-2-1 0 0,12-4 1 0 0,-13 5-15 0 0,152-45-64 0 0,53-15-1083 0 0,-75 15-10259 0 0,-122 40 5609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30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40 101 1944 0 0,'-8'-8'6138'0'0,"-3"-5"-2169"0"0,10 13-3821 0 0,0-1 1 0 0,1 1-1 0 0,-1-1 0 0 0,1 0 0 0 0,-1 1 1 0 0,1-1-1 0 0,-1 1 0 0 0,1-1 1 0 0,0 0-1 0 0,-1 1 0 0 0,1-1 0 0 0,0 0 1 0 0,0 1-1 0 0,-1-1 0 0 0,1 0 0 0 0,0 0 1 0 0,0 1-1 0 0,0-1 0 0 0,0 0 1 0 0,0 0-1 0 0,0 1 0 0 0,0-1 0 0 0,0 0 1 0 0,0 0-1 0 0,0 0 0 0 0,9-7-77 0 0,0 2 0 0 0,1-1 0 0 0,-1 1 0 0 0,1 1 0 0 0,0 0-1 0 0,1 0 1 0 0,-1 1 0 0 0,1 1 0 0 0,0-1 0 0 0,0 2 0 0 0,20-3 0 0 0,-29 4-57 0 0,0 1 1 0 0,0-1-1 0 0,0 1 0 0 0,0 0 1 0 0,0 0-1 0 0,0 0 1 0 0,0 0-1 0 0,0 0 0 0 0,0 1 1 0 0,1-1-1 0 0,-1 1 0 0 0,0-1 1 0 0,0 1-1 0 0,-1 0 1 0 0,1 0-1 0 0,0 0 0 0 0,0 0 1 0 0,0 0-1 0 0,0 0 1 0 0,-1 0-1 0 0,1 0 0 0 0,-1 1 1 0 0,1-1-1 0 0,-1 1 0 0 0,1-1 1 0 0,-1 1-1 0 0,0 0 1 0 0,0-1-1 0 0,1 1 0 0 0,-1 0 1 0 0,-1 0-1 0 0,1 0 0 0 0,0 0 1 0 0,0 0-1 0 0,-1 0 1 0 0,1 0-1 0 0,-1 0 0 0 0,0 0 1 0 0,1 0-1 0 0,-1 0 1 0 0,0 0-1 0 0,0 2 0 0 0,-1 6 48 0 0,1-1-1 0 0,-2 1 0 0 0,1 0 1 0 0,-1-1-1 0 0,-1 0 1 0 0,1 1-1 0 0,-7 12 0 0 0,-57 105 531 0 0,65-126-551 0 0,-3 11 240 0 0,5-12-280 0 0,-1 1 1 0 0,1-1 0 0 0,-1 1-1 0 0,0-1 1 0 0,1 1 0 0 0,-1-1-1 0 0,1 1 1 0 0,-1-1 0 0 0,1 0-1 0 0,-1 1 1 0 0,1-1-1 0 0,-1 0 1 0 0,1 1 0 0 0,0-1-1 0 0,-1 0 1 0 0,1 0 0 0 0,-1 0-1 0 0,1 0 1 0 0,0 1 0 0 0,-1-1-1 0 0,1 0 1 0 0,-1 0 0 0 0,1 0-1 0 0,0 0 1 0 0,1-1-1 0 0,2 1 1 0 0,1 0-1 0 0,0 0 0 0 0,0 1 0 0 0,0-1 0 0 0,-1 1 0 0 0,9 2 0 0 0,-6-1 47 0 0,-1 0-1 0 0,1 1 0 0 0,-1-1 0 0 0,0 1 0 0 0,0 0 0 0 0,0 1 0 0 0,-1 0 0 0 0,1 0 1 0 0,-1 0-1 0 0,0 0 0 0 0,0 1 0 0 0,0 0 0 0 0,0 0 0 0 0,5 8 0 0 0,-8-9 63 0 0,1 0 0 0 0,-1 0 0 0 0,0 0 0 0 0,0 0-1 0 0,0 0 1 0 0,-1 0 0 0 0,0 1 0 0 0,1-1 0 0 0,-1 0 0 0 0,-1 1-1 0 0,1-1 1 0 0,-1 1 0 0 0,1-1 0 0 0,-1 1 0 0 0,-1-1 0 0 0,1 1-1 0 0,-1-1 1 0 0,1 1 0 0 0,-1-1 0 0 0,-1 0 0 0 0,1 1 0 0 0,-2 4-1 0 0,-1-1 137 0 0,0 0-1 0 0,-1 0 0 0 0,0-1 0 0 0,0 1 0 0 0,-1-1 1 0 0,1 0-1 0 0,-1 0 0 0 0,-1-1 0 0 0,-10 8 0 0 0,12-10-149 0 0,0 0 0 0 0,-1-1 0 0 0,0 0 0 0 0,0 0 0 0 0,0-1 0 0 0,0 1 0 0 0,0-1 0 0 0,-1-1 0 0 0,1 1 0 0 0,-1-1 0 0 0,1 0 0 0 0,-1-1 0 0 0,1 1-1 0 0,-11-2 1 0 0,5 0-64 0 0,-1-1 0 0 0,1 0-1 0 0,-22-7 1 0 0,-11-12-6254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33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93 150 792 0 0,'-31'-27'6837'0'0,"21"20"-5233"0"0,0-1 0 0 0,0-1 0 0 0,-11-12 0 0 0,20 20-1562 0 0,0 0 1 0 0,1 0-1 0 0,-1 0 1 0 0,0-1-1 0 0,0 1 1 0 0,1 0-1 0 0,-1 0 1 0 0,0 0-1 0 0,1-1 1 0 0,-1 1-1 0 0,1 0 1 0 0,0-1-1 0 0,-1 1 1 0 0,1 0-1 0 0,0-1 1 0 0,0 1-1 0 0,0 0 1 0 0,0-1-1 0 0,0 1 1 0 0,0 0-1 0 0,0-1 1 0 0,1-1-1 0 0,0 1-16 0 0,0 0 1 0 0,0 0-1 0 0,0 0 0 0 0,1 0 1 0 0,-1 0-1 0 0,0 1 0 0 0,1-1 0 0 0,-1 0 1 0 0,1 1-1 0 0,-1-1 0 0 0,1 1 0 0 0,4-3 1 0 0,-1 1-15 0 0,1 0 0 0 0,-1 1 0 0 0,1-1 0 0 0,0 1 0 0 0,0 0 0 0 0,0 0 0 0 0,0 1-1 0 0,0 0 1 0 0,10-1 0 0 0,-9 2 40 0 0,-1 0 0 0 0,1 0 0 0 0,-1 1 0 0 0,1 0 0 0 0,-1 0 0 0 0,1 1 0 0 0,-1 0 0 0 0,0 0 0 0 0,0 0 0 0 0,0 1 0 0 0,0 0 0 0 0,0 0 0 0 0,-1 0 0 0 0,1 1 0 0 0,-1 0 0 0 0,0 0 0 0 0,0 0 0 0 0,0 1 1 0 0,-1 0-1 0 0,1-1 0 0 0,-1 2 0 0 0,0-1 0 0 0,-1 0 0 0 0,1 1 0 0 0,-1 0 0 0 0,0-1 0 0 0,-1 1 0 0 0,1 1 0 0 0,-1-1 0 0 0,0 0 0 0 0,-1 0 0 0 0,0 1 0 0 0,0-1 0 0 0,0 1 0 0 0,0-1 0 0 0,-1 1 0 0 0,0-1 0 0 0,-1 1 0 0 0,-2 12 0 0 0,-2 3 72 0 0,-2-1 1 0 0,-1 1-1 0 0,0-1 1 0 0,-2-1-1 0 0,-20 34 1 0 0,6-19 293 0 0,-2 0-1 0 0,-33 34 1 0 0,38-48 67 0 0,13-14-340 0 0,1 0 1 0 0,0 1-1 0 0,0 0 1 0 0,-11 17 0 0 0,18-24-138 0 0,3-1-4 0 0,17-2-6 0 0,0-1-1 0 0,0-1 1 0 0,-1-1-1 0 0,37-13 1 0 0,6-2 4 0 0,273-68-888 0 0,-223 60-2744 0 0,0 0-4268 0 0,-81 21 1937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33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16 1516 0 0,'0'0'1743'0'0,"-39"21"14280"0"0,39-21-15994 0 0,0 0 1 0 0,0 0-1 0 0,0 0 1 0 0,0 0-1 0 0,0 0 1 0 0,0 0-1 0 0,1 0 1 0 0,-1 0-1 0 0,0 0 1 0 0,0 0-1 0 0,0 0 1 0 0,0 0-1 0 0,0 0 1 0 0,0 0-1 0 0,0 0 1 0 0,1 0-1 0 0,-1 0 1 0 0,0 0-1 0 0,0 0 1 0 0,0 0-1 0 0,0 0 1 0 0,0 1-1 0 0,0-1 1 0 0,0 0-1 0 0,0 0 1 0 0,0 0-1 0 0,1 0 1 0 0,-1 0-1 0 0,0 0 1 0 0,0 0-1 0 0,0 0 1 0 0,0 0-1 0 0,0 0 1 0 0,0 1-1 0 0,0-1 1 0 0,0 0-1 0 0,0 0 1 0 0,0 0-1 0 0,0 0 1 0 0,0 0-1 0 0,0 0 1 0 0,0 0-1 0 0,0 1 1 0 0,0-1-1 0 0,0 0 1 0 0,0 0-1 0 0,0 0 1 0 0,0 0-1 0 0,0 0 1 0 0,0 0-1 0 0,0 0 1 0 0,0 1-1 0 0,0-1 1 0 0,0 0-1 0 0,0 0 1 0 0,0 0-1 0 0,-1 0 1 0 0,1 0-1 0 0,0 0 1 0 0,0 0-1 0 0,0 0 1 0 0,0 0-1 0 0,0 1 1 0 0,0-1-1 0 0,0 0 1 0 0,18 0 344 0 0,25-3-469 0 0,155-27 319 0 0,-195 30-203 0 0,15-3 321 0 0,2-3-2348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3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40 936 0 0,'17'-40'22193'0'0,"-16"45"-21833"0"0,-1-1 0 0 0,1 1 0 0 0,-1-1 0 0 0,0 1-1 0 0,-1 6 1 0 0,0 1 30 0 0,-3 114 1505 0 0,-27 171 1 0 0,16-187-1549 0 0,-3 29-4065 0 0,17-120 50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35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15 113 1632 0 0,'-7'-14'5047'0'0,"5"11"-4607"0"0,1 1 1 0 0,0 0 0 0 0,0-1-1 0 0,1 1 1 0 0,-1-1 0 0 0,0 1-1 0 0,1-1 1 0 0,0 0 0 0 0,-1 1-1 0 0,1-1 1 0 0,0 0 0 0 0,1-3-1 0 0,-1 4-363 0 0,1 0-1 0 0,0 0 1 0 0,-1 0-1 0 0,1 0 1 0 0,0 0-1 0 0,0 0 1 0 0,0 0-1 0 0,1 0 1 0 0,-1 0-1 0 0,0 0 1 0 0,1 0-1 0 0,-1 1 1 0 0,1-1-1 0 0,0 1 1 0 0,-1-1-1 0 0,1 1 1 0 0,0 0-1 0 0,0-1 1 0 0,0 1-1 0 0,0 0 1 0 0,0 0-1 0 0,3-1 1 0 0,8-3 96 0 0,-1 1 0 0 0,1 1-1 0 0,0-1 1 0 0,0 2 0 0 0,23-2 0 0 0,-28 4-101 0 0,1 0 0 0 0,-1 0 0 0 0,0 1 1 0 0,0 0-1 0 0,1 0 0 0 0,-1 1 0 0 0,0 0 0 0 0,0 1 0 0 0,-1 0 0 0 0,11 5 0 0 0,-15-7-18 0 0,-1 0 0 0 0,1 1 0 0 0,-1 0 0 0 0,0-1 0 0 0,0 1 0 0 0,1 0 0 0 0,-1 0 0 0 0,0 0 1 0 0,0 0-1 0 0,-1 1 0 0 0,1-1 0 0 0,0 0 0 0 0,-1 1 0 0 0,1-1 0 0 0,-1 1 0 0 0,0-1 0 0 0,0 1 0 0 0,1 4 0 0 0,-1-3-4 0 0,-1 0 1 0 0,0 1-1 0 0,1-1 0 0 0,-2 1 0 0 0,1-1 0 0 0,0 1 0 0 0,-1-1 0 0 0,0 1 0 0 0,0-1 0 0 0,-3 7 1 0 0,-3 6 57 0 0,-1 0 1 0 0,-1 0 0 0 0,0-2 0 0 0,-17 22 0 0 0,1-6 215 0 0,-45 43 0 0 0,67-70-298 0 0,1-3-35 0 0,2-1 10 0 0,0 1-1 0 0,0-1 1 0 0,-1 0-1 0 0,1 1 1 0 0,0-1 0 0 0,-1 0-1 0 0,1 1 1 0 0,0-1-1 0 0,0 0 1 0 0,0 1-1 0 0,-1-1 1 0 0,1 1 0 0 0,0-1-1 0 0,0 0 1 0 0,0 1-1 0 0,0-1 1 0 0,0 1 0 0 0,0-1-1 0 0,0 0 1 0 0,0 1-1 0 0,0-1 1 0 0,0 1-1 0 0,0 0 1 0 0,3 0 0 0 0,0 1 0 0 0,0-1 0 0 0,0 0 0 0 0,0 0 0 0 0,0 0 0 0 0,0 0 0 0 0,1-1 0 0 0,4 1 0 0 0,9 3-11 0 0,0 3 109 0 0,1 1 1 0 0,-2 1-1 0 0,0 0 1 0 0,0 1 0 0 0,21 18-1 0 0,-29-22 128 0 0,-1 0 0 0 0,0 1 0 0 0,-1 0 0 0 0,1 0 0 0 0,-2 0 0 0 0,1 1 0 0 0,-1 0 0 0 0,0 0 0 0 0,0 0 0 0 0,-1 1-1 0 0,0-1 1 0 0,4 17 0 0 0,-7-21-67 0 0,0 1 0 0 0,-1-1 0 0 0,1 1-1 0 0,-1 0 1 0 0,0-1 0 0 0,0 1 0 0 0,-1-1-1 0 0,1 1 1 0 0,-1-1 0 0 0,0 0-1 0 0,0 1 1 0 0,-1-1 0 0 0,1 0 0 0 0,-5 9-1 0 0,3-8-52 0 0,-1 0 0 0 0,0 0 1 0 0,0 0-1 0 0,0 0 0 0 0,0-1 0 0 0,-1 0 0 0 0,0 0 0 0 0,0 0 0 0 0,-10 6 0 0 0,5-4-70 0 0,0-1 0 0 0,0-1 1 0 0,-1 0-1 0 0,1 0 0 0 0,-1-1 0 0 0,0 0 1 0 0,0-1-1 0 0,0-1 0 0 0,0 1 1 0 0,0-2-1 0 0,-20 0 0 0 0,22-1-484 0 0,-1-1-1 0 0,0 0 1 0 0,1 0-1 0 0,-1-1 1 0 0,1 0-1 0 0,0-1 1 0 0,-11-5 0 0 0,-4-8-4190 0 0,4-5-3730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31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68 2216 0 0,'-9'8'4006'0'0,"0"-1"-1"0"0,-17 9 1 0 0,17-11-1411 0 0,9-5-2502 0 0,-1 0 0 0 0,0 0 1 0 0,1 0-1 0 0,-1 0 0 0 0,1 0 0 0 0,-1 1 0 0 0,0-1 0 0 0,1 0 0 0 0,-1 0 1 0 0,1 0-1 0 0,-1 1 0 0 0,1-1 0 0 0,-1 0 0 0 0,0 1 0 0 0,1-1 0 0 0,-1 0 1 0 0,1 1-1 0 0,0-1 0 0 0,-1 1 0 0 0,1-1 0 0 0,-1 1 0 0 0,1-1 0 0 0,0 1 1 0 0,-1 0-1 0 0,1-1-70 0 0,0 1 0 0 0,0-1 0 0 0,0 0 0 0 0,0 0 0 0 0,0 1 0 0 0,0-1 0 0 0,0 0 0 0 0,0 1 0 0 0,0-1 0 0 0,0 0 0 0 0,0 1 0 0 0,0-1 0 0 0,0 0 0 0 0,0 1 0 0 0,1-1 0 0 0,-1 0 0 0 0,0 0 0 0 0,0 1 0 0 0,0-1 0 0 0,0 0 0 0 0,1 0 0 0 0,-1 1 0 0 0,0-1 0 0 0,0 0 0 0 0,1 0 0 0 0,-1 1 0 0 0,0-1 0 0 0,0 0 0 0 0,1 0 0 0 0,-1 0 0 0 0,0 0 0 0 0,1 0 0 0 0,-1 1 0 0 0,0-1 0 0 0,1 0 0 0 0,-1 0 0 0 0,0 0 0 0 0,0 0 0 0 0,1 0 0 0 0,-1 0 0 0 0,0 0 0 0 0,1 0 0 0 0,-1 0 0 0 0,0 0 0 0 0,1 0 1 0 0,-1-1-1 0 0,10 1 27 0 0,-1-1 0 0 0,0 0 1 0 0,0-1-1 0 0,-1 0 0 0 0,15-5 0 0 0,6-1 5 0 0,57-11 35 0 0,96-23 50 0 0,-79 16-2031 0 0,-102 25 1359 0 0,1 1 1 0 0,-1-1 0 0 0,1 1-1 0 0,0-1 1 0 0,-1 0 0 0 0,1 0-1 0 0,-1 0 1 0 0,0 0-1 0 0,1 0 1 0 0,1-2 0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31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52 1320 0 0,'36'-51'26614'0'0,"-51"304"-22362"0"0,3-82-3998 0 0,8-77-1497 0 0,-2 36-4478 0 0,-1-43-7023 0 0,6-62 2416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38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791 42 424 0 0,'-8'-8'4814'0'0,"-8"-3"-224"0"0,6 5-1823 0 0,1-1-1436 0 0,10 3-912 0 0,19 1-576 0 0,-10 2 285 0 0,110 0 925 0 0,-118 1-1015 0 0,14 0-3 0 0,-13 0-12 0 0,13 1 30 0 0,-13-1-25 0 0,2 1 53 0 0,0 0-1 0 0,-1 1 0 0 0,1-1 1 0 0,0 1-1 0 0,7 3 1 0 0,-3 4 112 0 0,0 1 1 0 0,-1 0 0 0 0,0 1 0 0 0,0 0-1 0 0,-1 0 1 0 0,0 0 0 0 0,-1 1-1 0 0,-1 0 1 0 0,6 16 0 0 0,8 37 782 0 0,20 122 1 0 0,-10 72-277 0 0,-16 6-502 0 0,4 28-94 0 0,-5-111-30 0 0,-12 198 0 0 0,-30 127-11 0 0,-30 77 40 0 0,16-177-79 0 0,33-317 14 0 0,-28 181 1074 0 0,20-168-778 0 0,-21 92 711 0 0,39-190-793 0 0,-1 0 0 0 0,1 0 0 0 0,-1-1 0 0 0,0 1-1 0 0,-1 0 1 0 0,1-1 0 0 0,-1 1 0 0 0,0-1 0 0 0,0 0 0 0 0,0 0 0 0 0,0 0-1 0 0,-1 0 1 0 0,-5 4 0 0 0,1-3-116 0 0,0 1 1 0 0,-1-2-1 0 0,0 1 1 0 0,0-1-1 0 0,-18 5 1 0 0,-40 11 7 0 0,-132 22 0 0 0,-76-11-4090 0 0,75-10-7039 0 0,114-10-101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4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33 68 0 0,'0'-32'22976'0'0,"-6"45"-20605"0"0,-22 64-2380 0 0,-198 734 772 0 0,159-461-1242 0 0,46-115-2947 0 0,20-209 1633 0 0,4 42 0 0 0,-1-55-1125 0 0,0 0 0 0 0,7 20 0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5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150 240 924 0 0,'-1'-3'2115'0'0,"-12"-27"4870"0"0,7 25-4895 0 0,1 18-1374 0 0,1 1-1 0 0,0 0 0 0 0,1 0 1 0 0,-2 18-1 0 0,1-8-211 0 0,-81 341 2111 0 0,83-355-2570 0 0,-10 34 263 0 0,8-30 392 0 0,3-11-104 0 0,0-5 205 0 0,4-15-755 0 0,1 0-1 0 0,0 0 1 0 0,12-29-1 0 0,-5 14-40 0 0,30-101-13 0 0,33-96 43 0 0,-48 161-131 0 0,44-84 1 0 0,-49 126-19 0 0,-21 25 111 0 0,1 0 0 0 0,0 1 1 0 0,0-1-1 0 0,0 0 0 0 0,0 0 0 0 0,-1 1 1 0 0,1-1-1 0 0,0 1 0 0 0,0-1 0 0 0,0 1 0 0 0,0-1 1 0 0,0 1-1 0 0,0-1 0 0 0,0 1 0 0 0,1 0 1 0 0,-1 0-1 0 0,0 0 0 0 0,0-1 0 0 0,0 1 1 0 0,0 0-1 0 0,0 0 0 0 0,0 1 0 0 0,0-1 0 0 0,1 0 1 0 0,-1 0-1 0 0,0 0 0 0 0,0 1 0 0 0,1 0 1 0 0,5 4 59 0 0,-1 0 0 0 0,0 0 0 0 0,-1 1 0 0 0,0 0 0 0 0,1 0 0 0 0,-2 0 1 0 0,1 1-1 0 0,-1-1 0 0 0,0 1 0 0 0,0 0 0 0 0,-1 0 0 0 0,0 1 0 0 0,0-1 0 0 0,2 11 1 0 0,3 18 437 0 0,8 68 0 0 0,-11-60-292 0 0,5 37 188 0 0,-3 0 0 0 0,-4 1 0 0 0,-13 140 0 0 0,8-207-408 0 0,2-5-883 0 0,-2 1 1 0 0,1-1-1 0 0,-5 16 0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6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85 100 872 0 0,'-3'0'2610'0'0,"-67"-15"9871"0"0,68 15-11612 0 0,-8-2-290 0 0,16-1-51 0 0,15-2-235 0 0,139-32-1593 0 0,-33 7-7765 0 0,-95 23 3602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6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40 1188 0 0,'-31'26'18764'0'0,"35"-23"-18417"0"0,-4-3-340 0 0,0 0 1 0 0,0 0-1 0 0,0 1 0 0 0,0-1 0 0 0,1 0 1 0 0,-1 0-1 0 0,0 1 0 0 0,0-1 0 0 0,0 0 1 0 0,0 0-1 0 0,1 0 0 0 0,-1 0 0 0 0,0 1 1 0 0,0-1-1 0 0,0 0 0 0 0,1 0 0 0 0,-1 0 0 0 0,0 0 1 0 0,0 0-1 0 0,1 1 0 0 0,-1-1 0 0 0,0 0 1 0 0,0 0-1 0 0,1 0 0 0 0,-1 0 0 0 0,0 0 1 0 0,0 0-1 0 0,1 0 0 0 0,-1 0 0 0 0,0 0 1 0 0,0 0-1 0 0,1 0 0 0 0,-1 0 0 0 0,0 0 1 0 0,1-1-1 0 0,197-30-1314 0 0,-131 15-2647 0 0,-2-2-3504 0 0,-41 12 2021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6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44 1484 0 0,'0'-43'22684'0'0,"5"183"-17471"0"0,-3 81-3764 0 0,-6-141-1249 0 0,-11 98-1103 0 0,16-158 246 0 0,-1-14-468 0 0,-5-17 539 0 0,3 5 536 0 0,0 1 1 0 0,-1-1 0 0 0,1 1 0 0 0,-1 0 0 0 0,0 0-1 0 0,0 0 1 0 0,-1 1 0 0 0,-4-6 0 0 0,5 8 38 0 0,1 0 1 0 0,-1 0-1 0 0,0 0 0 0 0,0 0 1 0 0,0 0-1 0 0,0 1 0 0 0,0-1 1 0 0,0 1-1 0 0,0 0 1 0 0,-1 0-1 0 0,1 0 0 0 0,0 0 1 0 0,-1 1-1 0 0,1-1 0 0 0,0 1 1 0 0,-5 0-1 0 0,-8 1 11 0 0,1 0 0 0 0,0 2 1 0 0,0 0-1 0 0,0 0 0 0 0,0 1 0 0 0,1 1 0 0 0,-1 1 0 0 0,-24 13 0 0 0,14-5-58 0 0,0 1 0 0 0,1 2 0 0 0,-38 33 0 0 0,49-39-979 0 0,1 1-1 0 0,-17 22 0 0 0,24-27-552 0 0,0 1-1 0 0,1 0 1 0 0,-7 14 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7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114 123 2616 0 0,'-37'-13'7038'0'0,"-25"-7"2854"0"0,60 19-9261 0 0,-10-3 2551 0 0,51-5-2455 0 0,1 2 0 0 0,44-2 0 0 0,10-2-464 0 0,-11-1-476 0 0,49-8-1958 0 0,-89 12-2738 0 0,-1-1-3655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7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1976 0 0,'-4'1'2537'0'0,"-3"-1"-893"0"0,0 1 0 0 0,0 0 0 0 0,1 0 0 0 0,-1 1 0 0 0,-8 2 0 0 0,13-2-1264 0 0,-1-1 0 0 0,0 1 0 0 0,0-1 0 0 0,1 1 0 0 0,-1 0 0 0 0,1 0 0 0 0,-1 0 0 0 0,1 1 0 0 0,0-1 1 0 0,0 0-1 0 0,0 1 0 0 0,0-1 0 0 0,0 1 0 0 0,-2 5 0 0 0,-7 17 578 0 0,1 1 0 0 0,0 0 0 0 0,3 1 0 0 0,0 0 0 0 0,-5 40 0 0 0,-2 142-323 0 0,13-195-535 0 0,3 98-3190 0 0,0-37-7722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7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1 2512 0 0,'-104'41'9882'0'0,"85"-32"-8438"0"0,1 1 1 0 0,-1 1 0 0 0,2 1 0 0 0,0 0 0 0 0,-27 26 0 0 0,43-38-1373 0 0,0 1 0 0 0,1-1 0 0 0,-1 1 0 0 0,0 0 0 0 0,1-1 0 0 0,-1 1-1 0 0,1 0 1 0 0,-1-1 0 0 0,1 1 0 0 0,-1 0 0 0 0,1 0 0 0 0,0 0 0 0 0,-1-1 0 0 0,1 1 0 0 0,0 0-1 0 0,-1 0 1 0 0,1 0 0 0 0,0 0 0 0 0,0 0 0 0 0,0 0 0 0 0,0 0 0 0 0,0-1 0 0 0,0 1-1 0 0,0 0 1 0 0,0 0 0 0 0,0 0 0 0 0,1 1 0 0 0,0-1 6 0 0,0 0 0 0 0,-1 1 0 0 0,1-1 0 0 0,0 0 0 0 0,1 0 1 0 0,-1 0-1 0 0,0 0 0 0 0,0 0 0 0 0,0 0 0 0 0,1 0 0 0 0,-1 0 0 0 0,0-1 0 0 0,1 1 0 0 0,1 0 0 0 0,5 2 113 0 0,0-1 0 0 0,0 1 0 0 0,0-2 0 0 0,14 2 0 0 0,27-3 63 0 0,0-2 0 0 0,-1-3 0 0 0,72-15-1 0 0,-99 17-228 0 0,234-51-197 0 0,-251 52-463 0 0,-1 0 1 0 0,1-1 0 0 0,-1 1 0 0 0,0 0-1 0 0,0-1 1 0 0,0 0 0 0 0,0 0-1 0 0,0 0 1 0 0,0 0 0 0 0,-1 0 0 0 0,1-1-1 0 0,-1 1 1 0 0,0-1 0 0 0,2-4 0 0 0,6-14-7021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7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254 121 1072 0 0,'1'-80'14772'0'0,"-2"39"-4300"0"0,0 44-9591 0 0,-4 7-378 0 0,1 1-1 0 0,1 0 1 0 0,0 0-1 0 0,1 1 1 0 0,0-1-1 0 0,0 1 1 0 0,1 15-1 0 0,-2 5 117 0 0,-62 397 196 0 0,35-251-699 0 0,-44 205-2578 0 0,25-147 645 0 0,47-224 853 0 0,-5 30-2373 0 0,7-17-2405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8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48 1272 0 0,'-4'0'2500'0'0,"-83"2"12386"0"0,103-4-14226 0 0,132-19 301 0 0,-60 8-2539 0 0,-1 3-4267 0 0,-69 8 1650 0 0,-2 0-2062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8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1 140 0 0,'-135'71'15033'0'0,"133"-70"-14799"0"0,0 0 0 0 0,1 0-1 0 0,-1 0 1 0 0,1 0 0 0 0,-1 0-1 0 0,1 0 1 0 0,0 0 0 0 0,-1 0-1 0 0,1 1 1 0 0,0-1 0 0 0,-2 3-1 0 0,3-4-155 0 0,-1 1 0 0 0,1 0-1 0 0,0-1 1 0 0,0 1 0 0 0,-1-1 0 0 0,1 1 0 0 0,0 0-1 0 0,0-1 1 0 0,0 1 0 0 0,0-1 0 0 0,0 1-1 0 0,0 0 1 0 0,0-1 0 0 0,0 1 0 0 0,0 0-1 0 0,0-1 1 0 0,0 1 0 0 0,1-1 0 0 0,-1 1 0 0 0,0 0-1 0 0,0-1 1 0 0,1 1 0 0 0,0 1-7 0 0,0-1 1 0 0,1 1-1 0 0,-1-1 0 0 0,1 0 1 0 0,-1 1-1 0 0,1-1 0 0 0,-1 0 1 0 0,1 0-1 0 0,0 0 1 0 0,-1-1-1 0 0,1 1 0 0 0,0 0 1 0 0,0-1-1 0 0,-1 1 0 0 0,1-1 1 0 0,0 1-1 0 0,0-1 1 0 0,2 0-1 0 0,36 1-28 0 0,-1-2 0 0 0,1-1 1 0 0,63-13-1 0 0,-58 8-499 0 0,162-30-3556 0 0,-71 3-3792 0 0,-82 18 1185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5:59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552 125 420 0 0,'0'-4'1022'0'0,"0"1"0"0"0,1-1 0 0 0,-1 1 0 0 0,0-1-1 0 0,0 1 1 0 0,-1-1 0 0 0,1 1 0 0 0,-1-1 0 0 0,0 1 0 0 0,0-1 0 0 0,0 1-1 0 0,0 0 1 0 0,-1-1 0 0 0,-2-4 0 0 0,3 7-845 0 0,0 0-1 0 0,0 0 1 0 0,0 1-1 0 0,0-1 1 0 0,0 0 0 0 0,0 1-1 0 0,0-1 1 0 0,0 1-1 0 0,-1-1 1 0 0,1 1 0 0 0,0-1-1 0 0,0 1 1 0 0,0 0-1 0 0,-1-1 1 0 0,1 1 0 0 0,0 0-1 0 0,0 0 1 0 0,0 0-1 0 0,-1 0 1 0 0,1 0 0 0 0,0 0-1 0 0,0 1 1 0 0,-1-1-1 0 0,1 0 1 0 0,-2 1 0 0 0,-1 0 6 0 0,1 1 1 0 0,0-1-1 0 0,0 1 1 0 0,-1-1-1 0 0,1 1 1 0 0,-5 4 0 0 0,-12 12 443 0 0,1 2 0 0 0,1 0 0 0 0,1 1 0 0 0,0 1 0 0 0,-14 25 0 0 0,5 0-64 0 0,-33 78 0 0 0,48-99-418 0 0,1 1 0 0 0,1 0-1 0 0,2 0 1 0 0,0 1 0 0 0,2-1 0 0 0,-1 35-1 0 0,5-53-107 0 0,2 1-1 0 0,-1-1 1 0 0,1 1-1 0 0,1-1 0 0 0,0 0 1 0 0,0 1-1 0 0,0-1 0 0 0,2 0 1 0 0,5 13-1 0 0,-5-16-14 0 0,-1 0-1 0 0,2 0 1 0 0,-1 0-1 0 0,0-1 1 0 0,1 0 0 0 0,0 0-1 0 0,0 0 1 0 0,1-1-1 0 0,-1 1 1 0 0,1-1 0 0 0,0 0-1 0 0,0-1 1 0 0,0 0-1 0 0,10 4 1 0 0,-2-2-2 0 0,0-1 0 0 0,0-1 0 0 0,0 0 1 0 0,0-1-1 0 0,1-1 0 0 0,-1 0 0 0 0,1-1 0 0 0,-1-1 0 0 0,0 0 1 0 0,1 0-1 0 0,-1-2 0 0 0,0 0 0 0 0,0 0 0 0 0,0-1 0 0 0,14-7 1 0 0,0-1-1 0 0,0-1 1 0 0,-1-1 0 0 0,-1-2 0 0 0,0 0 0 0 0,-1-2 0 0 0,25-23 0 0 0,-31 24 5 0 0,-1-2 1 0 0,0 0 0 0 0,-2-1-1 0 0,0-1 1 0 0,-1-1 0 0 0,23-45-1 0 0,-30 52-12 0 0,-2-1-1 0 0,1-1 0 0 0,-2 1 1 0 0,0-1-1 0 0,-1 0 0 0 0,0 0 1 0 0,-2 0-1 0 0,0 0 0 0 0,-1-1 1 0 0,-1 1-1 0 0,-2-24 0 0 0,1 31-29 0 0,-1 0-1 0 0,-1 0 1 0 0,0 0-1 0 0,0 1 1 0 0,-1-1 0 0 0,0 1-1 0 0,0 0 1 0 0,-1 0-1 0 0,-1 0 1 0 0,1 1-1 0 0,-11-12 1 0 0,6 10 20 0 0,0 0 0 0 0,-1 0 0 0 0,0 1 0 0 0,0 1 0 0 0,-1 0 0 0 0,-1 0 0 0 0,-19-9 0 0 0,9 8-144 0 0,0 0-1 0 0,-1 2 1 0 0,0 0-1 0 0,0 2 1 0 0,-1 0 0 0 0,1 2-1 0 0,-1 1 1 0 0,0 1-1 0 0,-31 2 1 0 0,22 3-645 0 0,1 0 0 0 0,-1 3-1 0 0,1 0 1 0 0,1 3 0 0 0,-1 0 0 0 0,2 2 0 0 0,-41 21 0 0 0,37-13-2156 0 0,1 1 0 0 0,0 2 0 0 0,-39 34 1 0 0,30-18-4072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1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780 75 596 0 0,'0'-3'1972'0'0,"0"-68"11649"0"0,6 92-12224 0 0,7 53 285 0 0,5 81 0 0 0,-7 77-954 0 0,-13-105-546 0 0,1 23 331 0 0,-8-164-479 0 0,3-24-15 0 0,4 26-26 0 0,1 0-1 0 0,-2 0 1 0 0,0 1 0 0 0,-8-23-1 0 0,10 32 5 0 0,0 1 0 0 0,1 0-1 0 0,-1-1 1 0 0,0 1 0 0 0,0 0-1 0 0,0 0 1 0 0,-1-1 0 0 0,1 1-1 0 0,0 0 1 0 0,0 0 0 0 0,-1 0-1 0 0,1 1 1 0 0,0-1-1 0 0,-1 0 1 0 0,1 0 0 0 0,-1 1-1 0 0,1-1 1 0 0,-1 1 0 0 0,1-1-1 0 0,-1 1 1 0 0,0 0 0 0 0,1-1-1 0 0,-1 1 1 0 0,1 0 0 0 0,-1 0-1 0 0,0 0 1 0 0,1 1 0 0 0,-3-1-1 0 0,-4 2 0 0 0,1 0-1 0 0,-1 0 1 0 0,1 0-1 0 0,-11 6 1 0 0,15-7 3 0 0,-106 53-19 0 0,-135 89-1 0 0,78-43-2 0 0,11-9-1229 0 0,132-82-1194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3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185 107 800 0 0,'-13'-26'9731'0'0,"-11"-10"-1110"0"0,21 24-7621 0 0,5 10-972 0 0,-1 0 1 0 0,1 0-1 0 0,0 0 0 0 0,0 0 1 0 0,0 0-1 0 0,0 0 0 0 0,0 1 1 0 0,0-1-1 0 0,1 1 0 0 0,-1-1 1 0 0,0 1-1 0 0,1 0 1 0 0,-1 0-1 0 0,1 0 0 0 0,-1 0 1 0 0,5 0-1 0 0,0-1-9 0 0,0 0 0 0 0,1 1 0 0 0,-1 0 0 0 0,0 1 0 0 0,0-1 0 0 0,12 2 0 0 0,-12 0-1 0 0,-1 0 0 0 0,0 0 1 0 0,1 1-1 0 0,-1-1 0 0 0,0 2 0 0 0,0-1 0 0 0,0 0 0 0 0,0 1 0 0 0,-1 0 0 0 0,6 4 0 0 0,-8-5-3 0 0,0 1 0 0 0,-1-1 0 0 0,0 0 0 0 0,0 1-1 0 0,0 0 1 0 0,0-1 0 0 0,0 1 0 0 0,0 0 0 0 0,-1 0 0 0 0,1 0 0 0 0,-1 0 0 0 0,0 0-1 0 0,0 0 1 0 0,0 0 0 0 0,0 1 0 0 0,0-1 0 0 0,-1 0 0 0 0,1 1 0 0 0,-1-1-1 0 0,0 0 1 0 0,0 1 0 0 0,-1 5 0 0 0,-1 4 1 0 0,-1-1 0 0 0,0 1 0 0 0,-1-1-1 0 0,0 0 1 0 0,0 0 0 0 0,-2 0 0 0 0,-10 18 0 0 0,-6 5 62 0 0,-29 32 0 0 0,49-64-74 0 0,-23 34-93 0 0,24-36 54 0 0,0 2-1 0 0,2 6 4 0 0,17 5-15 0 0,23 6 18 0 0,-27-14 121 0 0,1 1 0 0 0,-1 1 0 0 0,-1 0 0 0 0,1 1 0 0 0,23 21 0 0 0,-36-29-42 0 0,0 1 1 0 0,0-1-1 0 0,0 0 0 0 0,0 1 0 0 0,0-1 0 0 0,-1 1 0 0 0,1-1 0 0 0,0 1 0 0 0,-1-1 0 0 0,1 1 1 0 0,-1-1-1 0 0,1 1 0 0 0,-1 0 0 0 0,0-1 0 0 0,0 1 0 0 0,0 0 0 0 0,0-1 0 0 0,0 1 0 0 0,0 0 1 0 0,0-1-1 0 0,0 1 0 0 0,-1 0 0 0 0,1-1 0 0 0,-1 1 0 0 0,1-1 0 0 0,-1 1 0 0 0,0 0 0 0 0,0-1 1 0 0,1 0-1 0 0,-1 1 0 0 0,0-1 0 0 0,0 1 0 0 0,-2 1 0 0 0,-2 3 176 0 0,0-1 0 0 0,-1 1-1 0 0,1-1 1 0 0,-1 0 0 0 0,-12 8 0 0 0,5-6-141 0 0,-1 0 0 0 0,0-1 1 0 0,0-1-1 0 0,0 0 1 0 0,-1-1-1 0 0,0 0 0 0 0,0-2 1 0 0,0 1-1 0 0,0-2 0 0 0,0 0 1 0 0,0-1-1 0 0,-1 0 1 0 0,1-1-1 0 0,0-1 0 0 0,0 0 1 0 0,-25-8-1 0 0,36 9-354 0 0,0 0 1 0 0,0-1-1 0 0,0 0 1 0 0,1 0-1 0 0,-1 0 0 0 0,0 0 1 0 0,1-1-1 0 0,-1 1 1 0 0,-3-5-1 0 0,6 6-103 0 0,0 0 1 0 0,0 0-1 0 0,0 0 0 0 0,0-1 0 0 0,1 1 1 0 0,-1 0-1 0 0,0-1 0 0 0,1 1 0 0 0,-1 0 1 0 0,1-1-1 0 0,-1 1 0 0 0,0-2 0 0 0,1 1-208 0 0,0 1-1 0 0,0-1 0 0 0,0 1 0 0 0,1 0 0 0 0,-1-1 0 0 0,0 1 0 0 0,0-1 1 0 0,1 1-1 0 0,-1 0 0 0 0,5-8-2323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4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74 1012 0 0,'-8'-38'18996'0'0,"45"37"-18454"0"0,6-1-626 0 0,216-18 204 0 0,-157 11 24 0 0,-99 9-121 0 0,2 0 24 0 0,0 0 0 0 0,0 0 0 0 0,0 0 0 0 0,0-1 0 0 0,7-1 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4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227 106 1676 0 0,'11'-19'7107'0'0,"-7"12"-5715"0"0,-3 5-1034 0 0,1 0-1 0 0,-1 0 0 0 0,0 0 1 0 0,0 0-1 0 0,0-1 0 0 0,0 1 0 0 0,0 0 1 0 0,0-1-1 0 0,-1 1 0 0 0,1-1 1 0 0,-1 1-1 0 0,1 0 0 0 0,-1-1 1 0 0,0 1-1 0 0,0-1 0 0 0,0 1 1 0 0,-1-1-1 0 0,1 1 0 0 0,-1-4 1 0 0,0 5-234 0 0,0-1-101 0 0,0 0 0 0 0,0 0 0 0 0,-1 0 0 0 0,1 1 0 0 0,-1-1 0 0 0,1 0 0 0 0,-1 1 0 0 0,0-1 0 0 0,1 1 0 0 0,-1 0 0 0 0,0-1 0 0 0,0 1 0 0 0,0 0 0 0 0,0 0 0 0 0,0 0 0 0 0,0 1 0 0 0,0-1 0 0 0,0 0 0 0 0,-3 0 0 0 0,1 1-23 0 0,0-1 1 0 0,0 1-1 0 0,0-1 0 0 0,-1 1 1 0 0,1 1-1 0 0,0-1 1 0 0,0 0-1 0 0,0 1 1 0 0,0 0-1 0 0,0 0 1 0 0,0 0-1 0 0,0 1 1 0 0,-4 1-1 0 0,1 1-5 0 0,-1 0-1 0 0,1 1 1 0 0,0 0-1 0 0,0 0 1 0 0,1 0-1 0 0,-7 7 0 0 0,1 1-9 0 0,0 1-1 0 0,1 0 0 0 0,1 1 0 0 0,0 0 0 0 0,-12 26 0 0 0,20-36 12 0 0,-1 0 0 0 0,2 0 0 0 0,-1 0 1 0 0,0 0-1 0 0,1 0 0 0 0,0 0 0 0 0,0 0 1 0 0,0 9-1 0 0,1-11 6 0 0,1-1-1 0 0,-1 1 1 0 0,1-1 0 0 0,-1 1 0 0 0,1 0 0 0 0,0-1-1 0 0,0 1 1 0 0,0-1 0 0 0,0 0 0 0 0,0 1 0 0 0,1-1-1 0 0,-1 0 1 0 0,1 0 0 0 0,-1 0 0 0 0,1 0 0 0 0,0 0-1 0 0,4 3 1 0 0,6 4 3 0 0,0-1-1 0 0,0 0 0 0 0,1-1 1 0 0,26 10-1 0 0,9 6 67 0 0,50 36 300 0 0,-85-50-112 0 0,0 1 1 0 0,0 1 0 0 0,-1 0-1 0 0,20 25 1 0 0,-29-33-137 0 0,0 1-1 0 0,-1-1 1 0 0,0 1 0 0 0,0 0 0 0 0,0 0-1 0 0,0 0 1 0 0,0 0 0 0 0,-1 0 0 0 0,0 0 0 0 0,0 0-1 0 0,0 0 1 0 0,0 1 0 0 0,-1-1 0 0 0,0 0-1 0 0,0 1 1 0 0,0-1 0 0 0,-1 7 0 0 0,0-5 8 0 0,-1 0 0 0 0,0 0 0 0 0,0 0 0 0 0,0-1 0 0 0,-1 1-1 0 0,0-1 1 0 0,0 1 0 0 0,0-1 0 0 0,-1 0 0 0 0,0 0 0 0 0,-6 6 0 0 0,3-4-4 0 0,-1 1-1 0 0,0-1 1 0 0,-1-1-1 0 0,0 0 1 0 0,0 0-1 0 0,0 0 0 0 0,-1-1 1 0 0,0-1-1 0 0,0 1 1 0 0,0-2-1 0 0,0 1 1 0 0,-1-2-1 0 0,-19 4 1 0 0,16-6-248 0 0,0 0 1 0 0,0-2-1 0 0,0 1 0 0 0,0-2 1 0 0,0 0-1 0 0,0 0 1 0 0,1-1-1 0 0,0-1 1 0 0,0 0-1 0 0,-24-14 1 0 0,37 19 26 0 0,-1 0 0 0 0,1-1 0 0 0,0 1 0 0 0,-1 0 1 0 0,1-1-1 0 0,-1 1 0 0 0,1 0 0 0 0,0-1 1 0 0,-1 1-1 0 0,1 0 0 0 0,0-1 0 0 0,-1 1 0 0 0,1-1 1 0 0,0 1-1 0 0,-1-1 0 0 0,1 1 0 0 0,0-1 0 0 0,0 1 1 0 0,0-1-1 0 0,0 1 0 0 0,-1-1 0 0 0,1 1 1 0 0,0-1-1 0 0,0 1 0 0 0,0-1 0 0 0,0 1 0 0 0,0-1 1 0 0,0 1-1 0 0,0-1 0 0 0,0 1 0 0 0,1-1 1 0 0,-1 1-1 0 0,0-1 0 0 0,0 1 0 0 0,0-1 0 0 0,0 1 1 0 0,1-1-1 0 0,-1 1 0 0 0,0 0 0 0 0,1-1 1 0 0,-1 1-1 0 0,0-1 0 0 0,1 1 0 0 0,-1 0 0 0 0,1-1 1 0 0,17-14-4586 0 0,-5 8-206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5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17 1080 0 0,'14'-16'17344'0'0,"-13"17"-17234"0"0,0 0 0 0 0,0 0 0 0 0,0 1 1 0 0,0-1-1 0 0,0 0 0 0 0,0 1 0 0 0,-1-1 1 0 0,1 0-1 0 0,-1 1 0 0 0,1-1 0 0 0,-1 1 1 0 0,1-1-1 0 0,-1 1 0 0 0,0-1 0 0 0,0 1 1 0 0,0-1-1 0 0,0 3 0 0 0,-2 32 632 0 0,0-18-397 0 0,-2 31 368 0 0,-16 70 1 0 0,11-76-1999 0 0,2 0 1 0 0,-3 65 0 0 0,13-79-2134 0 0,4-11-3652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5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352 163 3548 0 0,'15'-48'9070'0'0,"30"-66"1449"0"0,-44 114-10394 0 0,0 0-1 0 0,-1 0 0 0 0,1 0 0 0 0,0 0 0 0 0,0 0 0 0 0,0 0 1 0 0,-1 0-1 0 0,1 1 0 0 0,0-1 0 0 0,0 0 0 0 0,-1 0 0 0 0,1 1 1 0 0,0-1-1 0 0,-1 1 0 0 0,1-1 0 0 0,0 1 0 0 0,4 7 292 0 0,-1 1 0 0 0,-1-1 0 0 0,1 1-1 0 0,-1 0 1 0 0,-1 0 0 0 0,2 11 0 0 0,7 62 1117 0 0,-9-58-1264 0 0,7 84 504 0 0,-7 160 0 0 0,-2-234-1004 0 0,0-19-805 0 0,-1 1 0 0 0,-3 28-1 0 0,-18-63-918 0 0,18 14 1786 0 0,-4-6-119 0 0,-1 0 0 0 0,0 0 0 0 0,0 1 0 0 0,-17-13 0 0 0,23 21 272 0 0,-1-1-1 0 0,0 1 0 0 0,1 0 1 0 0,-1 0-1 0 0,0 0 0 0 0,0 1 1 0 0,-1 0-1 0 0,1-1 0 0 0,0 1 0 0 0,0 1 1 0 0,-1-1-1 0 0,1 0 0 0 0,-1 1 1 0 0,1 0-1 0 0,0 0 0 0 0,-1 1 1 0 0,1-1-1 0 0,-6 2 0 0 0,-3 2 79 0 0,-1 0-1 0 0,1 1 1 0 0,0 0-1 0 0,0 1 1 0 0,0 1-1 0 0,-21 15 1 0 0,-65 57 399 0 0,89-69-503 0 0,-1-1 0 0 0,2 1 0 0 0,0 1 0 0 0,0 0 0 0 0,0 0 0 0 0,2 1 0 0 0,-11 19 0 0 0,17-30-149 0 0,1 0 0 0 0,-1 0 0 0 0,1 0 0 0 0,0 0 0 0 0,-1 1 0 0 0,1-1-1 0 0,0 0 1 0 0,-1 0 0 0 0,1 0 0 0 0,0 0 0 0 0,0 0 0 0 0,0 1 0 0 0,0-1-1 0 0,0 0 1 0 0,1 0 0 0 0,-1 0 0 0 0,0 0 0 0 0,0 1 0 0 0,1-1 0 0 0,-1 0 0 0 0,1 0-1 0 0,-1 0 1 0 0,1 1 0 0 0,21 4-9152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6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6 116 2664 0 0,'-3'-37'7737'0'0,"2"30"-6368"0"0,0 0 0 0 0,1 0 0 0 0,-1 0 0 0 0,1 1 0 0 0,0-1 1 0 0,1 0-1 0 0,2-11 0 0 0,-2 17-1281 0 0,0 0 1 0 0,0 0-1 0 0,0 0 1 0 0,0 0-1 0 0,0 0 1 0 0,1 0-1 0 0,-1 0 1 0 0,0 0-1 0 0,1 1 1 0 0,-1-1-1 0 0,0 1 1 0 0,1-1-1 0 0,-1 1 1 0 0,0-1-1 0 0,1 1 1 0 0,-1 0-1 0 0,1-1 1 0 0,-1 1-1 0 0,1 0 1 0 0,-1 0-1 0 0,2 1 1 0 0,3-2 32 0 0,0 1 1 0 0,0 0 0 0 0,0 1-1 0 0,0 0 1 0 0,-1 0-1 0 0,1 0 1 0 0,0 0 0 0 0,-1 1-1 0 0,1 0 1 0 0,-1 0-1 0 0,1 1 1 0 0,-1-1-1 0 0,0 1 1 0 0,0 0 0 0 0,0 1-1 0 0,-1-1 1 0 0,1 1-1 0 0,-1 0 1 0 0,0 0 0 0 0,0 0-1 0 0,0 1 1 0 0,0-1-1 0 0,-1 1 1 0 0,0 0 0 0 0,0 0-1 0 0,0 0 1 0 0,0 1-1 0 0,-1-1 1 0 0,0 1 0 0 0,0-1-1 0 0,-1 1 1 0 0,1-1-1 0 0,-1 1 1 0 0,0 10 0 0 0,-2-3 189 0 0,0 1 1 0 0,-1 0 0 0 0,0 0 0 0 0,-1 0-1 0 0,-1-1 1 0 0,-8 19 0 0 0,-39 76 974 0 0,33-73-1008 0 0,18-34-246 0 0,14-1-224 0 0,1-2 0 0 0,-1 1 0 0 0,0-2 0 0 0,27-8 0 0 0,57-26-2095 0 0,-43 14 1029 0 0,236-70-6559 0 0,-94 42-1468 0 0,-108 30 1961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6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58 952 0 0,'-3'-1'2626'0'0,"-67"-2"8619"0"0,68 3-10195 0 0,-17 2 2138 0 0,4-2-1797 0 0,24 0 1025 0 0,23 0-610 0 0,226-17 627 0 0,-3-9-3566 0 0,-225 19-767 0 0,-5 2-4975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6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33 36 0 0,'-38'-28'16583'0'0,"26"24"-11577"0"0,11 4-4773 0 0,-1 1-1 0 0,1 0 1 0 0,0 0-1 0 0,0 0 1 0 0,-1 0 0 0 0,1 1-1 0 0,0-1 1 0 0,0 0-1 0 0,0 0 1 0 0,1 1-1 0 0,-1-1 1 0 0,0 0-1 0 0,0 1 1 0 0,1-1-1 0 0,-1 1 1 0 0,0-1-1 0 0,1 1 1 0 0,0-1-1 0 0,-1 1 1 0 0,1 1 0 0 0,-7 43 1828 0 0,5-28-1462 0 0,-18 214 1618 0 0,17-78-3892 0 0,8-62-2945 0 0,-4-81 2362 0 0,1 1 0 0 0,1-1 1 0 0,4 14-1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7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471 282 380 0 0,'7'-9'1613'0'0,"-1"0"-1"0"0,0 0 0 0 0,-1-1 1 0 0,1 0-1 0 0,6-20 1 0 0,-7 16-683 0 0,-1 0 1 0 0,-1-1-1 0 0,0 0 0 0 0,-1 1 1 0 0,0-1-1 0 0,-1 0 0 0 0,-1-15 1 0 0,0 27-826 0 0,-1-1 0 0 0,1 1 0 0 0,0 0 0 0 0,-1-1 1 0 0,0 1-1 0 0,0 0 0 0 0,0 0 0 0 0,0-1 1 0 0,0 1-1 0 0,-1 0 0 0 0,1 0 0 0 0,-1 0 0 0 0,0 1 1 0 0,0-1-1 0 0,0 0 0 0 0,0 1 0 0 0,-1-1 0 0 0,1 1 1 0 0,-1 0-1 0 0,-3-3 0 0 0,3 3-83 0 0,0 1 1 0 0,0 0-1 0 0,-1 0 1 0 0,1 0-1 0 0,0 0 1 0 0,0 0-1 0 0,-1 1 1 0 0,1-1-1 0 0,0 1 1 0 0,-1 0-1 0 0,1 0 0 0 0,0 0 1 0 0,-1 1-1 0 0,1-1 1 0 0,0 1-1 0 0,-1 0 1 0 0,1 0-1 0 0,0 0 1 0 0,0 0-1 0 0,-5 3 1 0 0,-6 3-5 0 0,-1 2 0 0 0,1 0 0 0 0,1 0 1 0 0,-1 1-1 0 0,2 1 0 0 0,-16 15 1 0 0,8-3-18 0 0,0 0 1 0 0,-25 40 0 0 0,38-52 1 0 0,0 0 1 0 0,1 1-1 0 0,0 0 1 0 0,1 0-1 0 0,0 1 1 0 0,1-1-1 0 0,0 1 1 0 0,1 0-1 0 0,-1 15 1 0 0,3-20 1 0 0,1 1 0 0 0,0-1 0 0 0,1 0 0 0 0,0 1 0 0 0,0-1 0 0 0,1 0 0 0 0,0 0 0 0 0,0 0 0 0 0,1 0 0 0 0,0 0 0 0 0,0-1 0 0 0,1 1 0 0 0,0-1 0 0 0,0 0 0 0 0,9 12 0 0 0,4 0 0 0 0,1-1-1 0 0,1-1 1 0 0,31 24-1 0 0,-28-25 299 0 0,-2 1 0 0 0,0 1 0 0 0,20 23 0 0 0,-38-39-175 0 0,-1 0 1 0 0,1 0-1 0 0,0 1 1 0 0,-1-1 0 0 0,0 0-1 0 0,0 1 1 0 0,1-1-1 0 0,-1 1 1 0 0,-1-1 0 0 0,1 1-1 0 0,0-1 1 0 0,-1 1-1 0 0,1 0 1 0 0,-1-1-1 0 0,0 1 1 0 0,0 0 0 0 0,0 0-1 0 0,0-1 1 0 0,0 1-1 0 0,0 0 1 0 0,-1-1 0 0 0,0 1-1 0 0,1 0 1 0 0,-1-1-1 0 0,0 1 1 0 0,0-1 0 0 0,0 1-1 0 0,-1-1 1 0 0,1 0-1 0 0,-1 1 1 0 0,1-1-1 0 0,-1 0 1 0 0,0 0 0 0 0,0 0-1 0 0,1 0 1 0 0,-2 0-1 0 0,1-1 1 0 0,0 1 0 0 0,0-1-1 0 0,0 1 1 0 0,-1-1-1 0 0,1 0 1 0 0,-5 2 0 0 0,-7 2 224 0 0,1-1 1 0 0,-1 0 0 0 0,-1-1 0 0 0,1-1-1 0 0,0 0 1 0 0,-1-1 0 0 0,1 0 0 0 0,-21-2-1 0 0,-8-4 93 0 0,-61-15-1 0 0,35 6-230 0 0,66 13-406 0 0,-1 1 1 0 0,1-1-1 0 0,0 0 0 0 0,0 0 1 0 0,0 0-1 0 0,0-1 0 0 0,0 1 0 0 0,0-1 1 0 0,0 1-1 0 0,-2-3 0 0 0,4 3 105 0 0,1 1-1 0 0,0 0 1 0 0,0-1-1 0 0,0 1 1 0 0,0 0 0 0 0,0-1-1 0 0,0 1 1 0 0,-1 0-1 0 0,1-1 1 0 0,0 1 0 0 0,0 0-1 0 0,0-1 1 0 0,0 1-1 0 0,0 0 1 0 0,0-1 0 0 0,0 1-1 0 0,1 0 1 0 0,-1-1-1 0 0,0 1 1 0 0,0 0 0 0 0,0-1-1 0 0,0 1 1 0 0,0 0-1 0 0,0-1 1 0 0,1 1 0 0 0,-1 0-1 0 0,0-1 1 0 0,0 1-1 0 0,1 0 1 0 0,-1 0 0 0 0,0-1-1 0 0,0 1 1 0 0,1 0-1 0 0,-1 0 1 0 0,0 0 0 0 0,0-1-1 0 0,1 1 1 0 0,0 0-1 0 0,8-7-1207 0 0,-2 3 141 0 0,1 1 1 0 0,-1 0 0 0 0,0 1-1 0 0,1 0 1 0 0,0 0-1 0 0,-1 0 1 0 0,1 1 0 0 0,10 0-1 0 0,-2-1-3152 0 0,6-1-3456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8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64 2284 0 0,'-23'-14'15659'0'0,"16"9"-12594"0"0,6 4-2804 0 0,27-19 1178 0 0,-23 17-1212 0 0,-1 1-127 0 0,1 0-1 0 0,-1 0 1 0 0,1 0-1 0 0,0 0 1 0 0,0 0-1 0 0,0 1 1 0 0,0-1-1 0 0,0 1 1 0 0,0 0-1 0 0,0 0 1 0 0,4-1 0 0 0,-5 2-91 0 0,7 0-9 0 0,1 0 0 0 0,-1 0 0 0 0,10 3 0 0 0,19 5-30 0 0,-34-7 31 0 0,-1-1 0 0 0,0 1 0 0 0,0 0 0 0 0,0 0 0 0 0,0 0 0 0 0,0 0 0 0 0,0 1 0 0 0,0-1 0 0 0,0 1 0 0 0,0 0 0 0 0,-1 0 0 0 0,1 0 0 0 0,-1 0 0 0 0,1 0 0 0 0,-1 1 0 0 0,0-1 0 0 0,0 1 0 0 0,0-1 0 0 0,0 1 0 0 0,0 0 0 0 0,-1 0 0 0 0,2 3 0 0 0,-1-1 80 0 0,0 0 1 0 0,-1 0 0 0 0,0 0 0 0 0,0 0 0 0 0,-1 0-1 0 0,0 0 1 0 0,1 0 0 0 0,-2 0 0 0 0,1 0 0 0 0,0 0 0 0 0,-1 0-1 0 0,0 0 1 0 0,0 0 0 0 0,-1 0 0 0 0,1 0 0 0 0,-3 5-1 0 0,-5 10 334 0 0,-1 0-1 0 0,-15 23 0 0 0,23-39-338 0 0,-26 38 1027 0 0,-57 68 0 0 0,-44 30 1104 0 0,59-65-1070 0 0,42-47-794 0 0,23-19-313 0 0,3 1-27 0 0,3-9-3 0 0,-1-1 0 0 0,0 0 0 0 0,0 1 0 0 0,0-1 0 0 0,1 1 0 0 0,-1-1 0 0 0,0 0 0 0 0,1 1 0 0 0,-1-1 0 0 0,0 0 0 0 0,1 1 0 0 0,-1-1 0 0 0,0 0 0 0 0,1 0 0 0 0,-1 1 0 0 0,1-1 0 0 0,-1 0 0 0 0,0 0 0 0 0,1 0 0 0 0,-1 0 0 0 0,1 1 0 0 0,-1-1 0 0 0,1 0 0 0 0,0 0 0 0 0,7 1 0 0 0,0 0 0 0 0,1-1 0 0 0,-1 0 0 0 0,1 0 0 0 0,15-3 0 0 0,47-12 0 0 0,-46 9 0 0 0,297-78 0 0 0,-308 81 0 0 0,-5 2 0 0 0,0-1 0 0 0,0-1 0 0 0,0 1 0 0 0,13-7 0 0 0,-8 2 0 0 0,-5 0 0 0 0,-7 5-403 0 0,0 1 1 0 0,0-1-1 0 0,0 0 1 0 0,-1 0-1 0 0,1 0 1 0 0,-1-1-1 0 0,1 1 0 0 0,-1 0 1 0 0,0 0-1 0 0,0-1 1 0 0,0 1-1 0 0,0-1 1 0 0,0 1-1 0 0,-1-1 0 0 0,1 1 1 0 0,-1-1-1 0 0,1 1 1 0 0,-1-4-1 0 0,0 2-465 0 0,1-2-1135 0 0,1 0 0 0 0,0 0 0 0 0,0 0-1 0 0,5-10 1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544 244 2100 0 0,'12'-215'17514'0'0,"-12"204"-17059"0"0,5-6 3799 0 0,0 24-3397 0 0,-1 7-364 0 0,1 0-1 0 0,-2 0 1 0 0,0 1-1 0 0,-1-1 1 0 0,0 1-1 0 0,-1 16 1 0 0,1-8-126 0 0,4 339 1621 0 0,-7-232-1793 0 0,1-21-540 0 0,0-109 334 0 0,0 1 0 0 0,-1-1-1 0 0,1 1 1 0 0,0-1 0 0 0,-1 0-1 0 0,1 1 1 0 0,-1-1 0 0 0,1 0-1 0 0,-1 0 1 0 0,1 1 0 0 0,-1-1-1 0 0,1 0 1 0 0,0 0 0 0 0,-1 0-1 0 0,1 1 1 0 0,-1-1 0 0 0,0 0-1 0 0,1 0 1 0 0,-1 0 0 0 0,1 0-1 0 0,-1 0 1 0 0,1 0 0 0 0,-1 0-1 0 0,1 0 1 0 0,-1 0 0 0 0,1 0-1 0 0,-2-1 1 0 0,-17-2-132 0 0,3-1 114 0 0,0 2 0 0 0,1 0 0 0 0,-1 0 0 0 0,0 1 0 0 0,0 1-1 0 0,0 1 1 0 0,0 1 0 0 0,1 0 0 0 0,-1 0 0 0 0,-28 10-1 0 0,-10 6-1 0 0,-86 41 0 0 0,111-45-1031 0 0,-34 23 0 0 0,47-27-1398 0 0,-23 22 0 0 0,22-14-1245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9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53 119 1056 0 0,'-2'1'3873'0'0,"-13"2"2492"0"0,-21 2 8059 0 0,39-7-14325 0 0,-1-1 0 0 0,0 0-1 0 0,1 1 1 0 0,0 0 0 0 0,0-1 0 0 0,0 1-1 0 0,0 0 1 0 0,0 0 0 0 0,0 1-1 0 0,0-1 1 0 0,4-1 0 0 0,43-14 193 0 0,-47 16-260 0 0,166-49 30 0 0,-112 33-4670 0 0,0 2-6833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09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37 2132 0 0,'1'-37'18406'0'0,"1"49"-16695"0"0,1 36 104 0 0,-2-1 1 0 0,-6 49 0 0 0,2-51-1328 0 0,-48 393 1119 0 0,30-287-2697 0 0,16-122-230 0 0,-4 42-1802 0 0,10-36-1532 0 0,5-4-4109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0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47 175 1668 0 0,'29'-87'20535'0'0,"-27"90"-20114"0"0,0 1 1 0 0,-1 0 0 0 0,1-1-1 0 0,-1 1 1 0 0,0 0 0 0 0,0 0-1 0 0,0 0 1 0 0,-1 0 0 0 0,1 6-1 0 0,0 45 1760 0 0,-2-34-1469 0 0,-4 120 1016 0 0,-31 178-1 0 0,36-315-1727 0 0,-5 15 0 0 0,-1-7 0 0 0,6-12 0 0 0,-1 0 0 0 0,1 1 0 0 0,0-1 0 0 0,0 0 0 0 0,-1 0 0 0 0,1 1 0 0 0,0-1 0 0 0,0 0 0 0 0,-1 0 0 0 0,1 1 0 0 0,0-1 0 0 0,-1 0 0 0 0,1 0 0 0 0,0 0 0 0 0,-1 0 0 0 0,1 0 0 0 0,0 0 0 0 0,-1 1 0 0 0,1-1 0 0 0,-1 0 0 0 0,1 0 0 0 0,0 0 0 0 0,-1 0 0 0 0,1 0 0 0 0,0 0 0 0 0,-1-1 0 0 0,0 1 0 0 0,-1-1 0 0 0,1 0 0 0 0,0 0 0 0 0,0 0 0 0 0,0 0 0 0 0,0 0 0 0 0,0 0 0 0 0,0 0 0 0 0,1-1 0 0 0,-1 1 0 0 0,0 0 0 0 0,0 0 0 0 0,1-1 0 0 0,-1 1 0 0 0,1 0 0 0 0,-1-1 0 0 0,1 1 0 0 0,-1-3 0 0 0,-4-32 0 0 0,5 28 0 0 0,-4-34 1 0 0,3-1 0 0 0,7-77-1 0 0,27-84-11 0 0,-25 167-101 0 0,1 1 0 0 0,1 1 1 0 0,20-43-1 0 0,-29 75 118 0 0,0 1 0 0 0,0-1-1 0 0,1 1 1 0 0,-1 0 0 0 0,1-1 0 0 0,-1 1 0 0 0,1 0-1 0 0,0 0 1 0 0,-1 0 0 0 0,1 0 0 0 0,1 0 0 0 0,-1 0-1 0 0,0 0 1 0 0,0 1 0 0 0,0-1 0 0 0,1 1 0 0 0,-1 0 0 0 0,1 0-1 0 0,-1 0 1 0 0,1 0 0 0 0,0 0 0 0 0,-1 0 0 0 0,1 1-1 0 0,0-1 1 0 0,-1 1 0 0 0,1 0 0 0 0,0-1 0 0 0,0 1-1 0 0,-1 1 1 0 0,1-1 0 0 0,0 0 0 0 0,0 1 0 0 0,-1-1 0 0 0,1 1-1 0 0,0 0 1 0 0,3 2 0 0 0,2 0 14 0 0,-1 1 0 0 0,0 0 0 0 0,0 0 0 0 0,0 1 0 0 0,0-1 0 0 0,-1 2 1 0 0,1-1-1 0 0,-1 1 0 0 0,-1 0 0 0 0,1 0 0 0 0,4 8 0 0 0,3 6-20 0 0,-1 1 0 0 0,-1 1 0 0 0,-2 0 0 0 0,0 0 0 0 0,12 46 0 0 0,-9-13 0 0 0,7 79 0 0 0,-6 118-7733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0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79 165 2960 0 0,'-79'-26'18299'0'0,"85"17"-17641"0"0,-2 7-600 0 0,1-1 1 0 0,-1 1 0 0 0,0 0-1 0 0,1 1 1 0 0,0-1-1 0 0,-1 1 1 0 0,1 0 0 0 0,0 0-1 0 0,5-1 1 0 0,8-1 19 0 0,-16 2-106 0 0,181-47-3896 0 0,-65 4-5616 0 0,-80 27 2855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0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40 1624 0 0,'-14'-40'19553'0'0,"14"41"-19407"0"0,-1-1 1 0 0,1 1-1 0 0,-1-1 1 0 0,1 1-1 0 0,-1-1 1 0 0,1 1 0 0 0,-1-1-1 0 0,1 1 1 0 0,0-1-1 0 0,-1 1 1 0 0,1 0-1 0 0,0-1 1 0 0,0 1-1 0 0,-1-1 1 0 0,1 1 0 0 0,0 0-1 0 0,0-1 1 0 0,0 1-1 0 0,0 0 1 0 0,0-1-1 0 0,0 2 1 0 0,-2 17 1705 0 0,2-18-1555 0 0,-1 292 5250 0 0,4-211-4877 0 0,-15 482-670 0 0,11-539 0 0 0,-3-4-1705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0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94 1088 0 0,'-38'-33'19407'0'0,"37"33"-19067"0"0,0-1 0 0 0,0 1 0 0 0,0-1 0 0 0,0 0 0 0 0,0 0 0 0 0,0 1 0 0 0,1-1 0 0 0,-1 0 0 0 0,0 0 0 0 0,0 0 0 0 0,1 0 0 0 0,-1 0 1 0 0,0 0-1 0 0,1 0 0 0 0,-1-2 0 0 0,4 1-276 0 0,0 0 0 0 0,0 0 0 0 0,0 0 0 0 0,0 1-1 0 0,1-1 1 0 0,-1 1 0 0 0,1 0 0 0 0,-1 0 0 0 0,1 0 0 0 0,5-1 0 0 0,47-4 106 0 0,-29 4-68 0 0,87-9-1357 0 0,-10 1-6935 0 0,-90 11 2315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0 2484 0 0,'-48'15'6225'0'0,"32"-11"-3663"0"0,1 1 0 0 0,-1 1 0 0 0,-19 10-1 0 0,34-16-2504 0 0,1 0 0 0 0,0 0 1 0 0,-1 0-1 0 0,1 0 0 0 0,0 0 0 0 0,-1 0 0 0 0,1 1 0 0 0,0-1 0 0 0,0 0 0 0 0,-1 0 0 0 0,1 0 0 0 0,0 1 0 0 0,0-1 0 0 0,-1 0 0 0 0,1 0 0 0 0,0 1 0 0 0,0-1 0 0 0,0 0 0 0 0,0 0 0 0 0,-1 1 0 0 0,1-1 0 0 0,0 0 0 0 0,0 0 0 0 0,0 1 0 0 0,0-1 0 0 0,0 0 1 0 0,0 1-1 0 0,0-1 0 0 0,0 0 0 0 0,0 1 0 0 0,0-1 0 0 0,0 0 0 0 0,0 1 0 0 0,0-1 0 0 0,0 0 0 0 0,0 1 0 0 0,0-1 0 0 0,0 0 0 0 0,0 0 0 0 0,0 1 0 0 0,0-1 0 0 0,1 0 0 0 0,-1 1 0 0 0,0-1 0 0 0,0 0 0 0 0,0 0 0 0 0,0 1 0 0 0,1-1 0 0 0,-1 0 0 0 0,0 0 1 0 0,0 0-1 0 0,1 1 0 0 0,-1-1 0 0 0,0 0 0 0 0,0 0 0 0 0,1 0 0 0 0,-1 0 0 0 0,0 1 0 0 0,1-1 0 0 0,17 7 225 0 0,10-3-244 0 0,0-2 1 0 0,0 0 0 0 0,48-5-1 0 0,86-17-3970 0 0,-118 13 2368 0 0,60-10-5839 0 0,-47 5-109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1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400 133 3316 0 0,'-1'-4'1208'0'0,"0"0"1"0"0,-1 0-1 0 0,0 1 0 0 0,0-1 0 0 0,0 1 0 0 0,0-1 0 0 0,0 1 0 0 0,-4-4 1 0 0,-16-9 2949 0 0,20 15-3268 0 0,-2 1-97 0 0,-2 2-527 0 0,1-1 0 0 0,0 1 1 0 0,0 0-1 0 0,0 1 1 0 0,0-1-1 0 0,0 1 0 0 0,1 0 1 0 0,-1 0-1 0 0,1 0 1 0 0,0 1-1 0 0,-1 0 1 0 0,2 0-1 0 0,-1 0 0 0 0,0 0 1 0 0,-5 9-1 0 0,-6 10 942 0 0,-24 48-1 0 0,30-54-829 0 0,-8 16 267 0 0,2 1 0 0 0,1 0-1 0 0,1 1 1 0 0,2 0 0 0 0,2 1 0 0 0,1 1 0 0 0,-6 69 0 0 0,14-94-617 0 0,0-1 0 0 0,1 0 1 0 0,0 1-1 0 0,0-1 0 0 0,1 0 0 0 0,1 0 1 0 0,0 0-1 0 0,0 0 0 0 0,1-1 0 0 0,6 12 0 0 0,-7-17-17 0 0,0 0-1 0 0,0 0 0 0 0,1 0 0 0 0,0 0 0 0 0,-1-1 0 0 0,2 0 0 0 0,-1 0 0 0 0,0 0 0 0 0,1 0 0 0 0,0-1 0 0 0,0 1 0 0 0,0-1 0 0 0,0-1 0 0 0,0 1 1 0 0,1-1-1 0 0,-1 0 0 0 0,1 0 0 0 0,0 0 0 0 0,-1-1 0 0 0,12 2 0 0 0,-3-3-10 0 0,0 0 0 0 0,0 0 0 0 0,-1-1 0 0 0,1-1 0 0 0,0 0 0 0 0,-1-1 0 0 0,1-1 0 0 0,-1 0 0 0 0,0 0 0 0 0,0-2 0 0 0,-1 1 0 0 0,0-2 0 0 0,0 0 0 0 0,0 0 0 0 0,-1-1 0 0 0,21-17 0 0 0,-13 7 0 0 0,0-1 0 0 0,-1 0 0 0 0,-1-2 0 0 0,-1 0 0 0 0,-1 0 0 0 0,-1-2 0 0 0,22-46 0 0 0,-27 49 0 0 0,-1-1 0 0 0,-1 1 0 0 0,-1-2 0 0 0,-1 1 0 0 0,4-30 0 0 0,-8 39 0 0 0,-1 0 0 0 0,0 0 0 0 0,0 1 0 0 0,-1-1 0 0 0,0 0 0 0 0,-1 1 0 0 0,-1-1 0 0 0,0 1 0 0 0,0 0 0 0 0,-1 0 0 0 0,-10-19 0 0 0,6 15-190 0 0,-1 2 0 0 0,0-1 0 0 0,-1 2 0 0 0,0-1-1 0 0,-1 1 1 0 0,-1 1 0 0 0,0 0 0 0 0,0 0 0 0 0,-1 1 0 0 0,0 1 0 0 0,-1 0 0 0 0,0 1 0 0 0,0 1-1 0 0,-1 0 1 0 0,0 0 0 0 0,0 2 0 0 0,-1 0 0 0 0,1 1 0 0 0,-1 0 0 0 0,0 1 0 0 0,0 1 0 0 0,-1 1-1 0 0,1 0 1 0 0,0 1 0 0 0,0 1 0 0 0,0 0 0 0 0,-27 6 0 0 0,20-1-1250 0 0,0 1 1 0 0,1 1-1 0 0,-35 17 1 0 0,-21 17-7657 0 0,36-19-1090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3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43 564 0 0,'6'-10'8689'0'0,"-6"9"-8310"0"0,0 0 0 0 0,1 0 1 0 0,-1 0-1 0 0,0 0 0 0 0,0 0 1 0 0,0-1-1 0 0,0 1 0 0 0,0 0 0 0 0,0 0 1 0 0,0 0-1 0 0,0 0 0 0 0,-1 0 1 0 0,1 0-1 0 0,0 0 0 0 0,-1-2 0 0 0,-4-3-169 0 0,3 5 118 0 0,0 0-261 0 0,1 0 0 0 0,-1 0 0 0 0,0 0-1 0 0,0 1 1 0 0,-1-1 0 0 0,1 0 0 0 0,0 1-1 0 0,0 0 1 0 0,0-1 0 0 0,0 1-1 0 0,-4 0 1 0 0,-7 1-26 0 0,0 0 0 0 0,0 1 0 0 0,0 0 0 0 0,0 1 0 0 0,1 0 0 0 0,-1 1 0 0 0,1 1-1 0 0,0 0 1 0 0,-21 13 0 0 0,11-5-67 0 0,1 1 0 0 0,1 1-1 0 0,0 1 1 0 0,-17 19 0 0 0,28-26 5 0 0,1 0 1 0 0,-1 1-1 0 0,2 0 1 0 0,-1 0-1 0 0,2 0 1 0 0,-9 17-1 0 0,13-24 19 0 0,1 0 0 0 0,0 0-1 0 0,0 0 1 0 0,0 0-1 0 0,0 1 1 0 0,0-1 0 0 0,1 0-1 0 0,-1 1 1 0 0,1-1-1 0 0,0 1 1 0 0,0-1 0 0 0,0 0-1 0 0,1 1 1 0 0,-1-1-1 0 0,1 0 1 0 0,0 1 0 0 0,-1-1-1 0 0,2 0 1 0 0,-1 0-1 0 0,0 0 1 0 0,1 0 0 0 0,-1 0-1 0 0,1 0 1 0 0,0 0-1 0 0,0 0 1 0 0,0 0 0 0 0,0-1-1 0 0,5 5 1 0 0,14 9-4 0 0,1 0 0 0 0,0 0 0 0 0,42 19 1 0 0,-44-25 15 0 0,0 0 1 0 0,-1 1 0 0 0,-1 2 0 0 0,0-1-1 0 0,-1 2 1 0 0,27 26 0 0 0,-41-36 48 0 0,-1-1-1 0 0,1 1 1 0 0,0 0 0 0 0,-1 0-1 0 0,0 0 1 0 0,0 0 0 0 0,0 0-1 0 0,0 0 1 0 0,-1 1 0 0 0,0-1 0 0 0,1 1-1 0 0,-2-1 1 0 0,1 1 0 0 0,0-1-1 0 0,-1 1 1 0 0,0 6 0 0 0,-1-5 55 0 0,0 1 1 0 0,-1-1 0 0 0,1 0-1 0 0,-1 1 1 0 0,-1-1-1 0 0,1 0 1 0 0,-1-1 0 0 0,0 1-1 0 0,0 0 1 0 0,-7 8 0 0 0,2-4 35 0 0,-1 0 1 0 0,0-1 0 0 0,0 0 0 0 0,-1 0 0 0 0,0-1 0 0 0,0 0 0 0 0,-1-1 0 0 0,0-1 0 0 0,0 1 0 0 0,-1-2 0 0 0,-16 7 0 0 0,14-8-59 0 0,-2 0-1 0 0,1-1 1 0 0,0 0 0 0 0,-1-2 0 0 0,1 1 0 0 0,-31-3 0 0 0,37 0-101 0 0,1 0 0 0 0,-1 0 0 0 0,1-1 0 0 0,0 0 0 0 0,-1-1 0 0 0,1 0 0 0 0,0 0 0 0 0,0 0 0 0 0,1-1 0 0 0,-1 0 0 0 0,1-1 0 0 0,0 0 0 0 0,0 0 0 0 0,-6-6 0 0 0,12 10-115 0 0,0 0 1 0 0,0 1-1 0 0,0-1 1 0 0,1 0 0 0 0,-1 1-1 0 0,0-1 1 0 0,1 0-1 0 0,-1 0 1 0 0,1 0 0 0 0,-1 0-1 0 0,0 0 1 0 0,1 0 0 0 0,0 0-1 0 0,-1 0 1 0 0,1 0-1 0 0,0 0 1 0 0,-1 0 0 0 0,1 0-1 0 0,0 0 1 0 0,0 0-1 0 0,0 0 1 0 0,0 0 0 0 0,0 0-1 0 0,0 0 1 0 0,0 0-1 0 0,0 0 1 0 0,1 0 0 0 0,-1 0-1 0 0,0 0 1 0 0,1 0-1 0 0,-1 0 1 0 0,1-1 0 0 0,1-1-769 0 0,0 1-1 0 0,1 0 1 0 0,-1-1 0 0 0,0 1 0 0 0,1 0 0 0 0,-1 1 0 0 0,1-1 0 0 0,0 0 0 0 0,4-1-1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4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2816 0 0,'17'-2'5909'0'0,"-1"5"-790"0"0,-13-1-4876 0 0,-1 1 0 0 0,0-1 1 0 0,0 1-1 0 0,0 0 0 0 0,0-1 0 0 0,0 1 1 0 0,0 0-1 0 0,-1 0 0 0 0,0 0 0 0 0,1 0 0 0 0,-1 1 1 0 0,0-1-1 0 0,0 0 0 0 0,-1 0 0 0 0,1 1 1 0 0,-1 5-1 0 0,4 60 1343 0 0,-4-68-1564 0 0,-22 358 2014 0 0,10-224-2128 0 0,11-126-492 0 0,-1 40-1010 0 0,3-33-1745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63 452 1740 0 0,'10'-23'9405'0'0,"-9"19"-8021"0"0,0 0 0 0 0,0 1 1 0 0,1-1-1 0 0,-1 1 1 0 0,1 0-1 0 0,4-7 0 0 0,-5 9-1367 0 0,1 0 0 0 0,-1-1 0 0 0,1 1 0 0 0,-1 0-1 0 0,1 0 1 0 0,-1 0 0 0 0,1 0 0 0 0,0 0 0 0 0,-1 0 0 0 0,1 1-1 0 0,2-2 1 0 0,28-7-604 0 0,64-10 0 0 0,-51 14-3240 0 0,1 4-4097 0 0,-28 1 2216 0 0</inkml:trace>
  <inkml:trace contextRef="#ctx0" brushRef="#br0" timeOffset="1">63 658 836 0 0,'-58'59'13942'0'0,"58"-59"-13878"0"0,0 0-1 0 0,-1 0 1 0 0,1 0-1 0 0,0 0 1 0 0,0 0 0 0 0,-1 1-1 0 0,1-1 1 0 0,0 0-1 0 0,0 0 1 0 0,-1 0 0 0 0,1 1-1 0 0,0-1 1 0 0,0 0 0 0 0,0 0-1 0 0,-1 1 1 0 0,1-1-1 0 0,0 0 1 0 0,0 0 0 0 0,0 1-1 0 0,0-1 1 0 0,0 0-1 0 0,0 0 1 0 0,-1 1 0 0 0,1-1-1 0 0,0 0 1 0 0,0 1-1 0 0,0-1 1 0 0,0 0 0 0 0,0 1-1 0 0,0-1 1 0 0,0 0-1 0 0,0 1 1 0 0,0-1 0 0 0,0 0-1 0 0,0 0 1 0 0,1 1-1 0 0,-1-1 1 0 0,0 0 0 0 0,0 1-1 0 0,14 2 706 0 0,20-5-540 0 0,39-9-114 0 0,98-17-2424 0 0,0-2-5503 0 0,-108 19 1902 0 0</inkml:trace>
  <inkml:trace contextRef="#ctx0" brushRef="#br0" timeOffset="2">1570 103 228 0 0,'1'-7'1387'0'0,"0"-1"1"0"0,0 0-1 0 0,-1 1 1 0 0,0-1-1 0 0,0 0 1 0 0,-1 1-1 0 0,0-1 1 0 0,-4-13-1 0 0,4 20-1300 0 0,1 0 0 0 0,-1 0 0 0 0,0-1 0 0 0,1 1-1 0 0,-1 0 1 0 0,0 0 0 0 0,0 0 0 0 0,0-1 0 0 0,0 1 0 0 0,0 0 0 0 0,0 1-1 0 0,-1-1 1 0 0,1 0 0 0 0,0 0 0 0 0,0 0 0 0 0,-1 1 0 0 0,1-1 0 0 0,0 0-1 0 0,-1 1 1 0 0,1-1 0 0 0,0 1 0 0 0,-1 0 0 0 0,1 0 0 0 0,-1-1 0 0 0,1 1-1 0 0,-1 0 1 0 0,1 0 0 0 0,-1 0 0 0 0,1 0 0 0 0,0 1 0 0 0,-1-1 0 0 0,1 0-1 0 0,-1 0 1 0 0,1 1 0 0 0,-2 0 0 0 0,-3 1 15 0 0,0 0 0 0 0,0 1-1 0 0,0-1 1 0 0,0 1 0 0 0,1 0 0 0 0,-7 6 0 0 0,-6 5 128 0 0,2 1 1 0 0,0 1 0 0 0,1 1-1 0 0,-22 29 1 0 0,-43 81 607 0 0,50-76-432 0 0,3 2 1 0 0,-27 75-1 0 0,42-93-310 0 0,1 0 0 0 0,2 0 0 0 0,2 1 1 0 0,1 0-1 0 0,-1 39 0 0 0,7-66-65 0 0,0 1-1 0 0,1 0 1 0 0,0-1 0 0 0,1 1 0 0 0,0 0 0 0 0,0-1-1 0 0,1 0 1 0 0,0 0 0 0 0,1 0 0 0 0,0 0-1 0 0,0 0 1 0 0,8 11 0 0 0,-9-15 19 0 0,0-1 0 0 0,0 0 0 0 0,1 0 0 0 0,0-1-1 0 0,-1 1 1 0 0,1-1 0 0 0,0 1 0 0 0,0-1 0 0 0,1-1 0 0 0,-1 1 0 0 0,1 0 0 0 0,-1-1 0 0 0,1 0-1 0 0,0 0 1 0 0,0-1 0 0 0,0 1 0 0 0,0-1 0 0 0,0 0 0 0 0,0 0 0 0 0,0-1 0 0 0,1 0 0 0 0,-1 0 0 0 0,0 0-1 0 0,10-1 1 0 0,-8-1 20 0 0,0 0 0 0 0,0 0-1 0 0,-1 0 1 0 0,1-1 0 0 0,0 0-1 0 0,-1 0 1 0 0,0-1 0 0 0,0 1-1 0 0,0-1 1 0 0,0-1 0 0 0,-1 1-1 0 0,1-1 1 0 0,6-8 0 0 0,-9 10-58 0 0,-1 0 1 0 0,1-1 0 0 0,-1 1 0 0 0,1-1 0 0 0,-1 1 0 0 0,0-1 0 0 0,-1 0-1 0 0,1 0 1 0 0,0 0 0 0 0,-1 0 0 0 0,0 0 0 0 0,0 0 0 0 0,-1 0 0 0 0,1-1-1 0 0,-1 1 1 0 0,0 0 0 0 0,0 0 0 0 0,0 0 0 0 0,0-1 0 0 0,-1 1 0 0 0,1 0 0 0 0,-1 0-1 0 0,-1 0 1 0 0,0-5 0 0 0,-1 5-1 0 0,0 0 0 0 0,0-1 1 0 0,0 1-1 0 0,0 0 0 0 0,-1 1 0 0 0,0-1 0 0 0,1 0 0 0 0,-1 1 1 0 0,0 0-1 0 0,-1 0 0 0 0,1 0 0 0 0,-1 1 0 0 0,1-1 0 0 0,-1 1 1 0 0,0 0-1 0 0,-8-2 0 0 0,-5-1-1122 0 0,0 0-1 0 0,-1 1 1 0 0,-19-2-1 0 0</inkml:trace>
  <inkml:trace contextRef="#ctx0" brushRef="#br0" timeOffset="3">1689 583 2424 0 0,'16'2'8485'0'0,"37"6"-1854"0"0,4-7-4398 0 0,56-9-2017 0 0,-95 6 248 0 0,101-8-48 0 0,18-2-941 0 0,-45 0-3355 0 0,-63 7-4086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5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27 2236 0 0,'-33'-16'9329'0'0,"18"10"-5409"0"0,1 3-1405 0 0,13 3-2414 0 0,0 0 0 0 0,1-1 0 0 0,-1 1 1 0 0,0 0-1 0 0,0 0 0 0 0,1-1 0 0 0,-1 1 0 0 0,0 0 1 0 0,0 0-1 0 0,1 0 0 0 0,-1 0 0 0 0,0 0 0 0 0,0 0 1 0 0,1 0-1 0 0,-1 0 0 0 0,0 1 0 0 0,0-1 0 0 0,1 0 1 0 0,-1 0-1 0 0,0 1 0 0 0,1-1 0 0 0,-1 0 0 0 0,0 1 0 0 0,1-1 1 0 0,-1 0-1 0 0,0 1 0 0 0,0 0 0 0 0,0 2 39 0 0,0 0-1 0 0,0 0 1 0 0,0 0-1 0 0,1 0 1 0 0,-1 0-1 0 0,1 0 1 0 0,0 0-1 0 0,0 0 1 0 0,0 0-1 0 0,0 0 1 0 0,2 5-1 0 0,-2-2 21 0 0,6 104 675 0 0,16 178-1406 0 0,-21-273-294 0 0,2 0 0 0 0,4 15 0 0 0,5-1-2696 0 0,-10-26 2687 0 0,-1-1 1 0 0,1 1-1 0 0,0-1 1 0 0,0 0-1 0 0,0 0 0 0 0,0 0 1 0 0,0 0-1 0 0,3 2 1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5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2 150 468 0 0,'1'-9'1363'0'0,"0"0"1"0"0,1 0-1 0 0,0 0 0 0 0,0 0 0 0 0,1 1 1 0 0,0-1-1 0 0,0 1 0 0 0,1-1 1 0 0,7-11-1 0 0,-8 16-1139 0 0,0 0-1 0 0,1 0 1 0 0,-1 0 0 0 0,1 1 0 0 0,0 0 0 0 0,0-1-1 0 0,0 1 1 0 0,0 0 0 0 0,1 1 0 0 0,-1-1 0 0 0,1 1-1 0 0,0 0 1 0 0,0 0 0 0 0,-1 0 0 0 0,1 1 0 0 0,0 0-1 0 0,0 0 1 0 0,7-1 0 0 0,-5 2-123 0 0,0-1 0 0 0,0 1 0 0 0,0 0 0 0 0,0 1 0 0 0,0 0 0 0 0,0 0 0 0 0,0 1 0 0 0,0-1 0 0 0,0 1-1 0 0,0 1 1 0 0,0 0 0 0 0,-1-1 0 0 0,0 2 0 0 0,1-1 0 0 0,-1 1 0 0 0,6 5 0 0 0,-8-6-73 0 0,0 1 1 0 0,0 0-1 0 0,0 0 1 0 0,-1 0-1 0 0,0 0 0 0 0,1 0 1 0 0,-1 1-1 0 0,-1 0 0 0 0,1-1 1 0 0,-1 1-1 0 0,0 0 1 0 0,0 0-1 0 0,0 0 0 0 0,-1 1 1 0 0,1-1-1 0 0,-1 0 0 0 0,-1 1 1 0 0,1-1-1 0 0,-1 0 0 0 0,0 1 1 0 0,-1 9-1 0 0,-1-2 3 0 0,-1 0 1 0 0,-1 0-1 0 0,0 0 0 0 0,-1-1 0 0 0,0 1 1 0 0,-1-1-1 0 0,0-1 0 0 0,-1 1 0 0 0,-13 17 1 0 0,-8 6 55 0 0,-49 46 0 0 0,66-70-58 0 0,-45 41 417 0 0,55-51-311 0 0,2-2-132 0 0,1 0 0 0 0,-1 0 0 0 0,1 1 0 0 0,0-1-1 0 0,-1 0 1 0 0,1 1 0 0 0,0-1 0 0 0,0 1 0 0 0,-1-1 0 0 0,1 1 0 0 0,3-1 0 0 0,1 0 19 0 0,9-2 83 0 0,1 0 0 0 0,0 1 1 0 0,-1 1-1 0 0,1 1 0 0 0,0 0 0 0 0,-1 1 1 0 0,25 4-1 0 0,-31-3 57 0 0,0 0-1 0 0,0 0 1 0 0,0 1-1 0 0,-1 0 1 0 0,1 0 0 0 0,-1 1-1 0 0,0 0 1 0 0,0 0 0 0 0,0 1-1 0 0,0 0 1 0 0,-1 1 0 0 0,0 0-1 0 0,0 0 1 0 0,10 12 0 0 0,-14-15 14 0 0,0 1 0 0 0,-1 0 0 0 0,1 0 0 0 0,-1 1 0 0 0,0-1 0 0 0,0 0 1 0 0,-1 1-1 0 0,1-1 0 0 0,-1 1 0 0 0,0 0 0 0 0,0-1 0 0 0,0 1 0 0 0,-1 0 1 0 0,0 0-1 0 0,0-1 0 0 0,0 8 0 0 0,-2-6 35 0 0,1 1 0 0 0,-1-1-1 0 0,0 0 1 0 0,0 0 0 0 0,-1 0 0 0 0,0 0 0 0 0,0-1-1 0 0,0 1 1 0 0,-1-1 0 0 0,1 0 0 0 0,-6 6 0 0 0,-1-1-20 0 0,0 0 0 0 0,-1-1 0 0 0,0 0 1 0 0,0 0-1 0 0,-1-1 0 0 0,0 0 1 0 0,-1-2-1 0 0,0 1 0 0 0,0-1 0 0 0,-19 5 1 0 0,22-8-278 0 0,1-1 0 0 0,-1-1 0 0 0,1 1 1 0 0,-1-2-1 0 0,0 1 0 0 0,1-2 0 0 0,-1 1 1 0 0,-16-4-1 0 0,20 3-478 0 0,0 0 1 0 0,0-1-1 0 0,1 0 1 0 0,-1 0-1 0 0,1 0 1 0 0,-1-1-1 0 0,1 0 0 0 0,0 0 1 0 0,0 0-1 0 0,0 0 1 0 0,0-1-1 0 0,1 0 0 0 0,-1 0 1 0 0,1 0-1 0 0,-6-8 1 0 0,0-8-3816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5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94 2408 0 0,'-4'-1'2380'0'0,"-49"-12"10254"0"0,50 12-11622 0 0,-2 0-761 0 0,-9-2 3063 0 0,14 3-3292 0 0,0-1-1 0 0,0 1 1 0 0,0 0-1 0 0,0 0 1 0 0,-1-1-1 0 0,1 1 1 0 0,0 0-1 0 0,0 0 1 0 0,0 0-1 0 0,0-1 1 0 0,0 1-1 0 0,0 0 1 0 0,0 0-1 0 0,0-1 1 0 0,0 1-1 0 0,0 0 1 0 0,0 0-1 0 0,0-1 1 0 0,0 1-1 0 0,0 0 1 0 0,0 0-1 0 0,0-1 1 0 0,0 1-1 0 0,0 0 1 0 0,0 0-1 0 0,0-1 1 0 0,0 1 0 0 0,0 0-1 0 0,1 0 1 0 0,-1-1-1 0 0,0 1 1 0 0,0 0-1 0 0,0 0 1 0 0,0 0-1 0 0,1 0 1 0 0,-1-1-1 0 0,0 1 1 0 0,0 0-1 0 0,0 0 1 0 0,1 0-1 0 0,-1 0 1 0 0,0 0-1 0 0,0-1 1 0 0,0 1-1 0 0,1 0 1 0 0,-1 0-1 0 0,0 0 1 0 0,0 0-1 0 0,1 0 1 0 0,-1 0-1 0 0,0 0 1 0 0,1 0-1 0 0,8-5 46 0 0,0 1 0 0 0,1 1-1 0 0,-1-1 1 0 0,1 1-1 0 0,0 1 1 0 0,18-3-1 0 0,0 0-5 0 0,116-22-2532 0 0,-97 23-1816 0 0,0 2-4069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9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36 704 0 0,'29'-36'10184'0'0,"-11"68"-8827"0"0,-9-6-580 0 0,-2 0 0 0 0,-1 0-1 0 0,-1 1 1 0 0,2 41 0 0 0,-2-23-114 0 0,5 62 383 0 0,-6 0 0 0 0,-9 124-1 0 0,3-150-1545 0 0,2-79-320 0 0,29-39-10786 0 0,-19 21 7007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19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34 133 1776 0 0,'-1'-2'2017'0'0,"-5"-11"1604"0"0,0 0 0 0 0,-11-15 702 0 0,17 26-4164 0 0,-1 1 0 0 0,1-1 0 0 0,-1 1-1 0 0,1-1 1 0 0,-1 1 0 0 0,1-1 0 0 0,0 1 0 0 0,0-1-1 0 0,0 1 1 0 0,0-1 0 0 0,0 0 0 0 0,0 1 0 0 0,0-1-1 0 0,1-2 1 0 0,4-1-99 0 0,0 1 0 0 0,1-1 0 0 0,-1 1 0 0 0,1 0 0 0 0,0 0 0 0 0,0 1 0 0 0,0 0 0 0 0,1 0 0 0 0,-1 0 0 0 0,1 1 0 0 0,-1 0 0 0 0,1 0 0 0 0,0 1 0 0 0,7-1-1 0 0,0 0-43 0 0,0 1 0 0 0,0 0 0 0 0,0 1 0 0 0,0 1 0 0 0,0 0 0 0 0,17 4-1 0 0,-24-3-5 0 0,-1 0-1 0 0,1 0 0 0 0,0 0 0 0 0,-1 1 1 0 0,0 0-1 0 0,1 0 0 0 0,-1 0 1 0 0,0 1-1 0 0,-1 0 0 0 0,1 1 0 0 0,9 9 1 0 0,-12-11 3 0 0,0 0 0 0 0,0 1 1 0 0,-1 0-1 0 0,0-1 0 0 0,0 1 0 0 0,0 0 1 0 0,0 0-1 0 0,0 0 0 0 0,-1 0 1 0 0,0 1-1 0 0,0-1 0 0 0,0 0 1 0 0,0 0-1 0 0,-1 1 0 0 0,0-1 1 0 0,0 1-1 0 0,0-1 0 0 0,0 0 0 0 0,0 1 1 0 0,-2 4-1 0 0,-1 3 37 0 0,-1 0 0 0 0,0 0 0 0 0,0-1-1 0 0,-2 1 1 0 0,1-1 0 0 0,-1 0 0 0 0,-1 0 0 0 0,-14 17 0 0 0,-6 4 353 0 0,-41 36-1 0 0,29-31 163 0 0,33-28-83 0 0,11-10-139 0 0,0 1-423 0 0,-2-1 83 0 0,16 0 43 0 0,-8 2-48 0 0,0 0 0 0 0,0 1 1 0 0,-1 0-1 0 0,1 1 0 0 0,-1 0 0 0 0,1 1 0 0 0,-1 0 1 0 0,0 0-1 0 0,-1 1 0 0 0,1 1 0 0 0,12 9 0 0 0,-13-9 116 0 0,-1 0 0 0 0,0 0-1 0 0,-1 1 1 0 0,0 0-1 0 0,0 0 1 0 0,0 1 0 0 0,-1 0-1 0 0,0 0 1 0 0,-1 1 0 0 0,0-1-1 0 0,0 1 1 0 0,6 18-1 0 0,-9-22 69 0 0,-1-1 0 0 0,0 1-1 0 0,-1 0 1 0 0,1 0 0 0 0,-1-1-1 0 0,0 1 1 0 0,0 0 0 0 0,-1 0-1 0 0,1-1 1 0 0,-1 1 0 0 0,0 0-1 0 0,0-1 1 0 0,-1 1-1 0 0,1-1 1 0 0,-1 1 0 0 0,0-1-1 0 0,0 0 1 0 0,0 0 0 0 0,-1 0-1 0 0,-4 5 1 0 0,3-3-38 0 0,-1-1 1 0 0,-1 0-1 0 0,1 0 0 0 0,-1 0 0 0 0,0-1 1 0 0,0 1-1 0 0,0-1 0 0 0,-1-1 1 0 0,1 0-1 0 0,-1 1 0 0 0,0-2 1 0 0,-7 3-1 0 0,6-4-119 0 0,1 0-1 0 0,-1-1 1 0 0,0 0-1 0 0,1-1 1 0 0,-1 1-1 0 0,0-1 1 0 0,1-1-1 0 0,0 1 1 0 0,-10-4-1 0 0,8 1-65 0 0,-1 0-1 0 0,1-1 1 0 0,-1 0-1 0 0,1 0 0 0 0,-13-11 1 0 0,15 10-961 0 0,0 0 1 0 0,1 0 0 0 0,-10-13-1 0 0,15 18 741 0 0,0 0-1 0 0,1-1 0 0 0,-1 1 1 0 0,1 0-1 0 0,-1 0 0 0 0,1 0 1 0 0,-1-1-1 0 0,1 1 0 0 0,0 0 1 0 0,0-1-1 0 0,0 1 0 0 0,0 0 1 0 0,0 0-1 0 0,0-1 0 0 0,0 1 1 0 0,0 0-1 0 0,0-1 0 0 0,0 1 1 0 0,1 0-1 0 0,0-3 0 0 0,0 1-1040 0 0,1 0 0 0 0,-1 0-1 0 0,1 0 1 0 0,8-11-2605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0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85 700 0 0,'-2'0'3721'0'0,"-13"2"1666"0"0,-28 3 5493 0 0,33-5-8159 0 0,35-12-2567 0 0,1 0 1 0 0,0 2 0 0 0,49-12 0 0 0,-56 17-153 0 0,14-4-1513 0 0,47-7 0 0 0,-41 12-2753 0 0,1 3-4003 0 0,-24 1 2194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0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81 1528 0 0,'-1'22'8895'0'0,"-9"8"1097"0"0,7-26-9263 0 0,-7 4 744 0 0,8-7-954 0 0,-22 7 1305 0 0,10-3-591 0 0,-24 5 2343 0 0,31-8-2863 0 0,4-2 281 0 0,8-5-656 0 0,8-3-311 0 0,0 1-1 0 0,0 1 0 0 0,0 0 1 0 0,1 1-1 0 0,25-6 0 0 0,-13 3-12 0 0,228-61-1080 0 0,-82 28-6141 0 0,-153 36 3955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2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69 1728 0 0,'-4'-33'9153'0'0,"5"23"-7205"0"0,-1-11 2134 0 0,0 16-2422 0 0,-2 10-753 0 0,1 5-566 0 0,1 0 0 0 0,0 0 0 0 0,1 14 0 0 0,0 3 213 0 0,-3 151 3514 0 0,-47 322 0 0 0,38-429-3460 0 0,-21 100 977 0 0,31-165-1279 0 0,-4 8-1317 0 0,-5-27-3499 0 0,9 12 4150 0 0,0-1-1 0 0,1 1 1 0 0,0-1-1 0 0,-1 1 1 0 0,1-1-1 0 0,0 0 1 0 0,0 1-1 0 0,0-1 1 0 0,0 1 0 0 0,0-1-1 0 0,0 1 1 0 0,0-1-1 0 0,1 0 1 0 0,-1 1-1 0 0,0-1 1 0 0,1 1-1 0 0,1-3 1 0 0,13-25-5749 0 0,-2 14 1439 0 0,5-2-2169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2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18 144 2872 0 0,'-7'-31'7698'0'0,"4"23"-5857"0"0,1-1 0 0 0,0 1 0 0 0,1-1 1 0 0,-1-9-1 0 0,2 17-1780 0 0,1-1 0 0 0,-1 0 0 0 0,1 1 0 0 0,-1-1 1 0 0,1 0-1 0 0,-1 1 0 0 0,1-1 0 0 0,0 0 0 0 0,0 1 0 0 0,0 0 1 0 0,0-1-1 0 0,0 1 0 0 0,0-1 0 0 0,1 1 0 0 0,-1 0 0 0 0,0 0 0 0 0,1 0 1 0 0,-1 0-1 0 0,1 0 0 0 0,-1 0 0 0 0,1 0 0 0 0,1-1 0 0 0,37-14 260 0 0,-39 16-317 0 0,10-3 12 0 0,0 0 0 0 0,1 1-1 0 0,0 0 1 0 0,-1 1 0 0 0,1 0 0 0 0,0 1-1 0 0,0 0 1 0 0,0 1 0 0 0,-1 0-1 0 0,1 1 1 0 0,0 0 0 0 0,-1 1-1 0 0,0 0 1 0 0,1 1 0 0 0,-1 0 0 0 0,-1 1-1 0 0,16 9 1 0 0,-23-12-4 0 0,0 1-1 0 0,1-1 1 0 0,-1 1 0 0 0,0 0-1 0 0,-1 0 1 0 0,1 0 0 0 0,0 1-1 0 0,-1-1 1 0 0,0 1 0 0 0,0-1 0 0 0,0 1-1 0 0,0 0 1 0 0,0 0 0 0 0,-1 0-1 0 0,2 7 1 0 0,-2-4 48 0 0,0 0-1 0 0,-1 0 1 0 0,1 0 0 0 0,-2 0 0 0 0,1 0-1 0 0,-1 0 1 0 0,0-1 0 0 0,-4 14-1 0 0,-4 4 340 0 0,0 0 0 0 0,-2 0-1 0 0,-28 43 1 0 0,37-64-347 0 0,-124 174 2250 0 0,122-172-2233 0 0,0 0-74 0 0,2-2 90 0 0,-1 0-1 0 0,0 1 0 0 0,1-1 0 0 0,0 1 0 0 0,0 0 0 0 0,-3 7 1 0 0,4-10-65 0 0,1 0 0 0 0,0 0 0 0 0,0 0 0 0 0,0 0 0 0 0,0 0 0 0 0,1 0 0 0 0,-1 0 0 0 0,0 0 0 0 0,0-1 1 0 0,0 1-1 0 0,1 0 0 0 0,-1 0 0 0 0,0 0 0 0 0,1 0 0 0 0,-1 0 0 0 0,1-1 0 0 0,-1 1 0 0 0,1 0 1 0 0,-1 0-1 0 0,1-1 0 0 0,0 1 0 0 0,-1 0 0 0 0,1-1 0 0 0,0 1 0 0 0,-1-1 0 0 0,1 1 0 0 0,0-1 1 0 0,0 1-1 0 0,0-1 0 0 0,-1 0 0 0 0,1 1 0 0 0,0-1 0 0 0,0 0 0 0 0,0 1 0 0 0,0-1 0 0 0,0 0 0 0 0,1 0 1 0 0,12 3 92 0 0,-1 0 1 0 0,1-1-1 0 0,0-1 1 0 0,26 0-1 0 0,57-9 113 0 0,-91 8-211 0 0,508-62-705 0 0,-483 57-441 0 0,-3 1-2028 0 0,-6 3-4315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4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333 124 1288 0 0,'0'0'1557'0'0,"19"-27"5148"0"0,42-41-1002 0 0,-60 67-5562 0 0,0 0 0 0 0,0 0 0 0 0,0-1 0 0 0,0 1 1 0 0,0 0-1 0 0,0-1 0 0 0,0 1 0 0 0,0-1 0 0 0,-1 1 1 0 0,1-1-1 0 0,-1 0 0 0 0,1 1 0 0 0,0-4 0 0 0,-1 5-126 0 0,-1 0-1 0 0,1-1 0 0 0,0 1 1 0 0,0 0-1 0 0,0-1 0 0 0,-1 1 1 0 0,1 0-1 0 0,0-1 1 0 0,0 1-1 0 0,-1 0 0 0 0,1 0 1 0 0,0-1-1 0 0,-1 1 0 0 0,1 0 1 0 0,0 0-1 0 0,-1-1 0 0 0,1 1 1 0 0,0 0-1 0 0,-1 0 1 0 0,1 0-1 0 0,0 0 0 0 0,-1 0 1 0 0,1 0-1 0 0,-1-1 0 0 0,1 1 1 0 0,0 0-1 0 0,-1 0 1 0 0,1 0-1 0 0,0 0 0 0 0,-1 0 1 0 0,1 1-1 0 0,-1-1 0 0 0,0 0 1 0 0,-6 1-28 0 0,1 1 0 0 0,-1 0 0 0 0,0 0 0 0 0,1 0 0 0 0,-7 4 0 0 0,-17 7-9 0 0,2 2-1 0 0,0 1 1 0 0,0 1-1 0 0,2 2 1 0 0,0 0-1 0 0,1 2 1 0 0,-37 39-1 0 0,59-57 20 0 0,1 0-1 0 0,-1 0 0 0 0,1 0 1 0 0,0 0-1 0 0,0 1 0 0 0,0-1 1 0 0,0 0-1 0 0,1 1 0 0 0,0 0 1 0 0,-1-1-1 0 0,1 1 0 0 0,0 0 1 0 0,1-1-1 0 0,-1 1 0 0 0,1 0 1 0 0,-1 0-1 0 0,1 0 0 0 0,0 0 1 0 0,1 0-1 0 0,-1-1 0 0 0,1 1 1 0 0,-1 0-1 0 0,1 0 0 0 0,0-1 1 0 0,1 1-1 0 0,-1 0 0 0 0,1-1 1 0 0,-1 1-1 0 0,1-1 0 0 0,0 0 1 0 0,0 1-1 0 0,1-1 0 0 0,-1 0 1 0 0,1 0-1 0 0,4 3 0 0 0,47 41-26 0 0,-34-31 13 0 0,0 0 0 0 0,-1 2 0 0 0,-1 1 0 0 0,0 0 0 0 0,18 27 0 0 0,-34-42 43 0 0,1 0 0 0 0,-1 1 0 0 0,0-1 0 0 0,0 1 1 0 0,-1 0-1 0 0,1-1 0 0 0,-1 1 0 0 0,0 0 0 0 0,0 0 1 0 0,-1 0-1 0 0,1 0 0 0 0,-1 0 0 0 0,0 0 0 0 0,-1 0 1 0 0,0 5-1 0 0,0-3 75 0 0,-1 0 1 0 0,-1-1-1 0 0,1 1 1 0 0,-1 0-1 0 0,0-1 1 0 0,0 0-1 0 0,-1 0 1 0 0,0 0-1 0 0,-8 10 1 0 0,3-6 127 0 0,0 0 0 0 0,-1-1 1 0 0,0 0-1 0 0,-1-1 0 0 0,0 0 0 0 0,-1 0 0 0 0,1-2 1 0 0,-1 1-1 0 0,-1-1 0 0 0,-21 7 0 0 0,32-13-207 0 0,-8 4 184 0 0,-1-1 0 0 0,0-1 0 0 0,0 1 0 0 0,-22 0 0 0 0,28-3-165 0 0,0 0 0 0 0,0-1 0 0 0,0 1 1 0 0,0-1-1 0 0,0 0 0 0 0,1-1 0 0 0,-11-3 0 0 0,15 5-122 0 0,-1-1 0 0 0,0 1-1 0 0,0-1 1 0 0,0 1-1 0 0,0-1 1 0 0,1 1 0 0 0,-1-1-1 0 0,0 0 1 0 0,0 1-1 0 0,1-1 1 0 0,-1 0 0 0 0,0 0-1 0 0,1 1 1 0 0,-1-1-1 0 0,1 0 1 0 0,-1 0 0 0 0,1 0-1 0 0,0 0 1 0 0,-1 0-1 0 0,1 0 1 0 0,0 0 0 0 0,-1 0-1 0 0,1 1 1 0 0,0-1-1 0 0,0 0 1 0 0,0 0 0 0 0,0 0-1 0 0,0 0 1 0 0,0 0-1 0 0,0 0 1 0 0,1 0 0 0 0,-1 0-1 0 0,0 0 1 0 0,0 0-1 0 0,1 0 1 0 0,-1 0-1 0 0,0 0 1 0 0,1 0 0 0 0,-1 0-1 0 0,1 0 1 0 0,0 1-1 0 0,-1-1 1 0 0,1 0 0 0 0,-1 0-1 0 0,1 1 1 0 0,1-2-1 0 0,23-21-4001 0 0,-4 9-2161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6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1 952 0 0,'16'0'15369'0'0,"-12"0"-15317"0"0,0 1 0 0 0,0 0 0 0 0,0 0 0 0 0,-1 0 0 0 0,1 0 0 0 0,0 1 0 0 0,0-1 0 0 0,-1 1 0 0 0,1 0 0 0 0,-1 0 0 0 0,1 1 0 0 0,-1-1 0 0 0,0 1 0 0 0,0-1 0 0 0,0 1 0 0 0,0 0 0 0 0,-1 0 0 0 0,1 0 0 0 0,-1 0 0 0 0,1 1 0 0 0,-1-1 0 0 0,0 1 0 0 0,-1-1 0 0 0,1 1 0 0 0,-1 0 0 0 0,1 0 0 0 0,-1 0 0 0 0,0 0 0 0 0,-1 0 0 0 0,1 0 1 0 0,-1 0-1 0 0,1 0 0 0 0,-1 0 0 0 0,0 0 0 0 0,-1 0 0 0 0,1 0 0 0 0,-1 0 0 0 0,-1 7 0 0 0,-4 11 344 0 0,-1 0 1 0 0,-1-1 0 0 0,-1 0 0 0 0,-22 40 0 0 0,-56 69 1731 0 0,80-120-1945 0 0,5-8-190 0 0,1-1 43 0 0,1 0 0 0 0,-1-1 0 0 0,0 1 0 0 0,0 0 0 0 0,1 0 0 0 0,-1 0 0 0 0,1 0 0 0 0,-1 0 1 0 0,1 0-1 0 0,-1 0 0 0 0,1 0 0 0 0,-1 0 0 0 0,1 0 0 0 0,0 0 0 0 0,-1 0 0 0 0,1 0 0 0 0,0 0 0 0 0,0 0 0 0 0,0 0 0 0 0,0 0 0 0 0,0 0 0 0 0,0 0 0 0 0,0 0 0 0 0,1 2 0 0 0,32-12 232 0 0,99-40-182 0 0,-14 5-1421 0 0,-43 22-3807 0 0,-26 8-3406 0 0,-33 10 2084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6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73 995 1308 0 0,'-49'-29'18217'0'0,"50"27"-18165"0"0,0 1 0 0 0,-1 0-1 0 0,1 0 1 0 0,0 0 0 0 0,-1 0-1 0 0,1 0 1 0 0,0 0 0 0 0,0 0-1 0 0,0 0 1 0 0,0 0 0 0 0,0 0 0 0 0,0 1-1 0 0,0-1 1 0 0,0 0 0 0 0,1 1-1 0 0,-1-1 1 0 0,0 0 0 0 0,0 1-1 0 0,0 0 1 0 0,1-1 0 0 0,0 1-1 0 0,36-11 96 0 0,-31 9-61 0 0,86-18-589 0 0,-33 11-3433 0 0,-56 9 2916 0 0,0 0 0 0 0,0 0-1 0 0,0 0 1 0 0,0 1 0 0 0,0-1-1 0 0,5 2 1 0 0</inkml:trace>
  <inkml:trace contextRef="#ctx0" brushRef="#br0" timeOffset="1">59 1153 2476 0 0,'-7'5'1006'0'0,"-2"2"899"0"0,1 1 1 0 0,-1-1-1 0 0,1 1 0 0 0,-10 14 821 0 0,19-20-1710 0 0,-1-2-976 0 0,1 1-1 0 0,-1-1 1 0 0,0 0 0 0 0,0 0-1 0 0,0 1 1 0 0,0-1 0 0 0,0 0-1 0 0,0 0 1 0 0,0 1-1 0 0,0-1 1 0 0,1 0 0 0 0,-1 0-1 0 0,0 1 1 0 0,0-1 0 0 0,0 0-1 0 0,1 0 1 0 0,-1 0 0 0 0,0 1-1 0 0,0-1 1 0 0,1 0 0 0 0,-1 0-1 0 0,0 0 1 0 0,0 0 0 0 0,1 0-1 0 0,-1 1 1 0 0,0-1-1 0 0,0 0 1 0 0,1 0 0 0 0,-1 0-1 0 0,0 0 1 0 0,1 0 0 0 0,-1 0-1 0 0,0 0 1 0 0,0 0 0 0 0,1 0-1 0 0,-1 0 1 0 0,0 0 0 0 0,1 0-1 0 0,-1 0 1 0 0,67-13-235 0 0,84-26 0 0 0,-65 16-3514 0 0,-46 12-298 0 0,0-1-1914 0 0</inkml:trace>
  <inkml:trace contextRef="#ctx0" brushRef="#br0" timeOffset="2">1328 103 1288 0 0,'1'-24'8196'0'0,"5"-29"1464"0"0,-3 27-3101 0 0,-2 38-6014 0 0,-14 341 1649 0 0,2-83-1186 0 0,12 461 314 0 0,1-550-1222 0 0,1-39-151 0 0,-2 278 277 0 0,-31-2 143 0 0,15-285-480 0 0,3-34-5192 0 0,12-90 3347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7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20 126 880 0 0,'-1'-5'886'0'0,"0"0"0"0"0,0 1 0 0 0,0-1 0 0 0,1 1 0 0 0,-1-1 0 0 0,1 0 0 0 0,0 1 0 0 0,1-1 0 0 0,-1 0 0 0 0,2-7 0 0 0,-1 9-701 0 0,0 0 1 0 0,0 0-1 0 0,1 0 0 0 0,-1 0 1 0 0,1 0-1 0 0,0 1 0 0 0,-1-1 1 0 0,1 0-1 0 0,0 1 0 0 0,0-1 1 0 0,1 1-1 0 0,-1 0 0 0 0,1 0 1 0 0,-1 0-1 0 0,4-2 0 0 0,0 0-57 0 0,1 1 0 0 0,0 0-1 0 0,0 0 1 0 0,0 1 0 0 0,0 0 0 0 0,0 0-1 0 0,0 1 1 0 0,0-1 0 0 0,1 2-1 0 0,-1-1 1 0 0,0 1 0 0 0,1 0-1 0 0,-1 1 1 0 0,0-1 0 0 0,1 1 0 0 0,-1 1-1 0 0,8 2 1 0 0,-11-3-109 0 0,0 0 0 0 0,0 1 0 0 0,0-1 0 0 0,0 1 0 0 0,-1 0 0 0 0,1 0 0 0 0,-1 0 0 0 0,1 1-1 0 0,-1-1 1 0 0,0 1 0 0 0,0 0 0 0 0,0 0 0 0 0,0 0 0 0 0,0 0 0 0 0,-1 0 0 0 0,1 1 0 0 0,-1-1 0 0 0,0 1 0 0 0,0-1 0 0 0,-1 1 0 0 0,1 0 0 0 0,-1 0 0 0 0,1 0 0 0 0,-1 0 0 0 0,0 0 0 0 0,-1 0-1 0 0,1 0 1 0 0,-1 0 0 0 0,0 0 0 0 0,0 1 0 0 0,0 5 0 0 0,-3 4 3 0 0,1-1-1 0 0,-2 1 1 0 0,0 0-1 0 0,0-1 1 0 0,-1 0-1 0 0,-1 0 1 0 0,0 0-1 0 0,-12 18 1 0 0,-9 7 518 0 0,-36 42 0 0 0,50-65-124 0 0,12-13-266 0 0,1-1-138 0 0,1 0-1 0 0,0-1 0 0 0,0 1 0 0 0,-1 0 1 0 0,1 0-1 0 0,0 0 0 0 0,0-1 1 0 0,0 1-1 0 0,0 0 0 0 0,0-1 0 0 0,0 1 1 0 0,0-1-1 0 0,0 1 0 0 0,0-1 1 0 0,0 1-1 0 0,0-1 0 0 0,0 0 0 0 0,0 1 1 0 0,0-1-1 0 0,2 0 0 0 0,34 5 102 0 0,-18-3-50 0 0,-6 1 4 0 0,-1 1 0 0 0,-1 0 0 0 0,1 0-1 0 0,-1 2 1 0 0,12 6 0 0 0,-18-10 54 0 0,-1 1 1 0 0,1 0-1 0 0,-1 0 0 0 0,0 1 0 0 0,0-1 1 0 0,0 1-1 0 0,-1 0 0 0 0,1 0 1 0 0,-1 0-1 0 0,0 1 0 0 0,0-1 0 0 0,0 1 1 0 0,3 8-1 0 0,-5-10-36 0 0,-1-1 0 0 0,0 1-1 0 0,0 0 1 0 0,0-1 0 0 0,0 1 0 0 0,0 0 0 0 0,0-1 0 0 0,-1 1-1 0 0,1 0 1 0 0,-1-1 0 0 0,1 1 0 0 0,-1-1 0 0 0,0 1 0 0 0,0-1-1 0 0,-1 1 1 0 0,1-1 0 0 0,-2 3 0 0 0,-2 2 253 0 0,0 0 1 0 0,0 0-1 0 0,-11 11 1 0 0,10-12-108 0 0,-1 0 1 0 0,1-1 0 0 0,-2 0-1 0 0,1 0 1 0 0,0 0-1 0 0,-1-1 1 0 0,0 0 0 0 0,0 0-1 0 0,0-1 1 0 0,-16 4-1 0 0,12-5-123 0 0,0 0 0 0 0,-1 0 0 0 0,1-2-1 0 0,-1 1 1 0 0,1-2 0 0 0,-1 1 0 0 0,-14-4-1 0 0,16 1-503 0 0,0 0 0 0 0,0-1 0 0 0,-13-5 0 0 0,24 8 278 0 0,-1 1-1 0 0,1 0 0 0 0,0 0 0 0 0,-1-1 0 0 0,1 1 1 0 0,-1 0-1 0 0,1 0 0 0 0,0-1 0 0 0,-1 1 1 0 0,1-1-1 0 0,-1 1 0 0 0,1 0 0 0 0,0-1 0 0 0,0 1 1 0 0,-1-1-1 0 0,1 1 0 0 0,0 0 0 0 0,0-1 1 0 0,0 1-1 0 0,-1-1 0 0 0,1 1 0 0 0,0-1 0 0 0,0 1 1 0 0,0-1-1 0 0,0 1 0 0 0,0-1 0 0 0,0 1 1 0 0,0-1-1 0 0,0 1 0 0 0,0-1 0 0 0,0 1 0 0 0,0-1 1 0 0,0 1-1 0 0,1-1 0 0 0,-1 1 0 0 0,0-1 1 0 0,0 1-1 0 0,0-1 0 0 0,1 1 0 0 0,-1-1 0 0 0,0 1 1 0 0,0 0-1 0 0,1-1 0 0 0,-1 1 0 0 0,0-1 1 0 0,1 1-1 0 0,0-1 0 0 0,17-14-3985 0 0,8 3-3042 0 0,-8 4 947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8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71 1912 0 0,'-18'9'20193'0'0,"34"-10"-19997"0"0,1 1 0 0 0,-1-2 0 0 0,0 0 0 0 0,0-1 1 0 0,31-9-1 0 0,-9 2-207 0 0,59-14-4526 0 0,-34 5-5237 0 0,-44 12 3218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8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26 356 0 0,'-9'-26'21118'0'0,"5"36"-18862"0"0,-7 47 557 0 0,-44 229-143 0 0,54-282-2708 0 0,-17 121-2337 0 0,16-103-2802 0 0,2 37-1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7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69 1576 0 0,'-29'-3'11497'0'0,"9"1"-4970"0"0,7 0-3474 0 0,17 2-2651 0 0,187-15 1993 0 0,-100 5-2100 0 0,-50 3-2185 0 0,-37 5 469 0 0,0 1 0 0 0,0-1 0 0 0,0 0 0 0 0,-1 1 0 0 0,1-2 0 0 0,-1 1 0 0 0,1 0 0 0 0,-1-1 0 0 0,9-8-1422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33 1428 0 0,'8'-33'16476'0'0,"-12"49"-10066"0"0,-6 13-3320 0 0,-12 36-375 0 0,-8 56-891 0 0,-33 133-533 0 0,21 3-5698 0 0,40-232 1566 0 0,1 0-2142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29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73 103 96 0 0,'-15'-24'12112'0'0,"15"22"-11903"0"0,-1 0 0 0 0,1 1 0 0 0,0-1 0 0 0,-1 0 0 0 0,1 0 0 0 0,0 0 0 0 0,0 0-1 0 0,0 0 1 0 0,0 0 0 0 0,1 0 0 0 0,-1 0 0 0 0,0 1 0 0 0,1-1 0 0 0,-1 0 0 0 0,1 0-1 0 0,0 0 1 0 0,0 1 0 0 0,0-1 0 0 0,0 0 0 0 0,0 1 0 0 0,2-3 0 0 0,-1 1-49 0 0,1 0 0 0 0,0 1 0 0 0,1-1 0 0 0,-1 1 0 0 0,0-1 0 0 0,1 1 0 0 0,-1 1 0 0 0,1-1 0 0 0,-1 0 0 0 0,5-1 0 0 0,1 1-35 0 0,0-1 0 0 0,-1 1 0 0 0,1 1 0 0 0,0 0 0 0 0,0 0 0 0 0,0 0 0 0 0,1 1 0 0 0,15 2-1 0 0,-20-1-81 0 0,0 0-1 0 0,0 0 0 0 0,-1 1 1 0 0,1-1-1 0 0,0 1 0 0 0,-1 0 1 0 0,0 1-1 0 0,1-1 0 0 0,-1 1 1 0 0,0-1-1 0 0,0 1 0 0 0,0 0 1 0 0,-1 1-1 0 0,1-1 0 0 0,-1 1 1 0 0,0-1-1 0 0,0 1 0 0 0,4 6 1 0 0,-5-5-17 0 0,0 0-1 0 0,-1-1 1 0 0,1 1 0 0 0,-1 0 0 0 0,0 0-1 0 0,0 0 1 0 0,0 0 0 0 0,-1 0 0 0 0,0 0-1 0 0,0 0 1 0 0,0 0 0 0 0,-1 0 0 0 0,1 0 0 0 0,-1 0-1 0 0,-1 0 1 0 0,1 0 0 0 0,-3 7 0 0 0,-6 9 24 0 0,0-1 1 0 0,-1 0-1 0 0,-1 0 1 0 0,-1-1-1 0 0,-1 0 1 0 0,0-1-1 0 0,-28 26 1 0 0,37-39 1 0 0,-11 12 513 0 0,16-17-560 0 0,0 0 0 0 0,0 0-1 0 0,0 1 1 0 0,-1-1 0 0 0,1 0-1 0 0,0 0 1 0 0,0 0 0 0 0,0 0-1 0 0,0 0 1 0 0,0 0 0 0 0,0 0-1 0 0,0 0 1 0 0,0 0 0 0 0,0 0-1 0 0,0 0 1 0 0,0 1 0 0 0,0-1-1 0 0,0 0 1 0 0,0 0 0 0 0,0 0-1 0 0,0 0 1 0 0,0 0 0 0 0,0 0-1 0 0,0 0 1 0 0,0 0 0 0 0,0 0-1 0 0,0 1 1 0 0,0-1 0 0 0,0 0-1 0 0,0 0 1 0 0,0 0 0 0 0,0 0-1 0 0,1 0 1 0 0,-1 0 0 0 0,0 0-1 0 0,0 0 1 0 0,0 0 0 0 0,0 0-1 0 0,0 0 1 0 0,0 0 0 0 0,0 1-1 0 0,0-1 1 0 0,0 0 0 0 0,0 0-1 0 0,0 0 1 0 0,0 0 0 0 0,1 0-1 0 0,-1 0 1 0 0,0 0 0 0 0,0 0-1 0 0,0 0 1 0 0,0 0 0 0 0,0 0-1 0 0,0 0 1 0 0,0 0 0 0 0,0 0-1 0 0,15-4 73 0 0,-13 2-76 0 0,1 0-2 0 0,24 1 15 0 0,-16 1 23 0 0,0 1-1 0 0,0 0 1 0 0,0 1 0 0 0,0 1 0 0 0,0 0 0 0 0,0 0-1 0 0,17 8 1 0 0,-21-8 83 0 0,-1 1-1 0 0,1-1 1 0 0,-1 1-1 0 0,1 1 1 0 0,-1-1-1 0 0,-1 1 1 0 0,1 0-1 0 0,-1 0 1 0 0,1 1-1 0 0,-2-1 1 0 0,1 1-1 0 0,5 9 1 0 0,-8-11 29 0 0,-1 0 1 0 0,1 0 0 0 0,-1 0-1 0 0,0 0 1 0 0,0 0-1 0 0,-1 0 1 0 0,1 0 0 0 0,-1 0-1 0 0,0 0 1 0 0,0 0-1 0 0,0 1 1 0 0,0-1-1 0 0,-1 0 1 0 0,0 0 0 0 0,0 0-1 0 0,0 0 1 0 0,0 0-1 0 0,-1 0 1 0 0,1 0 0 0 0,-1-1-1 0 0,0 1 1 0 0,0 0-1 0 0,0-1 1 0 0,-1 1-1 0 0,-4 4 1 0 0,-1 1 61 0 0,0 0 0 0 0,-1 0-1 0 0,0-1 1 0 0,-1 0 0 0 0,1-1 0 0 0,-1 0-1 0 0,-18 9 1 0 0,17-11-188 0 0,1-1 0 0 0,-1 0 0 0 0,-1-1 0 0 0,1 0 0 0 0,0-1 0 0 0,-1 0 0 0 0,1-1 0 0 0,-1 0 0 0 0,0-1 0 0 0,-17-2 0 0 0,22 1-429 0 0,-1 0 0 0 0,1 0 0 0 0,0-1 0 0 0,0 0 1 0 0,0-1-1 0 0,0 0 0 0 0,-12-6 0 0 0,15 7-261 0 0,0-1-1 0 0,0 0 1 0 0,1 0 0 0 0,-1 0-1 0 0,1-1 1 0 0,-1 1 0 0 0,1-1-1 0 0,0 1 1 0 0,0-1 0 0 0,1 0 0 0 0,-1 0-1 0 0,-3-9 1 0 0,-1-21-7583 0 0,7 15 815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0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203 136 1244 0 0,'18'-91'12192'0'0,"-13"50"-6610"0"0,-6 37-4877 0 0,0 5-222 0 0,-4 21-69 0 0,-77 660 5412 0 0,7 534-1001 0 0,52-799-4130 0 0,-5 143-711 0 0,27-547 234 0 0,-2 2-4634 0 0,-3-64-13221 0 0,6 26 9926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0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81 1392 0 0,'-5'-6'19865'0'0,"16"8"-19438"0"0,1 0-1 0 0,-1 0 1 0 0,1-1 0 0 0,21 0 0 0 0,53-7 681 0 0,-47 3-796 0 0,355-44 625 0 0,-358 42-883 0 0,-24 3-142 0 0,21-2-1197 0 0,40-11 0 0 0,-73 15 1156 0 0,0 0 1 0 0,1 0-1 0 0,-1 0 1 0 0,0 0-1 0 0,0 0 0 0 0,1 0 1 0 0,-1 0-1 0 0,0 0 0 0 0,1 0 1 0 0,-1 0-1 0 0,0 0 0 0 0,1-1 1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1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45 2744 0 0,'-3'-5'1793'0'0,"-1"0"0"0"0,0 0 0 0 0,0 0 1 0 0,0 0-1 0 0,-1 0 0 0 0,1 1 0 0 0,-9-6 1240 0 0,11 12-2308 0 0,-1 6-186 0 0,1 0-1 0 0,-1 1 0 0 0,1-1 1 0 0,1 1-1 0 0,0 0 1 0 0,0-1-1 0 0,0 1 0 0 0,2 9 1 0 0,-3 18 811 0 0,-33 264 3556 0 0,5-45-4502 0 0,26-199-3834 0 0,4-22-4619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4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30 660 0 0,'10'-30'12883'0'0,"-7"50"-11818"0"0,-1 0-1 0 0,-2 26 0 0 0,0-14-485 0 0,-20 522 3147 0 0,-41-3-2384 0 0,-53 188-614 0 0,71-482-412 0 0,10-95-90 0 0,-3 26-205 0 0,41-223-8703 0 0,10-21 1856 0 0,-4 16 1064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4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382 228 188 0 0,'13'-48'5597'0'0,"8"-64"0"0"0,-16 76-2952 0 0,-4 35-2549 0 0,-1-1 1 0 0,0 1-1 0 0,1-1 0 0 0,-1 1 0 0 0,0 0 0 0 0,0-1 1 0 0,0 1-1 0 0,0-1 0 0 0,0 1 0 0 0,0-1 0 0 0,-1 1 1 0 0,1 0-1 0 0,0-1 0 0 0,-1 1 0 0 0,1 0 0 0 0,-1-1 0 0 0,1 1 1 0 0,-2-3-1 0 0,1 4-62 0 0,0 0 1 0 0,1-1-1 0 0,-1 1 1 0 0,0 0-1 0 0,1-1 1 0 0,-1 1-1 0 0,0 0 1 0 0,0 0-1 0 0,1-1 1 0 0,-1 1-1 0 0,0 0 1 0 0,0 0-1 0 0,0 0 1 0 0,1 0-1 0 0,-1 0 1 0 0,0 0-1 0 0,0 0 1 0 0,1 0-1 0 0,-1 1 1 0 0,0-1-1 0 0,0 0 1 0 0,1 0 0 0 0,-2 1-1 0 0,-4 2 25 0 0,0 0-1 0 0,1 0 1 0 0,0 0 0 0 0,-1 1 0 0 0,1 0-1 0 0,-6 7 1 0 0,-14 16 162 0 0,1 1 1 0 0,1 1-1 0 0,2 1 0 0 0,-22 41 0 0 0,-55 135 531 0 0,78-156-541 0 0,-19 70 0 0 0,33-99-167 0 0,2 0 0 0 0,0 0 0 0 0,2 1-1 0 0,0-1 1 0 0,2 1 0 0 0,2 27-1 0 0,-2-43-18 0 0,1 0-1 0 0,0 0 0 0 0,0-1 0 0 0,1 1 0 0 0,-1 0 1 0 0,1-1-1 0 0,1 1 0 0 0,-1-1 0 0 0,1 1 0 0 0,0-1 0 0 0,0 0 1 0 0,0 0-1 0 0,1 0 0 0 0,0-1 0 0 0,0 1 0 0 0,0-1 0 0 0,0 0 1 0 0,1 0-1 0 0,0-1 0 0 0,0 1 0 0 0,0-1 0 0 0,0 0 0 0 0,0 0 1 0 0,0 0-1 0 0,1-1 0 0 0,0 0 0 0 0,-1 0 0 0 0,1-1 0 0 0,0 1 1 0 0,0-1-1 0 0,0-1 0 0 0,0 1 0 0 0,0-1 0 0 0,0 0 1 0 0,-1 0-1 0 0,1 0 0 0 0,0-1 0 0 0,0 0 0 0 0,0 0 0 0 0,0-1 1 0 0,0 0-1 0 0,6-2 0 0 0,-9 2-10 0 0,0 1 1 0 0,0-1-1 0 0,0 1 1 0 0,-1-1-1 0 0,1 0 0 0 0,0 0 1 0 0,-1 0-1 0 0,1 0 1 0 0,-1-1-1 0 0,0 1 0 0 0,1-1 1 0 0,-1 1-1 0 0,0-1 1 0 0,-1 0-1 0 0,1 0 1 0 0,0 1-1 0 0,-1-1 0 0 0,0-1 1 0 0,0 1-1 0 0,0 0 1 0 0,0 0-1 0 0,0 0 0 0 0,0 0 1 0 0,-1-1-1 0 0,0 1 1 0 0,0 0-1 0 0,0-1 1 0 0,0-4-1 0 0,-1 4-6 0 0,1-1 0 0 0,-1 0 1 0 0,-1 1-1 0 0,1-1 0 0 0,-1 0 0 0 0,0 1 0 0 0,0 0 1 0 0,0-1-1 0 0,0 1 0 0 0,-1 0 0 0 0,1 0 0 0 0,-1 0 1 0 0,0 0-1 0 0,-1 1 0 0 0,1-1 0 0 0,-1 1 1 0 0,1 0-1 0 0,-9-5 0 0 0,4 3-6 0 0,0 2 0 0 0,-1-1 0 0 0,0 1-1 0 0,1 0 1 0 0,-1 1 0 0 0,0 0 0 0 0,0 0 0 0 0,-1 1 0 0 0,-9 0 0 0 0,4 0-142 0 0,1 2 1 0 0,0 0 0 0 0,0 0 0 0 0,0 1-1 0 0,-16 5 1 0 0,28-6-37 0 0,-1 0 1 0 0,1-1-1 0 0,-1 1 0 0 0,1 1 0 0 0,-1-1 0 0 0,1 0 1 0 0,0 1-1 0 0,-1-1 0 0 0,-2 4 0 0 0,4-5 23 0 0,0 1-1 0 0,1 0 0 0 0,-1 0 1 0 0,0 0-1 0 0,1 0 0 0 0,-1 0 1 0 0,1 0-1 0 0,-1 0 1 0 0,1 0-1 0 0,0 0 0 0 0,-1 0 1 0 0,1 0-1 0 0,0 0 0 0 0,0 0 1 0 0,0 0-1 0 0,0 0 0 0 0,-1 0 1 0 0,2 0-1 0 0,-1 0 1 0 0,0 0-1 0 0,0 0 0 0 0,0 0 1 0 0,1 2-1 0 0,0-2-60 0 0,-1 1 0 0 0,1-1 0 0 0,0 0 0 0 0,0 0 0 0 0,0 0 0 0 0,0 0 0 0 0,1 0-1 0 0,-1 0 1 0 0,0 0 0 0 0,0 0 0 0 0,1 0 0 0 0,-1 0 0 0 0,0-1 0 0 0,1 1 0 0 0,-1 0 0 0 0,1-1 0 0 0,-1 1 0 0 0,2-1 0 0 0,27 7-4538 0 0,-11-7 943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5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0 160 720 0 0,'5'-11'2925'0'0,"0"0"-1"0"0,0 0 1 0 0,-1 0-1 0 0,4-22 1 0 0,-7 30-2747 0 0,0-1 1 0 0,1 1 0 0 0,-1 0 0 0 0,1-1-1 0 0,0 1 1 0 0,0 0 0 0 0,0 0-1 0 0,0 0 1 0 0,0 0 0 0 0,1 1 0 0 0,-1-1-1 0 0,1 1 1 0 0,0-1 0 0 0,0 1-1 0 0,0 0 1 0 0,0 0 0 0 0,3-2 0 0 0,4-1-67 0 0,-1 1 1 0 0,1 0-1 0 0,0 0 1 0 0,13-3-1 0 0,-11 5-70 0 0,0 0 0 0 0,0 0 0 0 0,0 2-1 0 0,-1-1 1 0 0,1 1 0 0 0,0 1-1 0 0,0 0 1 0 0,0 1 0 0 0,0 0-1 0 0,-1 1 1 0 0,1 0 0 0 0,-1 0-1 0 0,16 8 1 0 0,-22-8-21 0 0,0-1-1 0 0,-1 1 1 0 0,1-1-1 0 0,-1 1 0 0 0,1 1 1 0 0,-1-1-1 0 0,0 0 1 0 0,-1 1-1 0 0,1 0 1 0 0,0 0-1 0 0,-1 0 1 0 0,0 0-1 0 0,0 1 1 0 0,0-1-1 0 0,-1 1 0 0 0,0 0 1 0 0,0 0-1 0 0,0 0 1 0 0,0 0-1 0 0,-1 0 1 0 0,1 0-1 0 0,-1 0 1 0 0,-1 0-1 0 0,1 1 1 0 0,-1-1-1 0 0,0 0 0 0 0,0 0 1 0 0,0 1-1 0 0,-1-1 1 0 0,0 0-1 0 0,0 0 1 0 0,-2 6-1 0 0,-3 9 111 0 0,-1 0 0 0 0,-1 0 0 0 0,-1-1-1 0 0,-1 0 1 0 0,-1 0 0 0 0,-20 27 0 0 0,-92 95 1270 0 0,58-70-610 0 0,65-71-775 0 0,-1 1 0 0 0,1 0 1 0 0,-1-1-1 0 0,1 1 0 0 0,-1 0 1 0 0,1-1-1 0 0,-1 1 0 0 0,1 0 1 0 0,-1-1-1 0 0,1 1 0 0 0,0 0 1 0 0,0 0-1 0 0,-1 0 0 0 0,1-1 1 0 0,0 1-1 0 0,0 1 0 0 0,0-2-8 0 0,0 1-1 0 0,0-1 1 0 0,0 0-1 0 0,0 1 0 0 0,1-1 1 0 0,-1 0-1 0 0,0 1 1 0 0,0-1-1 0 0,0 0 1 0 0,1 0-1 0 0,-1 1 0 0 0,0-1 1 0 0,0 0-1 0 0,1 0 1 0 0,-1 1-1 0 0,0-1 0 0 0,0 0 1 0 0,1 0-1 0 0,-1 0 1 0 0,0 0-1 0 0,1 1 0 0 0,-1-1 1 0 0,0 0-1 0 0,1 0 1 0 0,0 0-1 0 0,25 1 151 0 0,-24-2-157 0 0,188-29 190 0 0,-55 6-452 0 0,-86 17-160 0 0,115-13-2434 0 0,-55 17-2884 0 0,-101 4 3825 0 0,0 0 0 0 0,0 0 1 0 0,12 4-1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5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84 112 1576 0 0,'-3'0'1662'0'0,"-61"2"7780"0"0,61-2-8611 0 0,-2-2 127 0 0,4 2-924 0 0,1 0 1 0 0,0 0-1 0 0,-1 0 1 0 0,1 0-1 0 0,0 0 1 0 0,-1 0-1 0 0,1 0 1 0 0,0 0-1 0 0,0 0 1 0 0,-1 0 0 0 0,1 0-1 0 0,0-1 1 0 0,-1 1-1 0 0,1 0 1 0 0,0 0-1 0 0,0 0 1 0 0,-1 0-1 0 0,1 0 1 0 0,0-1-1 0 0,0 1 1 0 0,-1 0-1 0 0,1 0 1 0 0,0 0 0 0 0,0-1-1 0 0,0 1 1 0 0,-1 0-1 0 0,1 0 1 0 0,0-1-1 0 0,0 1 1 0 0,0 0-1 0 0,0 0 1 0 0,0-1-1 0 0,-1 1 1 0 0,1-1-1 0 0,1-1 64 0 0,0-1-1 0 0,0 0 0 0 0,0 1 1 0 0,1-1-1 0 0,-1 0 0 0 0,0 1 1 0 0,1 0-1 0 0,0-1 0 0 0,0 1 1 0 0,-1 0-1 0 0,1 0 0 0 0,0 0 0 0 0,1 0 1 0 0,-1 0-1 0 0,0 0 0 0 0,1 1 1 0 0,-1-1-1 0 0,3-1 0 0 0,10-4 297 0 0,29-13 0 0 0,-36 17-297 0 0,8-3-10 0 0,0 0-1 0 0,0 1 1 0 0,0 0-1 0 0,1 2 1 0 0,0 0-1 0 0,0 1 1 0 0,0 0 0 0 0,0 2-1 0 0,0 0 1 0 0,0 0-1 0 0,-1 2 1 0 0,25 5-1 0 0,-38-7-66 0 0,0 1-1 0 0,0 0 0 0 0,0 0 0 0 0,0 1 0 0 0,-1-1 1 0 0,1 0-1 0 0,0 1 0 0 0,-1 0 0 0 0,1-1 0 0 0,-1 1 0 0 0,1 0 1 0 0,-1 1-1 0 0,0-1 0 0 0,0 0 0 0 0,0 1 0 0 0,0-1 0 0 0,0 1 1 0 0,0-1-1 0 0,1 4 0 0 0,-2-2 8 0 0,0 0-1 0 0,0 1 1 0 0,0-1-1 0 0,0 0 1 0 0,-1 0 0 0 0,1 1-1 0 0,-1-1 1 0 0,0 1-1 0 0,0-1 1 0 0,-1 0 0 0 0,0 1-1 0 0,-1 4 1 0 0,-2 5 64 0 0,0 0 0 0 0,-1-1 0 0 0,-1 1 0 0 0,-1-1-1 0 0,0 0 1 0 0,0-1 0 0 0,-10 12 0 0 0,-97 103 1151 0 0,38-46-411 0 0,76-81-815 0 0,0 0 0 0 0,-1 0 0 0 0,1 1 0 0 0,0-1 0 0 0,0 0 0 0 0,-1 0 0 0 0,1 0-1 0 0,0 0 1 0 0,0 0 0 0 0,0 1 0 0 0,-1-1 0 0 0,1 0 0 0 0,0 0 0 0 0,0 0 0 0 0,0 0 0 0 0,0 1 0 0 0,-1-1 0 0 0,1 0 0 0 0,0 0-1 0 0,0 1 1 0 0,0-1 0 0 0,0 0 0 0 0,0 0 0 0 0,0 1 0 0 0,0-1 0 0 0,0 0 0 0 0,0 0 0 0 0,0 1 0 0 0,0-1 0 0 0,0 0 0 0 0,0 0-1 0 0,0 1 1 0 0,0-1 0 0 0,0 0 0 0 0,0 0 0 0 0,0 1 0 0 0,0-1 0 0 0,0 0 0 0 0,0 0 0 0 0,0 1 0 0 0,1-1 0 0 0,-1 0 0 0 0,0 0-1 0 0,0 0 1 0 0,0 1 0 0 0,0-1 0 0 0,17-2 249 0 0,32-15-258 0 0,-39 14 77 0 0,269-91-937 0 0,-149 52-3382 0 0,-1-2-5313 0 0,-80 27 2418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7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93 1024 0 0,'-10'-9'4858'0'0,"9"9"-4740"0"0,1-1 0 0 0,-1 1-1 0 0,0-1 1 0 0,1 0 0 0 0,-1 0 0 0 0,0 1 0 0 0,1-1-1 0 0,-1 0 1 0 0,1 0 0 0 0,-1 0 0 0 0,1 0 0 0 0,0 0 0 0 0,-1 0-1 0 0,1 0 1 0 0,0 0 0 0 0,0 1 0 0 0,-1-1 0 0 0,1 0 0 0 0,0 0-1 0 0,0 0 1 0 0,0 0 0 0 0,0 0 0 0 0,0 0 0 0 0,0 0-1 0 0,1 0 1 0 0,-1 0 0 0 0,0 0 0 0 0,0 0 0 0 0,1 0 0 0 0,-1 0-1 0 0,1-1 1 0 0,3-3 54 0 0,0 1-1 0 0,0-1 1 0 0,0 1-1 0 0,0 0 1 0 0,1 1-1 0 0,-1-1 1 0 0,1 1-1 0 0,0 0 1 0 0,0 0-1 0 0,1 0 1 0 0,-1 0-1 0 0,0 1 0 0 0,1 0 1 0 0,0 0-1 0 0,-1 1 1 0 0,1 0-1 0 0,0 0 1 0 0,0 0-1 0 0,7 0 1 0 0,-10 1-129 0 0,-1 0 0 0 0,1 0 0 0 0,-1 0 0 0 0,1 1 0 0 0,-1-1 0 0 0,1 1 0 0 0,-1-1 0 0 0,1 1 0 0 0,-1 0 0 0 0,0 0 0 0 0,1 0 0 0 0,-1 0 0 0 0,0 0 0 0 0,0 0 0 0 0,0 1-1 0 0,0-1 1 0 0,0 1 0 0 0,0-1 0 0 0,0 1 0 0 0,0 0 0 0 0,-1 0 0 0 0,1 0 0 0 0,-1 0 0 0 0,1 0 0 0 0,-1 0 0 0 0,2 5 0 0 0,0-2 49 0 0,-1 1 0 0 0,0 0 1 0 0,0 0-1 0 0,-1 0 0 0 0,0 0 0 0 0,0 0 0 0 0,0 0 0 0 0,-1 0 0 0 0,0 7 0 0 0,-1 0 18 0 0,-1 0 0 0 0,-1 0 0 0 0,0 0-1 0 0,-1 0 1 0 0,0-1 0 0 0,-12 25-1 0 0,1-10 118 0 0,-33 49 1 0 0,-16 7 1161 0 0,63-81-921 0 0,2-4-461 0 0,-1 1 0 0 0,1 0 0 0 0,-1 0 1 0 0,1 0-1 0 0,0 0 0 0 0,0 0 0 0 0,0 0 0 0 0,0 0 0 0 0,0 0 1 0 0,0 0-1 0 0,0 0 0 0 0,0 0 0 0 0,0 0 0 0 0,0 1 0 0 0,0-1 1 0 0,2-1-1 0 0,-1 1-2 0 0,1-2 1 0 0,23-9 36 0 0,1 3-30 0 0,-21 9-12 0 0,-1 0 2 0 0,1 0 1 0 0,0-1 0 0 0,0 1 0 0 0,0 1 0 0 0,0-1 0 0 0,0 1 0 0 0,0 0-1 0 0,0 0 1 0 0,-1 1 0 0 0,1-1 0 0 0,9 5 0 0 0,-3 0 4 0 0,1 0 1 0 0,-1 1-1 0 0,13 10 1 0 0,-15-9 111 0 0,0-1 0 0 0,0 2 1 0 0,-1 0-1 0 0,0 0 0 0 0,0 0 1 0 0,-1 1-1 0 0,-1 0 0 0 0,0 1 1 0 0,7 12-1 0 0,-12-19-32 0 0,0 1 0 0 0,0-1 0 0 0,0 0 0 0 0,-1 1 1 0 0,0-1-1 0 0,0 1 0 0 0,0 0 0 0 0,-1-1 0 0 0,1 1 0 0 0,-1 0 0 0 0,0 0 0 0 0,0-1 0 0 0,-1 1 0 0 0,0 0 0 0 0,1-1 0 0 0,-1 1 1 0 0,-1-1-1 0 0,1 1 0 0 0,-1-1 0 0 0,0 1 0 0 0,0-1 0 0 0,0 0 0 0 0,0 0 0 0 0,-1 0 0 0 0,0 0 0 0 0,0 0 0 0 0,-5 5 0 0 0,0-2 17 0 0,-1 1 0 0 0,0-1 0 0 0,0 0 0 0 0,-1-1 1 0 0,0 0-1 0 0,0 0 0 0 0,-1-1 0 0 0,1 0 0 0 0,-1-1 0 0 0,0-1 0 0 0,0 1 0 0 0,-20 2 0 0 0,22-5-221 0 0,0 0 0 0 0,0-1-1 0 0,1 0 1 0 0,-1 0 0 0 0,0-1 0 0 0,0 0 0 0 0,-14-4 0 0 0,17 3-226 0 0,0 0 0 0 0,1 0 0 0 0,-1-1 0 0 0,1 1 0 0 0,0-1 0 0 0,0 0 0 0 0,0-1 1 0 0,0 1-1 0 0,0-1 0 0 0,1 0 0 0 0,0 0 0 0 0,-4-5 0 0 0,5 5-386 0 0,1 1 1 0 0,0 0-1 0 0,0 0 0 0 0,0-1 1 0 0,1 1-1 0 0,-1-1 0 0 0,1 1 1 0 0,0-1-1 0 0,0 0 0 0 0,0 0 1 0 0,0-5-1 0 0,1-14-6206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8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93 392 0 0,'3'-93'15614'0'0,"-3"104"-14676"0"0,-6 207 1900 0 0,-39 253 1 0 0,-79 208-104 0 0,30-287-1883 0 0,8-34-383 0 0,20 4-2 0 0,57-297-536 0 0,0 1-1119 0 0,-2 78 0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9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57 996 0 0,'-72'12'12401'0'0,"70"-12"-11556"0"0,-1 0-99 0 0,-27 8 2514 0 0,23-5-995 0 0,28-2-1921 0 0,49-9 156 0 0,78-17 0 0 0,-22 4-546 0 0,14-3-4975 0 0,-113 21 693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3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41 1700 0 0,'-39'-41'14884'0'0,"38"41"-14716"0"0,0 1 1 0 0,0-1 0 0 0,0 0 0 0 0,0 1-1 0 0,0-1 1 0 0,0 1 0 0 0,0-1 0 0 0,0 1-1 0 0,1 0 1 0 0,-1-1 0 0 0,0 1 0 0 0,0 0 0 0 0,1-1-1 0 0,-1 1 1 0 0,0 0 0 0 0,1 0 0 0 0,-1 0-1 0 0,1-1 1 0 0,-1 1 0 0 0,1 0 0 0 0,0 0-1 0 0,-1 0 1 0 0,1 0 0 0 0,-1 2 0 0 0,-7 29 764 0 0,6-22-412 0 0,-65 247 3174 0 0,0 0-3229 0 0,65-247-685 0 0,-17 77-2051 0 0,17-77 757 0 0,1 1 0 0 0,0 0 1 0 0,1 0-1 0 0,0 0 0 0 0,2 19 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40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566 149 1012 0 0,'0'-17'2607'0'0,"0"0"0"0"0,-1 1 0 0 0,-1-1-1 0 0,0 1 1 0 0,-2 0 0 0 0,-9-31 0 0 0,12 45-1793 0 0,0 3-704 0 0,0 0-1 0 0,-1 1 1 0 0,1-1 0 0 0,0 1-1 0 0,0-1 1 0 0,0 1 0 0 0,0 0-1 0 0,0-1 1 0 0,0 1 0 0 0,1 0 0 0 0,-1 0-1 0 0,0 2 1 0 0,-102 392 5257 0 0,-38 203-2127 0 0,80-334-2163 0 0,-120 568 111 0 0,141-584-2137 0 0,37-187-5552 0 0,2-62 6327 0 0,1 1 0 0 0,0-1 1 0 0,0 1-1 0 0,0 0 0 0 0,0-1 1 0 0,0 1-1 0 0,0-1 0 0 0,0 1 1 0 0,0-1-1 0 0,1 1 0 0 0,-1-1 1 0 0,0 1-1 0 0,0 0 0 0 0,0-1 1 0 0,1 1-1 0 0,-1-1 0 0 0,0 1 1 0 0,0-1-1 0 0,1 1 1 0 0,-1-1-1 0 0,0 0 0 0 0,1 1 1 0 0,-1-1-1 0 0,1 1 0 0 0,-1-1 1 0 0,0 0-1 0 0,1 1 0 0 0,-1-1 1 0 0,1 0-1 0 0,-1 1 0 0 0,1-1 1 0 0,-1 0-1 0 0,1 0 0 0 0,-1 0 1 0 0,1 1-1 0 0,1-1 0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44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71 2332 0 0,'4'-70'16523'0'0,"-9"104"-14146"0"0,-25 211 3083 0 0,-26 121-1972 0 0,22-172-3275 0 0,-80 515 1227 0 0,52 5-506 0 0,89 152-934 0 0,-14-760-2692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59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32 524 0 0,'54'-29'5445'0'0,"-52"29"-5073"0"0,17-2 636 0 0,-3 4-44 0 0,19 8 2222 0 0,-27-7-571 0 0,-7-3-2215 0 0,-13 5-71 0 0,-10 9-274 0 0,1 1 1 0 0,1 0 0 0 0,0 2 0 0 0,1 1-1 0 0,1 0 1 0 0,1 1 0 0 0,0 1 0 0 0,-26 41-1 0 0,21-25 0 0 0,2 2-1 0 0,1 1 0 0 0,2 0 1 0 0,-20 67-1 0 0,32-90-34 0 0,2-1 0 0 0,-1 1 0 0 0,2-1 0 0 0,0 1 0 0 0,1 0 0 0 0,1-1 0 0 0,0 1 0 0 0,1 0 0 0 0,4 17 1 0 0,-3-25-11 0 0,0 0 0 0 0,0 0 1 0 0,1 0-1 0 0,1 0 1 0 0,-1 0-1 0 0,1-1 1 0 0,0 0-1 0 0,1 1 1 0 0,-1-2-1 0 0,2 1 1 0 0,-1 0-1 0 0,1-1 1 0 0,-1 0-1 0 0,2-1 1 0 0,-1 1-1 0 0,1-1 1 0 0,0 0-1 0 0,12 6 0 0 0,-13-8 4 0 0,0 0-1 0 0,0 0 0 0 0,1-1 0 0 0,-1 0 1 0 0,0 0-1 0 0,1-1 0 0 0,-1 1 0 0 0,1-1 1 0 0,-1-1-1 0 0,1 1 0 0 0,10-2 0 0 0,-15 1-5 0 0,1-1 0 0 0,-1 1 0 0 0,0-1 0 0 0,1 0 0 0 0,-1 1 0 0 0,0-1 0 0 0,0 0 0 0 0,0 0 0 0 0,0-1-1 0 0,0 1 1 0 0,0 0 0 0 0,0-1 0 0 0,0 1 0 0 0,0-1 0 0 0,-1 0 0 0 0,1 1 0 0 0,0-1 0 0 0,-1 0 0 0 0,0 0-1 0 0,1 0 1 0 0,-1 0 0 0 0,0 0 0 0 0,0-1 0 0 0,0 1 0 0 0,0 0 0 0 0,-1 0 0 0 0,1-1 0 0 0,-1 1-1 0 0,1 0 1 0 0,-1-1 0 0 0,0 1 0 0 0,0 0 0 0 0,0-1 0 0 0,0-3 0 0 0,0-2-8 0 0,-1 1 1 0 0,1-1-1 0 0,-1 0 0 0 0,-1 0 1 0 0,1 1-1 0 0,-1-1 0 0 0,-1 1 1 0 0,1 0-1 0 0,-1-1 0 0 0,-1 1 1 0 0,1 1-1 0 0,-1-1 0 0 0,0 0 1 0 0,-1 1-1 0 0,0 0 1 0 0,0 0-1 0 0,0 0 0 0 0,0 1 1 0 0,-1-1-1 0 0,0 1 0 0 0,0 1 1 0 0,-1-1-1 0 0,1 1 0 0 0,-1 0 1 0 0,0 1-1 0 0,0-1 0 0 0,0 1 1 0 0,0 1-1 0 0,-13-4 1 0 0,18 6-29 0 0,0 0 1 0 0,0-1 0 0 0,0 1 0 0 0,0 0 0 0 0,0 0 0 0 0,0 0 0 0 0,0 1 0 0 0,0-1 0 0 0,0 0 0 0 0,0 1 0 0 0,0-1 0 0 0,0 1 0 0 0,-3 1 0 0 0,4-1-74 0 0,0-1 1 0 0,0 1-1 0 0,1 0 0 0 0,-1-1 1 0 0,0 1-1 0 0,0 0 0 0 0,1 0 0 0 0,-1 0 1 0 0,0-1-1 0 0,1 1 0 0 0,-1 0 1 0 0,1 0-1 0 0,-1 0 0 0 0,1 0 0 0 0,-1 0 1 0 0,1 0-1 0 0,0 0 0 0 0,-1 0 0 0 0,1 0 1 0 0,0 0-1 0 0,0 1 0 0 0,0 1 1 0 0,0-2-36 0 0,0 0 1 0 0,1 0-1 0 0,-1 0 0 0 0,0 0 1 0 0,1 0-1 0 0,-1 0 1 0 0,1 0-1 0 0,0 0 1 0 0,-1 0-1 0 0,1 0 1 0 0,0 0-1 0 0,-1 0 1 0 0,1 0-1 0 0,0-1 0 0 0,0 1 1 0 0,0 0-1 0 0,0 0 1 0 0,-1-1-1 0 0,1 1 1 0 0,0-1-1 0 0,0 1 1 0 0,2 0-1 0 0,21 8-4231 0 0,-8-7 489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6:59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1572 0 0,'0'0'13809'0'0,"0"0"-13756"0"0,0-1-1 0 0,1 1 1 0 0,-1 0 0 0 0,0 0 0 0 0,0-1 0 0 0,0 1 0 0 0,0 0 0 0 0,0-1 0 0 0,0 1-1 0 0,0 0 1 0 0,0 0 0 0 0,0-1 0 0 0,1 1 0 0 0,-1 0 0 0 0,0 0 0 0 0,0-1 0 0 0,0 1-1 0 0,1 0 1 0 0,-1 0 0 0 0,0-1 0 0 0,0 1 0 0 0,0 0 0 0 0,1 0 0 0 0,-1 0-1 0 0,0 0 1 0 0,0 0 0 0 0,1-1 0 0 0,-1 1 0 0 0,0 0 0 0 0,1 0 0 0 0,-1 0 0 0 0,0 0-1 0 0,0 0 1 0 0,1 0 0 0 0,-1 0 0 0 0,1 0 0 0 0,58-5 595 0 0,0-2 0 0 0,80-21-1 0 0,-109 21-1109 0 0,2 0-2578 0 0,-11-6-5343 0 0,-8 3 3392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01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90 728 0 0,'0'-13'5452'0'0,"1"10"-5056"0"0,0 0 0 0 0,-1-1 1 0 0,1 1-1 0 0,1 0 0 0 0,-1-1 1 0 0,0 1-1 0 0,1 0 0 0 0,-1 0 0 0 0,1 0 1 0 0,0 0-1 0 0,0 1 0 0 0,0-1 1 0 0,1 0-1 0 0,-1 1 0 0 0,1 0 0 0 0,3-4 1 0 0,-2 3-138 0 0,1 1 1 0 0,-1-1-1 0 0,1 1 1 0 0,-1-1-1 0 0,1 1 1 0 0,0 1-1 0 0,0-1 1 0 0,-1 1-1 0 0,1 0 1 0 0,10-1-1 0 0,-12 1-200 0 0,1 1-1 0 0,-1 0 1 0 0,1 0-1 0 0,-1 0 1 0 0,1 0-1 0 0,-1 0 1 0 0,0 1-1 0 0,1-1 1 0 0,-1 1-1 0 0,1 0 1 0 0,-1 0-1 0 0,0 1 1 0 0,0-1-1 0 0,0 1 1 0 0,0-1-1 0 0,0 1 1 0 0,0 0-1 0 0,0 0 1 0 0,0 0-1 0 0,-1 1 1 0 0,1-1-1 0 0,-1 0 1 0 0,0 1-1 0 0,1 0 1 0 0,-1 0 0 0 0,0-1-1 0 0,-1 1 1 0 0,1 0-1 0 0,0 1 1 0 0,-1-1-1 0 0,0 0 1 0 0,0 0-1 0 0,0 1 1 0 0,0-1-1 0 0,1 7 1 0 0,-2 1 74 0 0,0 0 1 0 0,0 0 0 0 0,-1 0 0 0 0,-1 0-1 0 0,0 0 1 0 0,0 0 0 0 0,-1 0 0 0 0,-1-1 0 0 0,1 1-1 0 0,-10 16 1 0 0,-6 8 352 0 0,-37 51 0 0 0,53-80-425 0 0,-35 43 645 0 0,-48 49 0 0 0,-3 2-102 0 0,89-99-598 0 0,0-1 0 0 0,-1 0-1 0 0,1 1 1 0 0,0-1 0 0 0,-1 1 0 0 0,1-1 0 0 0,0 1-1 0 0,0-1 1 0 0,-1 1 0 0 0,1-1 0 0 0,0 1-1 0 0,0-1 1 0 0,0 1 0 0 0,0-1 0 0 0,-1 1 0 0 0,1-1-1 0 0,0 1 1 0 0,0-1 0 0 0,0 1 0 0 0,0-1-1 0 0,0 1 1 0 0,0-1 0 0 0,1 1 0 0 0,-1 0 0 0 0,0-1-1 0 0,0 1 1 0 0,0-1 0 0 0,0 1 0 0 0,1-1-1 0 0,-1 1 1 0 0,0-1 0 0 0,0 0 0 0 0,1 1 0 0 0,-1-1-1 0 0,0 1 1 0 0,1-1 0 0 0,-1 0 0 0 0,1 1 0 0 0,-1-1-1 0 0,0 1 1 0 0,1-1 0 0 0,-1 0 0 0 0,1 0-1 0 0,-1 1 1 0 0,1-1 0 0 0,0 0 0 0 0,23 7 105 0 0,-1-6-177 0 0,-1-1 0 0 0,1-1 0 0 0,-1-1-1 0 0,0-1 1 0 0,32-8 0 0 0,9-1-1431 0 0,24 0-2789 0 0,-30 4-3859 0 0,-39 6 2093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01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25 542 36 0 0,'-23'-23'16626'0'0,"21"19"-14935"0"0,5 0-1404 0 0,-1 0 0 0 0,1 0 0 0 0,0 0 0 0 0,0 1 0 0 0,0-1 0 0 0,0 1 0 0 0,0 0 0 0 0,1 0 0 0 0,0 0 0 0 0,0 0 0 0 0,0 0 0 0 0,0 1 0 0 0,5-3 0 0 0,7-2-202 0 0,-1 0 0 0 0,22-5 0 0 0,210-39-2407 0 0,-142 33-6057 0 0,-93 15 4485 0 0</inkml:trace>
  <inkml:trace contextRef="#ctx0" brushRef="#br0" timeOffset="1">783 99 1056 0 0,'-5'-13'5308'0'0,"4"10"-4749"0"0,1-1-1 0 0,0 1 1 0 0,0 0 0 0 0,1-1-1 0 0,-1 1 1 0 0,1-1 0 0 0,-1 1 0 0 0,1 0-1 0 0,0 0 1 0 0,0-1 0 0 0,1 1-1 0 0,1-3 1 0 0,-1 3-411 0 0,-1 0 0 0 0,1 0 0 0 0,0 1 0 0 0,0-1 0 0 0,0 1 0 0 0,1 0 0 0 0,-1-1-1 0 0,1 1 1 0 0,-1 0 0 0 0,1 0 0 0 0,-1 1 0 0 0,1-1 0 0 0,0 1 0 0 0,0-1 0 0 0,0 1 0 0 0,0 0 0 0 0,0 0-1 0 0,0 0 1 0 0,0 0 0 0 0,1 1 0 0 0,-1-1 0 0 0,0 1 0 0 0,4 0 0 0 0,-2 0-81 0 0,0 0 0 0 0,-1 0 1 0 0,1 1-1 0 0,0 0 0 0 0,-1 0 1 0 0,1 0-1 0 0,-1 0 0 0 0,1 1 1 0 0,-1-1-1 0 0,0 1 0 0 0,1 1 0 0 0,-1-1 1 0 0,0 0-1 0 0,0 1 0 0 0,-1 0 1 0 0,1 0-1 0 0,0 0 0 0 0,-1 0 0 0 0,0 1 1 0 0,0-1-1 0 0,0 1 0 0 0,0 0 1 0 0,0 0-1 0 0,-1 0 0 0 0,0 0 0 0 0,4 9 1 0 0,-3 0 19 0 0,1-1-1 0 0,-2 1 1 0 0,0 0 0 0 0,0-1 0 0 0,-1 1 0 0 0,-1 0 0 0 0,0 0 0 0 0,-1 0 0 0 0,0 0 0 0 0,-1 0-1 0 0,0 0 1 0 0,-1-1 0 0 0,0 1 0 0 0,-7 14 0 0 0,-8 17 39 0 0,-2-1 1 0 0,-37 60 0 0 0,-59 66 791 0 0,115-167-845 0 0,4-2-64 0 0,6-1-13 0 0,-1 0 0 0 0,1 0 1 0 0,-1-1-1 0 0,1 0 0 0 0,-1 0 1 0 0,0-1-1 0 0,1 0 0 0 0,7-5 0 0 0,16-5-258 0 0,137-51-3739 0 0,-59 20-2638 0 0,-94 38 5214 0 0,34-14-5487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01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320 102 772 0 0,'2'-15'4052'0'0,"5"-5"-1550"0"0,-6 16-2260 0 0,-1 1-1 0 0,1 0 1 0 0,0 0-1 0 0,0 1 1 0 0,0-1-1 0 0,1 0 1 0 0,-1 0-1 0 0,1 1 1 0 0,-1-1-1 0 0,1 0 1 0 0,0 1 0 0 0,0 0-1 0 0,0-1 1 0 0,0 1-1 0 0,1 0 1 0 0,-1 0-1 0 0,5-3 1 0 0,0 2-43 0 0,1 0 1 0 0,0 1 0 0 0,0-1-1 0 0,0 1 1 0 0,0 1 0 0 0,1 0-1 0 0,-1 0 1 0 0,0 0 0 0 0,1 1-1 0 0,-1 1 1 0 0,0-1 0 0 0,1 1-1 0 0,-1 1 1 0 0,0-1 0 0 0,16 7-1 0 0,-18-6-120 0 0,1 0 0 0 0,-1 1 0 0 0,0 0 0 0 0,0 1 1 0 0,0 0-1 0 0,0-1 0 0 0,-1 2 0 0 0,10 8 0 0 0,-12-10 0 0 0,-1 0 0 0 0,1 1 1 0 0,0-1-1 0 0,-1 1 0 0 0,0 0 0 0 0,0-1 1 0 0,0 1-1 0 0,0 0 0 0 0,-1 0 1 0 0,1 1-1 0 0,-1-1 0 0 0,0 0 0 0 0,0 0 1 0 0,0 7-1 0 0,-1-2 28 0 0,-1 0 1 0 0,0 1-1 0 0,-1-1 1 0 0,0-1-1 0 0,0 1 0 0 0,0 0 1 0 0,-1 0-1 0 0,-1-1 1 0 0,1 1-1 0 0,-2-1 0 0 0,-5 9 1 0 0,-7 9 321 0 0,-39 45 0 0 0,-47 38 574 0 0,102-108-988 0 0,-1 1 173 0 0,2-1-186 0 0,1-1 1 0 0,-1 0 0 0 0,1 1-1 0 0,-1-1 1 0 0,1 0-1 0 0,-1 1 1 0 0,1-1 0 0 0,-1 0-1 0 0,1 1 1 0 0,-1-1-1 0 0,1 0 1 0 0,-1 0 0 0 0,1 0-1 0 0,0 0 1 0 0,-1 0-1 0 0,1 1 1 0 0,-1-1 0 0 0,2-1-1 0 0,5-1 11 0 0,-1 0-1 0 0,1 1 1 0 0,0-1-1 0 0,0 1 1 0 0,-1 0-1 0 0,1 1 1 0 0,0 0-1 0 0,0 0 1 0 0,0 0-1 0 0,0 1 1 0 0,0 0 0 0 0,0 0-1 0 0,-1 1 1 0 0,1 0-1 0 0,0 0 1 0 0,-1 0-1 0 0,0 1 1 0 0,1 0-1 0 0,-1 1 1 0 0,0-1-1 0 0,-1 1 1 0 0,1 0-1 0 0,5 6 1 0 0,-4-5 108 0 0,-2 1 1 0 0,1 0-1 0 0,-1 0 1 0 0,0 1-1 0 0,0 0 1 0 0,0 0-1 0 0,-1 0 1 0 0,0 0-1 0 0,-1 1 1 0 0,0 0 0 0 0,5 13-1 0 0,-7-15 12 0 0,0-1 0 0 0,-1 0 0 0 0,1 1 0 0 0,-1-1-1 0 0,0 1 1 0 0,-1-1 0 0 0,1 0 0 0 0,-1 1 0 0 0,0-1 0 0 0,0 0 0 0 0,-1 1 0 0 0,1-1 0 0 0,-1 0-1 0 0,0 0 1 0 0,-1 0 0 0 0,1-1 0 0 0,-1 1 0 0 0,-6 8 0 0 0,0-3 30 0 0,1 0 1 0 0,-2-1-1 0 0,1 0 1 0 0,-1 0-1 0 0,-1-1 1 0 0,0 0-1 0 0,0-1 1 0 0,-18 9-1 0 0,12-9 22 0 0,-2 1 1 0 0,1-2-1 0 0,-1 0 0 0 0,1-2 0 0 0,-27 4 0 0 0,18-5-452 0 0,-1-1 0 0 0,1-2 0 0 0,-36-3 0 0 0,35 0-1420 0 0,0-2 0 0 0,-51-15-1 0 0,37 2-1985 0 0,15 2-2894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05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23 1020 0 0,'0'0'2236'0'0,"-16"4"1919"0"0,15-4-4164 0 0,-20 4 3606 0 0,21-4-3487 0 0,-1 0-1 0 0,1 0 1 0 0,0 0-1 0 0,-6 3 2413 0 0,6-3-2412 0 0,0 0-1 0 0,-1 1 1 0 0,1-1-1 0 0,0 0 1 0 0,0 0 0 0 0,0 1-1 0 0,0-1 1 0 0,0 0 0 0 0,0 1-1 0 0,0-1 1 0 0,0 0 0 0 0,0 0-1 0 0,0 1 1 0 0,0-1-1 0 0,0 0 1 0 0,0 1 0 0 0,0-1-1 0 0,0 0 1 0 0,0 0 0 0 0,0 1-1 0 0,0-1 1 0 0,2 2 767 0 0,-2-2-767 0 0,1 1-73 0 0,1 0 1 0 0,-1 0 0 0 0,1-1 0 0 0,0 1-1 0 0,-1-1 1 0 0,1 0 0 0 0,-1 1 0 0 0,1-1-1 0 0,-1 0 1 0 0,1 0 0 0 0,0 0 0 0 0,-1 0-1 0 0,1 0 1 0 0,0 0 0 0 0,1-1 0 0 0,8 0 106 0 0,47-2 171 0 0,102-20 0 0 0,-44 5-3254 0 0,-112 18 2559 0 0,0-1 0 0 0,0 1 0 0 0,0 0-1 0 0,0 0 1 0 0,0 1 0 0 0,0-1 0 0 0,0 1 0 0 0,0 0 0 0 0,0 0 0 0 0,0 1 0 0 0,-1-1 0 0 0,7 4 0 0 0,-2 4-3221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05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76 228 0 0,'-72'40'13045'0'0,"74"-40"-12960"0"0,1 0 1 0 0,-1 0 0 0 0,1 0 0 0 0,-1 0 0 0 0,1 0 0 0 0,-1 0 0 0 0,0-1-1 0 0,4 0 1 0 0,167-38 487 0 0,-35 8-2317 0 0,-1-2-4699 0 0,-96 23 2416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06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438 136 888 0 0,'18'-36'7521'0'0,"-13"23"-5994"0"0,-4 11-970 0 0,1-12 1198 0 0,-2 12-1483 0 0,1 0 0 0 0,-1 1-1 0 0,1-1 1 0 0,-1 0 0 0 0,0 0-1 0 0,0 0 1 0 0,0 0 0 0 0,0 1-1 0 0,0-1 1 0 0,-1 0 0 0 0,1 0-1 0 0,-1-2 1 0 0,0 3 103 0 0,0-2-164 0 0,0 1 0 0 0,0-1 1 0 0,0 1-1 0 0,-1-1 0 0 0,1 1 1 0 0,-1 0-1 0 0,0 0 0 0 0,0 0 0 0 0,0 0 1 0 0,0 0-1 0 0,0 0 0 0 0,0 1 0 0 0,-4-4 1 0 0,4 4-81 0 0,1 0-62 0 0,-3 0-44 0 0,1-1 0 0 0,0 1 0 0 0,0 0 0 0 0,-1 0 0 0 0,1 1 0 0 0,-1-1 0 0 0,1 0 0 0 0,0 1 0 0 0,-5 0 0 0 0,7 0-28 0 0,-2 0 13 0 0,0 0-5 0 0,-16 2-13 0 0,0 1-1 0 0,1 1 1 0 0,-1 0-1 0 0,1 1 1 0 0,0 1-1 0 0,1 1 1 0 0,-1 1-1 0 0,2 0 1 0 0,-1 1-1 0 0,1 1 1 0 0,0 0-1 0 0,1 2 1 0 0,0-1-1 0 0,1 2 1 0 0,0 0-1 0 0,1 0 1 0 0,1 2-1 0 0,0-1 1 0 0,-17 29-1 0 0,19-25-1 0 0,0 0 1 0 0,1 0-1 0 0,-8 26 0 0 0,15-38 10 0 0,1 0 0 0 0,-1 0 0 0 0,1 0 0 0 0,1 1 0 0 0,-1-1 0 0 0,1 10 0 0 0,1-13 3 0 0,-1 1 1 0 0,0-1-1 0 0,1 0 0 0 0,0 0 1 0 0,0 0-1 0 0,0-1 1 0 0,0 1-1 0 0,0 0 0 0 0,1 0 1 0 0,-1 0-1 0 0,1-1 0 0 0,0 1 1 0 0,0-1-1 0 0,3 4 0 0 0,-2-4 1 0 0,1 1 0 0 0,0-1 0 0 0,0 1 0 0 0,0-1 0 0 0,0 0 0 0 0,0 0 0 0 0,1-1 0 0 0,-1 0 0 0 0,1 1 0 0 0,-1-1 0 0 0,1-1 0 0 0,-1 1 0 0 0,1-1 0 0 0,-1 1 0 0 0,1-1 0 0 0,0-1 0 0 0,-1 1 0 0 0,1-1 0 0 0,8-2 0 0 0,5-1 12 0 0,-1 0-1 0 0,1-2 0 0 0,26-12 1 0 0,-27 11-5 0 0,0-2 0 0 0,-1 0 0 0 0,0 0 0 0 0,0-2 0 0 0,-1 0 0 0 0,-1-1 0 0 0,0 0 1 0 0,-1-1-1 0 0,0 0 0 0 0,0-2 0 0 0,-2 1 0 0 0,0-1 0 0 0,10-18 0 0 0,4-18 109 0 0,-24 50-114 0 0,1-5 4 0 0,-1 18 41 0 0,-36 311 2093 0 0,6 74-1571 0 0,27-363-440 0 0,0-4 30 0 0,-4-12-8 0 0,0-12-1803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07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71 836 0 0,'-48'5'8300'0'0,"29"-3"-5602"0"0,6-1-362 0 0,10-1-1751 0 0,-10 0 2015 0 0,11 1-2184 0 0,-11 0 1467 0 0,0 3 41 0 0,9-1-1720 0 0,15-4-126 0 0,19-3-20 0 0,301-64 291 0 0,-329 67-337 0 0,1 0 3 0 0,31-7-12 0 0,-18 4-2594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07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56 1420 0 0,'25'-55'16356'0'0,"-25"66"-15928"0"0,1 0 1 0 0,-1 0-1 0 0,-1 0 1 0 0,0 1 0 0 0,-4 15-1 0 0,-1 8 66 0 0,-73 598 2284 0 0,69-531-2374 0 0,8-80-4789 0 0,1 0-4819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5:57:09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304 306 19265,'-7'8'0,"1"-1"0,-1 1 0,0-1 0,0 0 0,0 0 0,0-1 0,0 1 0,-1-1 0,1 0 0,-1 0 0,1-1 0,-1 0 0,0 0 0,1 0 0,-1-1 0,0 0 0,1 0 0,-1-1 0,1 1 0,-1-2 0,1 1 0,0-1 0,-1 0 0,1 0 0,0-1 0,0 0 0,0-1 0,1 1 0,-1-1 0,1-1 0,0 0 0,0 0 0,0 0 0,1-1 0,-1 0 0,1 0 0,0-1 0,1 0 0,-1-1 0,1 1 0,0-1 0,1 0 0,-1-1 0,1 0 0,0 0 0,1 0 0,0-1 0,0 0 0,0 0 0,1 0 0,0 0 0,0-1 0,0 0 0,1 0 0,0-1 0,1 1 0,-1-1 0,1 1 0,1-1 0,-1 0 0,1 0 0,0-1 0,1 1 0,-1 0 0,1-1 0,1 1 0,-1-1 0,1 1 0,0-1 0,1 1 0,-1-1 0,1 1 0,0 0 0,0-1 0,1 1 0,-1 0 0,1 0 0,0 0 0,1 0 0,-1 0 0,1 1 0,-1-1 0,1 1 0,0 0 0,0 0 0,1 1 0,-1-1 0,0 1 0,1 0 0,-1 1 0,1-1 0,-1 1 0,1 0 0,0 0 0,-1 1 0,1 0 0,-1 0 0,1 1 0,0-1 0,-1 2 0,0-1 0,1 1 0,-1 0 0,0 0 0,0 1 0,0 0 0,0 1 0,-1-1 0,1 2 0,-1-1 0,0 1 0,0 0 0,0 0 0,0 1 0,-1 0 0,0 0 0,0 1 0,0 0 0,-1 1 0,0-1 0,0 1 0,0 0 0,-1 1 0,0 0 0,0 0 0,-1 0 0,1 1 0,-1 0 0,-1 0 0,1 0 0,-1 0 0,0 1 0,-1 0 0,0 0 0,0 1 0,0-1 0,-1 1 0,0-1 0,0 1 0,-1 0 0,0 0 0,0 1 0,0-1 0,-1 0 0,0 1 0,0-1 0,-1 1 0,0-1 0,0 1 0,0-1 0,-1 1 0,0-1 0,0 0 0,0 1 0,0-1 0,-1 0 0,0 0 0,0 0 0,0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07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82 2592 0 0,'-10'0'1635'0'0,"-19"0"7649"0"0,21 0-6832 0 0,6 0-1561 0 0,-8 2 482 0 0,19 0 1299 0 0,21-1-1104 0 0,34-10-1580 0 0,0-2-1 0 0,75-24 0 0 0,-100 24-1575 0 0,-22 6-287 0 0,16-10-9121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08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61 124 0 0,'-42'-46'14779'0'0,"41"45"-14501"0"0,1 0 1 0 0,-1 0-1 0 0,0 0 0 0 0,0 0 1 0 0,0 0-1 0 0,0 0 1 0 0,0 0-1 0 0,0 0 1 0 0,0 0-1 0 0,0 1 0 0 0,0-1 1 0 0,-1 0-1 0 0,1 1 1 0 0,0-1-1 0 0,0 1 1 0 0,-1-1-1 0 0,1 1 0 0 0,0 0 1 0 0,-3-1-1 0 0,3 1-140 0 0,0 1-1 0 0,0-1 0 0 0,0 0 0 0 0,0 1 0 0 0,0-1 1 0 0,0 1-1 0 0,0-1 0 0 0,0 1 0 0 0,1-1 0 0 0,-1 1 1 0 0,0 0-1 0 0,0-1 0 0 0,0 1 0 0 0,1 0 0 0 0,-1 0 1 0 0,0 0-1 0 0,1-1 0 0 0,-1 1 0 0 0,0 1 0 0 0,-3 6 284 0 0,1-1 0 0 0,0 1 0 0 0,0 0 0 0 0,-3 15 0 0 0,5-20-174 0 0,-68 364 3512 0 0,66-340-3699 0 0,2-17-133 0 0,0 1 0 0 0,-6 21 0 0 0,7-30-277 0 0,-1 1-1 0 0,0 0 0 0 0,1 0 1 0 0,0 0-1 0 0,-1 0 1 0 0,1 0-1 0 0,1 6 0 0 0,-1-7-117 0 0,0 0 0 0 0,1 0 1 0 0,-1 0-1 0 0,1 0 0 0 0,-1 0 0 0 0,1-1 0 0 0,0 1 0 0 0,0 0 0 0 0,0-1 0 0 0,-1 1 0 0 0,2 0 0 0 0,0 2 0 0 0,0-4 30 0 0,-1 1 0 0 0,0-1-1 0 0,0 1 1 0 0,1 0 0 0 0,-1-1-1 0 0,0 0 1 0 0,0 1 0 0 0,1-1-1 0 0,-1 0 1 0 0,1 0 0 0 0,-1 0-1 0 0,0 0 1 0 0,1 0 0 0 0,-1 0 0 0 0,0 0-1 0 0,1 0 1 0 0,-1 0 0 0 0,0-1-1 0 0,1 1 1 0 0,1-1 0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10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9 1484 0 0,'-4'-9'15068'0'0,"3"9"-14999"0"0,0 0 0 0 0,1 0 0 0 0,-1 0 0 0 0,0 0 1 0 0,0 0-1 0 0,1 1 0 0 0,-1-1 0 0 0,0 0 0 0 0,0 0 1 0 0,1 1-1 0 0,-1-1 0 0 0,0 0 0 0 0,1 1 0 0 0,-1-1 1 0 0,0 0-1 0 0,1 1 0 0 0,-1-1 0 0 0,0 1 1 0 0,1-1-1 0 0,-1 1 0 0 0,1 0 0 0 0,-1-1 0 0 0,0 2 1 0 0,-15 25 825 0 0,-7 31 46 0 0,5 13-293 0 0,4 1-1 0 0,3 1 1 0 0,-3 138-1 0 0,7 59 155 0 0,7-268-753 0 0,0 17 273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11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27 1124 0 0,'0'0'6252'0'0,"-3"-21"2093"0"0,2 20-8234 0 0,0 1 1 0 0,0-1-1 0 0,1 1 0 0 0,-1-1 1 0 0,0 1-1 0 0,0-1 0 0 0,0 1 1 0 0,0 0-1 0 0,0 0 0 0 0,1-1 1 0 0,-1 1-1 0 0,0 0 1 0 0,0 0-1 0 0,0 0 0 0 0,0 0 1 0 0,0 0-1 0 0,0 0 0 0 0,0 0 1 0 0,0 0-1 0 0,0 1 0 0 0,1-1 1 0 0,-1 0-1 0 0,0 0 1 0 0,-2 1-1 0 0,0 1-12 0 0,1 0-1 0 0,-1 0 1 0 0,0 0-1 0 0,1 0 1 0 0,-1 0-1 0 0,1 0 1 0 0,-4 4-1 0 0,-1 3-8 0 0,0 0 0 0 0,1 1 0 0 0,-7 13-1 0 0,6-10 8 0 0,2 1-1 0 0,-1 0 0 0 0,2 0 1 0 0,0 0-1 0 0,0 0 0 0 0,2 1 1 0 0,-1 0-1 0 0,2-1 0 0 0,0 1 1 0 0,1 0-1 0 0,3 28 1 0 0,-2-35-27 0 0,1-1 1 0 0,-1 1 0 0 0,1-1 0 0 0,1 1-1 0 0,0-1 1 0 0,0 0 0 0 0,0 0 0 0 0,1-1-1 0 0,0 1 1 0 0,0-1 0 0 0,0 1 0 0 0,1-1-1 0 0,0-1 1 0 0,0 1 0 0 0,1-1 0 0 0,0 0-1 0 0,0 0 1 0 0,0 0 0 0 0,0-1 0 0 0,1 0-1 0 0,-1 0 1 0 0,1-1 0 0 0,0 0 0 0 0,11 4-1 0 0,-10-5 89 0 0,1 0-1 0 0,-1 0 0 0 0,0-1 0 0 0,1 0 0 0 0,-1 0 0 0 0,0-1 0 0 0,1 0 1 0 0,-1 0-1 0 0,1-1 0 0 0,-1 0 0 0 0,0-1 0 0 0,1 0 0 0 0,-1 0 1 0 0,14-6-1 0 0,-17 5-73 0 0,1 0 1 0 0,-1 0 0 0 0,1-1-1 0 0,-1 1 1 0 0,0-1-1 0 0,0 0 1 0 0,-1 0 0 0 0,1-1-1 0 0,-1 0 1 0 0,0 0 0 0 0,0 0-1 0 0,-1 0 1 0 0,1 0-1 0 0,-1-1 1 0 0,0 1 0 0 0,-1-1-1 0 0,1 0 1 0 0,-1 0 0 0 0,0 0-1 0 0,1-8 1 0 0,-1 1-43 0 0,-1 0 0 0 0,0-1 0 0 0,-1 1 0 0 0,0-1 0 0 0,-1 1 0 0 0,0 0 0 0 0,-1-1 0 0 0,-1 1 0 0 0,0 0 0 0 0,-8-20 0 0 0,7 22-146 0 0,-1 0 0 0 0,0 1 0 0 0,-1 0 0 0 0,0 0 0 0 0,-1 0 0 0 0,0 0-1 0 0,0 1 1 0 0,-1 1 0 0 0,0-1 0 0 0,0 1 0 0 0,-1 0 0 0 0,-14-8 0 0 0,21 14-223 0 0,1 1 0 0 0,-1 0 0 0 0,-1 0 1 0 0,1 0-1 0 0,0 0 0 0 0,0 0 0 0 0,0 0 0 0 0,0 1 0 0 0,-1-1 0 0 0,1 1 0 0 0,0 0 1 0 0,-1-1-1 0 0,1 1 0 0 0,0 0 0 0 0,0 0 0 0 0,-1 1 0 0 0,1-1 0 0 0,-3 1 0 0 0,3 0-337 0 0,1-1 0 0 0,-1 1 0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13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86 84 0 0,'-2'0'2866'0'0,"-37"-6"2408"0"0,36 5-4621 0 0,-24-2 2186 0 0,25 3-2229 0 0,-37 1 5274 0 0,36-1-5457 0 0,5-1-417 0 0,1 0 1 0 0,-1 0-1 0 0,0 0 0 0 0,0 0 1 0 0,1 0-1 0 0,-1 1 0 0 0,0-1 1 0 0,1 1-1 0 0,-1-1 0 0 0,4 1 1 0 0,-5 0-10 0 0,44-9 36 0 0,126-28 55 0 0,-137 29-69 0 0,18-3 0 0 0,-50 11-28 0 0,11-4-1045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14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77 504 0 0,'1'-1'222'0'0,"2"-7"1246"0"0,0 1-1 0 0,0 0 1 0 0,10-13 0 0 0,-12 19-983 0 0,16-32 10691 0 0,-18 55-10241 0 0,-1 0-1 0 0,-6 23 1 0 0,1-5-569 0 0,-44 271 768 0 0,49-302-1120 0 0,-30 190 251 0 0,32-198-254 0 0,-1 15 18 0 0,1-15-21 0 0,-1 1 0 0 0,1-1 0 0 0,0 0-1 0 0,0 0 1 0 0,0 0 0 0 0,0 0 0 0 0,0 0 0 0 0,0 0 0 0 0,0 0 0 0 0,0 1-1 0 0,0-1 1 0 0,1 0 0 0 0,-1 0 0 0 0,0 0 0 0 0,1 0 0 0 0,-1 0-1 0 0,1 0 1 0 0,0 2 0 0 0,1-2 19 0 0,16 3 62 0 0,-8-4-72 0 0,0 1 0 0 0,0-1 0 0 0,1-1-1 0 0,-1 0 1 0 0,0 0 0 0 0,0-1 0 0 0,12-4-1 0 0,8-4 0 0 0,28-14-1 0 0,-13 4-17 0 0,-43 19-4 0 0,0 0 0 0 0,0 0-1 0 0,1 0 1 0 0,-1-1-1 0 0,0 1 1 0 0,0-1-1 0 0,-1 0 1 0 0,1 0-1 0 0,0 0 1 0 0,0 1-1 0 0,-1-1 1 0 0,1-1-1 0 0,-1 1 1 0 0,0 0-1 0 0,0 0 1 0 0,0 0-1 0 0,0-1 1 0 0,0 1-1 0 0,0-1 1 0 0,0 1-1 0 0,-1-1 1 0 0,1 1-1 0 0,-1-1 1 0 0,0 1-1 0 0,0-4 1 0 0,0-1 4 0 0,0-1 1 0 0,-1 0-1 0 0,0 1 1 0 0,0-1-1 0 0,0 1 0 0 0,-1-1 1 0 0,-3-7-1 0 0,-16-34 173 0 0,20 47-140 0 0,-1 4-29 0 0,0 3 13 0 0,-1-1-1 0 0,1 0 1 0 0,-1 1-1 0 0,1-1 1 0 0,1 1 0 0 0,-1 0-1 0 0,1 0 1 0 0,-1 0-1 0 0,0 8 1 0 0,-4 56 88 0 0,5-44-95 0 0,-16 279-85 0 0,11-172-3460 0 0,-2-1-6452 0 0,6-93 2407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15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54 134 1560 0 0,'-21'-17'7348'0'0,"-12"-5"159"0"0,37 22-7037 0 0,308-39 2613 0 0,-146 16-2585 0 0,-163 23-490 0 0,22-6 20 0 0,-23 5-24 0 0,5 0 310 0 0,10-4-2810 0 0,-16 5 2034 0 0,0-1 1 0 0,0 0-1 0 0,13-16-6946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16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35 1524 0 0,'-34'-31'11622'0'0,"24"29"-10332"0"0,1 1 1127 0 0,9 1-2369 0 0,-1 1-1 0 0,1 0 0 0 0,0-1 0 0 0,-1 1 0 0 0,1 0 0 0 0,0-1 0 0 0,0 1 1 0 0,0 0-1 0 0,0-1 0 0 0,0 1 0 0 0,0 0 0 0 0,-1-1 0 0 0,2 1 0 0 0,-1 0 1 0 0,0-1-1 0 0,0 1 0 0 0,0 0 0 0 0,0 0 0 0 0,1 0 0 0 0,10 58 2490 0 0,-7-37-1831 0 0,0-1-1 0 0,2 43 0 0 0,-8-21-430 0 0,-2-1 0 0 0,-15 65 0 0 0,-5 47 267 0 0,23-147-1065 0 0,1-1 1 0 0,0 1 0 0 0,0 0-1 0 0,1 0 1 0 0,-1-1 0 0 0,2 1-1 0 0,-1 0 1 0 0,1-1 0 0 0,0 0-1 0 0,0 1 1 0 0,7 11 0 0 0,-7-14 25 0 0,1 0 0 0 0,0 0 0 0 0,0 0 0 0 0,1-1 0 0 0,-1 0 0 0 0,1 1 0 0 0,-1-1 0 0 0,1 0 0 0 0,0-1 0 0 0,0 1 0 0 0,0-1 0 0 0,0 0 1 0 0,1 0-1 0 0,-1 0 0 0 0,1 0 0 0 0,-1-1 0 0 0,9 2 0 0 0,9 1-5702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16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69 420 0 0,'-14'-29'9136'0'0,"2"4"-3417"0"0,12 25-5580 0 0,-1-1 0 0 0,1 0 0 0 0,0 0 0 0 0,-1 0 0 0 0,1 0 0 0 0,-1 0 0 0 0,1 1 0 0 0,-1-1 0 0 0,1 0 0 0 0,-1 1 0 0 0,0-1 0 0 0,1 0 0 0 0,-1 1 0 0 0,0-1 0 0 0,0 0-1 0 0,0 0 1 0 0,0 1-113 0 0,1 0 0 0 0,0 0 0 0 0,0 0 0 0 0,-1-1 0 0 0,1 1 0 0 0,0 0 0 0 0,0 0 0 0 0,-1 0 0 0 0,1 0 0 0 0,0 0 0 0 0,0 0 0 0 0,-1 0 0 0 0,1 0 0 0 0,0 0 0 0 0,0-1-1 0 0,-1 1 1 0 0,1 0 0 0 0,0 0 0 0 0,-1 1 0 0 0,1-1 0 0 0,0 0 0 0 0,0 0 0 0 0,-1 0 0 0 0,1 0 0 0 0,0 0 0 0 0,0 0 0 0 0,-1 0 0 0 0,1 0 0 0 0,0 0 0 0 0,0 1 0 0 0,-1-1 0 0 0,1 0-1 0 0,0 0 1 0 0,0 0 0 0 0,0 0 0 0 0,-1 1 0 0 0,1-1 0 0 0,0 0 0 0 0,0 0 0 0 0,0 0 0 0 0,0 1 0 0 0,-1-1 0 0 0,1 0 0 0 0,0 0 0 0 0,0 1 0 0 0,0-1 0 0 0,0 0 0 0 0,0 1 0 0 0,0-1-1 0 0,0 0 1 0 0,0 0 0 0 0,0 1 0 0 0,0-1 0 0 0,0 0 0 0 0,0 0 0 0 0,0 1 0 0 0,0-1 0 0 0,0 0 0 0 0,0 1 0 0 0,0-1 0 0 0,0 0 0 0 0,-15 172 2083 0 0,6-92-1606 0 0,-11 82 2 0 0,-8 94-593 0 0,27-240-267 0 0,0-5-658 0 0,1 0-1 0 0,0 0 1 0 0,0 1 0 0 0,1-1-1 0 0,3 16 1 0 0,2-14-2404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17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99 2356 0 0,'15'-58'7746'0'0,"-15"56"-7624"0"0,1 1 0 0 0,-1 0 0 0 0,0 0 0 0 0,1 0 0 0 0,-1 0 0 0 0,0 0 0 0 0,0-1 0 0 0,0 1 0 0 0,0 0 0 0 0,0 0 0 0 0,0 0 0 0 0,0 0 0 0 0,0-1 0 0 0,0 1 0 0 0,0 0 0 0 0,-1 0 0 0 0,1 0 0 0 0,0 0 0 0 0,-1 0 0 0 0,1-1 0 0 0,-1 1 0 0 0,0 0 0 0 0,1 0 0 0 0,-1 0 0 0 0,0 0 1 0 0,1 1-1 0 0,-1-1 0 0 0,0 0 0 0 0,0 0 0 0 0,0 0 0 0 0,-2-1 0 0 0,2 1-45 0 0,-1 1 0 0 0,0-1 0 0 0,0 0 0 0 0,0 1 0 0 0,0-1 0 0 0,0 1 0 0 0,0-1 0 0 0,0 1 0 0 0,0 0 0 0 0,1 0 0 0 0,-1 0 0 0 0,0 0 0 0 0,0 0 0 0 0,0 1 0 0 0,0-1 0 0 0,0 1 0 0 0,-2 0 0 0 0,-8 4 112 0 0,0 0 0 0 0,1 1 0 0 0,0 1-1 0 0,0 0 1 0 0,0 1 0 0 0,1 0 0 0 0,-18 18 0 0 0,12-10-50 0 0,2 1 0 0 0,0 0 0 0 0,-21 34 0 0 0,31-43-32 0 0,0 0 1 0 0,1 0-1 0 0,0 0 0 0 0,0 1 1 0 0,-2 10-1 0 0,5-18-29 0 0,0 1-1 0 0,0 0 0 0 0,0 0 1 0 0,1 0-1 0 0,-1 0 1 0 0,0 0-1 0 0,1 0 0 0 0,-1 0 1 0 0,1 0-1 0 0,-1 0 1 0 0,1-1-1 0 0,0 1 0 0 0,0 0 1 0 0,0 0-1 0 0,0-1 1 0 0,0 1-1 0 0,0-1 0 0 0,1 1 1 0 0,-1-1-1 0 0,0 1 0 0 0,3 0 1 0 0,31 24 1093 0 0,-14-15-794 0 0,0-2 0 0 0,0 0 0 0 0,29 6 0 0 0,20 9-72 0 0,-53-17-265 0 0,-1 0-1 0 0,0 2 1 0 0,0 0-1 0 0,-1 1 1 0 0,0 0-1 0 0,26 25 1 0 0,-34-28 50 0 0,0 0 1 0 0,0 1 0 0 0,-1 0 0 0 0,0 0 0 0 0,0 0 0 0 0,-1 1-1 0 0,0 0 1 0 0,-1 0 0 0 0,0 0 0 0 0,-1 0 0 0 0,1 1 0 0 0,-2-1 0 0 0,1 1-1 0 0,1 13 1 0 0,-4-17-13 0 0,0 0 0 0 0,-1 0 0 0 0,1 0 1 0 0,-1 0-1 0 0,0-1 0 0 0,-1 1 0 0 0,1 0 0 0 0,-1-1 0 0 0,0 1 0 0 0,-1-1 0 0 0,1 0 0 0 0,-1 0 0 0 0,0 0 0 0 0,0 0 0 0 0,-1 0 0 0 0,1-1 0 0 0,-1 1 1 0 0,0-1-1 0 0,0 0 0 0 0,-1 0 0 0 0,1 0 0 0 0,-1-1 0 0 0,0 0 0 0 0,-6 4 0 0 0,-2 0-2 0 0,0 0-1 0 0,0-2 1 0 0,0 1-1 0 0,-1-1 1 0 0,0-1-1 0 0,0-1 1 0 0,0 0-1 0 0,-27 2 1 0 0,28-4-22 0 0,-1-1 1 0 0,1 0-1 0 0,0-1 1 0 0,-1-1-1 0 0,-14-3 0 0 0,24 4-47 0 0,1 1 0 0 0,0-1 0 0 0,0 0 0 0 0,-1-1 0 0 0,1 1 0 0 0,0 0 0 0 0,0-1-1 0 0,0 0 1 0 0,0 0 0 0 0,1 0 0 0 0,-1 0 0 0 0,0 0 0 0 0,1 0 0 0 0,-1-1 0 0 0,1 1-1 0 0,0-1 1 0 0,0 0 0 0 0,0 0 0 0 0,0 1 0 0 0,1-1 0 0 0,-1 0 0 0 0,1-1 0 0 0,-1 1-1 0 0,1 0 1 0 0,-1-5 0 0 0,2 4-5 0 0,0-1 0 0 0,0 1 0 0 0,0 0-1 0 0,1-1 1 0 0,-1 1 0 0 0,1 0 0 0 0,0-1 0 0 0,0 1-1 0 0,1 0 1 0 0,-1 0 0 0 0,3-4 0 0 0,25-42 11 0 0,-28 48-12 0 0,33-46-70 0 0,63-69 1 0 0,-62 78 35 0 0,-2-1 0 0 0,46-73-1 0 0,-74 106 29 0 0,-1-1-1 0 0,0 0 0 0 0,-1 0 1 0 0,0-1-1 0 0,0 1 0 0 0,-1 0 0 0 0,0-1 1 0 0,1-10-1 0 0,-2 16-5 0 0,-1 0 0 0 0,0 0 0 0 0,-1 0 0 0 0,1 0-1 0 0,0 0 1 0 0,-1 0 0 0 0,0 0 0 0 0,1 1 0 0 0,-1-1 0 0 0,0 0 0 0 0,-1 0 0 0 0,1 0 0 0 0,0 1-1 0 0,-1-1 1 0 0,1 1 0 0 0,-1-1 0 0 0,0 1 0 0 0,0 0 0 0 0,0 0 0 0 0,0-1 0 0 0,0 1 0 0 0,-1 1-1 0 0,1-1 1 0 0,-1 0 0 0 0,1 1 0 0 0,-1-1 0 0 0,-4-1 0 0 0,-11-5-169 0 0,0 2 1 0 0,0 0 0 0 0,0 1-1 0 0,-1 0 1 0 0,-35-2-1 0 0,40 5-416 0 0,0 2-1 0 0,0 0 0 0 0,-1 0 0 0 0,1 2 1 0 0,0-1-1 0 0,0 2 0 0 0,0 0 0 0 0,-21 8 1 0 0,32-10 218 0 0,0 1 1 0 0,0 0-1 0 0,-1-1 1 0 0,1 1 0 0 0,1 1-1 0 0,-1-1 1 0 0,0 0 0 0 0,0 1-1 0 0,1-1 1 0 0,-1 1-1 0 0,1 0 1 0 0,-3 4 0 0 0,3-3-671 0 0,0-1-1 0 0,0 1 1 0 0,1 0 0 0 0,-1 0 0 0 0,1 0 0 0 0,-1 5 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17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61 139 1392 0 0,'-2'-2'1823'0'0,"-39"-20"7715"0"0,23 8-3003 0 0,21 12-6401 0 0,0 0-1 0 0,0 0 1 0 0,0 1 0 0 0,0-1 0 0 0,1 1-1 0 0,-1-1 1 0 0,0 1 0 0 0,1 0 0 0 0,-1 0-1 0 0,6 0 1 0 0,46-8 519 0 0,-41 7-476 0 0,242-48 739 0 0,-169 31-932 0 0,-84 19-262 0 0,12-5-1470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18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71 165 348 0 0,'84'-157'20217'0'0,"-84"156"-19957"0"0,0 0-236 0 0,1 1 0 0 0,-1 0 0 0 0,0-1 0 0 0,0 1 0 0 0,0 0 0 0 0,0-1 0 0 0,0 1-1 0 0,1 0 1 0 0,-1-1 0 0 0,0 1 0 0 0,0 0 0 0 0,0 0 0 0 0,1-1 0 0 0,-1 1 0 0 0,0 0 0 0 0,1 0 0 0 0,-1 0 0 0 0,0-1-1 0 0,0 1 1 0 0,1 0 0 0 0,-1 0 0 0 0,0 0 0 0 0,1 0 0 0 0,-1 0 0 0 0,0 0 0 0 0,1-1 0 0 0,-1 1 0 0 0,0 0 0 0 0,1 0-1 0 0,-1 0 1 0 0,0 0 0 0 0,1 0 0 0 0,-1 0 0 0 0,0 0 0 0 0,1 1 0 0 0,-1-1 0 0 0,0 0 0 0 0,1 0 0 0 0,-1 0-1 0 0,0 0 1 0 0,1 0 0 0 0,-1 0 0 0 0,0 1 0 0 0,1-1 0 0 0,-1 0 0 0 0,0 0 0 0 0,0 0 0 0 0,1 1 0 0 0,-1-1 0 0 0,0 0-1 0 0,0 0 1 0 0,0 1 0 0 0,1-1 0 0 0,-1 0 0 0 0,0 1 0 0 0,0-1 0 0 0,0 0 0 0 0,0 0 0 0 0,1 1 0 0 0,-1-1-1 0 0,0 0 1 0 0,0 1 0 0 0,0-1 0 0 0,0 0 0 0 0,0 1 0 0 0,0-1 0 0 0,0 1 0 0 0,0-1 0 0 0,-1 28 350 0 0,-1 0 1 0 0,-2 0 0 0 0,-11 46-1 0 0,-34 83 285 0 0,22-76-443 0 0,-41 117 405 0 0,67-197-632 0 0,0 4 47 0 0,-1 10 92 0 0,2-14-119 0 0,1 0 1 0 0,-1 0-1 0 0,1 0 0 0 0,-1 0 1 0 0,1 0-1 0 0,0 0 1 0 0,-1 0-1 0 0,1 0 1 0 0,0 0-1 0 0,0-1 0 0 0,0 1 1 0 0,0 0-1 0 0,0 0 1 0 0,0-1-1 0 0,0 1 1 0 0,0-1-1 0 0,0 1 0 0 0,0-1 1 0 0,0 1-1 0 0,0-1 1 0 0,2 1-1 0 0,7 1 20 0 0,1 1-1 0 0,0-1 1 0 0,0-1 0 0 0,0 0-1 0 0,0 0 1 0 0,17-2-1 0 0,73-10 65 0 0,-72 7-75 0 0,12-3 67 0 0,51-16 0 0 0,-88 22-87 0 0,0-1 1 0 0,0 1 0 0 0,0-1 0 0 0,0 0-1 0 0,-1 0 1 0 0,1-1 0 0 0,0 1 0 0 0,-1-1-1 0 0,1 1 1 0 0,-1-1 0 0 0,0 0 0 0 0,0 0-1 0 0,0-1 1 0 0,-1 1 0 0 0,1-1 0 0 0,-1 1-1 0 0,0-1 1 0 0,0 0 0 0 0,0 0 0 0 0,0 0-1 0 0,-1 0 1 0 0,1 0 0 0 0,-1 0 0 0 0,0 0-1 0 0,0-7 1 0 0,1-4 238 0 0,-1 1 0 0 0,-1 0 0 0 0,0-1 0 0 0,-1 1-1 0 0,-1 0 1 0 0,-3-16 0 0 0,4 29-82 0 0,0-14 177 0 0,-1 11-274 0 0,0 16-50 0 0,-12 98 504 0 0,-50 196 0 0 0,-8-59-1430 0 0,20-83-3790 0 0,-8 25-7524 0 0,49-154 2982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2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103 111 968 0 0,'0'0'876'0'0,"-12"-6"2231"0"0,-4-3-654 0 0,1 0 0 0 0,0 0-1 0 0,-18-17 1 0 0,31 25-2089 0 0,-4-7 529 0 0,5 8-891 0 0,1 0 0 0 0,0 0 0 0 0,0-1 1 0 0,0 1-1 0 0,0 0 0 0 0,-1 0 0 0 0,1 0 1 0 0,0 0-1 0 0,0 0 0 0 0,0 0 0 0 0,0-1 1 0 0,-1 1-1 0 0,1 0 0 0 0,0 0 0 0 0,0 0 0 0 0,0-1 1 0 0,0 1-1 0 0,0 0 0 0 0,0 0 0 0 0,0 0 1 0 0,0-1-1 0 0,-1 1 0 0 0,1 0 0 0 0,0 0 0 0 0,0 0 1 0 0,0-1-1 0 0,0 1 0 0 0,0 0 0 0 0,0 0 1 0 0,0-1-1 0 0,0 1 0 0 0,0 0 0 0 0,0 0 1 0 0,1 0-1 0 0,-1-1 0 0 0,0 1 0 0 0,0 0 0 0 0,0 0 1 0 0,10-5 31 0 0,21 1-29 0 0,-25 4 5 0 0,187-21-316 0 0,-69 16-4145 0 0,-118 5 3773 0 0,18 2-1020 0 0,-8 4-2191 0 0,-8 0 1160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22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18 80 0 0,'-106'40'15313'0'0,"153"-40"-14183"0"0,-17-4-982 0 0,226-26-1643 0 0,-85 13-4496 0 0,-138 14 3059 0 0,-5 0-917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27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284 102 924 0 0,'4'-10'1335'0'0,"-1"0"0"0"0,0 0 0 0 0,-1-1 0 0 0,0 1 0 0 0,1-16 0 0 0,-3 25-1292 0 0,0 0 0 0 0,0 0-1 0 0,0 0 1 0 0,-1 0 0 0 0,1 0 0 0 0,0 1-1 0 0,0-1 1 0 0,-1 0 0 0 0,1 0 0 0 0,-1 0-1 0 0,1 0 1 0 0,-1 0 0 0 0,1 0 0 0 0,-1 0-1 0 0,1 1 1 0 0,-1-1 0 0 0,0 0-1 0 0,1 1 1 0 0,-1-1 0 0 0,0 0 0 0 0,0 1-1 0 0,0-1 1 0 0,1 1 0 0 0,-1-1 0 0 0,0 1-1 0 0,0-1 1 0 0,0 1 0 0 0,0 0 0 0 0,0-1-1 0 0,0 1 1 0 0,0 0 0 0 0,0 0 0 0 0,0 0-1 0 0,-2 0 1 0 0,-28 2 188 0 0,21 0-197 0 0,0 2 0 0 0,0-1-1 0 0,1 2 1 0 0,0-1 0 0 0,0 1 0 0 0,0 0 0 0 0,0 1 0 0 0,1 0-1 0 0,-11 10 1 0 0,-3 5-2 0 0,-35 44-1 0 0,49-56-38 0 0,0 2-1 0 0,1-1 1 0 0,0 1-1 0 0,0 0 1 0 0,2 1-1 0 0,-1-1 1 0 0,1 1-1 0 0,-3 14 1 0 0,7-21 4 0 0,0-1 1 0 0,0 1-1 0 0,1 0 0 0 0,-1-1 0 0 0,1 1 1 0 0,0 0-1 0 0,0-1 0 0 0,1 1 0 0 0,0 0 1 0 0,-1-1-1 0 0,2 1 0 0 0,-1-1 0 0 0,0 1 1 0 0,1-1-1 0 0,0 0 0 0 0,0 1 0 0 0,0-1 1 0 0,1 0-1 0 0,-1 0 0 0 0,1-1 0 0 0,0 1 1 0 0,0 0-1 0 0,0-1 0 0 0,0 0 0 0 0,5 4 1 0 0,11 6 67 0 0,1-1 0 0 0,0 0-1 0 0,1-1 1 0 0,1-2 0 0 0,-1 0 0 0 0,38 10 0 0 0,-32-11 9 0 0,-1 1 0 0 0,0 1 1 0 0,-1 1-1 0 0,30 19 0 0 0,-53-30-31 0 0,0 2-1 0 0,0-1 1 0 0,-1 0-1 0 0,1 0 0 0 0,-1 0 1 0 0,1 1-1 0 0,-1-1 1 0 0,1 1-1 0 0,-1 0 1 0 0,0-1-1 0 0,1 1 1 0 0,-1 0-1 0 0,0-1 1 0 0,0 1-1 0 0,-1 0 1 0 0,1 0-1 0 0,0 0 1 0 0,-1 0-1 0 0,1 0 1 0 0,-1 0-1 0 0,1 0 1 0 0,-1 0-1 0 0,0 0 1 0 0,0 0-1 0 0,0 0 1 0 0,0 0-1 0 0,0 1 0 0 0,0-1 1 0 0,-1 0-1 0 0,1 0 1 0 0,-1 0-1 0 0,1 0 1 0 0,-1 0-1 0 0,0-1 1 0 0,0 1-1 0 0,0 0 1 0 0,0 0-1 0 0,0 0 1 0 0,0-1-1 0 0,-1 1 1 0 0,-1 1-1 0 0,-1 3 41 0 0,-1-1 0 0 0,0 1 0 0 0,-1-2 1 0 0,1 1-1 0 0,-1 0 0 0 0,0-1 0 0 0,0 0 0 0 0,0-1 0 0 0,-1 1 0 0 0,-9 3 0 0 0,13-6-69 0 0,0 0 0 0 0,-1 0-1 0 0,1 0 1 0 0,-1 0-1 0 0,1-1 1 0 0,-1 1-1 0 0,1-1 1 0 0,-1 0 0 0 0,1 0-1 0 0,-1 0 1 0 0,1 0-1 0 0,-1-1 1 0 0,1 0 0 0 0,-1 1-1 0 0,1-1 1 0 0,0 0-1 0 0,-1-1 1 0 0,1 1 0 0 0,0-1-1 0 0,0 1 1 0 0,0-1-1 0 0,0 0 1 0 0,0 0 0 0 0,0 0-1 0 0,0-1 1 0 0,1 1-1 0 0,-1-1 1 0 0,1 1-1 0 0,-2-4 1 0 0,1 1-10 0 0,0 0-1 0 0,0 0 0 0 0,1 0 1 0 0,-1-1-1 0 0,1 1 1 0 0,1 0-1 0 0,-1-1 1 0 0,1 0-1 0 0,0 1 1 0 0,0-1-1 0 0,1 0 1 0 0,-1 0-1 0 0,1 0 1 0 0,0 1-1 0 0,1-1 1 0 0,2-11-1 0 0,9-22 36 0 0,1 0 1 0 0,2 0-1 0 0,35-62 1 0 0,21-53 5 0 0,-67 144-43 0 0,-1 0-1 0 0,0-1 1 0 0,0 1-1 0 0,-1-1 1 0 0,1-17 0 0 0,-2 25-6 0 0,-1 0 0 0 0,-1 0 0 0 0,1 0 1 0 0,0 0-1 0 0,-1 0 0 0 0,1 0 1 0 0,-1 1-1 0 0,0-1 0 0 0,0 0 0 0 0,0 1 1 0 0,0-1-1 0 0,0 0 0 0 0,-1 1 1 0 0,1-1-1 0 0,-1 1 0 0 0,0 0 0 0 0,1-1 1 0 0,-1 1-1 0 0,0 0 0 0 0,-1 0 1 0 0,1 0-1 0 0,0 1 0 0 0,0-1 0 0 0,-1 0 1 0 0,-3-1-1 0 0,3 2-1 0 0,-1 0 1 0 0,1 0-1 0 0,0 1 0 0 0,-1-1 0 0 0,1 1 1 0 0,-1-1-1 0 0,1 1 0 0 0,-1 0 1 0 0,1 1-1 0 0,-1-1 0 0 0,1 1 1 0 0,-1-1-1 0 0,1 1 0 0 0,-6 2 0 0 0,0 0-21 0 0,1 1-1 0 0,0 0 0 0 0,0 0 1 0 0,0 1-1 0 0,0 0 0 0 0,0 0 1 0 0,1 1-1 0 0,0 0 1 0 0,1 0-1 0 0,-1 0 0 0 0,-5 8 1 0 0,8-9-233 0 0,1 0 0 0 0,0 0 1 0 0,0 0-1 0 0,0 0 1 0 0,1 0-1 0 0,-1 0 1 0 0,1 1-1 0 0,-1 6 1 0 0,2-8-197 0 0,0 0 0 0 0,1 0 0 0 0,0 0 0 0 0,0-1 0 0 0,0 1 0 0 0,0 0 0 0 0,0 0 0 0 0,1 0 0 0 0,0 0 0 0 0,0-1 0 0 0,0 1 0 0 0,0 0 0 0 0,2 4 0 0 0,5 7-3084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28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2176 0 0,'16'-2'12917'0'0,"-6"2"-12471"0"0,-7 0 19 0 0,0 0-7 0 0,198-22 2279 0 0,-148 15-6334 0 0,2 1-4986 0 0,-42 5 3968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28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14 1984 0 0,'-2'-1'794'0'0,"0"-1"0"0"0,0 0 0 0 0,-1 1 0 0 0,1-1-1 0 0,-1 1 1 0 0,1 0 0 0 0,-1 0 0 0 0,0 0 0 0 0,-4-1 0 0 0,7 2-655 0 0,-1 0 0 0 0,1 0 0 0 0,-1 0 0 0 0,1 0-1 0 0,-1 0 1 0 0,1 0 0 0 0,0 0 0 0 0,-1 0 0 0 0,1 1 0 0 0,0-1 0 0 0,-1 0 0 0 0,-2 2 1250 0 0,3-1-1250 0 0,-1-1 0 0 0,1 0 0 0 0,0 1 0 0 0,-3 18 1703 0 0,19 100 1856 0 0,-2-24-2955 0 0,-9 100 280 0 0,-5-90-2311 0 0,7 0-5908 0 0,-4-92 3172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28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50 2464 0 0,'19'-50'12066'0'0,"-18"54"-11737"0"0,-1-1 0 0 0,1 0-1 0 0,-1 1 1 0 0,1-1 0 0 0,-1 1 0 0 0,0-1-1 0 0,0 0 1 0 0,-1 5 0 0 0,-18 251 4647 0 0,9-86-4751 0 0,1-11-4092 0 0,10-151 2623 0 0,-1 6-1231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29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2000 0 0,'14'-69'12134'0'0,"-13"67"-11506"0"0,-1 16 2677 0 0,1 11-2859 0 0,0-1 1 0 0,6 27 0 0 0,-4-37-383 0 0,1 0 1 0 0,0 0-1 0 0,2 0 0 0 0,6 14 0 0 0,-10-24-48 0 0,0-1-1 0 0,1 1 1 0 0,-1-1-1 0 0,1 1 0 0 0,0-1 1 0 0,0 0-1 0 0,0 0 1 0 0,0 0-1 0 0,0 0 1 0 0,1-1-1 0 0,-1 0 0 0 0,1 1 1 0 0,-1-1-1 0 0,1 0 1 0 0,0-1-1 0 0,0 1 0 0 0,8 1 1 0 0,-9-2-13 0 0,0-1 1 0 0,1 1-1 0 0,-1-1 0 0 0,0 0 1 0 0,0-1-1 0 0,1 1 1 0 0,-1-1-1 0 0,0 1 0 0 0,0-1 1 0 0,0 0-1 0 0,1 0 1 0 0,-1 0-1 0 0,0 0 0 0 0,0-1 1 0 0,-1 1-1 0 0,1-1 1 0 0,0 0-1 0 0,0 0 0 0 0,-1 0 1 0 0,5-4-1 0 0,-1 0-3 0 0,0-1 1 0 0,-1 1-1 0 0,0-1 1 0 0,0 0-1 0 0,0 0 0 0 0,4-11 1 0 0,2-7 159 0 0,-1-1 0 0 0,-1 0-1 0 0,-1-1 1 0 0,5-32 0 0 0,-13 58-13 0 0,-2 23 330 0 0,-13 111 798 0 0,7-85-1706 0 0,3 0 1 0 0,1 0-1 0 0,5 76 0 0 0,0-117-364 0 0,0 0 0 0 0,1 1-1 0 0,-1-1 1 0 0,2 0 0 0 0,2 7 0 0 0,-3-10-566 0 0,0 1 0 0 0,0-1 0 0 0,1 0 1 0 0,-1 0-1 0 0,6 5 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29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58 139 184 0 0,'-58'-42'19118'0'0,"73"38"-18582"0"0,0 1-1 0 0,0 0 1 0 0,17-1-1 0 0,25-5-71 0 0,-10-1-475 0 0,81-22-747 0 0,-106 25-3445 0 0,36-18 0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29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12 1740 0 0,'-2'-1'2456'0'0,"-41"-10"10019"0"0,42 12-12330 0 0,0-1-1 0 0,1 1 1 0 0,-1 0-1 0 0,0-1 1 0 0,0 1-1 0 0,1 0 1 0 0,-1 0-1 0 0,1 0 1 0 0,-1-1-1 0 0,1 1 1 0 0,-1 0-1 0 0,1 0 1 0 0,-1 0-1 0 0,1 0 1 0 0,0 0-1 0 0,-1 1 1 0 0,1 20 966 0 0,0 1 0 0 0,2-1 0 0 0,7 35 1 0 0,0 7-389 0 0,-5 22 51 0 0,-10 133 1 0 0,1-126-5260 0 0,3 0-7003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30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79 1052 0 0,'24'-79'14381'0'0,"-20"90"-13642"0"0,-1 0 0 0 0,0 0 0 0 0,-1 0 0 0 0,0 0 0 0 0,-1 0 0 0 0,0 0-1 0 0,-1 21 1 0 0,1 7 208 0 0,2 41 261 0 0,-3-1 0 0 0,-12 82 0 0 0,-19 50-2836 0 0,30-207 980 0 0,-4 34-2959 0 0,3-26-342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30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72 212 0 0,'5'-64'15986'0'0,"-5"57"-13086"0"0,-1 20-1796 0 0,-2 24 332 0 0,4 67 0 0 0,1-84-1311 0 0,1-1-1 0 0,0 1 1 0 0,1-1 0 0 0,1 0-1 0 0,11 26 1 0 0,-15-41-116 0 0,1 0 0 0 0,0-1 0 0 0,0 1 0 0 0,0-1 0 0 0,0 1 0 0 0,0-1 0 0 0,1 0 0 0 0,-1 0 0 0 0,1 0 0 0 0,0 0 0 0 0,0 0 0 0 0,0-1 0 0 0,0 1 0 0 0,0-1 0 0 0,1 0 0 0 0,-1 0 0 0 0,1 0 0 0 0,0 0 0 0 0,-1-1 0 0 0,1 1 0 0 0,0-1 0 0 0,0 0 0 0 0,0 0 0 0 0,0 0 0 0 0,0-1 0 0 0,0 0 0 0 0,0 1 0 0 0,0-1 0 0 0,0-1 0 0 0,0 1 0 0 0,0-1 0 0 0,0 1 0 0 0,0-1 0 0 0,0 0 0 0 0,0 0 0 0 0,0-1 0 0 0,-1 1 0 0 0,1-1 0 0 0,0 0 0 0 0,-1 0 0 0 0,0 0 0 0 0,1-1 0 0 0,-1 1 0 0 0,0-1 0 0 0,0 1 0 0 0,0-1 0 0 0,0 0 0 0 0,4-6 0 0 0,4-9 4 0 0,0 1 1 0 0,0-1 0 0 0,-2-1-1 0 0,0 0 1 0 0,-2 0-1 0 0,0 0 1 0 0,-1-1-1 0 0,6-35 1 0 0,-3 10 79 0 0,-9 44-45 0 0,-5 23 377 0 0,0-1 195 0 0,1-1 1 0 0,-3 35-1 0 0,3-20-218 0 0,-17 142 894 0 0,-6 49-1346 0 0,22-178-3570 0 0,6-18-4477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30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1080 0 0,'-3'1'1975'0'0,"-24"2"3495"0"0,25-3-4380 0 0,-9 1-111 0 0,9 0-72 0 0,-12 3 2459 0 0,13-4-3281 0 0,1 0-1 0 0,0 0 0 0 0,-1 0 1 0 0,1 0-1 0 0,0 0 0 0 0,-1 0 0 0 0,1 0 1 0 0,0 0-1 0 0,-1 0 0 0 0,1 0 1 0 0,0 0-1 0 0,0 1 0 0 0,-1-1 1 0 0,1 0-1 0 0,0 0 0 0 0,-1 0 0 0 0,1 1 1 0 0,0-1-1 0 0,0 0 0 0 0,-1 0 1 0 0,1 1-1 0 0,0-1 0 0 0,0 0 1 0 0,0 1-1 0 0,-1-1 0 0 0,1 0 0 0 0,0 1 1 0 0,7 4 969 0 0,24 1-286 0 0,95-12-755 0 0,-71 2-7208 0 0,-41 2 3334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31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14 2360 0 0,'-20'14'3680'0'0,"-23"19"4495"0"0,42-33-8090 0 0,1 0 1 0 0,0 1-1 0 0,-1-1 1 0 0,1 0-1 0 0,0 0 1 0 0,0 1-1 0 0,-1-1 1 0 0,1 0-1 0 0,0 1 1 0 0,0-1-1 0 0,0 0 1 0 0,-1 1-1 0 0,1-1 1 0 0,0 0-1 0 0,0 1 1 0 0,0-1-1 0 0,0 0 1 0 0,0 1-1 0 0,0-1 1 0 0,0 1-1 0 0,0-1 1 0 0,0 0-1 0 0,0 1 1 0 0,0-1-1 0 0,0 0 1 0 0,0 1-1 0 0,0-1 1 0 0,0 1-1 0 0,0-1 1 0 0,0 0-1 0 0,0 1 1 0 0,12 6 946 0 0,17-2-517 0 0,6-6-593 0 0,1-2 0 0 0,48-10 0 0 0,69-24-5121 0 0,-143 35 4706 0 0,32-11-3596 0 0,-1-1-1990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31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82 149 1176 0 0,'-3'-5'795'0'0,"1"1"0"0"0,0-1 0 0 0,0 1 0 0 0,1-1 0 0 0,-1 0 0 0 0,1 0-1 0 0,0 0 1 0 0,0 0 0 0 0,1 0 0 0 0,0 0 0 0 0,-1 0 0 0 0,2 0 0 0 0,0-6 0 0 0,0 7-658 0 0,0 1-1 0 0,0 0 1 0 0,0-1 0 0 0,1 1-1 0 0,0 0 1 0 0,-1 0-1 0 0,1 0 1 0 0,0 0 0 0 0,0 0-1 0 0,1 0 1 0 0,-1 1 0 0 0,1-1-1 0 0,-1 1 1 0 0,1-1 0 0 0,0 1-1 0 0,0 0 1 0 0,0 0 0 0 0,0 0-1 0 0,5-1 1 0 0,1-1-75 0 0,0 1 1 0 0,0 0-1 0 0,1 1 0 0 0,-1-1 1 0 0,1 2-1 0 0,0 0 0 0 0,0 0 0 0 0,-1 1 1 0 0,1 0-1 0 0,0 0 0 0 0,-1 1 1 0 0,1 0-1 0 0,0 1 0 0 0,-1 0 0 0 0,1 1 1 0 0,-1 0-1 0 0,0 0 0 0 0,0 1 1 0 0,12 7-1 0 0,-15-8-49 0 0,-1 1-1 0 0,0-1 1 0 0,1 1-1 0 0,-1 0 1 0 0,-1 1-1 0 0,1-1 1 0 0,-1 1 0 0 0,1 0-1 0 0,-1 0 1 0 0,-1 0-1 0 0,1 1 1 0 0,-1-1-1 0 0,3 7 1 0 0,-4-7 5 0 0,0 1-1 0 0,-1-1 1 0 0,0 0-1 0 0,0 1 1 0 0,0-1-1 0 0,-1 1 0 0 0,0-1 1 0 0,0 1-1 0 0,0-1 1 0 0,0 1-1 0 0,-1-1 1 0 0,0 1-1 0 0,0-1 1 0 0,-1 1-1 0 0,0-1 1 0 0,1 0-1 0 0,-4 6 1 0 0,-8 13 164 0 0,-1 0 0 0 0,-1 0 0 0 0,0-1-1 0 0,-2-1 1 0 0,-37 37 0 0 0,49-53 525 0 0,7-3-268 0 0,0-2-544 0 0,0 0 148 0 0,2-1-5 0 0,8 1 5 0 0,0 0 1 0 0,0 0-1 0 0,0 1 0 0 0,0 1 1 0 0,0 0-1 0 0,0 1 1 0 0,-1 0-1 0 0,16 8 0 0 0,-21-9 66 0 0,-1 1-1 0 0,1-1 0 0 0,-1 1 1 0 0,0 0-1 0 0,0 0 1 0 0,0 1-1 0 0,-1-1 0 0 0,5 7 1 0 0,-6-8 50 0 0,-1 1-1 0 0,0-1 1 0 0,0 0 0 0 0,-1 1 0 0 0,1 0-1 0 0,-1-1 1 0 0,0 1 0 0 0,0 0 0 0 0,0 0 0 0 0,0 0-1 0 0,0-1 1 0 0,-1 1 0 0 0,0 0 0 0 0,0 6-1 0 0,-1-3 63 0 0,-1 0-1 0 0,0 0 1 0 0,0 0-1 0 0,0-1 1 0 0,0 1-1 0 0,-1-1 1 0 0,0 0-1 0 0,-1 0 1 0 0,0 0-1 0 0,0 0 1 0 0,0 0-1 0 0,0-1 1 0 0,-1 0-1 0 0,0 0 1 0 0,0 0-1 0 0,0 0 1 0 0,-7 4-1 0 0,1-1 88 0 0,0-1 0 0 0,-1 0-1 0 0,0 0 1 0 0,0-1 0 0 0,-1-1 0 0 0,0 0-1 0 0,-25 6 1 0 0,24-9-172 0 0,0 0-1 0 0,0 0 1 0 0,0-2 0 0 0,0 0-1 0 0,-1 0 1 0 0,-25-5 0 0 0,31 3-280 0 0,0 0-1 0 0,0 0 1 0 0,0-1 0 0 0,0 0-1 0 0,1-1 1 0 0,-1 0 0 0 0,1 0-1 0 0,0-1 1 0 0,0 0 0 0 0,1-1-1 0 0,-11-9 1 0 0,16 14-123 0 0,1-1 0 0 0,-1 1 0 0 0,1-1 1 0 0,0 1-1 0 0,-1-1 0 0 0,1 1 0 0 0,0-1 0 0 0,0 0 1 0 0,0 0-1 0 0,1 1 0 0 0,-1-1 0 0 0,0 0 0 0 0,1 0 1 0 0,-1 0-1 0 0,1 0 0 0 0,0 0 0 0 0,-1 0 0 0 0,1 0 0 0 0,0 0 1 0 0,0 0-1 0 0,0 0 0 0 0,1 0 0 0 0,-1 0 0 0 0,0 0 1 0 0,1 0-1 0 0,-1 0 0 0 0,2-2 0 0 0,1-1-1121 0 0,0-1 0 0 0,0 0 0 0 0,1 1 0 0 0,0 0 0 0 0,0 0 0 0 0,0 0 1 0 0,6-5-1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32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89 1512 0 0,'8'-7'1745'0'0,"-4"4"-867"0"0,-1 0 0 0 0,1 0 0 0 0,-1 0 0 0 0,0-1 0 0 0,0 1 1 0 0,-1-1-1 0 0,1 1 0 0 0,-1-1 0 0 0,1 0 0 0 0,-1 0 0 0 0,0 0 0 0 0,-1 0 0 0 0,1-1 1 0 0,-1 1-1 0 0,1 0 0 0 0,0-9 0 0 0,-2 13-832 0 0,0 0 0 0 0,0-1 0 0 0,0 1 1 0 0,0 0-1 0 0,0-1 0 0 0,0 1 0 0 0,0 0 0 0 0,0-1 0 0 0,0 1 0 0 0,0-1 1 0 0,0 1-1 0 0,0 0 0 0 0,0-1 0 0 0,-1 1 0 0 0,1 0 0 0 0,0-1 1 0 0,0 1-1 0 0,0 0 0 0 0,-1 0 0 0 0,1-1 0 0 0,0 1 0 0 0,0 0 0 0 0,0-1 1 0 0,-1 1-1 0 0,1 0 0 0 0,0 0 0 0 0,-1 0 0 0 0,1-1 0 0 0,0 1 0 0 0,-1 0 1 0 0,1 0-1 0 0,0 0 0 0 0,-1 0 0 0 0,1-1 0 0 0,0 1 0 0 0,-1 0 0 0 0,1 0 1 0 0,-1 0-1 0 0,-16 6 646 0 0,-15 18 85 0 0,6 2-283 0 0,2 1 0 0 0,1 2 0 0 0,2 0 0 0 0,-24 42 0 0 0,32-48-283 0 0,2 0 0 0 0,1 0 0 0 0,1 1 1 0 0,1 0-1 0 0,1 0 0 0 0,1 1 0 0 0,-3 26 1 0 0,8-38-146 0 0,0 0 0 0 0,1 0 1 0 0,0 1-1 0 0,1-1 0 0 0,0 0 0 0 0,2-1 1 0 0,-1 1-1 0 0,1 0 0 0 0,1-1 1 0 0,0 1-1 0 0,7 13 0 0 0,-7-20 38 0 0,-1 1-1 0 0,1-1 1 0 0,0 0 0 0 0,0 0-1 0 0,1-1 1 0 0,0 1-1 0 0,0-1 1 0 0,0 0 0 0 0,1 0-1 0 0,0-1 1 0 0,-1 0 0 0 0,2 0-1 0 0,-1 0 1 0 0,0-1-1 0 0,1 1 1 0 0,0-2 0 0 0,-1 1-1 0 0,1-1 1 0 0,0 0-1 0 0,0 0 1 0 0,8 0 0 0 0,-11-1-46 0 0,0-1 1 0 0,-1 0-1 0 0,1-1 1 0 0,-1 1 0 0 0,1-1-1 0 0,0 1 1 0 0,-1-1-1 0 0,1 0 1 0 0,-1 0-1 0 0,0-1 1 0 0,1 1 0 0 0,-1-1-1 0 0,0 0 1 0 0,0 1-1 0 0,0-2 1 0 0,0 1 0 0 0,0 0-1 0 0,0 0 1 0 0,-1-1-1 0 0,1 0 1 0 0,-1 1-1 0 0,1-1 1 0 0,-1 0 0 0 0,0 0-1 0 0,0 0 1 0 0,-1 0-1 0 0,1-1 1 0 0,-1 1 0 0 0,1 0-1 0 0,-1-1 1 0 0,0 1-1 0 0,0-1 1 0 0,-1 1-1 0 0,1-1 1 0 0,-1 0 0 0 0,1 1-1 0 0,-1-1 1 0 0,0 1-1 0 0,-1-1 1 0 0,1 0 0 0 0,-1 1-1 0 0,1-1 1 0 0,-1 1-1 0 0,0-1 1 0 0,-1 1 0 0 0,1-1-1 0 0,0 1 1 0 0,-1 0-1 0 0,0 0 1 0 0,0-1-1 0 0,0 1 1 0 0,-4-4 0 0 0,3 4-70 0 0,0 0 1 0 0,-1 0-1 0 0,0 0 1 0 0,1 0-1 0 0,-1 1 1 0 0,0 0-1 0 0,-1 0 1 0 0,1 0-1 0 0,0 0 1 0 0,0 0-1 0 0,-1 1 1 0 0,1 0-1 0 0,-1 0 1 0 0,-5 0-1 0 0,3 0-229 0 0,-1 1-1 0 0,0 1 0 0 0,0-1 0 0 0,0 1 0 0 0,0 1 1 0 0,0-1-1 0 0,-11 5 0 0 0,-3 3-1168 0 0,0 1 0 0 0,1 1 0 0 0,1 0 0 0 0,-30 22 0 0 0,-37 33-8550 0 0,41-29-343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41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69 1020 0 0,'1'-16'5189'0'0,"-2"-19"2349"0"0,0 17-2057 0 0,-10 36-4580 0 0,-32 222 1145 0 0,-121 391-1 0 0,143-566-2055 0 0,-14 44-365 0 0,8-38-3377 0 0,20-54 547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41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95 228 1480 0 0,'34'-82'12970'0'0,"-32"76"-12121"0"0,6-9 3561 0 0,-7 24-3574 0 0,-3 61 485 0 0,-4 0 1 0 0,-15 73 0 0 0,-41 141-849 0 0,48-224-275 0 0,10-44-160 0 0,-10 36 323 0 0,13-50-305 0 0,-5-1 17 0 0,6-1-72 0 0,0 1 0 0 0,0-1-1 0 0,0 0 1 0 0,-1 0 0 0 0,1 0 0 0 0,0 0-1 0 0,0 0 1 0 0,0 0 0 0 0,-1 0-1 0 0,1 0 1 0 0,0 0 0 0 0,0 0-1 0 0,0-1 1 0 0,0 1 0 0 0,-1 0 0 0 0,1 0-1 0 0,0 0 1 0 0,0 0 0 0 0,0 0-1 0 0,-1 0 1 0 0,1 0 0 0 0,0 0-1 0 0,0 0 1 0 0,0-1 0 0 0,0 1 0 0 0,0 0-1 0 0,-1 0 1 0 0,1 0 0 0 0,0 0-1 0 0,0-1 1 0 0,0 1 0 0 0,0 0-1 0 0,0 0 1 0 0,0 0 0 0 0,0 0 0 0 0,0-1-1 0 0,0 1 1 0 0,0 0 0 0 0,0 0-1 0 0,-1 0 1 0 0,1-1 0 0 0,0 1-1 0 0,0 0 1 0 0,0 0 0 0 0,0 0 0 0 0,1-1-1 0 0,-1 1 1 0 0,0 0 0 0 0,0 0-1 0 0,0-1 1 0 0,-2-6 7 0 0,1 0 0 0 0,0 0 0 0 0,0 0 0 0 0,1 0-1 0 0,0 0 1 0 0,0 0 0 0 0,2-9 0 0 0,0-7 27 0 0,3-55-55 0 0,3 1 1 0 0,4 0-1 0 0,3 1 0 0 0,4 0 1 0 0,41-108-1 0 0,-60 183 20 0 0,12-30-22 0 0,17-31 0 0 0,-26 55 6 0 0,1 1 0 0 0,-1-1 1 0 0,2 1-1 0 0,-1 0 0 0 0,0 1 1 0 0,1-1-1 0 0,0 1 0 0 0,1 0 0 0 0,-1 0 1 0 0,1 1-1 0 0,8-6 0 0 0,-12 9 16 0 0,-1 1-1 0 0,1-1 0 0 0,0 1 1 0 0,0-1-1 0 0,0 1 1 0 0,0 0-1 0 0,0 0 0 0 0,1 0 1 0 0,-1 0-1 0 0,0 0 0 0 0,0 0 1 0 0,0 1-1 0 0,0-1 0 0 0,0 1 1 0 0,0-1-1 0 0,-1 1 0 0 0,1 0 1 0 0,0-1-1 0 0,0 1 1 0 0,0 0-1 0 0,-1 0 0 0 0,1 1 1 0 0,0-1-1 0 0,-1 0 0 0 0,1 1 1 0 0,-1-1-1 0 0,1 0 0 0 0,1 3 1 0 0,3 3-18 0 0,-1 0 1 0 0,1 1-1 0 0,-1-1 0 0 0,7 14 1 0 0,-1 6 33 0 0,0 0 0 0 0,-1 0 0 0 0,-2 1 0 0 0,-1 0 0 0 0,5 49-1 0 0,-1 146 114 0 0,-21-55-381 0 0,-1-96-4059 0 0,5-54 875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41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72 155 932 0 0,'-56'-18'14296'0'0,"50"16"-13100"0"0,6 2-1109 0 0,-1 0 0 0 0,1 0-1 0 0,0 0 1 0 0,-1 0 0 0 0,1 0 0 0 0,-1 0-1 0 0,1 0 1 0 0,0 0 0 0 0,-1 0-1 0 0,1 0 1 0 0,-1 0 0 0 0,1 0 0 0 0,0 0-1 0 0,-1-1 1 0 0,1 1 0 0 0,-1 0 0 0 0,1 0-1 0 0,0 0 1 0 0,-1-1 0 0 0,1 1-1 0 0,0 0 1 0 0,0 0 0 0 0,-1-1 0 0 0,1 0-1 0 0,0 0-41 0 0,1-1 0 0 0,0 1 0 0 0,0 0 0 0 0,0-1 0 0 0,0 1 0 0 0,0 0 0 0 0,0 0 0 0 0,1-1 0 0 0,-1 1 0 0 0,0 0 0 0 0,1 0 0 0 0,-1 0 0 0 0,0 1 0 0 0,1-1 0 0 0,-1 0 0 0 0,1 0 0 0 0,3 0-1 0 0,38-14 174 0 0,-22 9-102 0 0,153-49-3058 0 0,-82 28-5424 0 0,-68 20 2343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42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79 2068 0 0,'-1'-3'1214'0'0,"0"-4"504"0"0,1 1-1 0 0,-2 0 1 0 0,1 0 0 0 0,-1 0-1 0 0,-2-7 1 0 0,-10-19 6204 0 0,13 39-7391 0 0,0-1 0 0 0,0 0 0 0 0,0 0 0 0 0,1 1 0 0 0,0-1 0 0 0,0 0 0 0 0,0 0 0 0 0,1 1 0 0 0,2 7 0 0 0,-1 5 292 0 0,5 105 1537 0 0,-15 205 0 0 0,5-288-2319 0 0,-11 126-376 0 0,13-165-376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42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46 700 0 0,'-13'-6'9752'0'0,"0"3"-4994"0"0,-3 1 997 0 0,7 2-5212 0 0,13 1 579 0 0,25 2-159 0 0,166-27-483 0 0,-96 10-6008 0 0,-84 14 2557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42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1 828 0 0,'-96'63'12858'0'0,"24"-14"-5464"0"0,72-49-7313 0 0,-1 0 0 0 0,0 0 0 0 0,1 1 0 0 0,-1-1 0 0 0,1 0 0 0 0,-1 1 0 0 0,1-1 0 0 0,-1 1 0 0 0,1-1 0 0 0,-1 1 0 0 0,1-1 0 0 0,0 0 0 0 0,-1 1 0 0 0,1 0 0 0 0,0-1 0 0 0,-1 1 0 0 0,1-1 0 0 0,0 1 0 0 0,0-1 0 0 0,-1 2 0 0 0,8 5 617 0 0,16-3-196 0 0,8-4-271 0 0,0-2 1 0 0,0-1-1 0 0,31-7 1 0 0,-1 0-114 0 0,-48 8-422 0 0,119-21-1825 0 0,-90 10-2323 0 0,-1-4-4262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0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36 852 0 0,'5'-10'4230'0'0,"2"-8"265"0"0,-7 18-4452 0 0,0 0 1 0 0,0 0-1 0 0,1 0 1 0 0,-1 0-1 0 0,0-1 1 0 0,0 1-1 0 0,0 0 1 0 0,0 0-1 0 0,0 0 0 0 0,0-1 1 0 0,0 1-1 0 0,0 0 1 0 0,1 0-1 0 0,-1 0 1 0 0,0-1-1 0 0,0 1 1 0 0,0 0-1 0 0,0 0 1 0 0,0 0-1 0 0,0-1 1 0 0,0 1-1 0 0,0 0 0 0 0,0 0 1 0 0,0 0-1 0 0,-1-1 1 0 0,1 1-1 0 0,0 0 1 0 0,0 0-1 0 0,0 0 1 0 0,0-1-1 0 0,0 1 1 0 0,0 0-1 0 0,0 0 0 0 0,0 0 1 0 0,-1 0-1 0 0,1-1 1 0 0,0 1-1 0 0,0 0 1 0 0,0 0-1 0 0,0 0 1 0 0,0 0-1 0 0,-1 0 1 0 0,1-1-1 0 0,-6 3 15 0 0,1 0-1 0 0,0 1 1 0 0,-1-1 0 0 0,1 1 0 0 0,0 0-1 0 0,1 1 1 0 0,-1-1 0 0 0,0 1-1 0 0,1 0 1 0 0,0 0 0 0 0,-5 6 0 0 0,-43 55 156 0 0,-1 9 58 0 0,-50 95-1 0 0,87-139-236 0 0,1 0 0 0 0,2 1 0 0 0,1 1 1 0 0,2 0-1 0 0,1 1 0 0 0,-8 52 0 0 0,16-71-27 0 0,0-1-1 0 0,1 0 1 0 0,1 0 0 0 0,0 0-1 0 0,3 17 1 0 0,-3-26 4 0 0,0 0 0 0 0,0 1 0 0 0,0-1 0 0 0,0 0 1 0 0,1 0-1 0 0,0 0 0 0 0,0-1 0 0 0,0 1 0 0 0,0 0 1 0 0,0-1-1 0 0,1 1 0 0 0,-1-1 0 0 0,1 0 0 0 0,0 1 1 0 0,0-1-1 0 0,0-1 0 0 0,1 1 0 0 0,-1 0 0 0 0,7 2 1 0 0,-7-4 18 0 0,1 0 1 0 0,0 0 0 0 0,0 0 0 0 0,0-1 0 0 0,0 0 0 0 0,0 1-1 0 0,0-2 1 0 0,0 1 0 0 0,0 0 0 0 0,0-1 0 0 0,0 0 0 0 0,0 0 0 0 0,0 0-1 0 0,0 0 1 0 0,-1 0 0 0 0,5-3 0 0 0,-2 0 83 0 0,-1 1-1 0 0,0-1 1 0 0,0 0 0 0 0,0 0-1 0 0,-1-1 1 0 0,1 1 0 0 0,-1-1 0 0 0,0 0-1 0 0,-1 0 1 0 0,1-1 0 0 0,-1 1-1 0 0,0-1 1 0 0,0 0 0 0 0,-1 0-1 0 0,1 1 1 0 0,-1-2 0 0 0,-1 1 0 0 0,1 0-1 0 0,0-11 1 0 0,-1 13-73 0 0,-1-1 0 0 0,0 0 0 0 0,0 0 0 0 0,0 0 0 0 0,-1 1 0 0 0,0-1 0 0 0,0 0 0 0 0,0 1 0 0 0,0-1 0 0 0,-1 1 0 0 0,1-1 0 0 0,-1 1 0 0 0,0 0 0 0 0,-1-1 0 0 0,1 1 0 0 0,-1 0 0 0 0,0 1 0 0 0,0-1 0 0 0,0 0 0 0 0,0 1 0 0 0,-1 0 0 0 0,1-1 0 0 0,-1 1 0 0 0,0 1 0 0 0,0-1 0 0 0,-6-3 0 0 0,1 2-19 0 0,-10-3-3 0 0,-24 7 13 0 0,40-1-79 0 0,0 1 0 0 0,0 0 0 0 0,0 0 0 0 0,0 0 1 0 0,-1 1-1 0 0,1-1 0 0 0,0 1 0 0 0,0 0 0 0 0,0 0 0 0 0,-5 2 1 0 0,3 0-257 0 0,-4 4-2441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1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559 91 924 0 0,'4'-18'4024'0'0,"-1"-1"1"0"0,2-31-1 0 0,-5 48-3452 0 0,-5 1 345 0 0,4 1-889 0 0,1 0 0 0 0,-1 0 0 0 0,1 0 0 0 0,-1 0 0 0 0,1 0 1 0 0,0 0-1 0 0,-1 0 0 0 0,1 0 0 0 0,-1 0 0 0 0,1 0 0 0 0,-1 0 0 0 0,1 0 0 0 0,0 0 0 0 0,-1 1 0 0 0,1-1 0 0 0,-1 0 0 0 0,1 0 0 0 0,0 0 0 0 0,-1 1 1 0 0,1-1-1 0 0,-1 0 0 0 0,1 1 0 0 0,0-1 0 0 0,0 0 0 0 0,-1 1 0 0 0,0 0 0 0 0,-7 8 224 0 0,0 2 0 0 0,0-1 0 0 0,1 1 0 0 0,0 0 0 0 0,1 1 0 0 0,-9 22 0 0 0,5-13-56 0 0,-256 580 2055 0 0,205-442-1716 0 0,-73 310 0 0 0,125-428-435 0 0,-4 68 1 0 0,12-94-135 0 0,1 0 1 0 0,0 0-1 0 0,1 0 0 0 0,1 0 0 0 0,0 0 0 0 0,2 0 1 0 0,8 26-1 0 0,-11-37-167 0 0,1 0-1 0 0,0 0 1 0 0,0 0-1 0 0,1 0 1 0 0,-1-1 0 0 0,1 1-1 0 0,0-1 1 0 0,-1 0 0 0 0,1 1-1 0 0,1-1 1 0 0,-1-1 0 0 0,0 1-1 0 0,1 0 1 0 0,0-1 0 0 0,-1 0-1 0 0,1 0 1 0 0,0 0-1 0 0,7 2 1 0 0,-6-2-526 0 0,-1-1 1 0 0,1 0-1 0 0,0 0 0 0 0,0-1 0 0 0,0 0 1 0 0,0 0-1 0 0,0 0 0 0 0,0 0 1 0 0,0-1-1 0 0,7-1 0 0 0,14-6-5505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1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376 165 496 0 0,'1'-14'2173'0'0,"0"-1"0"0"0,0 0 1 0 0,-2 1-1 0 0,-3-28 0 0 0,3 38-1973 0 0,1 1 0 0 0,-1 0 1 0 0,0 0-1 0 0,0 0 0 0 0,0 0 0 0 0,0 0 0 0 0,-1 0 0 0 0,1 0 0 0 0,-1 1 1 0 0,0-1-1 0 0,0 0 0 0 0,0 1 0 0 0,0-1 0 0 0,0 1 0 0 0,0 0 0 0 0,-1 0 1 0 0,1 0-1 0 0,-1 0 0 0 0,1 0 0 0 0,-1 0 0 0 0,0 1 0 0 0,0-1 0 0 0,0 1 1 0 0,0 0-1 0 0,0 0 0 0 0,0 0 0 0 0,0 0 0 0 0,-5 0 0 0 0,2 0-125 0 0,0 1 0 0 0,0 1 0 0 0,-1-1 0 0 0,1 1 1 0 0,0 0-1 0 0,0 1 0 0 0,0-1 0 0 0,0 1 0 0 0,0 0 0 0 0,0 1 0 0 0,1-1 0 0 0,-1 1 0 0 0,1 1 0 0 0,-1-1 0 0 0,-4 5 0 0 0,-5 3 0 0 0,1 2 1 0 0,0 0-1 0 0,-18 22 0 0 0,6-5 46 0 0,-33 53 0 0 0,52-71-98 0 0,0 0 0 0 0,1 1-1 0 0,0-1 1 0 0,1 1 0 0 0,0 1-1 0 0,1-1 1 0 0,-4 29 0 0 0,7-40-18 0 0,1 0 0 0 0,0 1 0 0 0,-1-1 1 0 0,1 1-1 0 0,0-1 0 0 0,0 0 0 0 0,1 1 1 0 0,-1-1-1 0 0,0 1 0 0 0,1-1 0 0 0,-1 0 0 0 0,1 1 1 0 0,0-1-1 0 0,0 0 0 0 0,0 1 0 0 0,0-1 0 0 0,0 0 1 0 0,1 0-1 0 0,-1 0 0 0 0,1 0 0 0 0,-1 0 1 0 0,1-1-1 0 0,0 1 0 0 0,-1 0 0 0 0,1-1 0 0 0,0 1 1 0 0,3 1-1 0 0,-1-1 2 0 0,0-1 1 0 0,0 0-1 0 0,0 0 0 0 0,0 0 1 0 0,0 0-1 0 0,0-1 0 0 0,0 0 1 0 0,0 0-1 0 0,1 0 0 0 0,-1 0 0 0 0,0 0 1 0 0,0-1-1 0 0,0 0 0 0 0,0 0 1 0 0,6-2-1 0 0,3-2-1 0 0,-1 0-1 0 0,0-1 1 0 0,-1-1 0 0 0,1 0 0 0 0,-1 0-1 0 0,-1-1 1 0 0,1 0 0 0 0,-1-1-1 0 0,-1 0 1 0 0,12-14 0 0 0,-2-1-10 0 0,-1-1-1 0 0,0-1 1 0 0,16-36 0 0 0,23-61 465 0 0,-57 121-284 0 0,1 4-144 0 0,-1-1 1 0 0,1 1-1 0 0,-1-1 1 0 0,0 0 0 0 0,0 1-1 0 0,0-1 1 0 0,0 1-1 0 0,0-1 1 0 0,0 1 0 0 0,0-1-1 0 0,0 1 1 0 0,0-1 0 0 0,-1 3-1 0 0,-108 600 3304 0 0,105-581-3505 0 0,-3 33 475 0 0,4-20-3238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2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3 151 1560 0 0,'-3'-29'18557'0'0,"4"27"-18513"0"0,0 1 0 0 0,0-1 1 0 0,0 1-1 0 0,0 0 1 0 0,0 0-1 0 0,1 0 1 0 0,-1 0-1 0 0,0 0 0 0 0,1 0 1 0 0,-1 0-1 0 0,0 0 1 0 0,1 0-1 0 0,-1 0 1 0 0,1 1-1 0 0,-1-1 1 0 0,4 0-1 0 0,39-13 143 0 0,-24 8-94 0 0,66-25 259 0 0,-12 3-1713 0 0,-26 12-4043 0 0,-32 7-1133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2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61 2596 0 0,'-2'-14'6351'0'0,"-4"-15"2059"0"0,0 15-5026 0 0,2 10-1900 0 0,4 14-1094 0 0,2 22 564 0 0,-2 1 1 0 0,-4 44 0 0 0,-16 68 221 0 0,17-125-1020 0 0,-43 227-138 0 0,46-245-648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2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157 182 2900 0 0,'-18'-74'6465'0'0,"-5"-32"1136"0"0,22 104-7310 0 0,12 8 232 0 0,-1 5-274 0 0,0 1 1 0 0,-1-1-1 0 0,0 2 1 0 0,0-1-1 0 0,-1 1 1 0 0,-1 1-1 0 0,9 22 1 0 0,-7-18-47 0 0,16 38 18 0 0,-3 2 0 0 0,-2 1 0 0 0,-2 1 1 0 0,-3 0-1 0 0,-3 1 0 0 0,-3 0 0 0 0,-2 1 1 0 0,-3 0-1 0 0,-2 0 0 0 0,-3 0 0 0 0,-3 0 1 0 0,-3 0-1 0 0,-2-1 0 0 0,-3 0 0 0 0,-3 0 1 0 0,-2-2-1 0 0,-3 0 0 0 0,-3-1 0 0 0,-37 70 1 0 0,56-121-283 0 0,-84 148-1742 0 0,71-129-1764 0 0,-37 42-1 0 0,39-52-1616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3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61 2364 0 0,'-3'0'3973'0'0,"-25"2"4613"0"0,25-2-7492 0 0,-27 3 2745 0 0,22-1-1255 0 0,23-2-2515 0 0,88-9 212 0 0,122-25 0 0 0,-143 19-96 0 0,-80 14-158 0 0,39-7-1460 0 0,-39 8 916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3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31 2124 0 0,'-9'-10'6021'0'0,"-6"-5"-562"0"0,3 10-2269 0 0,11 5-3176 0 0,1 0-1 0 0,0 0 1 0 0,-1 0-1 0 0,1 0 1 0 0,0 0-1 0 0,-1 0 1 0 0,1 0-1 0 0,0 0 1 0 0,0 0-1 0 0,-1 0 1 0 0,1 1-1 0 0,0-1 1 0 0,-1 0 0 0 0,1 0-1 0 0,0 0 1 0 0,0 1-1 0 0,-1-1 1 0 0,1 0-1 0 0,0 0 1 0 0,0 1-1 0 0,0-1 1 0 0,-1 0-1 0 0,1 0 1 0 0,0 1-1 0 0,0-1 1 0 0,0 0-1 0 0,0 1 1 0 0,0-1-1 0 0,-1 0 1 0 0,1 0-1 0 0,0 1 1 0 0,0-1-1 0 0,0 1 1 0 0,-35 215 4108 0 0,21-122-3542 0 0,-10 90-3 0 0,24-183-477 0 0,-3 30-1112 0 0,23-39-6794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4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90 1348 0 0,'0'-3'2360'0'0,"1"-6"125"0"0,0-3-24 0 0,1 1 0 0 0,0-1 0 0 0,3-12 0 0 0,-4 23-2417 0 0,0-1 0 0 0,0 1 0 0 0,0 0-1 0 0,0 0 1 0 0,0-1 0 0 0,0 1-1 0 0,0 0 1 0 0,0 0 0 0 0,0 0 0 0 0,0 0-1 0 0,1 1 1 0 0,-1-1 0 0 0,0 0-1 0 0,0 0 1 0 0,1 1 0 0 0,-1-1 0 0 0,1 1-1 0 0,-1-1 1 0 0,1 1 0 0 0,-1 0-1 0 0,1-1 1 0 0,-1 1 0 0 0,1 0 0 0 0,-1 0-1 0 0,1 0 1 0 0,-1 0 0 0 0,2 1-1 0 0,2-1-28 0 0,-1 0 0 0 0,1 1-1 0 0,-1 0 1 0 0,0 0-1 0 0,1 0 1 0 0,-1 1-1 0 0,6 2 1 0 0,-5-1-4 0 0,1 0 1 0 0,-1 0 0 0 0,0 1 0 0 0,-1-1 0 0 0,1 1-1 0 0,0 0 1 0 0,-1 1 0 0 0,0-1 0 0 0,0 1 0 0 0,-1 0-1 0 0,1 0 1 0 0,-1 0 0 0 0,0 0 0 0 0,4 10-1 0 0,-4-8 48 0 0,-1 1 0 0 0,0 0-1 0 0,-1 0 1 0 0,0 0-1 0 0,0 0 1 0 0,-1 0 0 0 0,1 0-1 0 0,-2 0 1 0 0,-2 15-1 0 0,-1-2 88 0 0,-2 0 0 0 0,0-1 0 0 0,-2 0 0 0 0,0 0 0 0 0,-1-1 0 0 0,-1 0 0 0 0,-16 24 0 0 0,-68 86 560 0 0,94-129-691 0 0,0 1 0 0 0,0-1 0 0 0,-1 0 0 0 0,1 0 0 0 0,0 1 0 0 0,0-1 0 0 0,-1 0 0 0 0,1 0 0 0 0,0 1 0 0 0,0-1 0 0 0,0 0 0 0 0,-1 0 0 0 0,1 1 0 0 0,0-1 0 0 0,0 0 0 0 0,0 1 0 0 0,0-1 0 0 0,0 0-1 0 0,0 1 1 0 0,0-1 0 0 0,0 0 0 0 0,0 1 0 0 0,0-1 0 0 0,0 0 0 0 0,0 1 0 0 0,0-1 0 0 0,0 0 0 0 0,0 1 0 0 0,0-1 0 0 0,0 0 0 0 0,0 1 0 0 0,0-1 0 0 0,0 0 0 0 0,1 1 0 0 0,-1-1 0 0 0,14 2 178 0 0,23-9-151 0 0,-33 6 5 0 0,100-26 50 0 0,59-13-14 0 0,-144 36-446 0 0,-1-1 1 0 0,28-11-1 0 0,7-7-4631 0 0,-41 18 2918 0 0,2-3-2113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4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763 159 1796 0 0,'-6'-36'4627'0'0,"-8"-27"2097"0"0,12 58-6176 0 0,0 0 0 0 0,0-1 0 0 0,-1 1 0 0 0,1 0 0 0 0,-1 0 0 0 0,0 1-1 0 0,-1-1 1 0 0,-6-7 0 0 0,9 11-509 0 0,0 0 0 0 0,0 0-1 0 0,0 1 1 0 0,0-1 0 0 0,0 0 0 0 0,0 1-1 0 0,0-1 1 0 0,0 1 0 0 0,0-1-1 0 0,-1 1 1 0 0,1 0 0 0 0,0 0 0 0 0,0-1-1 0 0,0 1 1 0 0,0 0 0 0 0,-1 0-1 0 0,1 0 1 0 0,0 0 0 0 0,0 0-1 0 0,0 0 1 0 0,-2 1 0 0 0,-23 10 208 0 0,11-2-118 0 0,1 2 0 0 0,0 0-1 0 0,0 0 1 0 0,1 1 0 0 0,1 1 0 0 0,-14 18-1 0 0,-59 92 521 0 0,73-104-551 0 0,-79 129 838 0 0,-82 178 0 0 0,136-243-648 0 0,4 1 0 0 0,3 2 0 0 0,-36 176 1 0 0,56-197-170 0 0,-4 122 0 0 0,14-156-92 0 0,1 0 0 0 0,2 0-1 0 0,1 0 1 0 0,2 0 0 0 0,0-1-1 0 0,14 34 1 0 0,-16-51-3 0 0,1-1-1 0 0,1 0 1 0 0,0 0 0 0 0,1 0-1 0 0,0-1 1 0 0,1 0 0 0 0,11 12-1 0 0,-15-19-282 0 0,0 0-1 0 0,1 1 1 0 0,0-2-1 0 0,0 1 1 0 0,0 0 0 0 0,0-1-1 0 0,1 0 1 0 0,-1 0-1 0 0,1-1 1 0 0,0 0 0 0 0,0 0-1 0 0,0 0 1 0 0,0 0-1 0 0,0-1 1 0 0,0 0-1 0 0,0-1 1 0 0,0 1 0 0 0,10-1-1 0 0,-7-1-562 0 0,0 0 1 0 0,-1 0-1 0 0,1-1 0 0 0,11-4 1 0 0,-14 4-474 0 0,-1 0 0 0 0,0-1-1 0 0,1 0 1 0 0,-1 0 0 0 0,6-4 0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5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75 1528 0 0,'0'0'4133'0'0,"-2"1"-3393"0"0,-32 5 8434 0 0,262-39-9088 0 0,-80 8-96 0 0,-28 8 210 0 0,-117 17-176 0 0,-1-1-6 0 0,9-1-5 0 0,-9 1-17 0 0,7-2-340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6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66 2224 0 0,'7'-5'1569'0'0,"0"0"1"0"0,-1-1-1 0 0,0 0 0 0 0,0 0 0 0 0,-1-1 1 0 0,0 0-1 0 0,0 0 0 0 0,5-9 839 0 0,-21 20-2104 0 0,5 0-266 0 0,1 0 0 0 0,-1 1 0 0 0,1-1 0 0 0,1 1 0 0 0,-1 0 0 0 0,1 1 0 0 0,0-1 0 0 0,0 1 0 0 0,-3 6 0 0 0,-3 3 4 0 0,-121 189 245 0 0,102-150-200 0 0,-45 113 1 0 0,69-153-79 0 0,0 0 0 0 0,1 1 1 0 0,1-1-1 0 0,1 1 0 0 0,0 0 1 0 0,0 25-1 0 0,1-36-4 0 0,1-1-1 0 0,1 0 1 0 0,-1 1 0 0 0,0-1-1 0 0,1 0 1 0 0,0 0-1 0 0,0 1 1 0 0,0-1 0 0 0,0 0-1 0 0,0 0 1 0 0,1 0-1 0 0,-1 0 1 0 0,1 0 0 0 0,0 0-1 0 0,0-1 1 0 0,0 1-1 0 0,0-1 1 0 0,0 1 0 0 0,1-1-1 0 0,-1 0 1 0 0,1 0 0 0 0,-1 0-1 0 0,1 0 1 0 0,0 0-1 0 0,0 0 1 0 0,0-1 0 0 0,0 1-1 0 0,0-1 1 0 0,0 0-1 0 0,0 0 1 0 0,1 0 0 0 0,-1-1-1 0 0,0 1 1 0 0,0-1-1 0 0,6 1 1 0 0,0-1 9 0 0,0-1-1 0 0,0 1 1 0 0,-1-2 0 0 0,1 1-1 0 0,0-1 1 0 0,-1 0 0 0 0,0-1-1 0 0,1 0 1 0 0,-1 0 0 0 0,0-1-1 0 0,14-9 1 0 0,-16 10 40 0 0,0-1 0 0 0,-1 0 1 0 0,0 0-1 0 0,0 0 0 0 0,0-1 0 0 0,-1 0 0 0 0,1 0 1 0 0,-1 0-1 0 0,0-1 0 0 0,-1 1 0 0 0,1-1 0 0 0,-1 0 1 0 0,0 0-1 0 0,0 0 0 0 0,-1 0 0 0 0,2-8 0 0 0,-4 12-37 0 0,1 0 1 0 0,-1 0-1 0 0,0 0 0 0 0,0 0 0 0 0,-1 0 0 0 0,1 0 0 0 0,0 0 0 0 0,-1 0 0 0 0,1 0 0 0 0,-1 0 0 0 0,1 0 0 0 0,-1 0 0 0 0,0 1 0 0 0,0-1 0 0 0,0 0 0 0 0,0 0 0 0 0,0 1 0 0 0,0-1 0 0 0,-1 0 0 0 0,1 1 0 0 0,0 0 0 0 0,-1-1 0 0 0,1 1 0 0 0,-1 0 0 0 0,0-1 0 0 0,1 1 0 0 0,-1 0 0 0 0,0 0 0 0 0,0 0 0 0 0,-2 0 0 0 0,-5-3 0 0 0,1 1 0 0 0,0 0-1 0 0,-1 1 1 0 0,1 0-1 0 0,-13-1 1 0 0,5 1-1 0 0,0 1 1 0 0,0 0-1 0 0,-30 4 0 0 0,40-2-39 0 0,0 0 0 0 0,1 0 0 0 0,-1 0 0 0 0,1 1 0 0 0,-1 0 0 0 0,1 0 0 0 0,0 0 0 0 0,-1 1 0 0 0,1 0 0 0 0,1 0 0 0 0,-1 0 0 0 0,0 0 0 0 0,1 1 0 0 0,-6 5 1 0 0,9-8-72 0 0,0 0 0 0 0,1-1 0 0 0,-1 1 1 0 0,0-1-1 0 0,1 1 0 0 0,-1 0 0 0 0,1-1 1 0 0,-1 1-1 0 0,1 0 0 0 0,0 0 1 0 0,-1 0-1 0 0,1-1 0 0 0,0 1 0 0 0,-1 0 1 0 0,1 0-1 0 0,0 0 0 0 0,0 0 1 0 0,0-1-1 0 0,0 1 0 0 0,0 0 0 0 0,0 0 1 0 0,0 0-1 0 0,0 0 0 0 0,0 0 1 0 0,0 0-1 0 0,0-1 0 0 0,0 1 0 0 0,1 0 1 0 0,-1 0-1 0 0,0 0 0 0 0,1-1 1 0 0,-1 1-1 0 0,0 0 0 0 0,1 0 0 0 0,-1-1 1 0 0,1 1-1 0 0,-1 0 0 0 0,1-1 1 0 0,0 1-1 0 0,-1 0 0 0 0,1-1 0 0 0,0 1 1 0 0,-1-1-1 0 0,1 1 0 0 0,1 0 0 0 0,1 0-342 0 0,0 1 0 0 0,1-1 0 0 0,-1 1-1 0 0,0-1 1 0 0,1 0 0 0 0,-1-1-1 0 0,1 1 1 0 0,0-1 0 0 0,-1 1 0 0 0,7-1-1 0 0,29-4-4413 0 0,-15 0 1176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6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81 1668 0 0,'0'0'2125'0'0,"-8"-26"8901"0"0,7 26-10809 0 0,1-1 0 0 0,0 1-1 0 0,-1-1 1 0 0,1 1-1 0 0,0-1 1 0 0,0 0-1 0 0,-1 1 1 0 0,1-1-1 0 0,0 1 1 0 0,0-1-1 0 0,0 0 1 0 0,0 1 0 0 0,0-1-1 0 0,0 0 1 0 0,0 1-1 0 0,0-1 1 0 0,0 0-1 0 0,14 3 879 0 0,0 1-1012 0 0,9 1 160 0 0,1-2-1 0 0,-1 0 0 0 0,0-1 1 0 0,39-5-1 0 0,94-18 68 0 0,-131 13-1661 0 0,-6-4-3455 0 0,-18 3 1345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6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36 1056 0 0,'-9'-6'3065'0'0,"0"0"-1"0"0,0 0 1 0 0,-14-6 0 0 0,21 12-2327 0 0,1-1-631 0 0,0 0 0 0 0,1 1 0 0 0,-1-1 0 0 0,0 1 0 0 0,0-1 1 0 0,0 1-1 0 0,0 0 0 0 0,0-1 0 0 0,0 1 0 0 0,0 0 1 0 0,0-1-1 0 0,0 1 0 0 0,0 0 0 0 0,0 0 0 0 0,0 0 0 0 0,0 0 1 0 0,0 0-1 0 0,0 0 0 0 0,0 0 0 0 0,0 1 0 0 0,0-1 0 0 0,0 0 1 0 0,0 0-1 0 0,0 1 0 0 0,1-1 0 0 0,-1 1 0 0 0,0-1 0 0 0,0 1 1 0 0,0-1-1 0 0,-1 2 0 0 0,-4 24 588 0 0,0 0 0 0 0,2 0 0 0 0,-2 33 0 0 0,-1 6-369 0 0,7-63-336 0 0,-22 233-1063 0 0,23-230-975 0 0,-1-5 1938 0 0,0 1 0 0 0,1-1 0 0 0,3 3-1759 0 0,-4-3 1759 0 0,0 0 0 0 0,1 0 1 0 0,-1 0-1 0 0,0 0 0 0 0,1 0 0 0 0,-1 0 0 0 0,0 0 0 0 0,1 0 0 0 0,-1 0 0 0 0,0 0 0 0 0,1 0 0 0 0,-1-1 0 0 0,0 1 0 0 0,1 0 0 0 0,13-10-5851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7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95 452 0 0,'0'-3'2604'0'0,"4"-43"6983"0"0,3 18-6710 0 0,-6 26-2832 0 0,0 1 0 0 0,0 0 0 0 0,0 0 0 0 0,0 0 1 0 0,0 0-1 0 0,0 0 0 0 0,0 0 0 0 0,0 1 0 0 0,0-1 0 0 0,0 0 0 0 0,0 0 0 0 0,1 1 0 0 0,-1-1 0 0 0,0 1 1 0 0,0-1-1 0 0,1 1 0 0 0,2-1 0 0 0,28-2 262 0 0,-23 4-271 0 0,-1 0 1 0 0,1 1-1 0 0,0-1 0 0 0,-1 2 1 0 0,1-1-1 0 0,-1 1 0 0 0,0 1 1 0 0,0-1-1 0 0,0 1 0 0 0,0 1 1 0 0,-1-1-1 0 0,12 11 0 0 0,-14-11 48 0 0,-1 0 0 0 0,0 0 0 0 0,0 1-1 0 0,-1-1 1 0 0,1 1 0 0 0,-1 0-1 0 0,0 0 1 0 0,0 0 0 0 0,-1 1 0 0 0,1-1-1 0 0,-1 1 1 0 0,0-1 0 0 0,-1 1 0 0 0,0 0-1 0 0,1 0 1 0 0,-2 0 0 0 0,1 0 0 0 0,-1-1-1 0 0,0 1 1 0 0,-1 9 0 0 0,-1-2 66 0 0,0-1 0 0 0,-1 1 1 0 0,-1-1-1 0 0,0 1 1 0 0,-1-1-1 0 0,0 0 0 0 0,-9 15 1 0 0,-56 77 708 0 0,42-65-514 0 0,-9 12 174 0 0,36-50-458 0 0,1-1-47 0 0,0 0 0 0 0,-1 0 0 0 0,1 1 0 0 0,0-1 0 0 0,0 0-1 0 0,0 0 1 0 0,-1 0 0 0 0,1 1 0 0 0,0-1 0 0 0,0 0 0 0 0,0 0 0 0 0,0 0-1 0 0,-1 1 1 0 0,1-1 0 0 0,0 0 0 0 0,0 0 0 0 0,0 1 0 0 0,0-1-1 0 0,0 0 1 0 0,0 0 0 0 0,0 1 0 0 0,0-1 0 0 0,0 0 0 0 0,0 1 0 0 0,0-1-1 0 0,0 0 1 0 0,0 0 0 0 0,0 1 0 0 0,0-1 0 0 0,0 0 0 0 0,0 0 0 0 0,0 1-1 0 0,0-1 1 0 0,0 1 0 0 0,16-3 70 0 0,0-1 0 0 0,0 0 0 0 0,-1 0 0 0 0,0-2 0 0 0,27-11 0 0 0,6-1-45 0 0,-21 8-601 0 0,29-15-1 0 0,-4-5-4141 0 0,-19-3-4211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7:57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331 142 104 0 0,'-125'-135'15521'0'0,"121"128"-14151"0"0,14 13-881 0 0,18 13-11 0 0,1 10-305 0 0,0 0 0 0 0,-2 2 0 0 0,-1 1 0 0 0,-2 1 0 0 0,-1 1 0 0 0,-2 1 0 0 0,-1 1-1 0 0,-2 0 1 0 0,-1 2 0 0 0,-2 0 0 0 0,-2 1 0 0 0,-1 0 0 0 0,-2 1 0 0 0,-2 0 0 0 0,-2 0 0 0 0,-1 1 0 0 0,-1 42 0 0 0,-6-21-51 0 0,-2 0-1 0 0,-3-1 0 0 0,-2 0 1 0 0,-4 0-1 0 0,-1-1 0 0 0,-4-1 1 0 0,-41 96-1 0 0,21-74-609 0 0,-65 104-1 0 0,-70 59-4509 0 0,121-182-333 0 0,-2-6-3005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0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28 110 476 0 0,'-22'-22'13535'0'0,"21"22"-13453"0"0,1 0 0 0 0,0 0 0 0 0,-1 0 0 0 0,1-1 0 0 0,0 1 0 0 0,0 0 1 0 0,-1-1-1 0 0,1 1 0 0 0,0 0 0 0 0,0 0 0 0 0,-1-1 0 0 0,1 1 0 0 0,0 0 0 0 0,0-1 1 0 0,0 1-1 0 0,-1-1 0 0 0,1 1 0 0 0,0 0 0 0 0,0-1 0 0 0,0 1 0 0 0,0 0 0 0 0,0-1 1 0 0,0 1-1 0 0,0-1 0 0 0,0 1 0 0 0,0 0 0 0 0,0-1 0 0 0,0 1 0 0 0,0-1 1 0 0,0 1-1 0 0,1-1 0 0 0,10-9 1023 0 0,29-4-693 0 0,-32 12-138 0 0,20-5-26 0 0,1 1 0 0 0,44-3 0 0 0,-20 3-126 0 0,-34 3-109 0 0,49-7-81 0 0,70 0-1 0 0,-125 12-2015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0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48 869 1612 0 0,'-5'-7'2725'0'0,"-1"0"0"0"0,-1 0 0 0 0,-11-10 1440 0 0,17 17-4071 0 0,1 1-1 0 0,-1-1 1 0 0,0 0 0 0 0,0 1 0 0 0,1-1 0 0 0,-1 1-1 0 0,0-1 1 0 0,0 1 0 0 0,1-1 0 0 0,-1 1-1 0 0,0-1 1 0 0,1 1 0 0 0,-1 0 0 0 0,1-1 0 0 0,-1 1-1 0 0,0 1 1 0 0,4 130 3058 0 0,-2 75-2296 0 0,-1-34-577 0 0,5-99-3568 0 0,-1-61 1451 0 0</inkml:trace>
  <inkml:trace contextRef="#ctx0" brushRef="#br0" timeOffset="1">602 984 864 0 0,'-14'-15'3189'0'0,"9"9"-1997"0"0,-1 0 0 0 0,1 0-1 0 0,0 0 1 0 0,0-1 0 0 0,1 0 0 0 0,0 0 0 0 0,0 0 0 0 0,-4-11-1 0 0,8 16-1159 0 0,0 1-1 0 0,0 0 1 0 0,0 0-1 0 0,1 0 1 0 0,-1 0-1 0 0,0 0 1 0 0,1 0-1 0 0,-1 0 1 0 0,1 1-1 0 0,-1-1 1 0 0,1 0-1 0 0,-1 0 1 0 0,1 0-1 0 0,-1 0 1 0 0,1 0-1 0 0,0 1 1 0 0,0-1-1 0 0,-1 0 1 0 0,1 1-1 0 0,0-1 1 0 0,0 0-1 0 0,0 1 1 0 0,1-1-1 0 0,21-13 320 0 0,-23 14-330 0 0,9-3 36 0 0,1 0 1 0 0,-1 0-1 0 0,0 1 1 0 0,1 0-1 0 0,-1 1 1 0 0,1 0-1 0 0,0 1 1 0 0,-1 0-1 0 0,1 0 1 0 0,0 1-1 0 0,-1 0 1 0 0,1 1-1 0 0,-1 0 1 0 0,1 0-1 0 0,-1 1 1 0 0,11 5-1 0 0,-14-5-15 0 0,-1 0-1 0 0,1 0 1 0 0,-1 1 0 0 0,0 0-1 0 0,0 0 1 0 0,0 0 0 0 0,0 1-1 0 0,-1-1 1 0 0,0 1 0 0 0,0 0-1 0 0,0 0 1 0 0,0 1-1 0 0,-1-1 1 0 0,0 1 0 0 0,0 0-1 0 0,0 0 1 0 0,2 11 0 0 0,-3-9 50 0 0,0 1 0 0 0,-1-1 0 0 0,0 1 0 0 0,-1-1 0 0 0,0 1 0 0 0,0 0 0 0 0,-1 0 0 0 0,0-1 1 0 0,-1 1-1 0 0,0-1 0 0 0,0 1 0 0 0,-7 14 0 0 0,-2 2 152 0 0,-1-1 0 0 0,-1-1 0 0 0,-1 0 0 0 0,-17 21 1 0 0,-75 80 893 0 0,72-86-840 0 0,28-32-224 0 0,-8 10 57 0 0,14-16-96 0 0,0 0 1 0 0,-1 1-1 0 0,1-1 0 0 0,0 1 1 0 0,-1-1-1 0 0,1 0 0 0 0,0 1 1 0 0,-1-1-1 0 0,1 1 0 0 0,0-1 1 0 0,0 1-1 0 0,0-1 0 0 0,0 1 1 0 0,-1-1-1 0 0,1 1 0 0 0,0-1 0 0 0,0 1 1 0 0,0-1-1 0 0,0 1 0 0 0,0-1 1 0 0,0 1-1 0 0,0-1 0 0 0,0 1 1 0 0,1-1-1 0 0,-1 2 0 0 0,1-2-11 0 0,0 0 1 0 0,0 0-1 0 0,0 1 0 0 0,0-1 0 0 0,0 0 0 0 0,0 0 0 0 0,1 0 0 0 0,-1 0 0 0 0,0 0 0 0 0,0 0 0 0 0,0-1 0 0 0,0 1 1 0 0,0 0-1 0 0,2-1 0 0 0,-2 1 16 0 0,48-10 289 0 0,55-18-1 0 0,-16 4-205 0 0,-40 12-92 0 0,162-35 141 0 0,-163 35-95 0 0,-44 11-286 0 0</inkml:trace>
  <inkml:trace contextRef="#ctx0" brushRef="#br0" timeOffset="2">1900 127 480 0 0,'21'-75'12730'0'0,"-16"31"-5840"0"0,-5 44-6877 0 0,0 0-1 0 0,0 0 1 0 0,0-1 0 0 0,0 1-1 0 0,0 0 1 0 0,1 0 0 0 0,-1-1 0 0 0,0 1-1 0 0,0 0 1 0 0,0 0 0 0 0,-1-1-1 0 0,1 1 1 0 0,0 0 0 0 0,0 0 0 0 0,0-1-1 0 0,0 1 1 0 0,0 0 0 0 0,0 0-1 0 0,0-1 1 0 0,0 1 0 0 0,0 0 0 0 0,-1 0-1 0 0,1 0 1 0 0,0-1 0 0 0,0 1 0 0 0,0 0-1 0 0,0 0 1 0 0,-1 0 0 0 0,1 0-1 0 0,0-1 1 0 0,0 1 0 0 0,0 0 0 0 0,-1 0-1 0 0,1 0 1 0 0,0 0 0 0 0,0 0-1 0 0,-1 0 1 0 0,1 0 0 0 0,0 0 0 0 0,-6 2-6 0 0,0 1 1 0 0,0 0 0 0 0,1 0-1 0 0,-1 0 1 0 0,1 1 0 0 0,0 0 0 0 0,0 0-1 0 0,0 0 1 0 0,-7 10 0 0 0,-40 52 5 0 0,43-53-9 0 0,-50 75 70 0 0,-56 107 1 0 0,-29 105 150 0 0,115-232-89 0 0,3 2 0 0 0,3 0 0 0 0,3 1 0 0 0,3 1-1 0 0,-10 98 1 0 0,23-119-10 0 0,1 1 0 0 0,3-1 0 0 0,2 0 1 0 0,3 0-1 0 0,1 0 0 0 0,3 0 0 0 0,2-1 0 0 0,27 74 0 0 0,-30-101-50 0 0,2 0 1 0 0,1-1-1 0 0,0 0 1 0 0,2-1-1 0 0,0 0 1 0 0,22 25-1 0 0,-28-38-33 0 0,1 0 1 0 0,-1-1-1 0 0,2 1 0 0 0,-1-2 0 0 0,1 1 0 0 0,0-1 0 0 0,0 0 0 0 0,1-1 1 0 0,0 0-1 0 0,0-1 0 0 0,0 0 0 0 0,0 0 0 0 0,1-1 0 0 0,0-1 0 0 0,-1 1 0 0 0,13 0 1 0 0,-19-3-266 0 0,0 0 1 0 0,0 0-1 0 0,-1-1 1 0 0,1 1-1 0 0,0-1 1 0 0,0 0-1 0 0,-1 0 1 0 0,1 0-1 0 0,-1 0 1 0 0,1-1 0 0 0,-1 1-1 0 0,0-1 1 0 0,1 0-1 0 0,4-4 1 0 0,-3 2-1555 0 0,1-1 1 0 0,-1 0-1 0 0,0 0 1 0 0,0-1-1 0 0,-1 0 1 0 0,5-6-1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1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62 129 684 0 0,'-3'33'19160'0'0,"-16"-44"-18613"0"0,15 8-534 0 0,1-1 0 0 0,-1 1 0 0 0,1-1 0 0 0,0 0 0 0 0,0 0 0 0 0,0-1 0 0 0,1 1 1 0 0,-1-1-1 0 0,1 1 0 0 0,0-1 0 0 0,0 0 0 0 0,1 1 0 0 0,0-1 0 0 0,-1 0 0 0 0,2 0 1 0 0,-1 0-1 0 0,0 0 0 0 0,1-8 0 0 0,1 11-18 0 0,0-1 0 0 0,0 1 1 0 0,0-1-1 0 0,0 1 0 0 0,0 0 1 0 0,0-1-1 0 0,1 1 0 0 0,-1 0 0 0 0,1 0 1 0 0,-1 0-1 0 0,1 0 0 0 0,0 0 0 0 0,0 0 1 0 0,0 0-1 0 0,0 1 0 0 0,0-1 1 0 0,0 1-1 0 0,1 0 0 0 0,2-2 0 0 0,1 0-7 0 0,0 0 1 0 0,0 1-1 0 0,0-1 0 0 0,0 2 0 0 0,0-1 0 0 0,10-1 0 0 0,-7 3 7 0 0,0 0 0 0 0,0 0 0 0 0,0 1 0 0 0,-1 0 0 0 0,1 1 0 0 0,0 0 0 0 0,0 0 0 0 0,-1 1 1 0 0,0 0-1 0 0,1 1 0 0 0,-1 0 0 0 0,0 0 0 0 0,-1 0 0 0 0,1 1 0 0 0,-1 0 0 0 0,0 1 0 0 0,0 0 0 0 0,8 8 0 0 0,-8-7 1 0 0,0 1-1 0 0,-1-1 0 0 0,0 1 0 0 0,0 0 1 0 0,-1 1-1 0 0,0-1 0 0 0,0 1 1 0 0,-1 0-1 0 0,0 0 0 0 0,-1 1 1 0 0,0-1-1 0 0,-1 1 0 0 0,1 0 1 0 0,-2-1-1 0 0,1 1 0 0 0,-1 14 1 0 0,-3-5 8 0 0,0-1 1 0 0,-2 0 0 0 0,0 0 0 0 0,-1 0 0 0 0,0 0 0 0 0,-2 0-1 0 0,0-1 1 0 0,-1 0 0 0 0,-12 19 0 0 0,-15 17 22 0 0,-54 65 0 0 0,83-111-27 0 0,-24 32 213 0 0,29-38-184 0 0,1 0-26 0 0,0-1 0 0 0,0 0 0 0 0,0 1 0 0 0,0-1 0 0 0,0 1 0 0 0,1-1 0 0 0,-1 0 0 0 0,0 0 0 0 0,0 1 0 0 0,0-1 0 0 0,0 0 0 0 0,0 1 0 0 0,1-1 0 0 0,-1 0 0 0 0,0 1 0 0 0,0-1 0 0 0,1 0 1 0 0,-1 0-1 0 0,0 1 0 0 0,0-1 0 0 0,1 0 0 0 0,-1 0 0 0 0,0 0 0 0 0,1 0 0 0 0,-1 1 0 0 0,0-1 0 0 0,0 0 0 0 0,1 0 0 0 0,-1 0 0 0 0,1 0 0 0 0,18 2 45 0 0,29-7-28 0 0,-30 3-16 0 0,43-5 13 0 0,82-21 0 0 0,-128 26-372 0 0,9-3-2864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2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93 1216 0 0,'-12'-10'6276'0'0,"-2"-2"-857"0"0,13 10-4847 0 0,-1 1 0 0 0,0-1 0 0 0,0 0 0 0 0,1 1 1 0 0,-1-1-1 0 0,1 0 0 0 0,-2-3 0 0 0,4 3-543 0 0,1 1-1 0 0,0 0 0 0 0,0-1 0 0 0,-1 1 1 0 0,1 0-1 0 0,0 0 0 0 0,0 0 1 0 0,0 0-1 0 0,0 1 0 0 0,0-1 0 0 0,1 1 1 0 0,-1-1-1 0 0,2 1 0 0 0,40-8 112 0 0,-28 6-96 0 0,48-5 56 0 0,-36 4-157 0 0,51-10-1 0 0,-77 12-332 0 0,17-3-3392 0 0,-13 1 2731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2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205 106 1736 0 0,'41'-96'13907'0'0,"-40"94"-13549"0"0,1-5 625 0 0,-12 19-802 0 0,1 1 1 0 0,0 1 0 0 0,1 0 0 0 0,0 0 0 0 0,-7 19-1 0 0,3-7-39 0 0,-22 46 31 0 0,3 2 0 0 0,3 1 0 0 0,-26 114 0 0 0,51-176-154 0 0,1-1 1 0 0,0 1 0 0 0,1-1-1 0 0,1 1 1 0 0,0 0 0 0 0,1-1-1 0 0,0 1 1 0 0,3 14 0 0 0,-3-22-1 0 0,0-1 0 0 0,1 1 0 0 0,0 0 0 0 0,-1-1 0 0 0,1 1 0 0 0,1-1 0 0 0,-1 0 0 0 0,1 0 0 0 0,0 0 0 0 0,0 0 0 0 0,0 0 1 0 0,0 0-1 0 0,0-1 0 0 0,1 1 0 0 0,0-1 0 0 0,0 0 0 0 0,0 0 0 0 0,0-1 0 0 0,0 1 0 0 0,0-1 0 0 0,1 0 0 0 0,-1 0 0 0 0,7 1 0 0 0,-7-2 26 0 0,0 0-1 0 0,0 0 0 0 0,0-1 1 0 0,0 0-1 0 0,0 0 0 0 0,0 0 1 0 0,0 0-1 0 0,0-1 0 0 0,0 1 1 0 0,0-1-1 0 0,0 0 0 0 0,-1 0 1 0 0,1-1-1 0 0,0 1 0 0 0,0-1 1 0 0,-1 0-1 0 0,1 0 0 0 0,-1 0 1 0 0,0 0-1 0 0,0 0 0 0 0,1-1 1 0 0,3-4-1 0 0,-6 6-16 0 0,1 0 1 0 0,-1 0-1 0 0,1 0 1 0 0,-1 0-1 0 0,0-1 1 0 0,0 1-1 0 0,1 0 1 0 0,-1-1-1 0 0,0 1 1 0 0,0-1-1 0 0,-1 1 0 0 0,1-1 1 0 0,0 0-1 0 0,0 1 1 0 0,-1-1-1 0 0,1 0 1 0 0,-1 0-1 0 0,1 1 1 0 0,-1-1-1 0 0,0 0 1 0 0,0 0-1 0 0,0 1 1 0 0,0-1-1 0 0,0 0 1 0 0,0 0-1 0 0,0 0 0 0 0,-1 1 1 0 0,1-1-1 0 0,0 0 1 0 0,-1 0-1 0 0,0 1 1 0 0,1-1-1 0 0,-1 0 1 0 0,0 1-1 0 0,-2-4 1 0 0,0 2-17 0 0,0-1 0 0 0,-1 1 0 0 0,0 0 1 0 0,1 0-1 0 0,-1 0 0 0 0,0 0 0 0 0,0 1 0 0 0,-1-1 1 0 0,1 1-1 0 0,-1 0 0 0 0,-7-2 0 0 0,9 1-11 0 0,-30 1 26 0 0,26 2-39 0 0,-1 0-1 0 0,1 1 1 0 0,0 0-1 0 0,-1 0 1 0 0,1 0-1 0 0,0 1 0 0 0,0 0 1 0 0,0 0-1 0 0,0 1 1 0 0,-9 5-1 0 0,12-6-347 0 0,0 1 0 0 0,1-1 0 0 0,-1 1-1 0 0,0 0 1 0 0,1 0 0 0 0,-4 5 0 0 0,7-8 170 0 0,0 1 1 0 0,-1 0-1 0 0,1 0 0 0 0,0 0 1 0 0,0 0-1 0 0,0 0 1 0 0,-1 0-1 0 0,1 0 0 0 0,0 0 1 0 0,0 0-1 0 0,0 0 1 0 0,1 0-1 0 0,-1 0 1 0 0,0 0-1 0 0,0 0 0 0 0,0 0 1 0 0,1 0-1 0 0,0 1 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2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447 175 2432 0 0,'-44'-96'11465'0'0,"8"19"-5051"0"0,35 75-6252 0 0,4 3-29 0 0,8 6-71 0 0,0 0 1 0 0,0 0-1 0 0,-1 1 0 0 0,0 1 0 0 0,-1 0 1 0 0,13 13-1 0 0,48 68 300 0 0,-57-72-201 0 0,18 26 96 0 0,-3 1 1 0 0,-1 1 0 0 0,-3 2-1 0 0,-2 0 1 0 0,-1 1-1 0 0,-3 2 1 0 0,12 55 0 0 0,-16-39 16 0 0,-2 0 0 0 0,-3 1 0 0 0,-4 0 0 0 0,-2 1 0 0 0,-7 72 0 0 0,1-96-163 0 0,-3 0 0 0 0,-2 0 0 0 0,-2-1 0 0 0,-1 0 0 0 0,-3 0 0 0 0,-1-1 0 0 0,-3-1 0 0 0,-26 47 0 0 0,26-58-338 0 0,-1-1 1 0 0,-2-1 0 0 0,-1 0 0 0 0,-1-2 0 0 0,-1-1 0 0 0,-1-1 0 0 0,-2-1 0 0 0,0-1 0 0 0,-2-1 0 0 0,-62 35 0 0 0,49-35-2459 0 0,-65 24 0 0 0,80-37-1282 0 0,-53 11 0 0 0,15-12-4107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4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1456 0 0,'-17'2'7214'0'0,"4"0"-5487"0"0,6 0-589 0 0,1-1-1 0 0,-1 1 1 0 0,0-2 0 0 0,-11 1-1 0 0,150 8-879 0 0,-47-8-4835 0 0,-79-1 3084 0 0,7 3-658 0 0,2 3-3567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4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2320 0 0,'-10'8'3095'0'0,"-35"26"3992"0"0,44-33-6482 0 0,1 0-593 0 0,0-1 0 0 0,0 1 1 0 0,0-1-1 0 0,0 0 0 0 0,0 1 0 0 0,0-1 0 0 0,0 1 0 0 0,0-1 0 0 0,0 1 1 0 0,1-1-1 0 0,-1 0 0 0 0,0 1 0 0 0,0-1 0 0 0,0 1 0 0 0,1-1 0 0 0,-1 0 1 0 0,0 1-1 0 0,0-1 0 0 0,1 0 0 0 0,-1 1 0 0 0,0-1 0 0 0,1 0 0 0 0,-1 1 1 0 0,0-1-1 0 0,1 0 0 0 0,-1 0 0 0 0,1 0 0 0 0,0 1 0 0 0,40-1-373 0 0,0-1-1 0 0,71-12 1 0 0,-69 7-1168 0 0,7-1-1925 0 0,6-3-1534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5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103 154 644 0 0,'-29'-152'15533'0'0,"29"151"-15242"0"0,-2 2-183 0 0,0 1-88 0 0,-1 0 0 0 0,1 0 1 0 0,0 1-1 0 0,-1-1 1 0 0,1 1-1 0 0,0 0 0 0 0,1 0 1 0 0,-1-1-1 0 0,1 1 1 0 0,-1 0-1 0 0,1 1 0 0 0,-2 4 1 0 0,-12 47 64 0 0,13-47-72 0 0,-2 13 2 0 0,-18 91 84 0 0,20-99-87 0 0,2 1 1 0 0,-1-1-1 0 0,2 1 1 0 0,-1-1-1 0 0,2 0 1 0 0,4 20-1 0 0,-5-28-4 0 0,1-1 1 0 0,-1 1-1 0 0,1-1 0 0 0,0 0 0 0 0,0 0 0 0 0,1 0 1 0 0,-1 0-1 0 0,1 0 0 0 0,0 0 0 0 0,0-1 0 0 0,0 1 1 0 0,0-1-1 0 0,1 0 0 0 0,0 0 0 0 0,-1 0 0 0 0,1 0 1 0 0,0-1-1 0 0,0 1 0 0 0,0-1 0 0 0,1 0 0 0 0,-1-1 1 0 0,0 1-1 0 0,1-1 0 0 0,-1 1 0 0 0,1-2 0 0 0,0 1 1 0 0,-1 0-1 0 0,1-1 0 0 0,0 0 0 0 0,8 0 0 0 0,-4-1 1 0 0,0 0-1 0 0,-1 0 0 0 0,1 0 0 0 0,-1-1 1 0 0,0-1-1 0 0,0 1 0 0 0,1-1 0 0 0,-2-1 0 0 0,1 0 1 0 0,0 0-1 0 0,-1 0 0 0 0,0-1 0 0 0,0 0 1 0 0,0 0-1 0 0,0-1 0 0 0,7-7 0 0 0,-5-1 56 0 0,0 0-1 0 0,-1 0 1 0 0,-1 0-1 0 0,0-1 0 0 0,-1-1 1 0 0,0 1-1 0 0,6-28 1 0 0,11-30 1909 0 0,-23 71-1853 0 0,-1 28 24 0 0,-12 155 1266 0 0,8-68-786 0 0,3-80-514 0 0,-36 298 579 0 0,37-329-871 0 0,1-1 0 0 0,0 0 1 0 0,-1 0-1 0 0,1 0 0 0 0,0 0 0 0 0,0 0 0 0 0,0 1 0 0 0,0-1 1 0 0,0 0-1 0 0,0 0 0 0 0,0 0 0 0 0,0 0 0 0 0,1 1 0 0 0,-1-1 1 0 0,0 0-1 0 0,2 2 0 0 0,-2-3-8 0 0,1 0 0 0 0,-1 0 0 0 0,1 0 0 0 0,-1 0-1 0 0,1 0 1 0 0,-1 0 0 0 0,1 0 0 0 0,-1 0 0 0 0,1 0 0 0 0,-1-1 0 0 0,1 1 0 0 0,-1 0 0 0 0,1 0 0 0 0,-1 0 0 0 0,1-1-1 0 0,-1 1 1 0 0,1 0 0 0 0,4-8-2851 0 0,2-3-1440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5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212 122 1848 0 0,'4'-14'2542'0'0,"-1"0"0"0"0,0 0 0 0 0,-1 0 1 0 0,1-19-1 0 0,-3 33-2495 0 0,0-1 0 0 0,0 1 0 0 0,0-1 0 0 0,0 1 0 0 0,-1-1 0 0 0,1 1 0 0 0,0-1 0 0 0,0 1 0 0 0,0-1 0 0 0,-1 1 0 0 0,1-1 0 0 0,0 1 0 0 0,-1-1 0 0 0,1 1 0 0 0,0 0 0 0 0,-1-1 0 0 0,1 1 0 0 0,-1 0 0 0 0,1-1 1 0 0,0 1-1 0 0,-1 0 0 0 0,1-1 0 0 0,-1 1 0 0 0,1 0 0 0 0,-1 0 0 0 0,1 0 0 0 0,-1-1 0 0 0,1 1 0 0 0,-1 0 0 0 0,0 0 0 0 0,-1 0-5 0 0,1 0 0 0 0,-1-1 0 0 0,1 1 0 0 0,0 0 0 0 0,-1 0 0 0 0,1 0 0 0 0,-1 1-1 0 0,1-1 1 0 0,0 0 0 0 0,-1 0 0 0 0,-2 2 0 0 0,-11 7 21 0 0,0 0-1 0 0,0 1 1 0 0,1 1 0 0 0,0 0-1 0 0,0 1 1 0 0,2 1 0 0 0,-1 0-1 0 0,2 0 1 0 0,0 2-1 0 0,0-1 1 0 0,2 1 0 0 0,0 1-1 0 0,0-1 1 0 0,-8 23 0 0 0,16-34-58 0 0,0-1 0 0 0,0 0 0 0 0,0 0 0 0 0,0 1 0 0 0,0-1 0 0 0,1 0 0 0 0,0 1 0 0 0,-1-1 0 0 0,1 0 0 0 0,1 1 0 0 0,-1-1 0 0 0,0 0 0 0 0,1 1 0 0 0,0-1 0 0 0,-1 0 0 0 0,1 1 0 0 0,3 4 0 0 0,-4-7-3 0 0,0 0 0 0 0,1 0 0 0 0,-1-1 0 0 0,1 1 0 0 0,-1 0 1 0 0,1 0-1 0 0,-1-1 0 0 0,1 1 0 0 0,-1 0 0 0 0,1-1 0 0 0,0 1 0 0 0,-1 0 0 0 0,1-1 0 0 0,0 1 0 0 0,-1-1 0 0 0,1 1 0 0 0,0-1 0 0 0,0 0 0 0 0,0 1 0 0 0,1 0 0 0 0,0-1 5 0 0,18 9 17 0 0,2-1 1 0 0,39 8 0 0 0,-45-12-26 0 0,0 0-1 0 0,0 1 1 0 0,18 8-1 0 0,-24-8 51 0 0,1 1 0 0 0,0 0-1 0 0,-1 0 1 0 0,0 1 0 0 0,-1 1 0 0 0,1-1-1 0 0,-1 1 1 0 0,-1 1 0 0 0,12 14 0 0 0,-17-19 79 0 0,0 1 0 0 0,0 0 0 0 0,-1-1 0 0 0,1 1 0 0 0,-1 1 1 0 0,0-1-1 0 0,0 0 0 0 0,-1 0 0 0 0,0 1 0 0 0,1-1 0 0 0,-2 1 1 0 0,1-1-1 0 0,-1 1 0 0 0,0-1 0 0 0,0 1 0 0 0,0-1 0 0 0,-1 1 0 0 0,0-1 1 0 0,0 1-1 0 0,0-1 0 0 0,-1 0 0 0 0,-4 11 0 0 0,2-8 26 0 0,-1 0 0 0 0,0-1-1 0 0,0 1 1 0 0,-1-1 0 0 0,0 0-1 0 0,0 0 1 0 0,0-1-1 0 0,-1 1 1 0 0,0-1 0 0 0,0-1-1 0 0,-1 0 1 0 0,1 0 0 0 0,-1 0-1 0 0,-1-1 1 0 0,1 0 0 0 0,0 0-1 0 0,-1-1 1 0 0,0-1 0 0 0,-12 3-1 0 0,19-4-129 0 0,0 0 0 0 0,0-1-1 0 0,-1 0 1 0 0,1 0 0 0 0,0 0 0 0 0,0 0-1 0 0,-1 0 1 0 0,1 0 0 0 0,0 0 0 0 0,0-1-1 0 0,0 1 1 0 0,0-1 0 0 0,-1 1 0 0 0,1-1-1 0 0,0 0 1 0 0,0 0 0 0 0,0 0 0 0 0,0 0-1 0 0,-2-2 1 0 0,2 1-14 0 0,1 0 0 0 0,-1 0-1 0 0,1 0 1 0 0,0 0 0 0 0,0 0-1 0 0,0 0 1 0 0,0 0-1 0 0,0 0 1 0 0,0 0 0 0 0,1 0-1 0 0,-1 0 1 0 0,1 0 0 0 0,-1-1-1 0 0,1 1 1 0 0,0-4 0 0 0,0-4-16 0 0,1 1-1 0 0,0 0 1 0 0,1 0 0 0 0,0-1 0 0 0,0 1 0 0 0,1 0-1 0 0,6-13 1 0 0,21-36 49 0 0,62-88-1 0 0,-8 14-23 0 0,-74 114-30 0 0,0 0 0 0 0,-1-1-1 0 0,7-21 1 0 0,-14 35 8 0 0,-1 0 1 0 0,1-1-1 0 0,-1 1 1 0 0,0-1-1 0 0,-1 1 1 0 0,1-1-1 0 0,-1 0 1 0 0,0 1-1 0 0,0-1 0 0 0,-1 0 1 0 0,0 1-1 0 0,0-1 1 0 0,0 1-1 0 0,0-1 1 0 0,-1 1-1 0 0,-3-8 1 0 0,2 10 0 0 0,1 0 0 0 0,0 0 0 0 0,-1 0 0 0 0,0 1 1 0 0,0-1-1 0 0,1 1 0 0 0,-2-1 0 0 0,1 1 0 0 0,0 0 1 0 0,0 0-1 0 0,-1 0 0 0 0,1 1 0 0 0,-1-1 0 0 0,1 1 1 0 0,-1 0-1 0 0,0 0 0 0 0,1 0 0 0 0,-1 0 0 0 0,-6 0 1 0 0,-2 0-13 0 0,0 0 0 0 0,0 1 0 0 0,0 1 0 0 0,0 0 0 0 0,-12 2 0 0 0,9 0-353 0 0,0 1 0 0 0,0 0 0 0 0,1 1 0 0 0,0 1 0 0 0,-15 8 0 0 0,24-12-49 0 0,1 0 0 0 0,1 1 0 0 0,-1 0 0 0 0,0 0 0 0 0,1 0 0 0 0,-1 0 0 0 0,1 1 0 0 0,0-1 0 0 0,-4 6 0 0 0,6-7-134 0 0,0 0 0 0 0,0 0 0 0 0,0 1 0 0 0,0-1 0 0 0,0 0-1 0 0,1 1 1 0 0,-1-1 0 0 0,1 1 0 0 0,-1-1 0 0 0,1 0-1 0 0,0 1 1 0 0,0-1 0 0 0,0 1 0 0 0,0-1 0 0 0,1 1-1 0 0,-1-1 1 0 0,1 1 0 0 0,1 3 0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6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65 416 0 0,'0'0'2040'0'0,"-14"5"3176"0"0,0 0-2116 0 0,-6 5 3609 0 0,33-9-6617 0 0,33-5-3 0 0,51-12 0 0 0,-10 2-60 0 0,103-10 277 0 0,-187 24-264 0 0,6 0 22 0 0,-16-1-14 0 0,-23 0-14 0 0,-206 24 20 0 0,202-21-65 0 0,31-1 8 0 0,-12 0-30 0 0,11-1-10 0 0,57-2 3 0 0,70-13 22 0 0,-8 0 131 0 0,-106 15-68 0 0,-7 0-36 0 0,0 0 1 0 0,0 0-1 0 0,0-1 1 0 0,0 1-1 0 0,0 0 1 0 0,0-1-1 0 0,1 1 1 0 0,-1-1-1 0 0,-1 0 1 0 0,1 0-1 0 0,0 0 0 0 0,0 0 1 0 0,3-2-1 0 0,-4 2 17 0 0,-11-3-28 0 0,-4 0-7 0 0,-3 2-5 0 0,13 2-37 0 0,2 0-132 0 0,-16 0-638 0 0,9 1-2331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8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256 186 876 0 0,'6'-14'4848'0'0,"-3"8"-3711"0"0,-1-1 1 0 0,0 1-1 0 0,0-1 1 0 0,0 0-1 0 0,-1 0 1 0 0,1-9-1 0 0,-2 12-888 0 0,0 1-1 0 0,0-1 1 0 0,-1 0-1 0 0,1 1 1 0 0,-1-1-1 0 0,0 0 1 0 0,1 1-1 0 0,-2-1 1 0 0,1 1-1 0 0,0-1 1 0 0,-1 1 0 0 0,0 0-1 0 0,-2-4 1 0 0,2 5-217 0 0,1 0 1 0 0,-1 0 0 0 0,0 1 0 0 0,0-1 0 0 0,0 1 0 0 0,0 0 0 0 0,0-1 0 0 0,0 1-1 0 0,0 0 1 0 0,0 0 0 0 0,-1 0 0 0 0,1 1 0 0 0,0-1 0 0 0,-1 0 0 0 0,-3 0 0 0 0,-29 1 65 0 0,27 1-95 0 0,0 2 0 0 0,1-1 1 0 0,-1 1-1 0 0,1 0 0 0 0,-1 0 0 0 0,1 1 1 0 0,0 0-1 0 0,0 0 0 0 0,1 1 1 0 0,0 0-1 0 0,-1 0 0 0 0,1 0 1 0 0,-10 13-1 0 0,5-4-5 0 0,0 0 1 0 0,1 1-1 0 0,0 0 0 0 0,1 1 0 0 0,-7 17 1 0 0,14-27 1 0 0,-1 0 1 0 0,1 0-1 0 0,1 0 1 0 0,-1 0-1 0 0,1 0 1 0 0,0 0-1 0 0,0 1 1 0 0,1-1-1 0 0,0 9 1 0 0,1-11 3 0 0,-1 0 0 0 0,1-1 0 0 0,0 1 0 0 0,0 0 1 0 0,0 0-1 0 0,0 0 0 0 0,1-1 0 0 0,-1 1 0 0 0,1 0 0 0 0,0-1 0 0 0,0 0 0 0 0,1 1 1 0 0,-1-1-1 0 0,1 0 0 0 0,4 4 0 0 0,9 5-4 0 0,1 0 1 0 0,0-1-1 0 0,1-1 1 0 0,0-1-1 0 0,0-1 1 0 0,39 13-1 0 0,-28-11-1 0 0,54 27 0 0 0,-80-35 4 0 0,6 3 14 0 0,0 0-1 0 0,0 1 1 0 0,0 0 0 0 0,-1 0-1 0 0,13 13 1 0 0,-20-17 41 0 0,1 0-1 0 0,0 0 0 0 0,-1 1 1 0 0,1-1-1 0 0,-1 0 0 0 0,0 1 1 0 0,0 0-1 0 0,0-1 0 0 0,0 1 1 0 0,0-1-1 0 0,0 1 0 0 0,-1 0 1 0 0,1 0-1 0 0,-1-1 1 0 0,0 1-1 0 0,0 0 0 0 0,0 0 1 0 0,0 0-1 0 0,-1-1 0 0 0,1 1 1 0 0,-1 0-1 0 0,1 0 0 0 0,-1-1 1 0 0,0 1-1 0 0,0-1 0 0 0,-2 5 1 0 0,-1 1 82 0 0,-1-1-1 0 0,1 1 1 0 0,-2-1 0 0 0,1 0-1 0 0,-1-1 1 0 0,0 1 0 0 0,0-1 0 0 0,-1 0-1 0 0,1 0 1 0 0,-1-1 0 0 0,-1 0 0 0 0,-10 6-1 0 0,7-5-34 0 0,-1-1 0 0 0,0 0-1 0 0,0 0 1 0 0,-1-1 0 0 0,1-1 0 0 0,-1 0-1 0 0,-20 2 1 0 0,29-5-97 0 0,0 0 0 0 0,0-1-1 0 0,0 1 1 0 0,0-1 0 0 0,0 0 0 0 0,0 0-1 0 0,0 0 1 0 0,0 0 0 0 0,0 0 0 0 0,0-1-1 0 0,1 0 1 0 0,-1 0 0 0 0,1 0 0 0 0,-1 0-1 0 0,1-1 1 0 0,0 1 0 0 0,0-1 0 0 0,-4-3-1 0 0,6 2-10 0 0,-1 1-1 0 0,1-1 0 0 0,-1 1 1 0 0,1-1-1 0 0,0 1 0 0 0,0-1 1 0 0,0 0-1 0 0,1 1 0 0 0,0-1 0 0 0,-1 0 1 0 0,1 0-1 0 0,0 0 0 0 0,1 1 1 0 0,-1-1-1 0 0,1 0 0 0 0,0 1 1 0 0,-1-1-1 0 0,2 0 0 0 0,-1 1 0 0 0,2-5 1 0 0,4-8 9 0 0,2-1 0 0 0,18-28 0 0 0,-19 32-20 0 0,72-103-1 0 0,-44 68 22 0 0,49-92-1 0 0,-81 133-6 0 0,0 0 0 0 0,-1-1 0 0 0,-1 0 1 0 0,1 1-1 0 0,-1-1 0 0 0,0 0 0 0 0,-1 0 0 0 0,0 0 0 0 0,0 0 0 0 0,-1 0 1 0 0,-1-16-1 0 0,0 19-1 0 0,0 1 0 0 0,0-1 0 0 0,0 1 0 0 0,-1 0 0 0 0,0 0 0 0 0,1 0 0 0 0,-2 0 0 0 0,1 0 1 0 0,0 0-1 0 0,-1 0 0 0 0,0 1 0 0 0,1 0 0 0 0,-2-1 0 0 0,1 1 0 0 0,0 0 0 0 0,0 0 0 0 0,-1 0 0 0 0,0 1 0 0 0,0 0 0 0 0,1-1 1 0 0,-1 1-1 0 0,-7-2 0 0 0,-4-2-1 0 0,0 1 1 0 0,0 1 0 0 0,0 0-1 0 0,-29-2 1 0 0,37 5-194 0 0,0 1 1 0 0,0-1-1 0 0,0 2 1 0 0,0-1-1 0 0,0 1 1 0 0,0 0-1 0 0,0 0 1 0 0,0 1-1 0 0,0 0 1 0 0,0 0-1 0 0,1 1 1 0 0,-12 5-1 0 0,16-6-46 0 0,0-1 0 0 0,0 1-1 0 0,0-1 1 0 0,0 1 0 0 0,0 0 0 0 0,1-1-1 0 0,-1 1 1 0 0,1 0 0 0 0,-1 0 0 0 0,1 0-1 0 0,0 1 1 0 0,-1-1 0 0 0,1 0-1 0 0,0 0 1 0 0,1 1 0 0 0,-1-1 0 0 0,0 1-1 0 0,1-1 1 0 0,-1 5 0 0 0,1-4-419 0 0,0 0 0 0 0,0 0 1 0 0,0 0-1 0 0,1-1 0 0 0,-1 1 0 0 0,1 0 1 0 0,0 0-1 0 0,0 0 0 0 0,0-1 0 0 0,2 5 1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08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33 129 1492 0 0,'-17'0'7025'0'0,"1"2"-1383"0"0,32-8-3039 0 0,79-21-2079 0 0,-28 10-326 0 0,166-33 110 0 0,-128 28-120 0 0,-103 22-169 0 0,14-3 90 0 0,-5 1-91 0 0,-9 1-1 0 0,9-1 86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10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99 536 0 0,'1'-2'2027'0'0,"5"-8"835"0"0,0 1 1 0 0,0-2-1 0 0,5-14 1 0 0,-10 24-2282 0 0,0-23 2007 0 0,-2 23-2569 0 0,0 1 1 0 0,0-1-1 0 0,0 0 0 0 0,0 1 0 0 0,0-1 1 0 0,0 1-1 0 0,1-1 0 0 0,-1 1 0 0 0,0-1 0 0 0,-1 1 1 0 0,1 0-1 0 0,0-1 0 0 0,0 1 0 0 0,0 0 1 0 0,0 0-1 0 0,0 0 0 0 0,0 0 0 0 0,0 0 1 0 0,0 0-1 0 0,0 0 0 0 0,0 0 0 0 0,0 0 0 0 0,0 0 1 0 0,-1 1-1 0 0,1-1 0 0 0,0 0 0 0 0,0 1 1 0 0,0-1-1 0 0,-1 2 0 0 0,-33 18 37 0 0,29-16-39 0 0,-11 10-13 0 0,1 0 1 0 0,0 1 0 0 0,1 1 0 0 0,1 0-1 0 0,0 1 1 0 0,1 1 0 0 0,-14 26 0 0 0,24-39-1 0 0,0 0 1 0 0,1 1 0 0 0,0-1-1 0 0,0 1 1 0 0,0 0 0 0 0,1-1-1 0 0,-1 1 1 0 0,1 0 0 0 0,1 0-1 0 0,-1 0 1 0 0,1 0 0 0 0,1 7-1 0 0,-1-10 3 0 0,1-1-1 0 0,0 1 0 0 0,0-1 0 0 0,0 1 0 0 0,0-1 0 0 0,0 0 1 0 0,1 1-1 0 0,-1-1 0 0 0,0 0 0 0 0,1 0 0 0 0,0 0 1 0 0,0 0-1 0 0,-1 0 0 0 0,1-1 0 0 0,0 1 0 0 0,1 0 1 0 0,-1-1-1 0 0,0 1 0 0 0,0-1 0 0 0,4 1 0 0 0,5 4 148 0 0,1-1 0 0 0,20 6-1 0 0,-25-9-68 0 0,27 8 115 0 0,-11-3-109 0 0,0 0-1 0 0,39 19 1 0 0,-54-22-59 0 0,0 1 0 0 0,-1 0 0 0 0,0 1-1 0 0,0-1 1 0 0,-1 1 0 0 0,1 1 0 0 0,-1-1 0 0 0,0 1 0 0 0,-1 0 0 0 0,0 1 0 0 0,0-1 0 0 0,4 10 0 0 0,-7-13 87 0 0,0 1-1 0 0,0 0 1 0 0,0 0 0 0 0,0 0 0 0 0,-1 1 0 0 0,0-1 0 0 0,0 0 0 0 0,0 0-1 0 0,-1 1 1 0 0,0-1 0 0 0,0 0 0 0 0,0 1 0 0 0,-1-1 0 0 0,0 0-1 0 0,0 1 1 0 0,0-1 0 0 0,0 0 0 0 0,-1 0 0 0 0,0 0 0 0 0,0 0 0 0 0,-4 6-1 0 0,0-1 48 0 0,-1-1 0 0 0,-1 0 0 0 0,1 0-1 0 0,-1-1 1 0 0,-1 0 0 0 0,0-1-1 0 0,0 1 1 0 0,0-2 0 0 0,-1 1 0 0 0,0-2-1 0 0,0 1 1 0 0,0-1 0 0 0,-1 0-1 0 0,0-1 1 0 0,1-1 0 0 0,-2 0 0 0 0,-16 3-1 0 0,25-5-129 0 0,1-1-1 0 0,-1 0 0 0 0,0 1 0 0 0,0-1 1 0 0,1 0-1 0 0,-1 0 0 0 0,0 0 1 0 0,0-1-1 0 0,0 1 0 0 0,1-1 0 0 0,-1 0 1 0 0,0 0-1 0 0,1 1 0 0 0,-6-4 0 0 0,7 3-23 0 0,-1 0-1 0 0,0-1 1 0 0,1 1-1 0 0,0 0 0 0 0,-1-1 1 0 0,1 1-1 0 0,0-1 1 0 0,0 0-1 0 0,0 1 0 0 0,0-1 1 0 0,0 0-1 0 0,0 1 1 0 0,0-1-1 0 0,1 0 0 0 0,-1 0 1 0 0,0-2-1 0 0,0-2-6 0 0,1 0-1 0 0,-1 0 0 0 0,1 0 0 0 0,1 1 1 0 0,-1-1-1 0 0,1 0 0 0 0,0 0 0 0 0,0 1 1 0 0,1-1-1 0 0,-1 1 0 0 0,5-9 0 0 0,22-39-6 0 0,2 1-1 0 0,2 1 0 0 0,42-48 1 0 0,49-79-46 0 0,-119 172 47 0 0,-1 0 1 0 0,0 0-1 0 0,0-1 1 0 0,-1 1 0 0 0,0-1-1 0 0,0 0 1 0 0,0 1-1 0 0,-1-1 1 0 0,1-12 0 0 0,-2 16-3 0 0,0 0 1 0 0,0-1-1 0 0,-1 1 1 0 0,1 0-1 0 0,-1 0 1 0 0,1-1 0 0 0,-1 1-1 0 0,0 0 1 0 0,-1 0-1 0 0,1 0 1 0 0,0 0-1 0 0,-1 0 1 0 0,0 1 0 0 0,1-1-1 0 0,-1 0 1 0 0,0 1-1 0 0,-1-1 1 0 0,1 1-1 0 0,0 0 1 0 0,-1 0 0 0 0,1 0-1 0 0,-4-3 1 0 0,-3 1-49 0 0,0 0 0 0 0,1 0 0 0 0,-2 1 0 0 0,1 0 1 0 0,0 0-1 0 0,-1 1 0 0 0,1 0 0 0 0,-1 1 0 0 0,1 0 0 0 0,-1 0 1 0 0,0 1-1 0 0,0 1 0 0 0,1-1 0 0 0,-1 2 0 0 0,-12 2 1 0 0,2 0-824 0 0,1 2 0 0 0,1 0 0 0 0,-1 0 1 0 0,1 2-1 0 0,0 0 0 0 0,-28 19 0 0 0,7 4-2840 0 0,16-7-2575 0 0,12-9-120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12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7 184 0 0,'-29'3'6466'0'0,"26"-2"-5297"0"0,-54 8 5887 0 0,55-8-6214 0 0,20 3-760 0 0,-3-4-46 0 0,0 0-1 0 0,0-1 0 0 0,26-5 0 0 0,-6 1 12 0 0,-3 2-207 0 0,73-6-881 0 0,-38 11-6631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12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28 2592 0 0,'-20'11'3419'0'0,"10"-6"-1812"0"0,0 0 1 0 0,0 1-1 0 0,1 0 0 0 0,-11 9 0 0 0,20-15-1591 0 0,0 0-1 0 0,0 0 0 0 0,0 0 0 0 0,0 0 1 0 0,-1 0-1 0 0,1 0 0 0 0,0 0 1 0 0,0 0-1 0 0,0 1 0 0 0,0-1 0 0 0,0 0 1 0 0,0 0-1 0 0,0 0 0 0 0,0 0 1 0 0,0 0-1 0 0,-1 0 0 0 0,1 0 0 0 0,0 1 1 0 0,0-1-1 0 0,0 0 0 0 0,0 0 1 0 0,0 0-1 0 0,0 0 0 0 0,0 0 0 0 0,0 1 1 0 0,0-1-1 0 0,0 0 0 0 0,0 0 0 0 0,0 0 1 0 0,0 0-1 0 0,0 0 0 0 0,0 0 1 0 0,0 1-1 0 0,0-1 0 0 0,0 0 0 0 0,0 0 1 0 0,0 0-1 0 0,1 0 0 0 0,-1 0 1 0 0,0 0-1 0 0,0 1 0 0 0,0-1 0 0 0,0 0 1 0 0,0 0-1 0 0,0 0 0 0 0,0 0 1 0 0,0 0-1 0 0,0 0 0 0 0,1 0 0 0 0,-1 0 1 0 0,0 0-1 0 0,0 1 0 0 0,0-1 1 0 0,0 0-1 0 0,0 0 0 0 0,0 0 0 0 0,1 0 1 0 0,-1 0-1 0 0,14 1 241 0 0,18-3-112 0 0,196-34 289 0 0,-49 7-4399 0 0,-107 18-1296 0 0,-38 6 1112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18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63 932 0 0,'-3'-4'1413'0'0,"-1"0"-1"0"0,1 0 1 0 0,-1 1 0 0 0,0-1 0 0 0,-9-5 731 0 0,-24-11 3827 0 0,44 18-5879 0 0,1-1-1 0 0,0 1 1 0 0,0 1 0 0 0,0-1 0 0 0,0 1 0 0 0,0 1-1 0 0,12 0 1 0 0,-1-1-43 0 0,12-1-23 0 0,0 2-1 0 0,0 1 1 0 0,0 1-1 0 0,0 2 0 0 0,-1 1 1 0 0,59 18-1 0 0,-82-21-19 0 0,-1 0 1 0 0,0 1-1 0 0,0 0 0 0 0,0 0 1 0 0,0 1-1 0 0,0 0 0 0 0,-1 0 0 0 0,1 0 1 0 0,4 6-1 0 0,-8-8 0 0 0,-1 0-1 0 0,1 0 1 0 0,-1 0-1 0 0,1 0 1 0 0,-1 1 0 0 0,0-1-1 0 0,0 1 1 0 0,0-1 0 0 0,0 1-1 0 0,0-1 1 0 0,-1 1 0 0 0,1-1-1 0 0,-1 1 1 0 0,0 0 0 0 0,1-1-1 0 0,-1 1 1 0 0,0 0-1 0 0,-1-1 1 0 0,1 1 0 0 0,0 0-1 0 0,-1-1 1 0 0,0 1 0 0 0,1-1-1 0 0,-1 1 1 0 0,-2 4 0 0 0,-4 6 9 0 0,0-1 0 0 0,0 0 1 0 0,-1 0-1 0 0,0-1 1 0 0,-1 0-1 0 0,-1-1 1 0 0,-14 14-1 0 0,2-5 95 0 0,-1-2 0 0 0,-38 25 1 0 0,18-15 801 0 0,42-26-787 0 0,4-3-116 0 0,0 0 0 0 0,0 0-1 0 0,0 0 1 0 0,1 0 0 0 0,-1 1 0 0 0,1 0 0 0 0,0 0-1 0 0,-1 0 1 0 0,6-1 0 0 0,4 1-9 0 0,1 0-1 0 0,-1 1 1 0 0,0 0 0 0 0,0 1-1 0 0,1 1 1 0 0,-1 0 0 0 0,0 1 0 0 0,0 1-1 0 0,-1-1 1 0 0,1 2 0 0 0,-1 0-1 0 0,0 0 1 0 0,0 2 0 0 0,0-1-1 0 0,-1 1 1 0 0,0 1 0 0 0,-1 0-1 0 0,1 0 1 0 0,-2 1 0 0 0,10 11-1 0 0,-16-17 51 0 0,0 0 0 0 0,0 0 0 0 0,-1 0 0 0 0,0 1-1 0 0,1 0 1 0 0,-1-1 0 0 0,-1 1 0 0 0,1 0 0 0 0,0 0-1 0 0,-1 0 1 0 0,0 0 0 0 0,0 0 0 0 0,0 0 0 0 0,0 0-1 0 0,-1 0 1 0 0,0 1 0 0 0,0 4 0 0 0,0-3 46 0 0,-1 0 0 0 0,-1-1 0 0 0,1 1 0 0 0,-1-1 0 0 0,0 1 0 0 0,0-1 0 0 0,-1 0 0 0 0,1 1 0 0 0,-1-1 0 0 0,0-1 0 0 0,-6 8 0 0 0,1-3 97 0 0,-1 1-1 0 0,0-1 0 0 0,0-1 1 0 0,-1 0-1 0 0,0 0 0 0 0,-1-1 1 0 0,1 0-1 0 0,-2-1 1 0 0,1 0-1 0 0,-23 8 0 0 0,11-8-73 0 0,0-2-1 0 0,0 0 0 0 0,0-1 0 0 0,0-1 0 0 0,0-1 0 0 0,-1-2 0 0 0,1 0 0 0 0,0-1 0 0 0,0-1 1 0 0,0-2-1 0 0,0 0 0 0 0,1-1 0 0 0,-23-10 0 0 0,30 10-146 0 0,11 5-98 0 0,-1 0 0 0 0,1-1 0 0 0,0 0 0 0 0,0 0 0 0 0,0-1 0 0 0,0 1 0 0 0,-7-6 0 0 0,10 7-66 0 0,0 0 0 0 0,0 0 0 0 0,0-1 0 0 0,0 1-1 0 0,0 0 1 0 0,0 0 0 0 0,1 0 0 0 0,-1-1 0 0 0,0 1-1 0 0,1 0 1 0 0,-1-1 0 0 0,1 1 0 0 0,0-1 0 0 0,-1 1-1 0 0,1-1 1 0 0,0 1 0 0 0,0-1 0 0 0,0 1 0 0 0,0 0-1 0 0,0-1 1 0 0,0 1 0 0 0,0-1 0 0 0,1 1-1 0 0,-1-1 1 0 0,0 1 0 0 0,1-1 0 0 0,-1 1 0 0 0,1 0-1 0 0,0-1 1 0 0,-1 1 0 0 0,1 0 0 0 0,0 0 0 0 0,0-1-1 0 0,0 1 1 0 0,1-1 0 0 0,3-5-1552 0 0,1 1 1 0 0,-1 0-1 0 0,1 0 1 0 0,11-8-1 0 0,0 0-3852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18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124 116 1580 0 0,'22'-51'12883'0'0,"-2"7"-7698"0"0,-19 42-5143 0 0,1 1 1 0 0,0-1-1 0 0,-1 1 0 0 0,1-1 1 0 0,0 1-1 0 0,0-1 1 0 0,0 1-1 0 0,0 0 0 0 0,0 0 1 0 0,0 0-1 0 0,0 0 0 0 0,0 1 1 0 0,0-1-1 0 0,0 0 1 0 0,1 1-1 0 0,-1 0 0 0 0,3-1 1 0 0,1 0-26 0 0,0 1 1 0 0,0 0-1 0 0,0 0 0 0 0,1 0 1 0 0,5 2-1 0 0,-4-1-10 0 0,-1 1 0 0 0,1 1 0 0 0,-1-1 0 0 0,1 1 0 0 0,-1 0 0 0 0,0 1-1 0 0,-1 0 1 0 0,1 0 0 0 0,-1 0 0 0 0,1 1 0 0 0,-1 0 0 0 0,-1 0 0 0 0,1 1 0 0 0,-1-1 0 0 0,0 1-1 0 0,0 0 1 0 0,0 1 0 0 0,-1-1 0 0 0,0 1 0 0 0,3 7 0 0 0,-3-5 30 0 0,-1 0 0 0 0,0 0 1 0 0,0 1-1 0 0,-1-1 0 0 0,-1 1 0 0 0,1-1 1 0 0,-1 1-1 0 0,-1-1 0 0 0,0 1 0 0 0,0 0 1 0 0,-1-1-1 0 0,0 1 0 0 0,-1-1 1 0 0,0 1-1 0 0,0-1 0 0 0,-5 10 0 0 0,-2 3 149 0 0,-1-1 0 0 0,-1 0 0 0 0,-1-1 0 0 0,-1 0 0 0 0,-1 0 0 0 0,-1-2 0 0 0,-20 21 0 0 0,0-5 514 0 0,-1-1 1 0 0,-61 41-1 0 0,90-69-583 0 0,-18 12 501 0 0,-36 32 1 0 0,60-48-597 0 0,19 3 52 0 0,-2-4-51 0 0,-1 0-1 0 0,1-1 0 0 0,-1-1 0 0 0,23-5 0 0 0,0 1 5 0 0,533-85 78 0 0,-502 81-107 0 0,-66 10-135 0 0,5-5-611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19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1960 0 0,'0'0'19037'0'0,"4"0"-18992"0"0,123-2 280 0 0,-90-1-1531 0 0,0 2 0 0 0,57 6 0 0 0,-89-4 337 0 0,1 0-1 0 0,-1 0 1 0 0,1 1 0 0 0,-1 0 0 0 0,0 0-1 0 0,0 0 1 0 0,6 5 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19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 1452 0 0,'-214'86'14574'0'0,"211"-85"-13998"0"0,6-1-428 0 0,17 1-81 0 0,1-2 0 0 0,-1-1 0 0 0,0-1 0 0 0,39-9 0 0 0,-9 1-584 0 0,25-2-1009 0 0,102-20-6305 0 0,-124 20 3024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20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62 96 0 0,'-20'-30'11821'0'0,"2"2"-4618"0"0,16 27-6871 0 0,2 1-318 0 0,0 0 0 0 0,0 0 0 0 0,0-1 0 0 0,0 1 0 0 0,-1 0 0 0 0,1 0 0 0 0,0 0 0 0 0,0-1 0 0 0,0 1 0 0 0,-1 0 1 0 0,1 0-1 0 0,0 0 0 0 0,0 0 0 0 0,-1 0 0 0 0,1 0 0 0 0,0-1 0 0 0,0 1 0 0 0,-1 0 0 0 0,1 0 0 0 0,0 0 1 0 0,0 0-1 0 0,-1 0 0 0 0,1 0 0 0 0,0 0 0 0 0,0 0 0 0 0,-1 0 0 0 0,1 0 0 0 0,0 0 0 0 0,0 0 0 0 0,-1 1 0 0 0,1-1 1 0 0,0 0-1 0 0,0 0 0 0 0,-1 0 0 0 0,1 0 0 0 0,0 0 0 0 0,0 0 0 0 0,-1 1 0 0 0,1-1 0 0 0,0 0 0 0 0,0 0 1 0 0,0 0-1 0 0,0 0 0 0 0,-1 1 0 0 0,1-1 0 0 0,0 0 0 0 0,0 0 0 0 0,0 1 0 0 0,0-1 0 0 0,0 0 0 0 0,0 0 0 0 0,-1 1 1 0 0,1-1-1 0 0,0 0 0 0 0,0 0 0 0 0,0 1 0 0 0,0-1 0 0 0,0 0 0 0 0,0 0 0 0 0,0 1 0 0 0,0-1 0 0 0,0 0 1 0 0,0 0-1 0 0,0 1 0 0 0,0-1 0 0 0,1 1 0 0 0,-3 11 146 0 0,-2 26 199 0 0,2 0 0 0 0,3 70 1 0 0,1-96-333 0 0,0 1 1 0 0,0-1 0 0 0,2 1 0 0 0,-1-1-1 0 0,7 15 1 0 0,-6-20-10 0 0,-1-1 1 0 0,1 1-1 0 0,0-1 1 0 0,0 0-1 0 0,1 0 1 0 0,0 0-1 0 0,0-1 1 0 0,0 1-1 0 0,12 8 1 0 0,-12-11-11 0 0,-1 0 0 0 0,1 0 0 0 0,0 0 0 0 0,0-1 0 0 0,1 1 0 0 0,-1-1 0 0 0,0 0 1 0 0,1-1-1 0 0,-1 0 0 0 0,1 1 0 0 0,0-2 0 0 0,-1 1 0 0 0,1-1 0 0 0,0 0 0 0 0,-1 0 0 0 0,1 0 1 0 0,0-1-1 0 0,-1 0 0 0 0,1 0 0 0 0,-1 0 0 0 0,1-1 0 0 0,-1 0 0 0 0,0 0 0 0 0,8-4 0 0 0,-4 1-3 0 0,1-1 0 0 0,-1 0 0 0 0,-1-1 0 0 0,1 0 0 0 0,-1-1 0 0 0,0 1 0 0 0,-1-1 0 0 0,0-1-1 0 0,0 1 1 0 0,-1-1 0 0 0,10-17 0 0 0,0-9 125 0 0,-1 0 0 0 0,10-37 0 0 0,-22 61-12 0 0,-2 9-64 0 0,4 12 293 0 0,-5 93 803 0 0,-5-1 0 0 0,-19 111 1 0 0,14-146-1507 0 0,5-25-3876 0 0,5-41 4078 0 0,-1-1-1 0 0,1 0 1 0 0,0 1-1 0 0,0-1 1 0 0,0 0-1 0 0,0 1 1 0 0,0-1-1 0 0,0 1 1 0 0,0-1-1 0 0,0 0 1 0 0,1 1-1 0 0,-1-1 1 0 0,0 0 0 0 0,0 1-1 0 0,0-1 1 0 0,23 3-9008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20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206 132 680 0 0,'-5'-31'5172'0'0,"5"26"-4678"0"0,0-1 1 0 0,-1 1-1 0 0,0 0 1 0 0,0 0-1 0 0,0 0 1 0 0,-1 0-1 0 0,1 0 1 0 0,-1 0-1 0 0,0 1 1 0 0,-1-1 0 0 0,1 0-1 0 0,-1 1 1 0 0,0 0-1 0 0,0 0 1 0 0,0 0-1 0 0,0 0 1 0 0,-6-4-1 0 0,7 6-424 0 0,0 1-1 0 0,0-1 0 0 0,0 1 0 0 0,0 0 1 0 0,0 0-1 0 0,-1 0 0 0 0,1 0 1 0 0,-1 1-1 0 0,1-1 0 0 0,0 0 0 0 0,-1 1 1 0 0,1 0-1 0 0,-1 0 0 0 0,1 0 1 0 0,-1 0-1 0 0,1 0 0 0 0,-5 1 0 0 0,2 0-19 0 0,0 0 0 0 0,0 1 0 0 0,1-1 0 0 0,-1 1-1 0 0,0 1 1 0 0,1-1 0 0 0,0 1 0 0 0,-7 4-1 0 0,4-2-35 0 0,1 0-1 0 0,1 1 0 0 0,-1-1 0 0 0,1 1 0 0 0,0 0 1 0 0,0 0-1 0 0,1 1 0 0 0,-1-1 0 0 0,1 1 0 0 0,1 0 1 0 0,-5 13-1 0 0,7-15 30 0 0,0 1 0 0 0,0 0 1 0 0,1-1-1 0 0,0 1 0 0 0,0 0 0 0 0,0 0 1 0 0,1 0-1 0 0,0-1 0 0 0,0 1 1 0 0,0-1-1 0 0,1 1 0 0 0,0 0 0 0 0,0-1 1 0 0,0 0-1 0 0,1 0 0 0 0,0 0 0 0 0,0 0 1 0 0,0 0-1 0 0,0 0 0 0 0,6 5 1 0 0,10 10 251 0 0,-1-1 1 0 0,2-1 0 0 0,27 18 0 0 0,-15-10-135 0 0,-17-14-70 0 0,5 4 63 0 0,36 37-1 0 0,-52-49-22 0 0,0 1 1 0 0,0 0-1 0 0,-1 0 0 0 0,1 0 0 0 0,-1 0 0 0 0,0 0 0 0 0,-1 0 0 0 0,1 1 1 0 0,-1-1-1 0 0,0 1 0 0 0,-1 0 0 0 0,1 0 0 0 0,-1 0 0 0 0,1 7 0 0 0,-2-9-3 0 0,-1 0 0 0 0,1 0 0 0 0,-1 0 0 0 0,1-1 0 0 0,-1 1 0 0 0,0 0 1 0 0,-1 0-1 0 0,1-1 0 0 0,0 1 0 0 0,-1-1 0 0 0,0 0 0 0 0,0 1 0 0 0,0-1 0 0 0,0 0 0 0 0,-4 4 0 0 0,1-3 25 0 0,0 1 0 0 0,0-1 0 0 0,0 0 0 0 0,-1 0 0 0 0,1 0 0 0 0,-1-1 1 0 0,0 0-1 0 0,-8 4 0 0 0,4-4 1 0 0,0 1 0 0 0,0-2 0 0 0,0 1 0 0 0,0-1 1 0 0,0-1-1 0 0,-1 0 0 0 0,1 0 0 0 0,0-1 0 0 0,-1 0 0 0 0,1-1 1 0 0,-13-2-1 0 0,19 2-118 0 0,0 0 0 0 0,-1-1 0 0 0,1 1 0 0 0,0-1 0 0 0,0 0 0 0 0,0 0 1 0 0,0 0-1 0 0,0-1 0 0 0,0 1 0 0 0,1-1 0 0 0,-1 0 0 0 0,1 0 0 0 0,0 0 0 0 0,0-1 0 0 0,0 1 0 0 0,-5-8 1 0 0,6 7-32 0 0,1 1 1 0 0,-1-1 0 0 0,1 0-1 0 0,0 0 1 0 0,0 1 0 0 0,0-1 0 0 0,1 0-1 0 0,-1 0 1 0 0,1 0 0 0 0,0 0-1 0 0,0 0 1 0 0,1 0 0 0 0,-1 0 0 0 0,1 0-1 0 0,-1 1 1 0 0,1-1 0 0 0,0 0-1 0 0,1 0 1 0 0,2-6 0 0 0,15-24-10 0 0,1 0 0 0 0,1 2 0 0 0,2 0 0 0 0,36-38 0 0 0,-24 29 14 0 0,43-66 0 0 0,-73 97-11 0 0,0 0-1 0 0,-1 0 1 0 0,5-15 0 0 0,-7 18 3 0 0,-1 6-4 0 0,-1-1 1 0 0,0 1-1 0 0,0 0 0 0 0,1-1 1 0 0,-1 1-1 0 0,0-1 0 0 0,0 1 0 0 0,0-1 1 0 0,-1 1-1 0 0,1 0 0 0 0,0-1 1 0 0,0 1-1 0 0,-1-1 0 0 0,1 1 0 0 0,-1 0 1 0 0,1 0-1 0 0,-1-1 0 0 0,0 1 1 0 0,0 0-1 0 0,1 0 0 0 0,-1-1 0 0 0,0 1 1 0 0,0 0-1 0 0,0 0 0 0 0,0 0 1 0 0,0 0-1 0 0,0 0 0 0 0,0 1 0 0 0,-1-1 1 0 0,1 0-1 0 0,0 0 0 0 0,0 1 1 0 0,-1-1-1 0 0,-1 0 0 0 0,-2-1-2 0 0,1 0-1 0 0,-1 1 0 0 0,0 0 1 0 0,1-1-1 0 0,-1 1 1 0 0,0 1-1 0 0,-6-1 0 0 0,-2 2-30 0 0,0 0-1 0 0,0 2 0 0 0,0-1 0 0 0,0 2 1 0 0,-23 8-1 0 0,31-10-263 0 0,0 0 1 0 0,0 0 0 0 0,0 1-1 0 0,1 0 1 0 0,-1-1 0 0 0,1 1-1 0 0,-1 1 1 0 0,1-1-1 0 0,0 1 1 0 0,1 0 0 0 0,-1 0-1 0 0,1 0 1 0 0,-1 0-1 0 0,1 0 1 0 0,0 1 0 0 0,-4 8-1 0 0,7-11 6 0 0,-1 0 0 0 0,1 0-1 0 0,0 0 1 0 0,-1 1 0 0 0,1-1-1 0 0,0 0 1 0 0,0 0 0 0 0,0 0-1 0 0,1 0 1 0 0,-1 1-1 0 0,0-1 1 0 0,1 0 0 0 0,0 0-1 0 0,-1 0 1 0 0,1 0 0 0 0,0 0-1 0 0,0 0 1 0 0,0 0 0 0 0,0 0-1 0 0,0-1 1 0 0,1 1 0 0 0,-1 0-1 0 0,3 2 1 0 0,16 12-5429 0 0,-4-7-955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21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76 1896 0 0,'-12'-3'6939'0'0,"-7"-3"-589"0"0,16 5-5473 0 0,0 0 0 0 0,0 0 0 0 0,0 0 0 0 0,0 0 0 0 0,0 1 0 0 0,0-1 0 0 0,-5 1 0 0 0,38-9-563 0 0,88-1 31 0 0,1 1-1240 0 0,-39-1-2658 0 0,-70 9 2746 0 0,23-5-2225 0 0,-10-1-1997 0 0,-1-1-2111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21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76 580 0 0,'-1'-39'11234'0'0,"0"3"-3666"0"0,6 53-5501 0 0,11 37 224 0 0,-3 1 0 0 0,13 108 0 0 0,-17-75-1911 0 0,-4 1 1 0 0,-7 96-1 0 0,0-161-831 0 0,0 27-4520 0 0,9-20-4604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22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361 228 1536 0 0,'10'-45'5177'0'0,"-3"1"-1"0"0,-1-1 1 0 0,0-48 0 0 0,-22 97-5017 0 0,10 0-127 0 0,0-1 0 0 0,1 1 0 0 0,-1 1 0 0 0,1-1 0 0 0,0 1 0 0 0,1 0 0 0 0,-8 8 0 0 0,-3 4 43 0 0,-34 40 22 0 0,2 2-1 0 0,-56 92 1 0 0,88-127-84 0 0,1 1-1 0 0,-17 41 1 0 0,27-54-10 0 0,0 0 1 0 0,0-1-1 0 0,1 1 1 0 0,1 0-1 0 0,0 0 0 0 0,1 1 1 0 0,0-1-1 0 0,1 18 1 0 0,0-26 9 0 0,1 0 0 0 0,0 0 0 0 0,0 0 0 0 0,0 0 0 0 0,0 0 0 0 0,1 0 0 0 0,-1-1 0 0 0,1 1 1 0 0,0 0-1 0 0,0-1 0 0 0,1 1 0 0 0,-1-1 0 0 0,1 0 0 0 0,5 6 0 0 0,-3-5-5 0 0,0 0 0 0 0,1 0 0 0 0,-1 0 0 0 0,1-1 0 0 0,0 0 1 0 0,0 0-1 0 0,1 0 0 0 0,8 2 0 0 0,-1-1 92 0 0,1-1 0 0 0,-1-1 0 0 0,1 0 0 0 0,-1-1 0 0 0,1 0 0 0 0,-1-1 0 0 0,27-4 0 0 0,-24 1 300 0 0,1-1 0 0 0,-1-1-1 0 0,0-1 1 0 0,30-14 0 0 0,-41 17-211 0 0,1 0 1 0 0,-1-1-1 0 0,1 0 1 0 0,-1 0-1 0 0,0 0 1 0 0,-1-1 0 0 0,1 0-1 0 0,-1 0 1 0 0,0-1-1 0 0,0 1 1 0 0,0-1-1 0 0,-1 0 1 0 0,7-13-1 0 0,-10 17-176 0 0,0 1-1 0 0,-1 0 1 0 0,1-1-1 0 0,-1 1 1 0 0,0 0-1 0 0,1-1 1 0 0,-1 1 0 0 0,0-1-1 0 0,0 1 1 0 0,0-1-1 0 0,0 1 1 0 0,0-1-1 0 0,0 1 1 0 0,0-1-1 0 0,-1 1 1 0 0,1-1-1 0 0,0 1 1 0 0,-1 0-1 0 0,1-1 1 0 0,-1 1-1 0 0,0 0 1 0 0,0-2 0 0 0,-1 1-5 0 0,1 1 1 0 0,-1-1 0 0 0,1 1 0 0 0,-1-1 0 0 0,0 1 0 0 0,0 0 0 0 0,0-1-1 0 0,0 1 1 0 0,0 0 0 0 0,0 0 0 0 0,0 1 0 0 0,0-1 0 0 0,-3 0 0 0 0,-2-1-14 0 0,-1 1 0 0 0,0 0 0 0 0,1 0 0 0 0,-1 1 0 0 0,0 0 1 0 0,0 0-1 0 0,-9 2 0 0 0,-4 3-641 0 0,1 0 1 0 0,-1 2-1 0 0,1 0 0 0 0,1 2 0 0 0,-37 20 1 0 0,-84 67-9948 0 0,113-76 7016 0 0,-11 9-5292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5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712 59 1160 0 0,'1'-2'1492'0'0,"22"-38"6411"0"0,-14 23-4148 0 0,-6 48-2530 0 0,-2 0 0 0 0,-5 63 0 0 0,2-57-769 0 0,-4 409 1231 0 0,7-301-1390 0 0,0-132-184 0 0,1-21-17 0 0,2-19-60 0 0,-4 10-41 0 0,0-1 0 0 0,-1 0 0 0 0,0 1 0 0 0,-2-1 0 0 0,0 1 0 0 0,-1 0 0 0 0,-7-20 1 0 0,10 35 0 0 0,1 0 1 0 0,-1 1-1 0 0,0-1 1 0 0,0 0-1 0 0,-1 0 1 0 0,1 1-1 0 0,0-1 1 0 0,0 1-1 0 0,-1-1 1 0 0,1 1-1 0 0,-1 0 1 0 0,1 0-1 0 0,-1-1 1 0 0,1 1-1 0 0,-1 0 1 0 0,0 0-1 0 0,0 0 1 0 0,0 1-1 0 0,1-1 1 0 0,-1 0-1 0 0,0 1 1 0 0,0-1-1 0 0,0 1 1 0 0,-4-1-1 0 0,1 2 0 0 0,0-1 0 0 0,0 1 1 0 0,0-1-1 0 0,1 1 0 0 0,-1 1 0 0 0,0-1 0 0 0,1 1 0 0 0,-10 4 0 0 0,-19 11 13 0 0,1 2 0 0 0,0 1 0 0 0,-42 35 0 0 0,-79 84-12 0 0,115-103-1 0 0,-154 168 87 0 0,117-112-3168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6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47 191 140 0 0,'-10'-12'4998'0'0,"2"1"-2706"0"0,1 0 1 0 0,-12-23 0 0 0,19 32-2213 0 0,-1-1 0 0 0,1 1 0 0 0,-1 0 1 0 0,1-1-1 0 0,0 1 0 0 0,0 0 0 0 0,0-1 0 0 0,0 1 1 0 0,0 0-1 0 0,0-1 0 0 0,1 1 0 0 0,-1 0 1 0 0,1-1-1 0 0,0 1 0 0 0,0 0 0 0 0,0 0 0 0 0,0 0 1 0 0,0 0-1 0 0,0 0 0 0 0,0 0 0 0 0,1 0 0 0 0,-1 0 1 0 0,3-3-1 0 0,2-1 15 0 0,1-1 0 0 0,0 1 0 0 0,0 0 0 0 0,11-7 1 0 0,-12 9-70 0 0,1 0 1 0 0,0 0-1 0 0,0 1 1 0 0,0 0 0 0 0,0 1-1 0 0,1 0 1 0 0,-1 0-1 0 0,1 0 1 0 0,-1 1 0 0 0,1 0-1 0 0,-1 0 1 0 0,10 1-1 0 0,-13 0-3 0 0,-1 0-1 0 0,0 1 1 0 0,1-1 0 0 0,-1 1-1 0 0,0 0 1 0 0,0 0-1 0 0,1 0 1 0 0,-1 0-1 0 0,0 0 1 0 0,0 1 0 0 0,0-1-1 0 0,0 1 1 0 0,-1 0-1 0 0,1 0 1 0 0,0 0-1 0 0,-1 0 1 0 0,1 0 0 0 0,-1 1-1 0 0,0-1 1 0 0,0 1-1 0 0,0 0 1 0 0,0-1-1 0 0,0 1 1 0 0,0 0 0 0 0,-1 0-1 0 0,1 0 1 0 0,-1 0-1 0 0,0 0 1 0 0,1 7-1 0 0,0-2 12 0 0,-1 0-1 0 0,-1 1 0 0 0,0-1 0 0 0,0 1 1 0 0,0-1-1 0 0,-1 0 0 0 0,0 1 0 0 0,-1-1 1 0 0,0 0-1 0 0,0 0 0 0 0,-5 10 0 0 0,-5 11 95 0 0,-28 46-1 0 0,19-38-27 0 0,-23 39 1834 0 0,43-74-1403 0 0,40-5-248 0 0,-34 2-275 0 0,0 1-1 0 0,-1 0 1 0 0,1 0-1 0 0,0 0 1 0 0,0 1-1 0 0,0 0 1 0 0,-1 0 0 0 0,1 0-1 0 0,-1 0 1 0 0,1 1-1 0 0,7 3 1 0 0,-4-1 22 0 0,0 0 0 0 0,0 1 0 0 0,0 0 0 0 0,12 12 0 0 0,-17-14 48 0 0,1 0 0 0 0,-1 1 0 0 0,0-1 0 0 0,0 1 0 0 0,0 0 1 0 0,0 0-1 0 0,-1 0 0 0 0,0 1 0 0 0,0-1 0 0 0,0 0 0 0 0,0 1 1 0 0,0 0-1 0 0,-1-1 0 0 0,0 1 0 0 0,0 0 0 0 0,0-1 0 0 0,-1 1 0 0 0,0 0 1 0 0,0 0-1 0 0,0 0 0 0 0,0 0 0 0 0,-1-1 0 0 0,1 1 0 0 0,-1 0 0 0 0,-3 6 1 0 0,1-3 82 0 0,0 1 0 0 0,-1-1 0 0 0,0 0 0 0 0,-1-1 0 0 0,1 1 0 0 0,-1-1 0 0 0,-1 0 0 0 0,0 0 0 0 0,0-1 0 0 0,0 1 0 0 0,-1-1 0 0 0,1-1 0 0 0,-10 7 0 0 0,9-7-104 0 0,1-1 0 0 0,-1 1 0 0 0,0-1 1 0 0,-1-1-1 0 0,1 1 0 0 0,-1-1 0 0 0,1 0 0 0 0,-1-1 0 0 0,0 0 0 0 0,0 0 0 0 0,0-1 0 0 0,0 0 0 0 0,0 0 1 0 0,0-1-1 0 0,0 0 0 0 0,-11-1 0 0 0,16 0-70 0 0,-1 1-46 0 0,0 0 1 0 0,1-1 0 0 0,-1 1 0 0 0,1-1 0 0 0,-1 0-1 0 0,0 0 1 0 0,1 0 0 0 0,-1-1 0 0 0,1 1 0 0 0,0-1-1 0 0,0 0 1 0 0,0 0 0 0 0,-1 0 0 0 0,2 0 0 0 0,-1-1-1 0 0,-5-4 1 0 0,8 6-52 0 0,-1 0 0 0 0,1 1 0 0 0,0-1-1 0 0,0 0 1 0 0,0 1 0 0 0,0-1 0 0 0,0 0 0 0 0,0 0 0 0 0,0 1-1 0 0,0-1 1 0 0,0 0 0 0 0,0 0 0 0 0,0 1 0 0 0,1-1-1 0 0,-1 0 1 0 0,0 1 0 0 0,0-1 0 0 0,1 0 0 0 0,-1 1 0 0 0,0-1-1 0 0,1 0 1 0 0,-1 1 0 0 0,1-1 0 0 0,13-13-2112 0 0,-8 10 665 0 0,1 0 1 0 0,0 0-1 0 0,0 1 1 0 0,0 0 0 0 0,0 1-1 0 0,13-4 1 0 0,-4 3-3715 0 0</inkml:trace>
  <inkml:trace contextRef="#ctx0" brushRef="#br0" timeOffset="1">827 870 2380 0 0,'-20'23'8734'0'0,"2"-3"-3272"0"0,14-12-3779 0 0,4-8-1646 0 0,0 0 0 0 0,0 0 0 0 0,0 1 0 0 0,-1-1 0 0 0,1 0 0 0 0,0 0 1 0 0,0 0-1 0 0,0 1 0 0 0,0-1 0 0 0,1 0 0 0 0,-1 0 0 0 0,0 1 0 0 0,0-1 1 0 0,0 0-1 0 0,0 0 0 0 0,0 1 0 0 0,0-1 0 0 0,0 0 0 0 0,0 0 0 0 0,0 0 1 0 0,0 1-1 0 0,1-1 0 0 0,-1 0 0 0 0,0 0 0 0 0,0 0 0 0 0,0 0 0 0 0,0 1 1 0 0,1-1-1 0 0,-1 0 0 0 0,0 0 0 0 0,0 0 0 0 0,0 0 0 0 0,1 0 0 0 0,-1 0 1 0 0,0 0-1 0 0,0 1 0 0 0,1-1 0 0 0,-1 0 0 0 0,0 0 0 0 0,0 0 0 0 0,0 0 1 0 0,1 0-1 0 0,-1 0 0 0 0,0 0 0 0 0,0 0 0 0 0,1 0 0 0 0,-1 0 1 0 0,0 0-1 0 0,0 0 0 0 0,1-1 0 0 0,-1 1 0 0 0,0 0 0 0 0,0 0 0 0 0,0 0 1 0 0,1 0-1 0 0,-1 0 0 0 0,0 0 0 0 0,0 0 0 0 0,1-1 0 0 0,253-75 1476 0 0,-209 61-1384 0 0,-17 6-140 0 0,2-1-806 0 0,-10 0-4761 0 0</inkml:trace>
  <inkml:trace contextRef="#ctx0" brushRef="#br0" timeOffset="2">1770 410 1796 0 0,'1'-7'2723'0'0,"-1"0"-1"0"0,0 1 1 0 0,0-1 0 0 0,-2-11 2056 0 0,-3 12-3072 0 0,2 13-1192 0 0,0 0 0 0 0,0 1 0 0 0,1-1 0 0 0,0 1 1 0 0,0-1-1 0 0,0 1 0 0 0,0 11 0 0 0,-2 9 299 0 0,-29 134 1617 0 0,-38 171-1477 0 0,61-283-941 0 0,7-31-158 0 0,0-1 0 0 0,-10 27-1 0 0,10-28-1161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6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34 217 1516 0 0,'0'-16'7062'0'0,"5"-29"2009"0"0,-4 40-8820 0 0,0 0-1 0 0,1 0 0 0 0,0 0 0 0 0,0 0 0 0 0,0 0 0 0 0,1 1 0 0 0,0-1 1 0 0,0 1-1 0 0,0 0 0 0 0,0-1 0 0 0,5-4 0 0 0,4-1-93 0 0,-1 0 0 0 0,1 1-1 0 0,1 0 1 0 0,0 1 0 0 0,0 0-1 0 0,0 1 1 0 0,27-10 0 0 0,-31 13-131 0 0,1 1 1 0 0,0 1 0 0 0,-1-1 0 0 0,1 1 0 0 0,0 1 0 0 0,0 0 0 0 0,0 1 0 0 0,0-1-1 0 0,0 2 1 0 0,0 0 0 0 0,0 0 0 0 0,0 1 0 0 0,10 2 0 0 0,-17-3-15 0 0,0 0 1 0 0,-1 0 0 0 0,1 0 0 0 0,0 1 0 0 0,-1-1-1 0 0,1 0 1 0 0,-1 1 0 0 0,0 0 0 0 0,1 0-1 0 0,-1-1 1 0 0,0 2 0 0 0,0-1 0 0 0,0 0-1 0 0,0 0 1 0 0,-1 0 0 0 0,1 1 0 0 0,-1-1 0 0 0,1 1-1 0 0,1 4 1 0 0,-2-3 4 0 0,0 1 0 0 0,0 0 1 0 0,0 0-1 0 0,-1 0 0 0 0,1-1 0 0 0,-1 1 0 0 0,0 0 0 0 0,-1 0 0 0 0,1 0 1 0 0,-3 8-1 0 0,-2 5 20 0 0,-1 1 0 0 0,-1-1 0 0 0,-1-1 0 0 0,-18 31 0 0 0,3-11-17 0 0,-3-1 1 0 0,-30 34-1 0 0,-66 61 616 0 0,21-22 753 0 0,101-109-1391 0 0,-13 17 1082 0 0,13-10-151 0 0,12-4-453 0 0,31-10-24 0 0,73-19 0 0 0,-10 0-361 0 0,-63 18-86 0 0,78-17-127 0 0,-100 15-4862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6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551 55 140 0 0,'2'-4'1651'0'0,"0"1"0"0"0,0-1 1 0 0,0 0-1 0 0,-1 0 0 0 0,1-1 0 0 0,-1 1 0 0 0,-1 0 0 0 0,1 0 1 0 0,0-1-1 0 0,-1-9 2818 0 0,1 16-3917 0 0,1 12 40 0 0,0 0-1 0 0,-1 0 1 0 0,0 1-1 0 0,-3 25 1 0 0,1-2-50 0 0,-1 87 331 0 0,8 198-225 0 0,-5-311-632 0 0,0-1 2 0 0,-1-11-19 0 0,0 0 1 0 0,0 0 0 0 0,0 0 0 0 0,0 1 0 0 0,1-1 0 0 0,-1 0 0 0 0,0 0 0 0 0,0 0-1 0 0,0 0 1 0 0,0 0 0 0 0,0 0 0 0 0,1 0 0 0 0,-1 0 0 0 0,0 0 0 0 0,0 0 0 0 0,0 0-1 0 0,0 0 1 0 0,0 0 0 0 0,1 0 0 0 0,-1 0 0 0 0,0 0 0 0 0,0 0 0 0 0,0 0 0 0 0,0-1-1 0 0,0 1 1 0 0,0 0 0 0 0,1 0 0 0 0,-1 0 0 0 0,0 0 0 0 0,0 0 0 0 0,0 0 0 0 0,0 0-1 0 0,0 0 1 0 0,0 0 0 0 0,0-1 0 0 0,0 1 0 0 0,0 0 0 0 0,1 0 0 0 0,-1 0-1 0 0,0 0 1 0 0,0 0 0 0 0,0 0 0 0 0,0-1 0 0 0,0 1 0 0 0,0 0 0 0 0,0 0 0 0 0,0 0-1 0 0,0 0 1 0 0,0 0 0 0 0,0-1 0 0 0,0 1 0 0 0,0 0 0 0 0,0 0 0 0 0,0 0 0 0 0,0 0-1 0 0,0-5-11 0 0,-1 1 0 0 0,1-1 0 0 0,-1 1 0 0 0,0 0 0 0 0,0-1 0 0 0,-4-7 0 0 0,3 6 4 0 0,2 3 3 0 0,-1 0 1 0 0,1 0 0 0 0,-1 1-1 0 0,0-1 1 0 0,0 0-1 0 0,0 1 1 0 0,-1-1-1 0 0,1 1 1 0 0,0-1 0 0 0,-1 1-1 0 0,0 0 1 0 0,0-1-1 0 0,0 1 1 0 0,1 0 0 0 0,-2 0-1 0 0,1 0 1 0 0,0 1-1 0 0,0-1 1 0 0,-4-2-1 0 0,2 3 2 0 0,0-1 0 0 0,0 1-1 0 0,0 0 1 0 0,0 0-1 0 0,-1 0 1 0 0,1 1-1 0 0,0 0 1 0 0,0-1-1 0 0,0 2 1 0 0,-1-1-1 0 0,-7 1 1 0 0,-3 3 4 0 0,-1 0-1 0 0,0 1 1 0 0,1 1 0 0 0,0 0 0 0 0,-24 14-1 0 0,-4 7-36 0 0,1 1-1 0 0,0 2 0 0 0,3 2 0 0 0,1 2 1 0 0,-50 56-1 0 0,76-76 35 0 0,-1 1 1 0 0,-17 30-1 0 0,15-12-2420 0 0,35-30-5513 0 0,-14-6 6093 0 0,1-1 1 0 0,-1 0-1 0 0,8-7 0 0 0,3-5-4307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7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21 122 1536 0 0,'0'-3'2222'0'0,"-5"-73"12560"0"0,5 74-14647 0 0,1 0 1 0 0,-1 1-1 0 0,1-1 0 0 0,-1 0 1 0 0,1 1-1 0 0,-1-1 1 0 0,1 1-1 0 0,0-1 1 0 0,0 1-1 0 0,0-1 1 0 0,0 1-1 0 0,0-1 0 0 0,0 1 1 0 0,0 0-1 0 0,1 0 1 0 0,-1-1-1 0 0,0 1 1 0 0,1 0-1 0 0,-1 0 1 0 0,0 0-1 0 0,1 1 0 0 0,1-2 1 0 0,1 0-46 0 0,-1 1 0 0 0,0-1 0 0 0,1 1 0 0 0,-1 0-1 0 0,1 0 1 0 0,0 0 0 0 0,-1 0 0 0 0,1 1 0 0 0,0-1 0 0 0,5 1 0 0 0,-3 1-26 0 0,-1-1-1 0 0,1 1 0 0 0,-1 0 1 0 0,1 1-1 0 0,-1-1 1 0 0,0 1-1 0 0,0 0 0 0 0,0 0 1 0 0,9 6-1 0 0,-11-6-8 0 0,-1-1 0 0 0,1 2 0 0 0,-1-1 0 0 0,0 0-1 0 0,0 0 1 0 0,0 1 0 0 0,0-1 0 0 0,0 1 0 0 0,0 0 0 0 0,-1 0-1 0 0,1-1 1 0 0,-1 1 0 0 0,0 0 0 0 0,0 0 0 0 0,0 0-1 0 0,0 0 1 0 0,0 1 0 0 0,-1-1 0 0 0,1 0 0 0 0,-1 3 0 0 0,0 6 126 0 0,0 0 1 0 0,-1-1 0 0 0,0 1-1 0 0,-1 0 1 0 0,0-1 0 0 0,-1 0-1 0 0,-1 1 1 0 0,1-1 0 0 0,-2-1 0 0 0,-5 12-1 0 0,-8 10 733 0 0,-41 55-1 0 0,-6 10 775 0 0,60-82-1197 0 0,5-14-478 0 0,0-1 0 0 0,0 0 0 0 0,0 0 0 0 0,0 1 0 0 0,0-1 0 0 0,0 0 0 0 0,0 1 0 0 0,0-1 0 0 0,0 0 0 0 0,1 0 0 0 0,-1 1 0 0 0,0-1 0 0 0,0 0 0 0 0,0 1 0 0 0,0-1 0 0 0,1 0 0 0 0,-1 0 0 0 0,0 0 0 0 0,0 1 0 0 0,0-1 0 0 0,1 0 0 0 0,-1 0 0 0 0,0 0 0 0 0,0 1 0 0 0,1-1 0 0 0,-1 0 0 0 0,0 0 0 0 0,1 0 0 0 0,1 0 14 0 0,1 1 0 0 0,0-1-1 0 0,-1 0 1 0 0,1 0 0 0 0,-1-1 0 0 0,1 1 0 0 0,0 0-1 0 0,-1-1 1 0 0,4-1 0 0 0,214-76-533 0 0,-143 47-5454 0 0,0 3-8495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7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58 2320 0 0,'-15'2'7594'0'0,"-6"5"1504"0"0,30-4-7909 0 0,21-2-366 0 0,0-2 1 0 0,0-1-1 0 0,0-2 0 0 0,43-10 0 0 0,1 1-546 0 0,97-10-41 0 0,-100 15-4627 0 0,-54 2-893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8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32 2264 0 0,'-2'-2'1726'0'0,"-37"-27"7961"0"0,38 29-9650 0 0,1 0 1 0 0,0 0-1 0 0,0 1 1 0 0,0-1 0 0 0,-1 0-1 0 0,1 0 1 0 0,0 0 0 0 0,0 0-1 0 0,-1 0 1 0 0,1 0-1 0 0,0 0 1 0 0,0 0 0 0 0,-1 1-1 0 0,1-1 1 0 0,0 0 0 0 0,0 0-1 0 0,-1 0 1 0 0,1 0-1 0 0,0 0 1 0 0,0 0 0 0 0,-1 0-1 0 0,1-1 1 0 0,0 1 0 0 0,0 0-1 0 0,0 0 1 0 0,-1 0-1 0 0,1 0 1 0 0,0 0 0 0 0,0 0-1 0 0,-1-1 1 0 0,1 1 13 0 0,-1 0 0 0 0,1 0 0 0 0,-1 0 0 0 0,1 0 0 0 0,0-1-1 0 0,-1 1 1 0 0,1 0 0 0 0,-1 0 0 0 0,1 0 0 0 0,-1 0 0 0 0,1 0 0 0 0,-1 0 0 0 0,1 0 0 0 0,0 0 0 0 0,-1 0 0 0 0,1 0 0 0 0,-1 0 0 0 0,1 1 0 0 0,-1-1-1 0 0,1 0 1 0 0,-1 0 0 0 0,1 0 0 0 0,0 0 0 0 0,-1 1 0 0 0,-3 2 349 0 0,1 1 0 0 0,-1-1 1 0 0,1 1-1 0 0,0 0 0 0 0,1 0 0 0 0,-1 0 0 0 0,1 0 0 0 0,0 1 0 0 0,0-1 1 0 0,0 1-1 0 0,0-1 0 0 0,-1 7 0 0 0,-12 61 2034 0 0,3 6-1312 0 0,-22 161 751 0 0,25-78-5688 0 0,11-125-426 0 0,3-13-3726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8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26 157 1580 0 0,'-4'-8'1441'0'0,"1"0"1"0"0,0 0-1 0 0,1-1 0 0 0,0 1 0 0 0,0-1 0 0 0,-1-13 1 0 0,3 19-1300 0 0,1-1 1 0 0,-1 1 0 0 0,1 0 0 0 0,-1 0 0 0 0,1 0-1 0 0,0 0 1 0 0,0 0 0 0 0,0 0 0 0 0,0 0 0 0 0,1 0-1 0 0,-1 0 1 0 0,1 0 0 0 0,0 0 0 0 0,0 1-1 0 0,0-1 1 0 0,0 1 0 0 0,0 0 0 0 0,1-1 0 0 0,-1 1-1 0 0,1 0 1 0 0,3-2 0 0 0,-1 1-41 0 0,0 0 1 0 0,1 0-1 0 0,-1 1 1 0 0,1 0-1 0 0,-1 0 0 0 0,1 0 1 0 0,0 1-1 0 0,-1-1 1 0 0,1 1-1 0 0,0 1 0 0 0,0-1 1 0 0,0 1-1 0 0,0 0 1 0 0,0 1-1 0 0,0-1 0 0 0,-1 1 1 0 0,1 0-1 0 0,10 4 1 0 0,-12-4-63 0 0,-1 0 1 0 0,1 1 0 0 0,0-1 0 0 0,-1 1 0 0 0,0 0 0 0 0,1 0 0 0 0,-1 0 0 0 0,0 0 0 0 0,0 1-1 0 0,0-1 1 0 0,-1 1 0 0 0,1 0 0 0 0,-1 0 0 0 0,1 0 0 0 0,-1 0 0 0 0,0 0 0 0 0,0 1 0 0 0,0-1-1 0 0,-1 1 1 0 0,1-1 0 0 0,-1 1 0 0 0,0-1 0 0 0,0 1 0 0 0,0 0 0 0 0,0 0 0 0 0,0 0 0 0 0,-1-1 0 0 0,0 1-1 0 0,0 5 1 0 0,-1 2-6 0 0,-1-1-1 0 0,0 0 1 0 0,-1 0-1 0 0,0 0 1 0 0,0 0-1 0 0,-1 0 1 0 0,-1 0-1 0 0,1-1 1 0 0,-8 10-1 0 0,-5 6 62 0 0,-37 44 0 0 0,50-66-63 0 0,-7 12 73 0 0,10-15-99 0 0,1 1 0 0 0,0-1-1 0 0,-1 0 1 0 0,1 1 0 0 0,0-1-1 0 0,0 1 1 0 0,0-1 0 0 0,-1 1-1 0 0,1-1 1 0 0,0 0 0 0 0,0 1-1 0 0,0-1 1 0 0,0 1 0 0 0,0-1-1 0 0,0 1 1 0 0,0-1 0 0 0,0 1-1 0 0,0-1 1 0 0,0 0 0 0 0,0 1-1 0 0,0-1 1 0 0,0 1 0 0 0,0-1-1 0 0,0 1 1 0 0,1-1 0 0 0,-1 0-1 0 0,0 1 1 0 0,0-1 0 0 0,1 1-1 0 0,0 0 6 0 0,8 0 68 0 0,1 0 0 0 0,-1 0-1 0 0,1 1 1 0 0,-1 1 0 0 0,0-1 0 0 0,0 1 0 0 0,0 1 0 0 0,0 0 0 0 0,0 0 0 0 0,12 9 0 0 0,-9-5 219 0 0,0 0 1 0 0,-1 1 0 0 0,-1 0 0 0 0,1 1-1 0 0,-1 0 1 0 0,13 18 0 0 0,-20-24-158 0 0,-1 0 1 0 0,1 0 0 0 0,-1 0 0 0 0,0 0 0 0 0,0 0 0 0 0,0 0-1 0 0,-1 1 1 0 0,0-1 0 0 0,1 0 0 0 0,-2 1 0 0 0,1-1-1 0 0,0 1 1 0 0,-1 0 0 0 0,0-1 0 0 0,0 1 0 0 0,0-1 0 0 0,-1 1-1 0 0,1-1 1 0 0,-1 1 0 0 0,0-1 0 0 0,-3 7 0 0 0,0-1 29 0 0,0-1 0 0 0,-2 0 0 0 0,1 0 0 0 0,-1 0 0 0 0,0-1 0 0 0,-1 0 1 0 0,1 0-1 0 0,-13 9 0 0 0,8-6-78 0 0,-1-1 1 0 0,-1 0-1 0 0,1-1 1 0 0,-2 0 0 0 0,1-1-1 0 0,-1-1 1 0 0,0 0-1 0 0,-1-1 1 0 0,1-1-1 0 0,-21 6 1 0 0,31-11-90 0 0,0 1 0 0 0,0 0 0 0 0,0-1-1 0 0,0 0 1 0 0,0 0 0 0 0,0 0 0 0 0,0-1 0 0 0,0 1 0 0 0,0-1 0 0 0,0 0 0 0 0,-7-3-1 0 0,9 3-127 0 0,0 0 0 0 0,0 1 1 0 0,0-2-1 0 0,0 1 0 0 0,0 0 0 0 0,1 0 0 0 0,-1 0 0 0 0,0-1 0 0 0,1 1 0 0 0,-1-1 0 0 0,1 1 0 0 0,0-1 0 0 0,-1 0 0 0 0,1 0 0 0 0,0 1 0 0 0,0-1 0 0 0,0 0 0 0 0,0 0 0 0 0,0 0 0 0 0,1 0 0 0 0,-2-3 0 0 0,2 2-210 0 0,0 0-1 0 0,0-1 1 0 0,1 1 0 0 0,-1 0-1 0 0,1 0 1 0 0,-1 0 0 0 0,1 0 0 0 0,0 0-1 0 0,0 0 1 0 0,0 0 0 0 0,1 0-1 0 0,-1 0 1 0 0,1 1 0 0 0,-1-1 0 0 0,5-4-1 0 0,32-35-4184 0 0,-34 38 4103 0 0,43-35-5997 0 0,-18 16 563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9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272 110 1532 0 0,'11'-10'1710'0'0,"-3"4"-101"0"0,1-1 0 0 0,-2 0 0 0 0,1 0 0 0 0,-1-1 0 0 0,0 0 0 0 0,-1 0 0 0 0,0 0 0 0 0,0-1 0 0 0,7-16 1484 0 0,-14 25-3071 0 0,1 0 1 0 0,0-1 0 0 0,0 1-1 0 0,0 0 1 0 0,0-1-1 0 0,0 1 1 0 0,0 0-1 0 0,-1-1 1 0 0,1 1-1 0 0,0 0 1 0 0,0 0-1 0 0,0-1 1 0 0,-1 1 0 0 0,1 0-1 0 0,0 0 1 0 0,-1-1-1 0 0,1 1 1 0 0,0 0-1 0 0,0 0 1 0 0,-1 0-1 0 0,1-1 1 0 0,0 1-1 0 0,-1 0 1 0 0,1 0 0 0 0,0 0-1 0 0,-1 0 1 0 0,-10 7 195 0 0,0 1 0 0 0,0 0 0 0 0,1 0 0 0 0,1 1 0 0 0,-18 20 0 0 0,-39 61 388 0 0,36-46-386 0 0,2-7-11 0 0,-42 81-1 0 0,63-104-198 0 0,0 0 0 0 0,1 1 1 0 0,1 0-1 0 0,1 0 0 0 0,0 0 0 0 0,0 1 0 0 0,2-1 0 0 0,0 1 0 0 0,0 24 1 0 0,3-35-2 0 0,-1-1 1 0 0,1 1 0 0 0,0 0 0 0 0,1-1 0 0 0,-1 1 0 0 0,1-1-1 0 0,0 1 1 0 0,0-1 0 0 0,0 0 0 0 0,1 0 0 0 0,-1 0 0 0 0,1 0 0 0 0,0 0-1 0 0,0-1 1 0 0,0 1 0 0 0,1-1 0 0 0,-1 0 0 0 0,1 0 0 0 0,0 0-1 0 0,0 0 1 0 0,7 3 0 0 0,-6-4 4 0 0,0 1 0 0 0,-1-1 1 0 0,2 0-1 0 0,-1 0 0 0 0,0-1 0 0 0,0 0 0 0 0,0 0 0 0 0,1 0 0 0 0,-1 0 0 0 0,0-1 0 0 0,1 0 0 0 0,-1 0 1 0 0,1 0-1 0 0,-1-1 0 0 0,0 0 0 0 0,1 0 0 0 0,-1 0 0 0 0,10-4 0 0 0,-12 3-7 0 0,1 0 0 0 0,-1 0 0 0 0,0 0 0 0 0,0 0 0 0 0,0 0-1 0 0,0-1 1 0 0,0 1 0 0 0,-1-1 0 0 0,1 0 0 0 0,-1 0 0 0 0,1 0 0 0 0,-1 0-1 0 0,0 0 1 0 0,0 0 0 0 0,0-1 0 0 0,-1 1 0 0 0,1-1 0 0 0,-1 1 0 0 0,0-1 0 0 0,0 0-1 0 0,0 1 1 0 0,-1-1 0 0 0,1 0 0 0 0,-1 0 0 0 0,0 0 0 0 0,0 1 0 0 0,0-1-1 0 0,0 0 1 0 0,-1 0 0 0 0,1 1 0 0 0,-1-1 0 0 0,0 0 0 0 0,0 1 0 0 0,-1-1 0 0 0,1 0-1 0 0,-1 1 1 0 0,0 0 0 0 0,1-1 0 0 0,-2 1 0 0 0,1 0 0 0 0,0 0 0 0 0,-1 0-1 0 0,1 0 1 0 0,-1 1 0 0 0,0-1 0 0 0,0 1 0 0 0,0-1 0 0 0,0 1 0 0 0,0 0-1 0 0,0 0 1 0 0,-1 1 0 0 0,1-1 0 0 0,-5-1 0 0 0,-4 0-45 0 0,-1 1 0 0 0,1 0 1 0 0,-1 0-1 0 0,0 2 0 0 0,0-1 1 0 0,0 2-1 0 0,0 0 0 0 0,-15 3 0 0 0,-24 8-3863 0 0,51-12 3674 0 0,0 0 0 0 0,0 0 0 0 0,1 0 0 0 0,-1 1 0 0 0,0-1 0 0 0,1 0 0 0 0,-1 1 0 0 0,0-1 0 0 0,1 0 0 0 0,-1 1 0 0 0,0-1 0 0 0,1 1 0 0 0,-1-1-1 0 0,1 1 1 0 0,-1 0 0 0 0,1-1 0 0 0,-1 1 0 0 0,1-1 0 0 0,-1 1 0 0 0,1 0 0 0 0,0-1 0 0 0,-1 1 0 0 0,1 0 0 0 0,0 0 0 0 0,-1-1 0 0 0,1 1 0 0 0,0 0 0 0 0,0 0 0 0 0,0-1 0 0 0,0 1 0 0 0,0 0 0 0 0,0 1 0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9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1252 0 0,'12'-54'19601'0'0,"-9"73"-18060"0"0,-1 1-1 0 0,-2 36 1 0 0,0 9-286 0 0,5 137 502 0 0,-4-101-2344 0 0,3-1-4147 0 0,-2-82 2166 0 0,-1-2-1512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39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561 26 1884 0 0,'-3'-3'884'0'0,"0"1"-1"0"0,0 0 1 0 0,0-1 0 0 0,0 1-1 0 0,0 0 1 0 0,0 0-1 0 0,0 1 1 0 0,-1-1 0 0 0,1 1-1 0 0,-1 0 1 0 0,1 0-1 0 0,-8-2 1 0 0,5 3-308 0 0,-1-1 0 0 0,1 1 0 0 0,0 0 0 0 0,0 1 0 0 0,0 0 0 0 0,-1 0 0 0 0,-6 2-1 0 0,-7 3-16 0 0,0 2-1 0 0,1 0 0 0 0,-29 17 0 0 0,48-24-512 0 0,-178 109 1397 0 0,153-92-1894 0 0,1 1 0 0 0,1 2 1 0 0,0 0-1 0 0,-33 43 0 0 0,38-33-2824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40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33 1824 0 0,'-23'19'14536'0'0,"34"-19"-13867"0"0,336-39 769 0 0,-311 37-1064 0 0,-34 2-177 0 0,2 0 0 0 0,23-4 316 0 0,-25 3-293 0 0,1-4-1229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41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86 120 1160 0 0,'-14'-7'4338'0'0,"-22"-15"986"0"0,34 20-5087 0 0,-1 1 0 0 0,1-1 0 0 0,0 0 0 0 0,0 0 0 0 0,1 0 0 0 0,-1 0 0 0 0,0 0 0 0 0,1 0 0 0 0,-1 0 0 0 0,1-1 0 0 0,0 1 0 0 0,-1-1 0 0 0,1 1 0 0 0,0-4 0 0 0,1 5-211 0 0,0 0 0 0 0,0 0-1 0 0,0 0 1 0 0,0 0-1 0 0,0 0 1 0 0,1 0 0 0 0,-1 0-1 0 0,0 0 1 0 0,1 0-1 0 0,-1 0 1 0 0,1 0-1 0 0,-1 0 1 0 0,1 0 0 0 0,-1 0-1 0 0,1 0 1 0 0,0 0-1 0 0,0 0 1 0 0,1-1 0 0 0,16-13 128 0 0,-13 12-141 0 0,1 0-1 0 0,-1 1 1 0 0,1-1-1 0 0,-1 1 1 0 0,1 0 0 0 0,0 1-1 0 0,-1-1 1 0 0,1 1-1 0 0,0 1 1 0 0,0-1 0 0 0,0 1-1 0 0,0 0 1 0 0,0 0-1 0 0,0 0 1 0 0,0 1 0 0 0,0 0-1 0 0,0 0 1 0 0,0 1-1 0 0,-1 0 1 0 0,1 0 0 0 0,-1 0-1 0 0,1 0 1 0 0,-1 1-1 0 0,0 0 1 0 0,0 0 0 0 0,0 0-1 0 0,0 1 1 0 0,4 4-1 0 0,-6-5 32 0 0,0-1 0 0 0,0 1-1 0 0,-1 0 1 0 0,0 0 0 0 0,1 0 0 0 0,-1 1-1 0 0,0-1 1 0 0,0 0 0 0 0,-1 1-1 0 0,1-1 1 0 0,-1 1 0 0 0,0 0-1 0 0,0-1 1 0 0,0 1 0 0 0,0 0-1 0 0,0 6 1 0 0,-1-4 14 0 0,-1 1 0 0 0,1-1 1 0 0,-1 0-1 0 0,0 1 0 0 0,-1-1 0 0 0,0 0 0 0 0,0 0 0 0 0,0 0 0 0 0,-4 7 0 0 0,-4 5 93 0 0,-1-1-1 0 0,-1 0 0 0 0,0 0 0 0 0,-1-2 1 0 0,-18 18-1 0 0,-24 19 1795 0 0,105-67-1846 0 0,-39 15-82 0 0,0 1-1 0 0,0 0 1 0 0,0 0-1 0 0,0 1 1 0 0,-1 0-1 0 0,1 1 1 0 0,-1 0-1 0 0,1 1 1 0 0,-1 0-1 0 0,0 1 1 0 0,0 0-1 0 0,-1 0 1 0 0,0 1-1 0 0,1 0 1 0 0,12 12-1 0 0,-16-13 49 0 0,0 1-1 0 0,-1-1 0 0 0,1 1 0 0 0,-1 0 0 0 0,0 1 1 0 0,0-1-1 0 0,-1 1 0 0 0,0 0 0 0 0,0 0 1 0 0,-1 0-1 0 0,0 0 0 0 0,0 1 0 0 0,-1-1 1 0 0,1 1-1 0 0,-2 0 0 0 0,1 0 0 0 0,-1 0 0 0 0,0-1 1 0 0,-1 1-1 0 0,0 0 0 0 0,0 0 0 0 0,-3 13 1 0 0,2-15 16 0 0,-1-1 1 0 0,-1 1 0 0 0,1-1-1 0 0,-1 0 1 0 0,0 0 0 0 0,0 0-1 0 0,0 0 1 0 0,-1 0 0 0 0,0-1-1 0 0,0 1 1 0 0,0-1 0 0 0,0 0-1 0 0,-1 0 1 0 0,1-1 0 0 0,-1 1-1 0 0,0-1 1 0 0,0 0 0 0 0,0-1-1 0 0,-1 1 1 0 0,-5 1 0 0 0,-1 1 36 0 0,-1-1 0 0 0,0 0 1 0 0,0-1-1 0 0,0 0 1 0 0,0-1-1 0 0,0-1 0 0 0,-25 0 1 0 0,25-1-173 0 0,0-1 0 0 0,1 0 0 0 0,-1-1 0 0 0,0 0 1 0 0,1-1-1 0 0,0-1 0 0 0,0 0 0 0 0,0-1 0 0 0,-14-7 0 0 0,25 11-111 0 0,0 1 0 0 0,0-1 0 0 0,0 0 0 0 0,0 0 0 0 0,0 1-1 0 0,0-1 1 0 0,0 0 0 0 0,1 0 0 0 0,-1 0 0 0 0,0 0 0 0 0,1 0 0 0 0,-1 0 0 0 0,1 0-1 0 0,-1 0 1 0 0,1 0 0 0 0,-1 0 0 0 0,1 0 0 0 0,0 0 0 0 0,-1 0 0 0 0,1 0 0 0 0,0 0-1 0 0,0 0 1 0 0,0-1 0 0 0,0 1 0 0 0,0 0 0 0 0,0 0 0 0 0,0 0 0 0 0,0 0 0 0 0,1 0-1 0 0,-1-1 1 0 0,0 1 0 0 0,1 0 0 0 0,-1 0 0 0 0,1 0 0 0 0,-1 0 0 0 0,1 0-1 0 0,-1 0 1 0 0,1 0 0 0 0,0-1 0 0 0,3-3-1246 0 0,1 0 0 0 0,-1 0 1 0 0,1 0-1 0 0,0 1 0 0 0,7-7 0 0 0,10-4-4633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41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140 137 1952 0 0,'-4'-3'573'0'0,"1"0"-1"0"0,0 1 0 0 0,-1-1 1 0 0,1 0-1 0 0,1-1 1 0 0,-1 1-1 0 0,0 0 1 0 0,1-1-1 0 0,0 0 1 0 0,0 0-1 0 0,0 1 0 0 0,0-1 1 0 0,0 0-1 0 0,1 0 1 0 0,0-1-1 0 0,0 1 1 0 0,-1-7-1 0 0,2 8-471 0 0,-1 1-1 0 0,2-1 1 0 0,-1 1 0 0 0,0-1-1 0 0,0 1 1 0 0,1-1-1 0 0,0 1 1 0 0,-1 0 0 0 0,1-1-1 0 0,0 1 1 0 0,0-1 0 0 0,0 1-1 0 0,0 0 1 0 0,1 0-1 0 0,-1 0 1 0 0,1 0 0 0 0,-1 0-1 0 0,1 0 1 0 0,0 0 0 0 0,-1 0-1 0 0,1 1 1 0 0,0-1-1 0 0,0 1 1 0 0,0-1 0 0 0,1 1-1 0 0,-1 0 1 0 0,0 0 0 0 0,0 0-1 0 0,1 0 1 0 0,3-1-1 0 0,-3 1-22 0 0,0 0 0 0 0,0 0 0 0 0,0 1 0 0 0,1-1 0 0 0,-1 1 0 0 0,0 0 0 0 0,1 0 0 0 0,-1 0 0 0 0,1 0 0 0 0,-1 0 0 0 0,0 1 0 0 0,0-1 0 0 0,1 1 0 0 0,-1 0 0 0 0,0 0 0 0 0,0 1 0 0 0,0-1 0 0 0,0 0 0 0 0,0 1 0 0 0,0 0 0 0 0,0 0 0 0 0,0 0 0 0 0,-1 0 0 0 0,1 0 0 0 0,-1 0 0 0 0,0 1 0 0 0,1-1 0 0 0,-1 1 0 0 0,3 5 0 0 0,-1-1 57 0 0,0 0-1 0 0,0 0 0 0 0,-1 0 0 0 0,0 0 0 0 0,-1 1 1 0 0,1-1-1 0 0,-1 1 0 0 0,-1-1 0 0 0,0 1 0 0 0,0 0 1 0 0,0 13-1 0 0,-2-5-2 0 0,-2-1-1 0 0,0 1 1 0 0,0 0 0 0 0,-2-1-1 0 0,1 0 1 0 0,-2 0 0 0 0,0 0 0 0 0,-15 24-1 0 0,-1-3 320 0 0,-2 0-1 0 0,-30 33 0 0 0,21-31 65 0 0,12-14 672 0 0,-35 50-1 0 0,56-72-969 0 0,2 1 112 0 0,-2-3-319 0 0,0 1 0 0 0,0-1 0 0 0,0 1-1 0 0,0-1 1 0 0,0 0 0 0 0,0 1-1 0 0,0-1 1 0 0,0 0 0 0 0,1 1 0 0 0,-1-1-1 0 0,0 0 1 0 0,0 1 0 0 0,0-1-1 0 0,1 0 1 0 0,-1 0 0 0 0,0 1 0 0 0,0-1-1 0 0,0 0 1 0 0,1 0 0 0 0,-1 1-1 0 0,0-1 1 0 0,1 0 0 0 0,-1 0 0 0 0,0 0-1 0 0,1 1 1 0 0,10 1 53 0 0,1 0-1 0 0,-1 0 1 0 0,1-1 0 0 0,-1 0 0 0 0,1-1-1 0 0,-1-1 1 0 0,1 0 0 0 0,19-4-1 0 0,13 0 40 0 0,5 1-143 0 0,127-16-361 0 0,-171 19-733 0 0,-1-1 1 0 0,1 0 0 0 0,-1 0-1 0 0,1 0 1 0 0,-1 0-1 0 0,0-1 1 0 0,8-5 0 0 0,4-3-2964 0 0,-3 3-110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42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15 107 2288 0 0,'-14'-3'17736'0'0,"13"2"-17449"0"0,11-6 1971 0 0,31-10-3241 0 0,-36 15 1664 0 0,167-47-329 0 0,-106 32-1974 0 0,-59 15 815 0 0,19-5-2883 0 0,-11 5-2672 0 0,-5 4 3055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42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 1816 0 0,'-187'108'14061'0'0,"186"-108"-13823"0"0,-1 1-1 0 0,1 0 0 0 0,-1 0 0 0 0,1 0 0 0 0,-1 0 0 0 0,1 0 0 0 0,0 0 0 0 0,-1 0 0 0 0,1 0 0 0 0,0 0 0 0 0,0 1 0 0 0,0-1 0 0 0,-1 2 1 0 0,2-3-198 0 0,0 1 1 0 0,0-1-1 0 0,0 0 1 0 0,0 0-1 0 0,0 1 1 0 0,0-1 0 0 0,0 0-1 0 0,0 0 1 0 0,0 1-1 0 0,0-1 1 0 0,0 0-1 0 0,0 0 1 0 0,0 1 0 0 0,0-1-1 0 0,0 0 1 0 0,1 0-1 0 0,-1 0 1 0 0,0 1-1 0 0,0-1 1 0 0,0 0-1 0 0,0 0 1 0 0,1 0 0 0 0,-1 1-1 0 0,0-1 1 0 0,0 0-1 0 0,0 0 1 0 0,1 0-1 0 0,-1 0 1 0 0,0 0 0 0 0,0 0-1 0 0,1 1 1 0 0,17 2 445 0 0,18-2-133 0 0,1-2-1 0 0,46-7 0 0 0,77-19-114 0 0,-96 15-153 0 0,42-11-1088 0 0,-72 14-2894 0 0,-2-1-4696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45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85 660 0 0,'0'0'2893'0'0,"-6"-22"3062"0"0,3 18-5774 0 0,0 1 1 0 0,1-1-1 0 0,-1 1 1 0 0,0 0-1 0 0,-1 0 1 0 0,1 0-1 0 0,-1 0 1 0 0,1 1-1 0 0,-1 0 1 0 0,0-1-1 0 0,0 1 1 0 0,0 0-1 0 0,0 1 1 0 0,0-1-1 0 0,0 1 1 0 0,0 0-1 0 0,0 0 1 0 0,-1 0 0 0 0,1 0-1 0 0,-1 1 1 0 0,1 0-1 0 0,0 0 1 0 0,-1 0-1 0 0,-5 1 1 0 0,1 0-185 0 0,1 1 0 0 0,-1 0 1 0 0,1 1-1 0 0,0 0 0 0 0,-1 0 0 0 0,2 0 1 0 0,-1 1-1 0 0,0 1 0 0 0,1-1 1 0 0,0 1-1 0 0,-12 10 0 0 0,-1 5 20 0 0,2 0 0 0 0,0 1 0 0 0,1 1 0 0 0,1 1 0 0 0,1 1 0 0 0,1 0-1 0 0,1 0 1 0 0,2 1 0 0 0,0 1 0 0 0,1 0 0 0 0,2 1 0 0 0,1-1 0 0 0,1 2 0 0 0,1-1-1 0 0,-2 52 1 0 0,7-72 23 0 0,0 0 0 0 0,0-1 0 0 0,1 1 0 0 0,0 0 0 0 0,1-1 0 0 0,-1 1 0 0 0,1-1 0 0 0,1 1 0 0 0,-1-1 0 0 0,1 0 0 0 0,0 0-1 0 0,0 0 1 0 0,1 0 0 0 0,5 7 0 0 0,-3-7 55 0 0,0 0 0 0 0,0 0-1 0 0,1-1 1 0 0,0 0 0 0 0,0 0-1 0 0,0-1 1 0 0,0 1 0 0 0,0-2-1 0 0,1 1 1 0 0,10 2 0 0 0,7 1 143 0 0,0-1 0 0 0,0-1 0 0 0,1-2 0 0 0,-1-1 0 0 0,1 0 0 0 0,37-4 0 0 0,-28 0-23 0 0,0-2 0 0 0,0-1 0 0 0,-1-2 0 0 0,0-1 0 0 0,0-2 0 0 0,-1-1 0 0 0,61-30 0 0 0,-75 31-111 0 0,-2-1 0 0 0,1-1 1 0 0,-2 0-1 0 0,0-1 0 0 0,0-1 0 0 0,17-19 0 0 0,-23 21-32 0 0,-1-1-1 0 0,1 0 1 0 0,-2-1-1 0 0,0 1 1 0 0,-1-1-1 0 0,0-1 1 0 0,-1 0-1 0 0,8-29 1 0 0,-11 34-63 0 0,-1-1 0 0 0,-1 0 1 0 0,0 0-1 0 0,0 0 0 0 0,-1 0 1 0 0,0 0-1 0 0,-1 0 0 0 0,-1 1 1 0 0,1-1-1 0 0,-2 0 0 0 0,1 0 1 0 0,-2 1-1 0 0,1 0 0 0 0,-1-1 1 0 0,-1 1-1 0 0,0 1 0 0 0,0-1 1 0 0,-12-15-1 0 0,8 14-27 0 0,-1 0-1 0 0,1 1 1 0 0,-1 0 0 0 0,-1 1-1 0 0,0 0 1 0 0,0 1-1 0 0,-1 0 1 0 0,0 1 0 0 0,0 0-1 0 0,-1 1 1 0 0,0 1 0 0 0,0 0-1 0 0,0 0 1 0 0,-18-3 0 0 0,6 3-561 0 0,0 2 1 0 0,0 1 0 0 0,0 0 0 0 0,0 2 0 0 0,-49 6 0 0 0,28 2-2609 0 0,1 2 0 0 0,-57 20 0 0 0,54-14-1964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49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62 4 0 0,'0'0'3159'0'0,"1"-12"2042"0"0,-1 10-4644 0 0,0 0 0 0 0,0 0-1 0 0,-1 0 1 0 0,1 0 0 0 0,-1 0 0 0 0,-21-30 13470 0 0,20 29-13843 0 0,2 2-182 0 0,0 1 0 0 0,0 0 1 0 0,0 0-1 0 0,0 0 0 0 0,0 0 0 0 0,0 0 0 0 0,0 0 0 0 0,0-1 0 0 0,-1 1 0 0 0,1 0 0 0 0,0 0 0 0 0,0 0 0 0 0,0 0 0 0 0,0 0 0 0 0,0 0 0 0 0,0 0 0 0 0,0 0 0 0 0,-1 0 0 0 0,1-1 0 0 0,0 1 0 0 0,0 0 0 0 0,0 0 0 0 0,0 0 0 0 0,0 0 1 0 0,0 0-1 0 0,-1 0 0 0 0,1 0 0 0 0,0 0 0 0 0,0 0 0 0 0,0 0 0 0 0,0 0 0 0 0,0 0 0 0 0,-1 0 0 0 0,1 0 0 0 0,0 0 0 0 0,0 0 0 0 0,0 0 0 0 0,0 0 0 0 0,0 0 0 0 0,-1 0 0 0 0,1 1 0 0 0,0-1 0 0 0,0 0 0 0 0,0 0 0 0 0,0 0 1 0 0,0 0-1 0 0,0 0 0 0 0,0 0 0 0 0,-1 0 0 0 0,1 0 0 0 0,0 0 0 0 0,0 1 0 0 0,0-1 0 0 0,0 0 0 0 0,0 0 0 0 0,0 0 0 0 0,0 0 0 0 0,0 0 0 0 0,0 0 0 0 0,0 1 0 0 0,0-1 0 0 0,-4 16 37 0 0,3 21-49 0 0,-7 302 48 0 0,0 2-84 0 0,14-249 194 0 0,-6-90-128 0 0,-6-38-11302 0 0,0 14 3565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49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696 46 1736 0 0,'0'0'1740'0'0,"3"-13"3533"0"0,-1 8-4829 0 0,-2 4-144 0 0,1 1-1 0 0,-1-1 1 0 0,0 0 0 0 0,1 0 0 0 0,-1 0 0 0 0,1 1 0 0 0,-1-1 0 0 0,0 0 0 0 0,0 0-1 0 0,0 0 1 0 0,1 0 0 0 0,-1 0 0 0 0,0 0 0 0 0,0 1 0 0 0,0-1 0 0 0,0 0-1 0 0,0 0 1 0 0,-1 0 0 0 0,1 0 0 0 0,0 0 0 0 0,0 0 0 0 0,-1 0 0 0 0,1 1 0 0 0,0-1-1 0 0,-1 0 1 0 0,1 0 0 0 0,-1 0 0 0 0,1 1 0 0 0,-1-1 0 0 0,0 0 300 0 0,0-1-301 0 0,-1 2-247 0 0,1 1 0 0 0,-1-1 0 0 0,0 0 0 0 0,1 1-1 0 0,-1-1 1 0 0,1 1 0 0 0,-1-1 0 0 0,0 1 0 0 0,1 0-1 0 0,0 0 1 0 0,-1-1 0 0 0,1 1 0 0 0,-3 2 0 0 0,2-1 24 0 0,-84 59 275 0 0,-96 88-1 0 0,72-55-1721 0 0,73-63 444 0 0,-79 63-2875 0 0,35-34-1729 0 0,22-19-1025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53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16 1060 0 0,'0'0'8557'0'0,"-24"8"-3197"0"0,-31 9-2303 0 0,53-16-2834 0 0,-37 8 1472 0 0,27-5-1226 0 0,10-3-220 0 0,-18 7 210 0 0,13-2-294 0 0,7-5-161 0 0,0-1-1 0 0,0 0 0 0 0,0 1 1 0 0,0-1-1 0 0,1 0 0 0 0,-1 0 1 0 0,0 1-1 0 0,0-1 1 0 0,1 0-1 0 0,-1 0 0 0 0,0 0 1 0 0,0 1-1 0 0,1-1 0 0 0,-1 0 1 0 0,0 0-1 0 0,0 0 0 0 0,1 0 1 0 0,-1 1-1 0 0,0-1 1 0 0,1 0-1 0 0,-1 0 0 0 0,0 0 1 0 0,1 0-1 0 0,-1 0 0 0 0,0 0 1 0 0,1 0-1 0 0,-1 0 1 0 0,0 0-1 0 0,0 0 0 0 0,1 0 1 0 0,0 0-1 0 0,14 1 62 0 0,1 0 0 0 0,0-1 1 0 0,0-1-1 0 0,-1-1 0 0 0,27-5 0 0 0,78-27-132 0 0,-28 6-5426 0 0,-84 24 3745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54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26 1644 0 0,'-105'80'11932'0'0,"104"-79"-11375"0"0,-2 3 563 0 0,10-1-374 0 0,7 0-368 0 0,0-4-239 0 0,1-1-1 0 0,0 0 1 0 0,-1-1 0 0 0,0-1 0 0 0,17-6-1 0 0,3-1-21 0 0,138-37-893 0 0,-114 32-2184 0 0,-1 2-3303 0 0,-41 9 1340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55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84 828 0 0,'-14'-46'26873'0'0,"10"30"-26498"0"0,3 15-300 0 0,-13-20 215 0 0,10 39-277 0 0,0-1 1 0 0,2 1 0 0 0,0-1 0 0 0,2 31 0 0 0,-2 5 27 0 0,-26 224-49 0 0,3-39-2477 0 0,17-79-3500 0 0,8-93-815 0 0,0-8-4069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56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58 188 0 0,'7'-24'4068'0'0,"2"-9"322"0"0,-15 50-3720 0 0,-17 41-319 0 0,-56 103 0 0 0,34-76-4155 0 0,22-40-6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57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75 372 0 0,'0'0'1345'0'0,"-4"-15"2380"0"0,-6-44 5823 0 0,9 60-9578 0 0,0 3 78 0 0,0-1 1 0 0,0 1-1 0 0,0 0 0 0 0,1 0 0 0 0,0 0 1 0 0,-1-1-1 0 0,1 1 0 0 0,0 0 0 0 0,1 0 1 0 0,0 6-1 0 0,1 6 169 0 0,-4 39 367 0 0,-2-1 0 0 0,-2 0 0 0 0,-17 64 0 0 0,-56 154 619 0 0,38-126-472 0 0,40-143-675 0 0,1-1 57 0 0,0-1-93 0 0,0 0 0 0 0,0 1 1 0 0,0-1-1 0 0,0 0 1 0 0,0 0-1 0 0,0 0 0 0 0,0 0 1 0 0,1 0-1 0 0,-1 0 1 0 0,0 0-1 0 0,1 0 0 0 0,-1 0 1 0 0,1 0-1 0 0,-1 0 1 0 0,1 0-1 0 0,-1 0 1 0 0,1 0-1 0 0,0-1 0 0 0,-1 1 1 0 0,2 1-1 0 0,6 2-34 0 0,0 0 1 0 0,0-1-1 0 0,0 0 0 0 0,0 0 0 0 0,0-1 0 0 0,1 0 0 0 0,-1 0 0 0 0,1-1 1 0 0,-1 0-1 0 0,1-1 0 0 0,-1 0 0 0 0,1 0 0 0 0,-1-1 0 0 0,1 0 0 0 0,12-3 1 0 0,16-5-2115 0 0,-1-1 1 0 0,40-17-1 0 0,-72 25 1726 0 0,47-19-5380 0 0,-28 8 399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59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75 548 0 0,'-2'-74'14583'0'0,"-8"177"-9503"0"0,-17 123-2608 0 0,13-140-2036 0 0,-5 26-694 0 0,17-103-235 0 0,-2 11-156 0 0,1-18-249 0 0,-1-11-889 0 0,1-5 1578 0 0,0-1 0 0 0,1 0 0 0 0,1-1 1 0 0,0 1-1 0 0,1 0 0 0 0,2-19 0 0 0,-1 32 208 0 0,0 1 0 0 0,0 0 0 0 0,0 0 0 0 0,0 0 0 0 0,0 0 0 0 0,0 0 0 0 0,0 0 0 0 0,0 0 0 0 0,0 1 0 0 0,1-1 0 0 0,-1 0 0 0 0,0 1 0 0 0,0-1 0 0 0,1 1 0 0 0,-1-1 0 0 0,0 1 0 0 0,1 0 0 0 0,-1-1 0 0 0,1 1 0 0 0,-1 0 0 0 0,1 0 0 0 0,-1 0 0 0 0,0 0 0 0 0,3 0 0 0 0,42 2 77 0 0,-39-1-79 0 0,33-2 66 0 0,74-9 1 0 0,-97 6-324 0 0,1 1-1 0 0,-1-2 1 0 0,0 0-1 0 0,0-1 1 0 0,0-1-1 0 0,22-12 0 0 0,-32 13 83 0 0,1 1-1 0 0,-1-1 0 0 0,-1 0 0 0 0,1-1 0 0 0,-1 1 0 0 0,0-1 0 0 0,-1 0 1 0 0,1-1-1 0 0,-2 0 0 0 0,1 1 0 0 0,-1-2 0 0 0,0 1 0 0 0,0 0 0 0 0,-1-1 1 0 0,-1 1-1 0 0,3-12 0 0 0,-1 2 388 0 0,-1 0 0 0 0,-1 0 1 0 0,-1 0-1 0 0,0 0 0 0 0,-1 0 1 0 0,-1 0-1 0 0,-5-23 0 0 0,5 31 88 0 0,-2-2 1408 0 0,3 12-1662 0 0,0 0 0 0 0,-1-1 0 0 0,1 1 0 0 0,0 0 0 0 0,-1 0 0 0 0,1 0 0 0 0,0 0-1 0 0,-1 0 1 0 0,1 0 0 0 0,0 0 0 0 0,-1 0 0 0 0,1 0 0 0 0,0 0 0 0 0,-1 0 0 0 0,1 0 0 0 0,0 0 0 0 0,-1 0-1 0 0,1 0 1 0 0,0 0 0 0 0,-1 0 0 0 0,1 0 0 0 0,0 0 0 0 0,0 0 0 0 0,-1 0 0 0 0,1 1 0 0 0,0-1 0 0 0,-1 0-1 0 0,1 0 1 0 0,0 0 0 0 0,0 0 0 0 0,-1 1 0 0 0,1-1 0 0 0,-2 3 170 0 0,0 0 1 0 0,0 0-1 0 0,0 0 1 0 0,0 0-1 0 0,1 0 1 0 0,-1 0-1 0 0,1 0 0 0 0,0 0 1 0 0,0 1-1 0 0,0-1 1 0 0,0 0-1 0 0,0 7 1 0 0,-2 5 568 0 0,-13 48 1436 0 0,-11 101-1 0 0,17-88-1824 0 0,-14 122 89 0 0,21-113-3033 0 0,3-81 2041 0 0,3 30-2424 0 0,2-19-586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8:59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226 115 2104 0 0,'17'-17'5831'0'0,"18"-28"1"0"0,-11 13 1530 0 0,-20 21-5464 0 0,-4 11-1848 0 0,0 0 1 0 0,0 0 0 0 0,1-1 0 0 0,-1 1 0 0 0,0 0 0 0 0,0-1-1 0 0,0 1 1 0 0,0 0 0 0 0,0-1 0 0 0,0 1 0 0 0,0 0 0 0 0,-1-1-1 0 0,1 1 1 0 0,0 0 0 0 0,0-1 0 0 0,0 1 0 0 0,0 0 0 0 0,0 0-1 0 0,0-1 1 0 0,0 1 0 0 0,-1 0 0 0 0,1-1 0 0 0,0 1 0 0 0,0 0-1 0 0,0 0 1 0 0,-1-1 0 0 0,1 1 0 0 0,0 0 0 0 0,0 0 0 0 0,-1 0-1 0 0,1-1 1 0 0,0 1 0 0 0,-1 0 0 0 0,1 0 0 0 0,0 0 0 0 0,0 0-1 0 0,-1 0 1 0 0,-11 2-12 0 0,0 1 0 0 0,0 0 0 0 0,0 1 0 0 0,0 0-1 0 0,1 1 1 0 0,0 0 0 0 0,0 1 0 0 0,0 0 0 0 0,0 1 0 0 0,1 0-1 0 0,1 1 1 0 0,-1 0 0 0 0,1 0 0 0 0,0 1 0 0 0,1 0 0 0 0,0 0 0 0 0,0 1-1 0 0,1 1 1 0 0,-6 11 0 0 0,11-18-37 0 0,0 0 0 0 0,1 0 0 0 0,-1 0 1 0 0,1 0-1 0 0,0 0 0 0 0,0 0 0 0 0,1 0 0 0 0,-1 0 0 0 0,1 0 0 0 0,0 0 1 0 0,0 0-1 0 0,0 0 0 0 0,1 0 0 0 0,-1 0 0 0 0,1 0 0 0 0,0 0 0 0 0,0 0 0 0 0,0 0 1 0 0,1 0-1 0 0,-1 0 0 0 0,1 0 0 0 0,0-1 0 0 0,0 1 0 0 0,1-1 0 0 0,4 7 1 0 0,6 4-5 0 0,0-1 1 0 0,1 0 0 0 0,1-1 0 0 0,23 16 0 0 0,3 2-115 0 0,-13-9 120 0 0,26 24 917 0 0,-50-40-655 0 0,0-1 0 0 0,0 1-1 0 0,0-1 1 0 0,-1 1 0 0 0,1 0 0 0 0,-1 1 0 0 0,0-1-1 0 0,-1 0 1 0 0,3 8 0 0 0,-4-11-225 0 0,-1 1 0 0 0,1-1 0 0 0,-1 0 0 0 0,0 1 1 0 0,0-1-1 0 0,0 0 0 0 0,0 0 0 0 0,0 1 0 0 0,0-1 0 0 0,-1 0 0 0 0,1 0 0 0 0,-1 1 0 0 0,1-1 1 0 0,-1 0-1 0 0,0 0 0 0 0,-2 4 0 0 0,1-2 108 0 0,-1 0 0 0 0,0 0 0 0 0,0 0 0 0 0,-1-1 0 0 0,1 1 0 0 0,0-1 0 0 0,-8 5 0 0 0,2-2 83 0 0,0 0 0 0 0,0-1 0 0 0,-1 0 0 0 0,0 0 0 0 0,0-1 0 0 0,-16 4 0 0 0,15-6-901 0 0,0 0 1 0 0,0 0-1 0 0,-1-2 0 0 0,1 1 1 0 0,0-1-1 0 0,-1-1 0 0 0,1 0 0 0 0,0-1 1 0 0,-1 0-1 0 0,-17-6 0 0 0,23 6 99 0 0,0 0-1 0 0,0-1 0 0 0,0 1 0 0 0,1-1 0 0 0,-1-1 1 0 0,1 1-1 0 0,0-1 0 0 0,0 0 0 0 0,0 0 1 0 0,0 0-1 0 0,1-1 0 0 0,-1 1 0 0 0,1-1 1 0 0,0 0-1 0 0,1-1 0 0 0,-1 1 0 0 0,1 0 1 0 0,0-1-1 0 0,1 0 0 0 0,-4-8 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0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5 1880 0 0,'34'-4'19222'0'0,"-33"4"-19085"0"0,2 17 1083 0 0,-8 23-1061 0 0,5-39 18 0 0,-103 679 5660 0 0,98-649-5630 0 0,-2 23-225 0 0,7-58-1125 0 0,0 0 1 0 0,1-1 0 0 0,0 1 0 0 0,0-1 0 0 0,0 1 0 0 0,0 0 0 0 0,1-1-1 0 0,0 1 1 0 0,0 0 0 0 0,0 0 0 0 0,0 0 0 0 0,1 1 0 0 0,-1-1 0 0 0,1 0-1 0 0,0 1 1 0 0,4-4 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1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17 2688 0 0,'-23'21'15244'0'0,"24"-20"-15116"0"0,0 0 0 0 0,0 1 0 0 0,0-1-1 0 0,1 0 1 0 0,-1 0 0 0 0,1 0 0 0 0,-1 0-1 0 0,1 0 1 0 0,-1 0 0 0 0,1-1 0 0 0,-1 1 0 0 0,1 0-1 0 0,0-1 1 0 0,-1 1 0 0 0,1-1 0 0 0,0 0-1 0 0,-1 0 1 0 0,1 1 0 0 0,0-1 0 0 0,0 0-1 0 0,3-1 1 0 0,48-2 679 0 0,-41 2-681 0 0,285-33 838 0 0,-249 27-231 0 0,-46 7-646 0 0,18-2 195 0 0,-1 0-131 0 0,-9-1-3832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1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45 2388 0 0,'10'-22'10931'0'0,"-10"21"-10992"0"0,13-21 7617 0 0,-10 32-7019 0 0,1 27 575 0 0,-3 0 0 0 0,-1 0 0 0 0,-2 0 0 0 0,-6 40 0 0 0,-41 147 367 0 0,6-80-956 0 0,39-130-3877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1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66 844 0 0,'28'-43'13895'0'0,"-24"37"-12810"0"0,-3 6-1012 0 0,-1-1 1 0 0,1 0-1 0 0,-1 0 0 0 0,1 0 1 0 0,-1 0-1 0 0,1 0 0 0 0,0 1 1 0 0,-1-1-1 0 0,1 0 0 0 0,0 1 1 0 0,-1-1-1 0 0,1 0 1 0 0,0 1-1 0 0,1-1 0 0 0,1-1 11 0 0,1 1 0 0 0,-1 1 0 0 0,1-1 0 0 0,-1 0 0 0 0,1 1 0 0 0,-1 0 0 0 0,1 0 0 0 0,-1 0 0 0 0,1 0 0 0 0,-1 0 0 0 0,1 1 0 0 0,-1-1 0 0 0,1 1 0 0 0,-1 0 0 0 0,0 0 0 0 0,1 1 0 0 0,-1-1 0 0 0,0 0 0 0 0,0 1 0 0 0,0 0 0 0 0,0 0 0 0 0,0 0-1 0 0,0 0 1 0 0,0 1 0 0 0,2 2 0 0 0,-2-2 38 0 0,-1 1 0 0 0,1 0 0 0 0,0-1-1 0 0,-1 1 1 0 0,0 0 0 0 0,0 0-1 0 0,0 1 1 0 0,-1-1 0 0 0,1 0 0 0 0,-1 1-1 0 0,0-1 1 0 0,0 1 0 0 0,-1-1-1 0 0,1 1 1 0 0,-1-1 0 0 0,0 1-1 0 0,0-1 1 0 0,-1 1 0 0 0,1-1 0 0 0,-2 5-1 0 0,-4 12 226 0 0,0 0-1 0 0,-1-1 1 0 0,-1 0-1 0 0,-1-1 0 0 0,-11 20 1 0 0,-65 88 937 0 0,55-84-850 0 0,-17 23 319 0 0,46-65-697 0 0,1 0-51 0 0,0-1-1 0 0,0 1 1 0 0,0-1-1 0 0,0 0 1 0 0,0 1-1 0 0,0-1 1 0 0,1 1-1 0 0,-1-1 1 0 0,0 0-1 0 0,0 1 1 0 0,0-1-1 0 0,1 0 1 0 0,-1 1-1 0 0,0-1 1 0 0,0 0-1 0 0,1 0 1 0 0,-1 1-1 0 0,0-1 1 0 0,0 0-1 0 0,1 0 1 0 0,-1 1-1 0 0,0-1 1 0 0,1 0-1 0 0,-1 0 1 0 0,1 0-1 0 0,-1 1 1 0 0,0-1-1 0 0,1 0 1 0 0,-1 0-1 0 0,0 0 1 0 0,1 0-1 0 0,-1 0 1 0 0,1 0-1 0 0,-1 0 1 0 0,26 1 55 0 0,31-8-45 0 0,-51 6-5 0 0,83-12-70 0 0,45-8 62 0 0,-46 2-3238 0 0,-25 0-2744 0 0,-21 4-1912 0 0,-22 6 950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2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128 120 1188 0 0,'-94'-3'14007'0'0,"84"3"-12654"0"0,7 0-394 0 0,0 0-166 0 0,-14 0 2807 0 0,19-2-3496 0 0,1 1 0 0 0,0 0 0 0 0,0 0 0 0 0,0 1 0 0 0,0-1 0 0 0,0 0 0 0 0,4 1 0 0 0,-5-1-25 0 0,255-42 1075 0 0,-84 11-3190 0 0,-166 30 1525 0 0,42-9-2419 0 0,-45 10 1751 0 0,0 0 0 0 0,0-1 0 0 0,0 1 0 0 0,0-1 0 0 0,0 0 0 0 0,0 0 0 0 0,-1-1 0 0 0,6-3 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2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9 508 0 0,'-3'-1'2693'0'0,"3"1"-2657"0"0,-4-1 1108 0 0,0-1 0 0 0,0 1 0 0 0,0 0 0 0 0,0 0 0 0 0,-1 1 0 0 0,1-1 0 0 0,0 1 0 0 0,0 0 0 0 0,0 0 0 0 0,-5 1 0 0 0,8-1-1010 0 0,1 1-1 0 0,-1-1 1 0 0,0 0-1 0 0,1 1 1 0 0,-1-1-1 0 0,1 1 0 0 0,-1 0 1 0 0,1-1-1 0 0,-1 1 1 0 0,1-1-1 0 0,-1 1 1 0 0,1 0-1 0 0,-1-1 1 0 0,1 1-1 0 0,0 0 0 0 0,0 0 1 0 0,-1-1-1 0 0,1 1 1 0 0,0 0-1 0 0,0 1 1 0 0,-3 18 1089 0 0,3-19-1068 0 0,-2 175 4639 0 0,2-33-4104 0 0,-2-97-980 0 0,-2 42-132 0 0,3-32-9481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3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104 120 2312 0 0,'-8'-25'6111'0'0,"-3"-11"805"0"0,10 32-6421 0 0,1-1 0 0 0,-1 1 1 0 0,1 0-1 0 0,-1 0 1 0 0,1-1-1 0 0,1-4 0 0 0,0 8-459 0 0,-1-1-1 0 0,1 1 1 0 0,0 0-1 0 0,0 0 1 0 0,0 0-1 0 0,-1 0 0 0 0,1 0 1 0 0,0 0-1 0 0,0 0 1 0 0,0 0-1 0 0,1 0 1 0 0,-1 1-1 0 0,0-1 1 0 0,0 0-1 0 0,0 1 0 0 0,1-1 1 0 0,-1 1-1 0 0,0-1 1 0 0,0 1-1 0 0,1-1 1 0 0,-1 1-1 0 0,2 0 1 0 0,24-5 231 0 0,-20 5-245 0 0,-1 0 0 0 0,1 0 0 0 0,0 0 0 0 0,-1 1 0 0 0,1 0 0 0 0,-1 1 0 0 0,1-1 0 0 0,-1 1 0 0 0,1 0 0 0 0,-1 1 0 0 0,0-1 0 0 0,0 1 0 0 0,0 0-1 0 0,-1 1 1 0 0,1-1 0 0 0,-1 1 0 0 0,0 1 0 0 0,0-1 0 0 0,0 1 0 0 0,0-1 0 0 0,5 9 0 0 0,-7-9-4 0 0,0 1 0 0 0,0 0 1 0 0,0 0-1 0 0,0 0 0 0 0,-1 1 0 0 0,0-1 1 0 0,0 1-1 0 0,-1-1 0 0 0,0 1 0 0 0,0-1 0 0 0,0 1 1 0 0,0 0-1 0 0,-1 0 0 0 0,0-1 0 0 0,0 1 1 0 0,-1 0-1 0 0,1-1 0 0 0,-1 1 0 0 0,-1 0 0 0 0,1-1 1 0 0,-1 1-1 0 0,0-1 0 0 0,-5 11 0 0 0,-1-2-4 0 0,0-1 0 0 0,-2 1 0 0 0,1-1 0 0 0,-2-1-1 0 0,-15 15 1 0 0,-63 49 1118 0 0,65-57-65 0 0,22-18-591 0 0,20-5-413 0 0,-10 2-60 0 0,1 1 0 0 0,-1 0 0 0 0,0 1 1 0 0,1 0-1 0 0,-1 0 0 0 0,0 1 0 0 0,1 0 0 0 0,-1 1 1 0 0,0-1-1 0 0,0 1 0 0 0,0 1 0 0 0,0 0 1 0 0,0 0-1 0 0,8 5 0 0 0,-9-5 55 0 0,-1 1 0 0 0,0 0 0 0 0,0 0 0 0 0,0 0 0 0 0,0 1 0 0 0,-1 0-1 0 0,0 0 1 0 0,0 0 0 0 0,0 0 0 0 0,-1 1 0 0 0,1 0 0 0 0,-1 0 0 0 0,-1 0 0 0 0,1 1 0 0 0,-1-1-1 0 0,0 1 1 0 0,2 7 0 0 0,-5-10 13 0 0,1 0-1 0 0,0-1 1 0 0,-1 1-1 0 0,0-1 1 0 0,0 1 0 0 0,0 0-1 0 0,0-1 1 0 0,-1 1-1 0 0,1 0 1 0 0,-1-1-1 0 0,0 1 1 0 0,0-1-1 0 0,0 1 1 0 0,-3 3 0 0 0,1-1 30 0 0,-1 0 1 0 0,0 0 0 0 0,0 0-1 0 0,0-1 1 0 0,-1 0 0 0 0,-9 10 0 0 0,-3-2 61 0 0,0-1 1 0 0,0 0 0 0 0,-36 17-1 0 0,33-21-62 0 0,1-1-1 0 0,-43 11 1 0 0,54-16-76 0 0,5-2-116 0 0,0 1 1 0 0,-1-1-1 0 0,1 0 0 0 0,0 0 1 0 0,0 0-1 0 0,0-1 0 0 0,0 1 1 0 0,0-1-1 0 0,0 0 1 0 0,0 1-1 0 0,0-1 0 0 0,-4-2 1 0 0,5 2-115 0 0,1 0 1 0 0,-1 0-1 0 0,0 0 1 0 0,0 0-1 0 0,1 0 1 0 0,-1 0-1 0 0,0 0 1 0 0,1-1 0 0 0,-1 1-1 0 0,1-1 1 0 0,0 1-1 0 0,-1-1 1 0 0,1 1-1 0 0,0-1 1 0 0,0 0-1 0 0,0 0 1 0 0,0 1-1 0 0,0-1 1 0 0,1 0-1 0 0,-2-2 1 0 0,2 1-157 0 0,0 0 1 0 0,0 1-1 0 0,0-1 0 0 0,0 0 1 0 0,0 0-1 0 0,1 0 0 0 0,-1 1 1 0 0,1-1-1 0 0,0 0 0 0 0,0 0 1 0 0,0 1-1 0 0,0-1 0 0 0,0 1 1 0 0,2-4-1 0 0,27-31-5392 0 0,-23 29 3733 0 0,11-12-4393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3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47 2944 0 0,'64'-46'15866'0'0,"-63"61"-14053"0"0,-2-9-1477 0 0,-1-1 1 0 0,0 1 0 0 0,-1-1 0 0 0,1 1 0 0 0,-1-1-1 0 0,0 0 1 0 0,-1 0 0 0 0,-3 5 0 0 0,-6 8 352 0 0,-29 50 846 0 0,3 2 0 0 0,-48 116 0 0 0,81-168-1427 0 0,1-1-1 0 0,1 0 1 0 0,-4 30 0 0 0,7-41-77 0 0,1 0-1 0 0,-1 0 1 0 0,1 1 0 0 0,1-1 0 0 0,-1 0-1 0 0,1 0 1 0 0,0 0 0 0 0,0 0 0 0 0,1 0-1 0 0,0-1 1 0 0,0 1 0 0 0,0 0 0 0 0,1-1-1 0 0,4 9 1 0 0,-4-11-16 0 0,0 0-1 0 0,0 0 0 0 0,0 0 1 0 0,1-1-1 0 0,-1 1 1 0 0,1-1-1 0 0,0 0 1 0 0,-1 0-1 0 0,1 0 1 0 0,0 0-1 0 0,0-1 1 0 0,0 0-1 0 0,0 0 0 0 0,0 0 1 0 0,1 0-1 0 0,6 0 1 0 0,-3 0 1 0 0,-1-1 1 0 0,0 0-1 0 0,0 0 1 0 0,0-1 0 0 0,0 0-1 0 0,0 0 1 0 0,0-1-1 0 0,0 0 1 0 0,10-4-1 0 0,-9 2 19 0 0,-1 0 0 0 0,0-1-1 0 0,0 1 1 0 0,0-1 0 0 0,-1 0-1 0 0,0-1 1 0 0,0 0 0 0 0,0 0-1 0 0,-1 0 1 0 0,7-10 0 0 0,-11 14-65 0 0,1 0 1 0 0,-1 0-1 0 0,0-1 1 0 0,0 1-1 0 0,0 0 1 0 0,0 0-1 0 0,0-1 1 0 0,0 1-1 0 0,-1-1 1 0 0,1 1-1 0 0,-1-1 1 0 0,1 1-1 0 0,-1-1 1 0 0,0 1-1 0 0,0-1 1 0 0,0 1-1 0 0,-1-1 1 0 0,1 1-1 0 0,-1-1 1 0 0,1 1-1 0 0,-1 0 1 0 0,0-1-1 0 0,0 1 1 0 0,0 0-1 0 0,0-1 1 0 0,0 1-1 0 0,0 0 0 0 0,-1 0 1 0 0,1 0-1 0 0,-1 0 1 0 0,1 0-1 0 0,-1 0 1 0 0,0 0-1 0 0,0 1 1 0 0,0-1-1 0 0,0 1 1 0 0,-4-3-1 0 0,-4-2-606 0 0,-1 0 0 0 0,0 0 0 0 0,-1 2 0 0 0,1-1 0 0 0,-1 1 0 0 0,0 1 0 0 0,0 0-1 0 0,0 1 1 0 0,-24-2 0 0 0,17 3-1057 0 0,0 1 0 0 0,-19 3 0 0 0,18 0-2965 0 0,-31 8 0 0 0,35-6-1693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3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89 2048 0 0,'-16'-4'7238'0'0,"-13"-2"-337"0"0,19 1-3860 0 0,23-1-2800 0 0,0 1-1 0 0,1 0 1 0 0,0 0-1 0 0,0 2 0 0 0,0 0 1 0 0,23-3-1 0 0,-3 1-102 0 0,121-26 180 0 0,-152 31-302 0 0,13-2-1102 0 0,-9-1-296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4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35 139 1600 0 0,'-19'-43'11007'0'0,"8"17"-6596"0"0,11 25-4319 0 0,-1 0 1 0 0,0-1-1 0 0,1 1 1 0 0,-1 0 0 0 0,1-1-1 0 0,0 1 1 0 0,-1 0 0 0 0,1-1-1 0 0,0 1 1 0 0,0-1 0 0 0,0 1-1 0 0,0-1 1 0 0,0 1 0 0 0,0 0-1 0 0,1-1 1 0 0,-1 1-1 0 0,0-1 1 0 0,1 1 0 0 0,-1 0-1 0 0,1-1 1 0 0,-1 1 0 0 0,1 0-1 0 0,-1 0 1 0 0,1-1 0 0 0,0 1-1 0 0,0 0 1 0 0,0 0-1 0 0,0 0 1 0 0,0 0 0 0 0,0 0-1 0 0,0 0 1 0 0,0 0 0 0 0,0 0-1 0 0,0 0 1 0 0,0 1 0 0 0,1-1-1 0 0,-1 0 1 0 0,0 1 0 0 0,3-1-1 0 0,5-3-115 0 0,0 1 0 0 0,0 0 0 0 0,1 0 0 0 0,13-1 0 0 0,-18 3 193 0 0,8-1-151 0 0,-1 1 1 0 0,1 0-1 0 0,0 0 1 0 0,0 2-1 0 0,0 0 1 0 0,0 0-1 0 0,0 1 1 0 0,0 0-1 0 0,-1 1 1 0 0,14 6 0 0 0,-20-7-8 0 0,0 0 0 0 0,0 0 1 0 0,-1 1-1 0 0,1 0 1 0 0,-1 0-1 0 0,0 1 0 0 0,0-1 1 0 0,0 1-1 0 0,-1 0 1 0 0,1 1-1 0 0,-1-1 0 0 0,0 1 1 0 0,0-1-1 0 0,0 1 1 0 0,-1 0-1 0 0,0 1 0 0 0,0-1 1 0 0,0 1-1 0 0,-1-1 1 0 0,1 1-1 0 0,-1 0 1 0 0,2 12-1 0 0,-4-12 1 0 0,0 1 0 0 0,0-1-1 0 0,0 1 1 0 0,-1-1 0 0 0,0 1 0 0 0,0-1 0 0 0,-1 0 0 0 0,0 0-1 0 0,0 1 1 0 0,0-1 0 0 0,-1 0 0 0 0,0-1 0 0 0,0 1-1 0 0,-1 0 1 0 0,1-1 0 0 0,-6 6 0 0 0,-6 7 27 0 0,-1 0 0 0 0,-1-1 0 0 0,-19 15 1 0 0,-67 45 1847 0 0,98-73-1600 0 0,2-1 220 0 0,6-3-225 0 0,12-4-156 0 0,15-3-143 0 0,-16 7 22 0 0,-1 0-1 0 0,1 1 1 0 0,0 1-1 0 0,-1 0 1 0 0,1 0 0 0 0,-1 2-1 0 0,0-1 1 0 0,0 2-1 0 0,0 0 1 0 0,0 0 0 0 0,-1 1-1 0 0,0 1 1 0 0,0 0-1 0 0,-1 1 1 0 0,0 0 0 0 0,0 0-1 0 0,-1 1 1 0 0,0 1-1 0 0,0 0 1 0 0,-1 0 0 0 0,9 15-1 0 0,-15-21 35 0 0,0 0 0 0 0,-1 0 0 0 0,0 0 0 0 0,0 1 0 0 0,0-1 0 0 0,-1 0 0 0 0,1 1-1 0 0,-1 0 1 0 0,0-1 0 0 0,0 1 0 0 0,-1 0 0 0 0,1 0 0 0 0,-1-1 0 0 0,0 1 0 0 0,0 0 0 0 0,-1 0 0 0 0,0-1-1 0 0,1 1 1 0 0,-2 0 0 0 0,1-1 0 0 0,0 1 0 0 0,-1-1 0 0 0,0 1 0 0 0,0-1 0 0 0,0 0 0 0 0,-1 1 0 0 0,1-1-1 0 0,-1-1 1 0 0,-6 7 0 0 0,3-3-9 0 0,0 0-1 0 0,-1-1 1 0 0,0 0-1 0 0,0 0 1 0 0,0 0 0 0 0,-1-1-1 0 0,0 0 1 0 0,0-1-1 0 0,-1 0 1 0 0,1 0-1 0 0,-1-1 1 0 0,1 0 0 0 0,-1-1-1 0 0,-16 3 1 0 0,11-3-32 0 0,-1-2 0 0 0,1 1 0 0 0,0-2 0 0 0,-23-3 1 0 0,30 3-465 0 0,1-1 1 0 0,-1 0 0 0 0,1 0 0 0 0,-1 0 0 0 0,1 0 0 0 0,0-1 0 0 0,-1 0-1 0 0,1-1 1 0 0,1 1 0 0 0,-1-1 0 0 0,-8-7 0 0 0,13 10 97 0 0,0 0-1 0 0,0 0 1 0 0,1 0 0 0 0,-1 0 0 0 0,0-1-1 0 0,1 1 1 0 0,-1 0 0 0 0,0 0 0 0 0,1 0-1 0 0,0-1 1 0 0,-1 1 0 0 0,1 0 0 0 0,0 0-1 0 0,-1-1 1 0 0,1 1 0 0 0,0-2 0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5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528 129 1516 0 0,'5'-5'1151'0'0,"-1"0"0"0"0,0-1 0 0 0,-1 1 0 0 0,1-1-1 0 0,-1 0 1 0 0,0 0 0 0 0,-1 0 0 0 0,0 0 0 0 0,0-1 0 0 0,0 1-1 0 0,0-1 1 0 0,-1 1 0 0 0,0-1 0 0 0,-1 1 0 0 0,1-1 0 0 0,-2-11 0 0 0,1 17-1118 0 0,0 1 0 0 0,0-1 0 0 0,0 1 0 0 0,0-1-1 0 0,0 1 1 0 0,0-1 0 0 0,0 1 0 0 0,0-1 0 0 0,0 1 0 0 0,0-1 0 0 0,-1 1 0 0 0,1-1 0 0 0,0 1 0 0 0,0-1 0 0 0,-1 1 0 0 0,1-1 0 0 0,0 1 0 0 0,-1 0 0 0 0,1-1 0 0 0,0 1 0 0 0,-1 0 0 0 0,1-1 0 0 0,0 1 0 0 0,-1 0 0 0 0,1-1 0 0 0,-1 1 0 0 0,1 0 0 0 0,-1-1 0 0 0,1 1 0 0 0,-1 0 0 0 0,1 0 0 0 0,-1 0 0 0 0,1 0 0 0 0,-1 0 0 0 0,1-1 0 0 0,-1 1 0 0 0,1 0 0 0 0,-1 0 0 0 0,1 0 0 0 0,-1 0 0 0 0,1 0 0 0 0,-1 1 0 0 0,1-1 0 0 0,-1 0 0 0 0,1 0 0 0 0,-1 0 0 0 0,1 0 0 0 0,-2 1 0 0 0,-22 10 359 0 0,4 5-43 0 0,1 1 1 0 0,0 0-1 0 0,1 1 1 0 0,-28 38 0 0 0,16-14-99 0 0,-35 64 1 0 0,56-88-205 0 0,0 0 0 0 0,1 1 0 0 0,1 1 1 0 0,0-1-1 0 0,-4 28 0 0 0,9-39-40 0 0,1 0 0 0 0,0 0-1 0 0,0 0 1 0 0,1 0 0 0 0,0 1 0 0 0,1-1 0 0 0,-1 0 0 0 0,2 0-1 0 0,-1 0 1 0 0,1 0 0 0 0,0 0 0 0 0,1 0 0 0 0,-1 0 0 0 0,2-1-1 0 0,-1 0 1 0 0,5 8 0 0 0,-5-11 7 0 0,1 0-1 0 0,-1 0 1 0 0,1-1-1 0 0,-1 1 1 0 0,1-1 0 0 0,0 0-1 0 0,0 0 1 0 0,1-1-1 0 0,-1 1 1 0 0,1-1-1 0 0,-1 0 1 0 0,1 0 0 0 0,0 0-1 0 0,-1 0 1 0 0,1-1-1 0 0,0 0 1 0 0,0 0-1 0 0,9 0 1 0 0,-8-1 16 0 0,-1 0 0 0 0,1 0 0 0 0,0 0 0 0 0,-1-1-1 0 0,1 0 1 0 0,-1 0 0 0 0,1-1 0 0 0,-1 1 0 0 0,0-1 0 0 0,1 0 0 0 0,8-6 0 0 0,-11 6-22 0 0,0 0 1 0 0,0-1 0 0 0,-1 1 0 0 0,0-1-1 0 0,1 0 1 0 0,-1 1 0 0 0,0-1 0 0 0,0 0 0 0 0,-1 0-1 0 0,1 0 1 0 0,-1-1 0 0 0,1 1 0 0 0,1-7-1 0 0,-2 7-23 0 0,0 0-1 0 0,0 0 1 0 0,0 0-1 0 0,-1 0 1 0 0,1 0-1 0 0,-1 0 1 0 0,0 0-1 0 0,0-1 1 0 0,0 1-1 0 0,0 0 0 0 0,0 0 1 0 0,-1 0-1 0 0,0 0 1 0 0,1 0-1 0 0,-1-1 1 0 0,0 1-1 0 0,-1 0 1 0 0,1 1-1 0 0,0-1 0 0 0,-1 0 1 0 0,0 0-1 0 0,1 1 1 0 0,-1-1-1 0 0,0 1 1 0 0,0-1-1 0 0,-1 1 1 0 0,1 0-1 0 0,0 0 1 0 0,-1 0-1 0 0,1 0 0 0 0,-1 0 1 0 0,0 0-1 0 0,0 1 1 0 0,1-1-1 0 0,-1 1 1 0 0,0 0-1 0 0,-4-1 1 0 0,-6-2-668 0 0,0 1 0 0 0,-1 0 0 0 0,0 0 0 0 0,0 2 0 0 0,0 0 0 0 0,0 0 0 0 0,-16 2 0 0 0,-24 5-4086 0 0,-104 26 0 0 0,126-25 2016 0 0,-22 6-2976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8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 68 0 0,'-14'31'16395'0'0,"7"-21"-12510"0"0,7-9-3758 0 0,-1 0 0 0 0,0 0 0 0 0,1 0 0 0 0,-1-1 0 0 0,1 1 0 0 0,-1 0 0 0 0,1 0 0 0 0,0 0 1 0 0,-1 0-1 0 0,1 0 0 0 0,0 0 0 0 0,-1 0 0 0 0,1 0 0 0 0,0 2 0 0 0,9-4-100 0 0,30-5 64 0 0,63-19-1 0 0,-30 6-25 0 0,-69 18-61 0 0,35-8-416 0 0,-34 8 1233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08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26 1492 0 0,'-46'43'9676'0'0,"44"-41"-8959"0"0,0 1 0 0 0,0 0 1 0 0,-1-1-1 0 0,1 1 0 0 0,-1-1 1 0 0,1 0-1 0 0,-1 0 0 0 0,-6 4 2786 0 0,9-5-3386 0 0,-1-1-1 0 0,0 1 1 0 0,1-1 0 0 0,-1 1 0 0 0,0 0 0 0 0,1-1 0 0 0,-1 1 0 0 0,1 0 0 0 0,-1 0 0 0 0,1-1 0 0 0,-1 1 0 0 0,1 0 0 0 0,0 0 0 0 0,-1-1 0 0 0,1 2 0 0 0,50-5-76 0 0,-1-2 1 0 0,58-15-1 0 0,-55 10-27 0 0,225-36 24 0 0,-224 36 83 0 0,-50 10-95 0 0,0 0-12 0 0,24-5 73 0 0,-24 5-53 0 0,-1-1-3 0 0,1 1-289 0 0,21-5-799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1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71 636 0 0,'0'-14'4004'0'0,"0"-23"3002"0"0,0 35-6259 0 0,-4-16 3901 0 0,-8 131-3087 0 0,4-31-615 0 0,-113 544 3077 0 0,52-308-3142 0 0,9-54 128 0 0,53-240-92 0 0,6-20-757 0 0,-1 1 0 0 0,1-1 1 0 0,0 1-1 0 0,0-1 0 0 0,-1 8 0 0 0,2-12-182 0 0,0 0-1 0 0,0 0 0 0 0,0 1 1 0 0,0-1-1 0 0,0 0 1 0 0,0 0-1 0 0,0 0 0 0 0,0 0 1 0 0,0 0-1 0 0,0 0 1 0 0,0 1-1 0 0,0-1 0 0 0,0 0 1 0 0,0 0-1 0 0,-1 0 1 0 0,1 0-1 0 0,0 0 0 0 0,0 0 1 0 0,0 1-1 0 0,0-1 1 0 0,0 0-1 0 0,0 0 0 0 0,0 0 1 0 0,-1 0-1 0 0,1 0 0 0 0,0 0 1 0 0,0 0-1 0 0,0 0 1 0 0,0 0-1 0 0,0 0 0 0 0,-1 0 1 0 0,1 0-1 0 0,0 0 1 0 0,0 0-1 0 0,0 0 0 0 0,0 0 1 0 0,0 0-1 0 0,-1 0 1 0 0,1 0-1 0 0,0 0 0 0 0,0 0 1 0 0,0 0-1 0 0,0 0 1 0 0,0 0-1 0 0,-1 0 0 0 0,1 0 1 0 0,0 0-1 0 0,0 0 1 0 0,-1-1-50 0 0,1 1 0 0 0,0 0 0 0 0,-1 0 0 0 0,1-1 0 0 0,0 1-1 0 0,0 0 1 0 0,-1-1 0 0 0,1 1 0 0 0,0 0 0 0 0,0-1 0 0 0,-1 1 0 0 0,1 0 0 0 0,0-1 0 0 0,0 1 0 0 0,0 0 0 0 0,0-1 0 0 0,-1 1 0 0 0,1-1 0 0 0,0 1 0 0 0,0 0 0 0 0,0-1 0 0 0,0 1 0 0 0,0-1 0 0 0,0 1 0 0 0,0-1 0 0 0,0 1 0 0 0,0-1 0 0 0,2-6-784 0 0,-1-1 0 0 0,1 1-1 0 0,0 0 1 0 0,1-1 0 0 0,0 1 0 0 0,0 0 0 0 0,5-9-1 0 0,4-3-3248 0 0,20-23 0 0 0,-7 11-2646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1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455 201 976 0 0,'32'-33'9974'0'0,"40"-53"-1"0"0,-65 75-8542 0 0,-15 21-946 0 0,-17 22-42 0 0,-38 58 812 0 0,-87 139 560 0 0,130-194-1655 0 0,2 1 1 0 0,1 0 0 0 0,3 1 0 0 0,-19 71 0 0 0,31-98-133 0 0,0-1 1 0 0,1 1-1 0 0,0 0 0 0 0,0 0 1 0 0,1 0-1 0 0,1 0 1 0 0,0 0-1 0 0,0 0 0 0 0,1-1 1 0 0,0 1-1 0 0,6 16 0 0 0,-6-20-2 0 0,1 0 0 0 0,0-1-1 0 0,0 1 1 0 0,0-1-1 0 0,1 0 1 0 0,0 0-1 0 0,0 0 1 0 0,0 0-1 0 0,1-1 1 0 0,-1 0-1 0 0,1 0 1 0 0,0 0-1 0 0,0 0 1 0 0,1-1 0 0 0,-1 0-1 0 0,1 0 1 0 0,-1 0-1 0 0,1-1 1 0 0,9 3-1 0 0,0-2 39 0 0,-1 0-1 0 0,1-1 1 0 0,0-1-1 0 0,0 0 1 0 0,0-1-1 0 0,0 0 1 0 0,0-2 0 0 0,0 0-1 0 0,0 0 1 0 0,0-2-1 0 0,21-6 1 0 0,-11 1 50 0 0,-1-2 0 0 0,0 0 1 0 0,0-1-1 0 0,-1-1 1 0 0,36-28-1 0 0,-39 24-75 0 0,0 0 0 0 0,-2-2 0 0 0,0 0 0 0 0,-1-2 0 0 0,-1 1-1 0 0,-1-2 1 0 0,-1 0 0 0 0,-1-1 0 0 0,-1 0 0 0 0,-1-1 0 0 0,-1-1 0 0 0,10-35 0 0 0,-15 43-34 0 0,-2 0 1 0 0,0 0 0 0 0,-1-1-1 0 0,-1 0 1 0 0,0 1-1 0 0,-1-1 1 0 0,-1 1 0 0 0,-6-29-1 0 0,4 33-9 0 0,0 0-1 0 0,-2 0 0 0 0,1 0 1 0 0,-2 1-1 0 0,0 0 0 0 0,0 0 1 0 0,-1 0-1 0 0,0 1 0 0 0,-1 0 0 0 0,-1 0 1 0 0,1 1-1 0 0,-12-10 0 0 0,3 5-31 0 0,0 1 0 0 0,-1 1-1 0 0,0 1 1 0 0,-1 1-1 0 0,0 0 1 0 0,-1 2 0 0 0,0 0-1 0 0,0 1 1 0 0,-33-8-1 0 0,26 10-309 0 0,0 1 0 0 0,-1 1-1 0 0,0 1 1 0 0,0 1 0 0 0,0 2 0 0 0,0 1-1 0 0,-29 5 1 0 0,38-3-175 0 0,1 1 0 0 0,0 1 0 0 0,1 0 0 0 0,-1 2-1 0 0,1 0 1 0 0,0 0 0 0 0,1 2 0 0 0,-1 0 0 0 0,2 1 0 0 0,0 1 0 0 0,-23 19-1 0 0,22-14-1283 0 0,0 1-1 0 0,1 0 0 0 0,1 0 0 0 0,0 2 0 0 0,-15 27 0 0 0,10-10-5518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2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1072 0 0,'1'-3'1840'0'0,"15"-41"9819"0"0,-15 45-11559 0 0,0-1 0 0 0,0 1 1 0 0,0-1-1 0 0,-1 1 0 0 0,1-1 0 0 0,0 1 0 0 0,0-1 0 0 0,0 1 0 0 0,-1 0 0 0 0,1 0 0 0 0,0-1 0 0 0,-1 1 0 0 0,1 0 0 0 0,-1 0 0 0 0,1 0 1 0 0,-1 0-1 0 0,1 0 0 0 0,-1-1 0 0 0,0 1 0 0 0,1 0 0 0 0,-1 0 0 0 0,0 0 0 0 0,0 0 0 0 0,0 0 0 0 0,0 2 0 0 0,5 31 1177 0 0,-5-30-1058 0 0,11 223 3190 0 0,-17 113-2605 0 0,5-305-1037 0 0,1-14-1574 0 0,-1-1 0 0 0,-6 36 1 0 0,4-46-573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3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52 128 0 0,'-1'-3'680'0'0,"1"0"0"0"0,-1 1 0 0 0,0-1-1 0 0,0 1 1 0 0,0-1 0 0 0,0 1 0 0 0,-1-1 0 0 0,1 1 0 0 0,-1 0 0 0 0,1-1 0 0 0,-1 1-1 0 0,0 0 1 0 0,0 0 0 0 0,0 0 0 0 0,0 1 0 0 0,0-1 0 0 0,0 0 0 0 0,-4-1 0 0 0,3 1-301 0 0,-1 1 1 0 0,0 0 0 0 0,0 0-1 0 0,1 0 1 0 0,-1 0 0 0 0,0 1 0 0 0,0-1-1 0 0,0 1 1 0 0,0 0 0 0 0,0 0-1 0 0,-6 1 1 0 0,-7 3-193 0 0,-1 0 1 0 0,1 2-1 0 0,-1 0 1 0 0,-22 11-1 0 0,33-14 150 0 0,-38 20-176 0 0,2 2 0 0 0,0 1 0 0 0,-54 45 0 0 0,11 6-473 0 0,85-76 212 0 0,0 0 1 0 0,0-1 0 0 0,0 1 0 0 0,0 0-1 0 0,0 1 1 0 0,0-1 0 0 0,1 0-1 0 0,-1 0 1 0 0,0 0 0 0 0,1 0-1 0 0,-1 1 1 0 0,1-1 0 0 0,-1 2 0 0 0,1-3-15 0 0,0 0 0 0 0,0 0 0 0 0,0 1 1 0 0,0-1-1 0 0,0 0 0 0 0,0 1 0 0 0,0-1 0 0 0,1 0 1 0 0,-1 1-1 0 0,0-1 0 0 0,0 0 0 0 0,0 0 1 0 0,0 1-1 0 0,5 2-1934 0 0,-2-3 1372 0 0,-1 0 0 0 0,1 1-1 0 0,-1-1 1 0 0,1 0-1 0 0,-1 0 1 0 0,1-1 0 0 0,-1 1-1 0 0,0 0 1 0 0,4-2-1 0 0,10-4-4332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3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1336 0 0,'16'-3'14267'0'0,"-5"4"-14024"0"0,-1-1 0 0 0,1 0-1 0 0,-1 0 1 0 0,1-2 0 0 0,16-3 0 0 0,56-18-101 0 0,-13 2-1353 0 0,-23 13-7196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3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64 2472 0 0,'-21'18'4634'0'0,"11"-9"-1747"0"0,1-1 0 0 0,-17 11 0 0 0,25-18-2400 0 0,0-1-396 0 0,1 0-1 0 0,0 0 0 0 0,-1 0 1 0 0,1 0-1 0 0,0 1 0 0 0,-1-1 1 0 0,1 0-1 0 0,0 0 0 0 0,0 1 1 0 0,-1-1-1 0 0,1 0 0 0 0,0 1 1 0 0,0-1-1 0 0,0 0 0 0 0,-1 0 1 0 0,1 1-1 0 0,0-1 1 0 0,0 0-1 0 0,0 1 0 0 0,0-1 1 0 0,0 1-1 0 0,-1-1 0 0 0,1 0 1 0 0,0 1-1 0 0,0-1 0 0 0,0 1 1 0 0,22-5 234 0 0,0-1 1 0 0,0-1-1 0 0,33-13 1 0 0,10-3-163 0 0,-6 5-118 0 0,32-9-2254 0 0,-33 5-7740 0 0,-44 14 4307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4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62 2528 0 0,'0'0'1949'0'0,"-14"2"3746"0"0,-6 8 354 0 0,30-10-6199 0 0,32-6 160 0 0,0-1-1 0 0,51-16 0 0 0,-69 15-4289 0 0,26-13 1 0 0,-32 12-857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20 1728 0 0,'-13'-19'19302'0'0,"13"19"-19201"0"0,-3 29 2988 0 0,3-27-3153 0 0,-19 194 4267 0 0,-24 95-3004 0 0,18-134-1022 0 0,22-131-828 0 0,-5 24-4903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4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23 2604 0 0,'-12'-17'15185'0'0,"7"12"-13016"0"0,3 6-2111 0 0,0-1-1 0 0,1 1 1 0 0,-1 0 0 0 0,1 1 0 0 0,-1-1-1 0 0,1 0 1 0 0,0 0 0 0 0,-1 0 0 0 0,1 1-1 0 0,0-1 1 0 0,0 1 0 0 0,0-1 0 0 0,0 1-1 0 0,-1 1 1 0 0,-15 32 280 0 0,8-14-205 0 0,-59 123-1142 0 0,50-95-2611 0 0,2 1-3921 0 0,12-33 820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5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87 2708 0 0,'26'-70'13758'0'0,"-25"54"-11689"0"0,-1 16-2047 0 0,1 0 0 0 0,-1 0 0 0 0,0 0 0 0 0,0 0 0 0 0,0 0 0 0 0,0 0 0 0 0,0 0 0 0 0,0 0 0 0 0,0 0 0 0 0,0 0 0 0 0,0 0 0 0 0,0 0 0 0 0,0-1 0 0 0,0 1 0 0 0,0 0 0 0 0,0 0 0 0 0,1 0 0 0 0,-1 0 0 0 0,0 0 0 0 0,0 0 0 0 0,0 0 0 0 0,0 0 0 0 0,0 0 0 0 0,0 0 0 0 0,0 0 0 0 0,0 0 0 0 0,0 0 0 0 0,0 0 0 0 0,1 0 0 0 0,-1 0 0 0 0,0 0 0 0 0,0 0 0 0 0,0 0 0 0 0,0 0 0 0 0,0 0 0 0 0,0 0 0 0 0,0 1 0 0 0,0-1 0 0 0,0 0 0 0 0,0 0 0 0 0,1 0 0 0 0,-1 0 0 0 0,0 0 0 0 0,0 0 0 0 0,0 0 0 0 0,0 0 0 0 0,0 0 0 0 0,0 0 0 0 0,0 0 0 0 0,0 0 0 0 0,0 0 0 0 0,0 0 0 0 0,0 1 0 0 0,0-1 0 0 0,0 0 0 0 0,0 0 0 0 0,0 0 0 0 0,0 0 0 0 0,0 0 0 0 0,0 0-1 0 0,7 23 946 0 0,-4 7-535 0 0,-1 1 0 0 0,-1 0 0 0 0,-2 0 0 0 0,-6 37 1 0 0,-29 121 88 0 0,24-137-239 0 0,-29 75 0 0 0,40-125-267 0 0,0 1 1 0 0,-1-1-1 0 0,1 0 1 0 0,-1 1-1 0 0,0-1 1 0 0,1 0-1 0 0,-1 0 1 0 0,0 0 0 0 0,0 0-1 0 0,-5 2 1 0 0,6-3-1 0 0,-20-10-3 0 0,19 6-7 0 0,-2-2-11 0 0,3 3-4 0 0,1 1 17 0 0,-1 1-9 0 0,1 0 1 0 0,0 0-1 0 0,0-1 0 0 0,0 1 0 0 0,-1 0 0 0 0,1 0 1 0 0,0-1-1 0 0,0 1 0 0 0,0 0 0 0 0,0-1 0 0 0,0 1 1 0 0,-1 0-1 0 0,1-1 0 0 0,0 1 0 0 0,0 0 0 0 0,0-1 1 0 0,0 1-1 0 0,0 0 0 0 0,0-1 0 0 0,0 1 0 0 0,0 0 1 0 0,0-1-1 0 0,0 1 0 0 0,0 0 0 0 0,0-1 0 0 0,0 1 1 0 0,1 0-1 0 0,-1 0 0 0 0,0-1 0 0 0,0 1 0 0 0,0 0 1 0 0,0-1-1 0 0,1 1 0 0 0,-1 0 0 0 0,0 0 0 0 0,0-1 1 0 0,0 1-1 0 0,1 0 0 0 0,-1 0 0 0 0,0-1 0 0 0,0 1 1 0 0,1 0-1 0 0,-1 0 0 0 0,0 0 0 0 0,1 0 0 0 0,-1-1 1 0 0,0 1-1 0 0,1 0 0 0 0,-1 0 0 0 0,1 0 1 0 0,3-1-2 0 0,26-1 0 0 0,-25 2 3 0 0,40-1-252 0 0,-2 0-1717 0 0,55-7-1 0 0,-83 5 205 0 0,0 0 0 0 0,22-9 0 0 0,-28 9 41 0 0,0-1-1 0 0,0-1 1 0 0,0 1-1 0 0,15-12 1 0 0,-14 7-1950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5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78 976 0 0,'0'-14'3724'0'0,"-5"-26"177"0"0,5 39-3344 0 0,0-10 755 0 0,-4 0-677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6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78 114 1620 0 0,'7'-11'11246'0'0,"-5"9"-10224"0"0,-1 10-443 0 0,0 1 1 0 0,-1-1-1 0 0,0 1 0 0 0,-1-1 1 0 0,0 0-1 0 0,0 1 0 0 0,-5 15 1 0 0,1 5 171 0 0,-3 15-293 0 0,-1 0 0 0 0,-29 82 0 0 0,26-85-429 0 0,11-39-97 0 0,1-2-197 0 0,-1 0 258 0 0,1-1 0 0 0,-1 1 0 0 0,1 0 0 0 0,0 0 0 0 0,-1 0 0 0 0,1-1 0 0 0,0 1 0 0 0,-1 0-1 0 0,1 0 1 0 0,0-1 0 0 0,0 1 0 0 0,-1 0 0 0 0,1-1 0 0 0,0 1 0 0 0,0 0 0 0 0,-1-1 0 0 0,1 1 0 0 0,0 0-1 0 0,0-1 1 0 0,0 1 0 0 0,0-1 0 0 0,-1 1 0 0 0,1 0 0 0 0,0-1 0 0 0,0 1 0 0 0,0-1 0 0 0,0 1 0 0 0,0-1-1 0 0,0 0 1 0 0,0-17-131 0 0,0 12 99 0 0,1 3 29 0 0,-1 0-1 0 0,0 0 1 0 0,1 0-1 0 0,0 0 0 0 0,-1-1 1 0 0,1 1-1 0 0,1 0 0 0 0,-1 0 1 0 0,0 1-1 0 0,1-1 1 0 0,-1 0-1 0 0,1 0 0 0 0,0 1 1 0 0,0-1-1 0 0,0 1 0 0 0,0-1 1 0 0,4-2-1 0 0,-3 3 13 0 0,0 0 0 0 0,0 0-1 0 0,0 0 1 0 0,1 1 0 0 0,-1-1 0 0 0,1 1 0 0 0,-1 0-1 0 0,1 0 1 0 0,-1 0 0 0 0,1 0 0 0 0,0 1-1 0 0,0 0 1 0 0,-1-1 0 0 0,8 2 0 0 0,3-1 3 0 0,50 2 25 0 0,-39 0-33 0 0,-1-1 0 0 0,1-1 1 0 0,0-1-1 0 0,-1-1 0 0 0,1-2 0 0 0,26-6 0 0 0,-46 8-51 0 0,-1 0 1 0 0,1-1-1 0 0,-1 0 0 0 0,1 1 0 0 0,-1-1 1 0 0,0-1-1 0 0,0 1 0 0 0,0-1 0 0 0,0 1 1 0 0,-1-1-1 0 0,1 0 0 0 0,-1 0 0 0 0,0-1 1 0 0,0 1-1 0 0,-1-1 0 0 0,1 1 0 0 0,-1-1 1 0 0,0 0-1 0 0,1-6 0 0 0,4-11-69 0 0,-1-1-1 0 0,5-46 1 0 0,-8 45 97 0 0,4-63 994 0 0,-4 40 2860 0 0,-49 367-222 0 0,13-112-6312 0 0,31-192 1122 0 0,-3 18-1170 0 0,8-12-6736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6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66 320 0 0,'11'-13'2608'0'0,"-4"4"185"0"0,0 0 0 0 0,11-20 1001 0 0,-18 29-3734 0 0,0 0-1 0 0,0-1 1 0 0,0 1 0 0 0,0 0 0 0 0,0-1-1 0 0,0 1 1 0 0,-1 0 0 0 0,1 0 0 0 0,0-1-1 0 0,0 1 1 0 0,0 0 0 0 0,0 0 0 0 0,-1-1-1 0 0,1 1 1 0 0,0 0 0 0 0,0 0 0 0 0,-1 0-1 0 0,1-1 1 0 0,0 1 0 0 0,0 0 0 0 0,-1 0-1 0 0,1 0 1 0 0,0 0 0 0 0,0 0 0 0 0,-1 0 0 0 0,1-1-1 0 0,0 1 1 0 0,-1 0 0 0 0,1 0 0 0 0,0 0-1 0 0,0 0 1 0 0,-1 0 0 0 0,1 0 0 0 0,0 0-1 0 0,-1 0 1 0 0,1 0 0 0 0,0 0 0 0 0,-1 0-1 0 0,1 1 1 0 0,0-1 0 0 0,0 0 0 0 0,-1 0-1 0 0,1 0 1 0 0,0 0 0 0 0,-1 1 0 0 0,-11 3 698 0 0,-9 9-187 0 0,0 1-1 0 0,1 0 1 0 0,1 2-1 0 0,0 0 1 0 0,1 1-1 0 0,1 0 1 0 0,-20 27-1 0 0,35-41-550 0 0,0-1 0 0 0,1 1-1 0 0,-1-1 1 0 0,0 1 0 0 0,1-1-1 0 0,0 1 1 0 0,-1 0 0 0 0,1 0-1 0 0,0 0 1 0 0,1 0 0 0 0,-1 0 0 0 0,0 0-1 0 0,1 0 1 0 0,0 0 0 0 0,0 0-1 0 0,0 0 1 0 0,0 4 0 0 0,1-3-2 0 0,0 0 1 0 0,0 0 0 0 0,1 0 0 0 0,-1-1 0 0 0,1 1-1 0 0,0 0 1 0 0,0-1 0 0 0,0 1 0 0 0,0-1-1 0 0,1 0 1 0 0,4 5 0 0 0,6 5 44 0 0,2-1 1 0 0,-1-1-1 0 0,2 0 1 0 0,25 14-1 0 0,-26-16 6 0 0,127 77 1217 0 0,-140-85-1165 0 0,0 0-1 0 0,0 0 1 0 0,0 0 0 0 0,-1 1 0 0 0,1-1-1 0 0,0 1 1 0 0,-1-1 0 0 0,1 1 0 0 0,-1-1 0 0 0,1 1-1 0 0,-1 0 1 0 0,0 0 0 0 0,0-1 0 0 0,0 1 0 0 0,0 0-1 0 0,0 0 1 0 0,0 0 0 0 0,0 1 0 0 0,-1-1 0 0 0,1 0-1 0 0,-1 0 1 0 0,1 0 0 0 0,-1 0 0 0 0,0 0 0 0 0,0 1-1 0 0,0-1 1 0 0,0 0 0 0 0,-1 3 0 0 0,0-1 13 0 0,-1 0 1 0 0,0-1 0 0 0,0 1-1 0 0,0-1 1 0 0,0 1-1 0 0,0-1 1 0 0,-1 0-1 0 0,0 1 1 0 0,1-2 0 0 0,-1 1-1 0 0,0 0 1 0 0,-1 0-1 0 0,1-1 1 0 0,-4 3 0 0 0,-8 4-1 0 0,0-1 1 0 0,-1-1 0 0 0,1 0 0 0 0,-2-1 0 0 0,1-1 0 0 0,0 0 0 0 0,-28 3 0 0 0,7-3-266 0 0,-1-1 0 0 0,-51-3 0 0 0,71-2-283 0 0,-58-3-1660 0 0,70 3 1512 0 0,1 1 0 0 0,-1-2-1 0 0,0 1 1 0 0,1-1-1 0 0,-1 1 1 0 0,1-1-1 0 0,0-1 1 0 0,0 1-1 0 0,0-1 1 0 0,-6-4 0 0 0,10 6 126 0 0,0 0 0 0 0,0 0 0 0 0,-1-1-435 0 0,1 1 435 0 0,0 0 0 0 0,0 0 1 0 0,1 0-1 0 0,-1-1 0 0 0,0 1 0 0 0,1 0 1 0 0,-1 0-1 0 0,1-1 0 0 0,-1 1 0 0 0,1 0 1 0 0,0-1-1 0 0,0 1 0 0 0,-1 0 1 0 0,1-1-1 0 0,0 1 0 0 0,0-1 0 0 0,0 1 1 0 0,1-2-1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7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69 2264 0 0,'-229'7'19715'0'0,"202"-9"-17272"0"0,31 1-1818 0 0,37-5 701 0 0,-27 5-1370 0 0,177-32 765 0 0,-145 25-639 0 0,42-11-60 0 0,-86 19-388 0 0,11-5-2726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7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34 1288 0 0,'29'-34'21505'0'0,"-28"35"-21277"0"0,-1 0-30 0 0,1 1 1 0 0,0-1 0 0 0,-1 1-1 0 0,1-1 1 0 0,-1 1 0 0 0,1-1-1 0 0,-1 1 1 0 0,0-1 0 0 0,0 1-1 0 0,0-1 1 0 0,0 1 0 0 0,0 1 0 0 0,0 5 598 0 0,4 28 1541 0 0,0 49 0 0 0,-15 99-670 0 0,-16-24-1233 0 0,12-82-1146 0 0,4 0-3591 0 0,10-62-377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7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74 2528 0 0,'-39'7'5745'0'0,"-32"8"3258"0"0,69-14-8491 0 0,-10-1 621 0 0,21 2 637 0 0,21-1-664 0 0,142-33-225 0 0,-69 11-724 0 0,-14 1-1425 0 0,-34 0-3530 0 0,-50 18 3674 0 0,6-3-443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8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33 3096 0 0,'-33'-20'10142'0'0,"25"16"-6884"0"0,7 3-2774 0 0,-1 0-1 0 0,1 0 1 0 0,0 0 0 0 0,0 0-1 0 0,-1 1 1 0 0,1-1 0 0 0,0 0-1 0 0,-1 1 1 0 0,1-1-1 0 0,0 1 1 0 0,-1 0 0 0 0,1-1-1 0 0,-1 1 1 0 0,1 0 0 0 0,-3 0-1 0 0,2 3-140 0 0,0 0 0 0 0,0 0 0 0 0,0-1-1 0 0,1 2 1 0 0,-1-1 0 0 0,1 0 0 0 0,0 0-1 0 0,0 0 1 0 0,0 1 0 0 0,1-1 0 0 0,-1 0 0 0 0,0 4-1 0 0,-1 52 1570 0 0,1-28-1396 0 0,-5 74 316 0 0,-10 92-341 0 0,9-100-833 0 0,6-35-5351 0 0,1-61 5515 0 0,0-1-1 0 0,0 1 0 0 0,0 0 0 0 0,1 0 0 0 0,-1 0 0 0 0,0 0 0 0 0,0-1 0 0 0,1 1 1 0 0,-1 0-1 0 0,0 0 0 0 0,1-1 0 0 0,-1 1 0 0 0,1 0 0 0 0,-1-1 0 0 0,1 1 0 0 0,-1 0 0 0 0,1-1 1 0 0,0 1-1 0 0,-1-1 0 0 0,1 1 0 0 0,0-1 0 0 0,-1 1 0 0 0,1-1 0 0 0,0 1 0 0 0,0-1 1 0 0,0 0-1 0 0,-1 0 0 0 0,1 1 0 0 0,0-1 0 0 0,0 0 0 0 0,0 0 0 0 0,-1 0 0 0 0,1 0 1 0 0,0 0-1 0 0,0 0 0 0 0,1 0 0 0 0,2 0-968 0 0,-1 0 0 0 0,1 0 0 0 0,-1-1 0 0 0,0 1 0 0 0,1-1 0 0 0,-1 0 0 0 0,5-1 0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8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2712 0 0,'43'-90'14858'0'0,"-42"89"-14598"0"0,-1-1 0 0 0,0 1 1 0 0,1 0-1 0 0,-1 0 0 0 0,1 0 1 0 0,-1 0-1 0 0,1 0 0 0 0,0 0 1 0 0,-1 0-1 0 0,1 0 0 0 0,0 0 1 0 0,0 1-1 0 0,-1-1 0 0 0,1 0 1 0 0,2-1-1 0 0,-3 2-177 0 0,0 1-1 0 0,1-1 1 0 0,-1 0 0 0 0,0 0-1 0 0,1 0 1 0 0,-1 0-1 0 0,0 1 1 0 0,1-1 0 0 0,-1 0-1 0 0,0 0 1 0 0,0 1-1 0 0,1-1 1 0 0,-1 0 0 0 0,0 1-1 0 0,0-1 1 0 0,1 0-1 0 0,-1 1 1 0 0,0-1 0 0 0,0 0-1 0 0,0 1 1 0 0,0-1-1 0 0,0 0 1 0 0,1 1 0 0 0,-1-1-1 0 0,0 0 1 0 0,0 1 0 0 0,0-1-1 0 0,0 1 1 0 0,0-1-1 0 0,3 42 2346 0 0,-2-36-1905 0 0,-9 291 4296 0 0,2-200-4035 0 0,-5 12-815 0 0,10-106-866 0 0,0 21 990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3044 0 0,'0'-3'807'0'0,"0"-5"1214"0"0,0 1 1 0 0,0 0-1 0 0,1-1 0 0 0,0 1 1 0 0,2-9-1 0 0,-2 14-1644 0 0,0 0 1 0 0,0 0-1 0 0,0 0 0 0 0,0 0 0 0 0,0 0 1 0 0,0 0-1 0 0,0 1 0 0 0,1-1 0 0 0,1-1 0 0 0,-2 1-331 0 0,1 1-1 0 0,1-1 1 0 0,-1 1-1 0 0,0-1 1 0 0,0 1-1 0 0,0 0 1 0 0,1 0-1 0 0,4-1 1 0 0,2-1 234 0 0,0 1 1 0 0,0 1 0 0 0,1-1 0 0 0,-1 2 0 0 0,0-1 0 0 0,1 1 0 0 0,-1 1 0 0 0,1 0 0 0 0,-1 0 0 0 0,0 1 0 0 0,0 0 0 0 0,1 0 0 0 0,-2 1-1 0 0,1 0 1 0 0,16 9 0 0 0,-20-9-152 0 0,0-1 0 0 0,0 1-1 0 0,-1 1 1 0 0,1-1 0 0 0,-1 1 0 0 0,0-1-1 0 0,0 1 1 0 0,-1 0 0 0 0,1 1 0 0 0,-1-1-1 0 0,0 1 1 0 0,0-1 0 0 0,0 1 0 0 0,0 0-1 0 0,-1 0 1 0 0,0 0 0 0 0,0 0-1 0 0,-1 1 1 0 0,1-1 0 0 0,-1 0 0 0 0,0 1-1 0 0,0-1 1 0 0,-1 1 0 0 0,0-1 0 0 0,0 1-1 0 0,0 0 1 0 0,-1-1 0 0 0,-1 7 0 0 0,-1 2 65 0 0,-2 0 0 0 0,0 0 1 0 0,0 0-1 0 0,-1-1 0 0 0,-1 0 1 0 0,0 0-1 0 0,-1-1 1 0 0,-1 0-1 0 0,-11 13 0 0 0,-15 15 638 0 0,-45 39-1 0 0,71-71-705 0 0,-56 52 520 0 0,57-51-646 0 0,7-8 0 0 0,1-1 0 0 0,0 0 0 0 0,0 0 0 0 0,0 1 0 0 0,0-1 0 0 0,0 0 0 0 0,0 1 0 0 0,0-1 0 0 0,0 0 0 0 0,0 1 0 0 0,0-1 0 0 0,1 0 0 0 0,-1 0 0 0 0,0 1 0 0 0,0-1 0 0 0,0 0 0 0 0,0 0 0 0 0,0 1 0 0 0,0-1 0 0 0,1 0 0 0 0,-1 0 0 0 0,0 1 0 0 0,0-1 0 0 0,0 0 0 0 0,1 0 0 0 0,-1 1 0 0 0,0-1 0 0 0,0 0 0 0 0,0 0 0 0 0,1 0 0 0 0,-1 0 0 0 0,0 0 0 0 0,1 1 0 0 0,-1-1 0 0 0,1 0 0 0 0,8 1 0 0 0,0 0 0 0 0,0-1 0 0 0,0 0 0 0 0,0 0 0 0 0,0-1 0 0 0,0-1 0 0 0,15-3 0 0 0,3 0 0 0 0,10 0-231 0 0,162-26-6012 0 0,-160 23 4675 0 0,-1-2 1 0 0,0-1-1 0 0,38-18 0 0 0,-48 12-7384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19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184 110 704 0 0,'-184'2'14179'0'0,"188"-3"-13931"0"0,211-44 767 0 0,-131 25-1037 0 0,-10 0-1835 0 0,-26 3-4645 0 0,-28 8 1141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24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85 408 0 0,'0'0'1804'0'0,"-29"-17"7183"0"0,14 6-6304 0 0,12 10-2387 0 0,1 0 0 0 0,0 0 0 0 0,0 0-1 0 0,0-1 1 0 0,0 1 0 0 0,0-1 0 0 0,0 1 0 0 0,-2-3 0 0 0,5 3-293 0 0,-1 0 0 0 0,0 0 1 0 0,1-1-1 0 0,-1 1 0 0 0,1 0 0 0 0,-1 0 1 0 0,1 0-1 0 0,0 0 0 0 0,-1 0 0 0 0,1 0 1 0 0,0 0-1 0 0,0 0 0 0 0,0 0 0 0 0,0 0 1 0 0,0 1-1 0 0,0-1 0 0 0,0 0 0 0 0,0 0 1 0 0,2 0-1 0 0,26-10 11 0 0,-17 7-26 0 0,-6 2 10 0 0,0 0-1 0 0,0 1 1 0 0,0 0 0 0 0,1 0-1 0 0,-1 1 1 0 0,0 0-1 0 0,0 0 1 0 0,0 0 0 0 0,0 1-1 0 0,0-1 1 0 0,0 1-1 0 0,0 1 1 0 0,0-1 0 0 0,8 4-1 0 0,-10-3 7 0 0,1-1 0 0 0,0 1-1 0 0,-1 1 1 0 0,1-1 0 0 0,-1 0-1 0 0,1 1 1 0 0,-1 0 0 0 0,0 0-1 0 0,0 0 1 0 0,-1 1 0 0 0,1-1-1 0 0,-1 1 1 0 0,4 5 0 0 0,-5-6-2 0 0,0 1 0 0 0,0 0 0 0 0,0-1 1 0 0,-1 1-1 0 0,0 0 0 0 0,1 0 0 0 0,-1 0 1 0 0,-1 0-1 0 0,1 0 0 0 0,0 0 1 0 0,-1 0-1 0 0,0 0 0 0 0,0 0 0 0 0,0 0 1 0 0,-1 0-1 0 0,-1 8 0 0 0,-2 5 2 0 0,-1 0 0 0 0,-1-1 0 0 0,-1 1 0 0 0,0-1 0 0 0,-16 25 0 0 0,-55 69 12 0 0,25-39 85 0 0,26-37 1060 0 0,26-32-728 0 0,20-6-387 0 0,-16 2-46 0 0,23-1 10 0 0,-12 4 6 0 0,-1 0 1 0 0,1 1-1 0 0,-1 1 0 0 0,1 0 0 0 0,-1 0 0 0 0,0 2 1 0 0,0-1-1 0 0,-1 2 0 0 0,1-1 0 0 0,-1 2 1 0 0,0 0-1 0 0,-1 0 0 0 0,21 18 0 0 0,-30-23 69 0 0,0 0-1 0 0,0 0 1 0 0,0 0-1 0 0,0 0 1 0 0,-1 0-1 0 0,1 0 1 0 0,-1 0-1 0 0,1 0 1 0 0,-1 1-1 0 0,0-1 1 0 0,0 1-1 0 0,0-1 1 0 0,0 1-1 0 0,-1-1 1 0 0,1 1-1 0 0,0-1 1 0 0,-1 1-1 0 0,0-1 1 0 0,0 4-1 0 0,0-2 28 0 0,-1-1-1 0 0,0 1 1 0 0,1 0-1 0 0,-2-1 1 0 0,1 1-1 0 0,0-1 1 0 0,-1 1-1 0 0,1-1 0 0 0,-1 0 1 0 0,0 0-1 0 0,0 0 1 0 0,-4 4-1 0 0,1 0 34 0 0,-1-1-1 0 0,-1 0 1 0 0,1 0-1 0 0,-1-1 0 0 0,0 0 1 0 0,0 0-1 0 0,-1 0 1 0 0,1-1-1 0 0,-1 0 0 0 0,0-1 1 0 0,-9 3-1 0 0,3-3-131 0 0,1-1 0 0 0,-1-1 0 0 0,0 0 0 0 0,0-1 0 0 0,0 0 0 0 0,0-1-1 0 0,1 0 1 0 0,-1-2 0 0 0,0 1 0 0 0,1-2 0 0 0,0 0 0 0 0,-1 0 0 0 0,-17-10 0 0 0,28 13-404 0 0,-16-10-3734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25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58 1792 0 0,'15'-39'16127'0'0,"-14"38"-15834"0"0,-1 0 44 0 0,0 0 0 0 0,0 0-1 0 0,0 0 1 0 0,0 0 0 0 0,0 0-1 0 0,0-1 1 0 0,0 1 0 0 0,0 0-1 0 0,0 0 1 0 0,0 0 0 0 0,0 0-1 0 0,-1 0 1 0 0,1 1 0 0 0,0-1-1 0 0,-1-2 1 0 0,-6 8-290 0 0,1 0-1 0 0,0 0 1 0 0,0 1 0 0 0,1 0 0 0 0,0 0 0 0 0,-8 11 0 0 0,-28 50 130 0 0,17-27-77 0 0,-18 27 183 0 0,3 1 1 0 0,3 3-1 0 0,-50 136 1 0 0,82-197-233 0 0,1 0 1 0 0,1 1 0 0 0,0 0 0 0 0,1-1-1 0 0,0 1 1 0 0,0 0 0 0 0,1 0 0 0 0,3 17-1 0 0,-3-25-30 0 0,1 0-1 0 0,-1 0 1 0 0,1 0-1 0 0,0 0 1 0 0,0 0-1 0 0,0 0 1 0 0,1 0-1 0 0,-1 0 1 0 0,1 0-1 0 0,0-1 1 0 0,-1 1-1 0 0,1-1 1 0 0,0 1-1 0 0,1-1 1 0 0,-1 0-1 0 0,0 0 1 0 0,1 0-1 0 0,-1 0 1 0 0,1 0-1 0 0,-1 0 1 0 0,1-1-1 0 0,0 1 1 0 0,0-1-1 0 0,0 0 1 0 0,0 0-1 0 0,0 0 1 0 0,0 0-1 0 0,0 0 1 0 0,0-1-1 0 0,0 1 1 0 0,0-1-1 0 0,1 0 1 0 0,3 0-1 0 0,4-1 48 0 0,0 0-1 0 0,0-1 1 0 0,0 0-1 0 0,0 0 1 0 0,0-1-1 0 0,-1-1 1 0 0,1 0-1 0 0,-1 0 1 0 0,0-1-1 0 0,0 0 1 0 0,-1-1-1 0 0,1 0 1 0 0,-1 0-1 0 0,11-11 0 0 0,-8 5 189 0 0,1 0 0 0 0,-2-1-1 0 0,0 0 1 0 0,0-1 0 0 0,-1 0-1 0 0,-1 0 1 0 0,0-1 0 0 0,10-26-1 0 0,-18 39-225 0 0,-1 0 0 0 0,1 0-1 0 0,0 0 1 0 0,-1 0-1 0 0,0 0 1 0 0,0 0 0 0 0,1 0-1 0 0,-1 0 1 0 0,0 0 0 0 0,-1 0-1 0 0,1-3 1 0 0,-1 4-30 0 0,1 0 1 0 0,0 0-1 0 0,0 1 1 0 0,-1-1 0 0 0,1 0-1 0 0,0 1 1 0 0,-1-1-1 0 0,1 0 1 0 0,-1 1-1 0 0,1-1 1 0 0,-1 0-1 0 0,1 1 1 0 0,-1-1-1 0 0,0 1 1 0 0,1-1 0 0 0,-1 1-1 0 0,0-1 1 0 0,1 1-1 0 0,-1 0 1 0 0,0-1-1 0 0,1 1 1 0 0,-1 0-1 0 0,0-1 1 0 0,0 1-1 0 0,0 0 1 0 0,1 0 0 0 0,-1 0-1 0 0,0 0 1 0 0,0 0-1 0 0,0 0 1 0 0,1 0-1 0 0,-1 0 1 0 0,-1 0-1 0 0,-10 1-644 0 0,-1 2-1 0 0,1-1 1 0 0,0 1-1 0 0,-1 1 1 0 0,2 0-1 0 0,-1 1 1 0 0,-18 10-1 0 0,-7 7-5208 0 0,3 3-4012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25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25 133 84 0 0,'-24'-39'22737'0'0,"42"35"-22635"0"0,117-20 103 0 0,115-27-206 0 0,-214 41-4126 0 0,-24 5-347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26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93 2224 0 0,'-3'-51'11781'0'0,"11"27"-9479"0"0,-4 21-2244 0 0,0 1 0 0 0,0 0 0 0 0,0 0-1 0 0,1 0 1 0 0,-1 1 0 0 0,0-1 0 0 0,1 1-1 0 0,-1 0 1 0 0,1 0 0 0 0,0 1 0 0 0,-1-1-1 0 0,1 1 1 0 0,0 0 0 0 0,-1 1 0 0 0,1-1-1 0 0,0 1 1 0 0,7 1 0 0 0,-6 0 17 0 0,1-1 1 0 0,-1 1-1 0 0,0 1 1 0 0,1-1-1 0 0,-1 1 1 0 0,0 0-1 0 0,-1 1 1 0 0,1-1-1 0 0,0 1 1 0 0,-1 0-1 0 0,0 0 1 0 0,0 1-1 0 0,0 0 1 0 0,0 0-1 0 0,-1 0 1 0 0,0 0-1 0 0,4 7 1 0 0,-5-6 2 0 0,0 0-1 0 0,-1 0 1 0 0,0 0-1 0 0,0 0 1 0 0,-1 0-1 0 0,1 0 1 0 0,-1 1-1 0 0,-1-1 1 0 0,1 1-1 0 0,-1-1 1 0 0,0 0-1 0 0,0 1 1 0 0,-1-1-1 0 0,0 0 1 0 0,0 1-1 0 0,-1-1 1 0 0,0 0-1 0 0,-3 8 1 0 0,-4 7 36 0 0,-1 0 1 0 0,0-1 0 0 0,-2-1 0 0 0,0 0 0 0 0,-2 0 0 0 0,-17 19 0 0 0,-4-1 445 0 0,-68 56 0 0 0,61-57 658 0 0,41-35-1021 0 0,39-16-56 0 0,-23 10-144 0 0,0 1 0 0 0,0 1 0 0 0,1 0 0 0 0,-1 1 1 0 0,1 1-1 0 0,-1 0 0 0 0,1 1 0 0 0,0 1 0 0 0,-1 0 0 0 0,20 5 0 0 0,-25-4 87 0 0,-1 0 0 0 0,1 1 0 0 0,-1 0-1 0 0,0 0 1 0 0,0 1 0 0 0,0 0 0 0 0,0 1 0 0 0,-1 0-1 0 0,1 0 1 0 0,-1 1 0 0 0,-1 0 0 0 0,1 0 0 0 0,-1 1-1 0 0,0 0 1 0 0,-1 0 0 0 0,1 1 0 0 0,6 11 0 0 0,-11-16 67 0 0,0 0 1 0 0,-1 1 0 0 0,1 0-1 0 0,-1-1 1 0 0,0 1 0 0 0,0 0-1 0 0,0 0 1 0 0,0 0-1 0 0,-1-1 1 0 0,1 1 0 0 0,-1 0-1 0 0,0 0 1 0 0,0 0 0 0 0,-1 0-1 0 0,1 0 1 0 0,-2 6 0 0 0,-1-4 13 0 0,1 0-1 0 0,0 0 1 0 0,-1-1 0 0 0,0 1 0 0 0,0-1 0 0 0,-1 1 0 0 0,0-1 0 0 0,0 0 0 0 0,-7 7 0 0 0,1-3-29 0 0,1-1 0 0 0,-1 0 0 0 0,-1-1 0 0 0,0 0 0 0 0,0 0 0 0 0,0-1 0 0 0,0-1 0 0 0,-1 0 0 0 0,-23 6 0 0 0,19-7-53 0 0,0-2 0 0 0,0 0 0 0 0,0-1 0 0 0,-20 0-1 0 0,28-2-354 0 0,0 1-1 0 0,-1-2 1 0 0,1 1-1 0 0,0-1 1 0 0,0 0-1 0 0,0 0 0 0 0,0-1 1 0 0,1 0-1 0 0,-1-1 1 0 0,-7-4-1 0 0,14 7 29 0 0,0 0 0 0 0,-1 0 0 0 0,1 0 0 0 0,0 0-1 0 0,0 0 1 0 0,-1 0 0 0 0,1 0 0 0 0,0 0 0 0 0,0 0 0 0 0,0-1-1 0 0,1 1 1 0 0,-1 0 0 0 0,0-1 0 0 0,0 1 0 0 0,1-1 0 0 0,-1 1-1 0 0,1-1 1 0 0,-1 1 0 0 0,1-1 0 0 0,0 1 0 0 0,-1-1 0 0 0,1 1 0 0 0,0-1-1 0 0,0 1 1 0 0,0-1 0 0 0,0-2 0 0 0,2 0-927 0 0,-1 0 0 0 0,0 0 0 0 0,1 0 0 0 0,0 0 0 0 0,-1 1 0 0 0,1-1 0 0 0,1 0 0 0 0,4-5 0 0 0,8-11-7433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26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0 141 344 0 0,'23'-43'10690'0'0,"3"3"-5101"0"0,-22 35-5315 0 0,0 0 0 0 0,1 1 0 0 0,-1-1 0 0 0,1 1 0 0 0,0 0 0 0 0,0 0 0 0 0,0 0 0 0 0,1 1 0 0 0,-1 0 0 0 0,1 0 0 0 0,0 0 0 0 0,9-3 0 0 0,-11 5-227 0 0,0 0-1 0 0,0 0 0 0 0,1 1 1 0 0,-1-1-1 0 0,0 1 0 0 0,0 0 1 0 0,1 0-1 0 0,-1 0 0 0 0,0 0 1 0 0,1 1-1 0 0,-1 0 0 0 0,0 0 1 0 0,0 0-1 0 0,0 0 0 0 0,0 1 1 0 0,0 0-1 0 0,0-1 0 0 0,0 2 1 0 0,0-1-1 0 0,-1 0 1 0 0,1 1-1 0 0,-1-1 0 0 0,0 1 1 0 0,0 0-1 0 0,0 0 0 0 0,0 0 1 0 0,4 6-1 0 0,-3-2 64 0 0,1 0 0 0 0,-1 0-1 0 0,0 1 1 0 0,-1-1 0 0 0,0 1 0 0 0,0 0-1 0 0,0 0 1 0 0,-1 0 0 0 0,-1 1 0 0 0,1-1 0 0 0,-1 0-1 0 0,-1 16 1 0 0,-1-7 67 0 0,-1-1 1 0 0,-1 0-1 0 0,-1 1 0 0 0,0-2 0 0 0,-1 1 1 0 0,-1 0-1 0 0,0-1 0 0 0,-16 27 0 0 0,-8 7 511 0 0,-43 52-1 0 0,44-62-350 0 0,-33 44 446 0 0,61-82-772 0 0,1-1 0 0 0,0 0 0 0 0,-1 1 0 0 0,1-1 0 0 0,0 0 0 0 0,-1 1 0 0 0,1-1 0 0 0,0 1 0 0 0,0-1 0 0 0,0 0 0 0 0,-1 1 0 0 0,1-1 0 0 0,0 1 0 0 0,0-1 0 0 0,0 1 0 0 0,0-1 0 0 0,0 1 0 0 0,0-1 0 0 0,0 1 0 0 0,0-1 0 0 0,0 0 0 0 0,0 1 0 0 0,0-1 0 0 0,0 1 0 0 0,0-1 0 0 0,0 1 0 0 0,0-1 0 0 0,1 1 0 0 0,-1 0 0 0 0,13 5 112 0 0,21-5-40 0 0,-32-1-58 0 0,57-7-61 0 0,0-1 0 0 0,95-28 1 0 0,-80 18-632 0 0,10-1-914 0 0,41-10-2980 0 0,-46 4-7065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29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1392 0 0,'8'-17'15127'0'0,"-8"17"-14951"0"0,1 0 0 0 0,-1-1-1 0 0,1 1 1 0 0,-1 0 0 0 0,0 0 0 0 0,1 0 0 0 0,-1-1 0 0 0,1 1 0 0 0,-1 0-1 0 0,1 0 1 0 0,-1 0 0 0 0,1 0 0 0 0,-1 0 0 0 0,1 0 0 0 0,-1 0 0 0 0,1 0-1 0 0,0 0 1 0 0,25 2-607 0 0,-16-1 964 0 0,366-3-247 0 0,-334 3-2778 0 0,-26 0-365 0 0,4-1-4286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29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1416 0 0,'-96'56'11333'0'0,"86"-48"-9615"0"0,13 0 72 0 0,15 0-446 0 0,8-6-1053 0 0,0-1-1 0 0,0-2 1 0 0,0 0-1 0 0,33-7 1 0 0,-33 5-179 0 0,55-6-128 0 0,70-10 236 0 0,-51-1-4271 0 0,-96 19 2996 0 0,1 0 1 0 0,-1-1 0 0 0,1 0-1 0 0,-1 0 1 0 0,0 0-1 0 0,4-3 1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29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39 952 0 0,'-60'-36'15150'0'0,"55"35"-13889"0"0,4 1-1188 0 0,1 0 0 0 0,0 0 0 0 0,-1 0 1 0 0,1-1-1 0 0,0 1 0 0 0,-1 0 0 0 0,1 0 1 0 0,-1 0-1 0 0,1 0 0 0 0,0 0 0 0 0,-1 0 0 0 0,1 0 1 0 0,0 0-1 0 0,-1 0 0 0 0,1 0 0 0 0,-1 0 1 0 0,1 0-1 0 0,0 0 0 0 0,-1 0 0 0 0,1 0 1 0 0,0 1-1 0 0,-1-1 0 0 0,1 0 0 0 0,0 0 1 0 0,-1 0-1 0 0,1 1 0 0 0,0-1 0 0 0,-1 0 0 0 0,1 0 1 0 0,0 1-1 0 0,0-1 0 0 0,-1 0 0 0 0,1 0 1 0 0,0 1-1 0 0,0-1 0 0 0,-1 0 0 0 0,1 1 1 0 0,0-1-1 0 0,0 0 0 0 0,0 1 0 0 0,0-1 1 0 0,0 0-1 0 0,0 1 0 0 0,-1-1 0 0 0,1 1 0 0 0,0-1 1 0 0,0 1-1 0 0,-15 44 2365 0 0,1 1 0 0 0,-8 53 1 0 0,4-17-1177 0 0,-37 141 708 0 0,-58 262-862 0 0,103-447-958 0 0,0-3-1275 0 0,8-11-4556 0 0,20-45-2084 0 0,-5 5 1641 0 0,4-7-3460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30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378 111 836 0 0,'95'-110'18509'0'0,"-96"112"-17860"0"0,-2 14-55 0 0,-2 0 0 0 0,0 0 0 0 0,-1-1 0 0 0,-13 26 0 0 0,-3 6 73 0 0,-48 140 1017 0 0,58-147-1368 0 0,1 1-1 0 0,-9 74 1 0 0,19-107-260 0 0,1 1 1 0 0,0-1 0 0 0,0 1 0 0 0,0-1-1 0 0,1 1 1 0 0,1-1 0 0 0,-1 1-1 0 0,1-1 1 0 0,1 1 0 0 0,-1-1-1 0 0,1 0 1 0 0,5 8 0 0 0,-5-11-10 0 0,0-1 0 0 0,0 0 0 0 0,0 0 0 0 0,1 0-1 0 0,-1 0 1 0 0,1 0 0 0 0,0-1 0 0 0,0 1 0 0 0,1-1 0 0 0,-1 0 0 0 0,1-1 0 0 0,-1 1 0 0 0,1-1 0 0 0,0 0 0 0 0,0 0 0 0 0,0 0 0 0 0,0 0 0 0 0,0-1 0 0 0,0 0 0 0 0,9 0 0 0 0,4 1 68 0 0,1-2 0 0 0,0-1 0 0 0,-1 0 1 0 0,1-1-1 0 0,-1-1 0 0 0,0-1 1 0 0,0 0-1 0 0,0-1 0 0 0,0-2 0 0 0,-1 1 1 0 0,0-2-1 0 0,-1 0 0 0 0,28-19 1 0 0,-27 16-63 0 0,-1-1 0 0 0,-1-1 0 0 0,0 0 1 0 0,-1-1-1 0 0,-1 0 0 0 0,0-1 1 0 0,0-1-1 0 0,-2 0 0 0 0,0-1 1 0 0,-1 0-1 0 0,-1-1 0 0 0,13-32 0 0 0,-19 42-44 0 0,-1 0 0 0 0,0 0-1 0 0,0 0 1 0 0,-1 0 0 0 0,0-1-1 0 0,0 1 1 0 0,-1-1 0 0 0,0 1-1 0 0,-1 0 1 0 0,0-1 0 0 0,0 1-1 0 0,-1 0 1 0 0,0-1 0 0 0,0 1-1 0 0,-1 0 1 0 0,0 0 0 0 0,0 1-1 0 0,-1-1 1 0 0,-8-12 0 0 0,5 10-35 0 0,0 1 0 0 0,-1 1 0 0 0,0-1 1 0 0,-1 1-1 0 0,1 1 0 0 0,-2-1 0 0 0,1 2 0 0 0,-1-1 0 0 0,0 1 1 0 0,0 1-1 0 0,-1 0 0 0 0,1 0 0 0 0,-21-6 0 0 0,3 5-525 0 0,-1 1-1 0 0,1 1 1 0 0,-1 1-1 0 0,1 1 0 0 0,-1 2 1 0 0,0 1-1 0 0,1 1 1 0 0,-54 11-1 0 0,-72 28-4010 0 0,9 12-3690 0 0,50-15-1669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36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91 792 0 0,'3'-16'4427'0'0,"6"-9"-479"0"0,7-17 3240 0 0,-16 34-4654 0 0,-1 21-1802 0 0,-1-1 0 0 0,-1 1 1 0 0,-5 19-1 0 0,-2 6 51 0 0,-61 347 1980 0 0,26-138-1751 0 0,41-222-359 0 0,2-11 349 0 0,0 1 0 0 0,-9 24 0 0 0,10-37-884 0 0,0 19 371 0 0,14-21-477 0 0,-1-1 0 0 0,0 0 0 0 0,0 0 0 0 0,1-1 0 0 0,19-7 0 0 0,3 2-14 0 0,186-24 28 0 0,-141 17-277 0 0,-78 14 19 0 0,1-1-90 0 0,1 1 72 0 0,21-7-4853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36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67 2832 0 0,'-3'-10'3468'0'0,"1"5"-2188"0"0,1 1-1 0 0,-1-1 1 0 0,1 0 0 0 0,0 0 0 0 0,0 1-1 0 0,-6-25 9325 0 0,11 51-9586 0 0,-2-1 0 0 0,0 0 0 0 0,-1 1 0 0 0,-2 32 0 0 0,-18 91-405 0 0,9-72-238 0 0,-28 170 13 0 0,34-232-666 0 0,-1-17 33 0 0,4 4 203 0 0,1-1-1 0 0,-1 1 1 0 0,1-1 0 0 0,-1 0 0 0 0,1 1 0 0 0,0-1 0 0 0,0 1 0 0 0,0-4-1 0 0,1 0 8 0 0,1 1-1 0 0,-1 0 0 0 0,1-1 0 0 0,-1 1 0 0 0,2 0 0 0 0,-1 0 0 0 0,0 0 0 0 0,1 0 0 0 0,0 0 0 0 0,0 1 0 0 0,1 0 0 0 0,-1-1 1 0 0,1 1-1 0 0,7-7 0 0 0,8 1-360 0 0,-1 0 0 0 0,1 1-1 0 0,0 1 1 0 0,1 1 0 0 0,26-7 0 0 0,2 0-884 0 0,-24 6 632 0 0,-6 3-140 0 0,-1-1 0 0 0,0-1 0 0 0,28-15 0 0 0,-40 19 688 0 0,-1 1-1 0 0,0-2 1 0 0,1 1-1 0 0,-1 0 1 0 0,-1-1-1 0 0,1 0 1 0 0,0 0-1 0 0,-1 0 1 0 0,0 0 0 0 0,0-1-1 0 0,0 1 1 0 0,0-1-1 0 0,-1 0 1 0 0,0 0-1 0 0,0 0 1 0 0,0 0-1 0 0,1-8 1 0 0,0-6 470 0 0,-1-1 1 0 0,-2 0-1 0 0,0 0 0 0 0,0 1 1 0 0,-7-32-1 0 0,7 49-221 0 0,-3-6 378 0 0,2 17 1311 0 0,-5 153 2169 0 0,4-34-3418 0 0,0-107-873 0 0,-10 138 1126 0 0,-1-56-7419 0 0,12-92 4154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37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81 3392 0 0,'10'-17'4064'0'0,"11"-23"7144"0"0,-20 37-10333 0 0,0 3-629 0 0,-1-1 1 0 0,1 0-1 0 0,-1 0 0 0 0,1 0 1 0 0,-1 0-1 0 0,1 1 0 0 0,-1-1 1 0 0,0 0-1 0 0,1 0 0 0 0,-1 0 1 0 0,0 0-1 0 0,0 0 0 0 0,0 0 1 0 0,1 0-1 0 0,-1 0 1 0 0,-1-2-1 0 0,-3 2-182 0 0,0 0-1 0 0,-1 0 1 0 0,1 1 0 0 0,-1-1 0 0 0,1 1 0 0 0,-1 0 0 0 0,1 0-1 0 0,-1 1 1 0 0,1-1 0 0 0,-1 1 0 0 0,1 0 0 0 0,-1 0-1 0 0,1 1 1 0 0,0-1 0 0 0,-5 3 0 0 0,-13 6-15 0 0,-31 18 0 0 0,44-22 2 0 0,-94 60 114 0 0,91-57-149 0 0,0 0 1 0 0,1 1 0 0 0,0 1 0 0 0,1 0 0 0 0,0 0 0 0 0,-9 15 0 0 0,18-24-13 0 0,-1 0 0 0 0,1 0 0 0 0,-1 0 0 0 0,1 0 0 0 0,0 0 1 0 0,0 1-1 0 0,0-1 0 0 0,0 0 0 0 0,1 1 0 0 0,-1-1 0 0 0,0 1 0 0 0,1-1 0 0 0,0 1 0 0 0,-1-1 0 0 0,1 1 0 0 0,0 0 0 0 0,1-1 0 0 0,-1 1 0 0 0,0-1 0 0 0,1 3 0 0 0,1-3 1 0 0,-1 1 1 0 0,0-1-1 0 0,1 0 1 0 0,0-1-1 0 0,-1 1 1 0 0,1 0-1 0 0,0 0 0 0 0,0-1 1 0 0,0 1-1 0 0,0-1 1 0 0,0 0-1 0 0,1 0 1 0 0,-1 1-1 0 0,0-1 1 0 0,0-1-1 0 0,1 1 0 0 0,-1 0 1 0 0,5 0-1 0 0,41 11 19 0 0,93 30 337 0 0,-124-36 39 0 0,0 2 1 0 0,0 0-1 0 0,0 1 1 0 0,-1 1-1 0 0,27 21 1 0 0,-39-28-265 0 0,0 0-1 0 0,-1 1 1 0 0,1-1-1 0 0,-1 1 1 0 0,0-1 0 0 0,0 1-1 0 0,0 0 1 0 0,0 0 0 0 0,-1 0-1 0 0,0 1 1 0 0,0-1-1 0 0,0 0 1 0 0,0 1 0 0 0,-1 0-1 0 0,1-1 1 0 0,-1 1-1 0 0,0 0 1 0 0,-1-1 0 0 0,1 1-1 0 0,-1 0 1 0 0,0 0 0 0 0,0 0-1 0 0,-1 0 1 0 0,1-1-1 0 0,-1 1 1 0 0,0 0 0 0 0,0 0-1 0 0,-1-1 1 0 0,1 1 0 0 0,-1-1-1 0 0,0 1 1 0 0,0-1-1 0 0,-4 4 1 0 0,0 1-272 0 0,0-1 1 0 0,-1-1-1 0 0,0 1 0 0 0,0-1 1 0 0,-1 0-1 0 0,0-1 0 0 0,0 1 1 0 0,-1-2-1 0 0,0 1 0 0 0,0-1 1 0 0,0-1-1 0 0,0 1 0 0 0,-1-2 1 0 0,1 1-1 0 0,-1-1 0 0 0,0-1 1 0 0,0 0-1 0 0,-20 2 0 0 0,14-4-151 0 0,0 0 0 0 0,0-2 0 0 0,0 1 0 0 0,1-2 0 0 0,-1 0 0 0 0,1-1 0 0 0,0 0 0 0 0,0-1 0 0 0,0-1 0 0 0,0-1 0 0 0,-22-13-1 0 0,24 12-2130 0 0,1 0 0 0 0,-17-15 0 0 0,23 17 5 0 0,0 0 0 0 0,1 0 1 0 0,-7-10-1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42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83 1028 0 0,'7'-15'4127'0'0,"19"-26"0"0"0,-21 34-3197 0 0,-4 5-268 0 0,7-15 6302 0 0,-16 18-6911 0 0,0 0 1 0 0,1 0-1 0 0,-1 1 1 0 0,1 0-1 0 0,-1 1 1 0 0,1 0-1 0 0,0 0 1 0 0,0 1-1 0 0,0-1 1 0 0,0 1-1 0 0,-11 10 1 0 0,3-2-20 0 0,1 0 1 0 0,0 1-1 0 0,-24 29 0 0 0,29-30-22 0 0,-1 0-1 0 0,2 1 1 0 0,0 0-1 0 0,0 0 1 0 0,-8 22 0 0 0,14-32-5 0 0,1 1 0 0 0,0-1 0 0 0,1 0 0 0 0,-1 0 0 0 0,0 0 0 0 0,1 0 0 0 0,0 1 0 0 0,0-1 0 0 0,0 0 0 0 0,0 0 0 0 0,0 1 0 0 0,1-1 0 0 0,0 0 0 0 0,-1 0 1 0 0,1 0-1 0 0,0 1 0 0 0,0-1 0 0 0,1 0 0 0 0,-1 0 0 0 0,1-1 0 0 0,-1 1 0 0 0,1 0 0 0 0,0 0 0 0 0,0-1 0 0 0,0 1 0 0 0,1-1 0 0 0,-1 0 0 0 0,0 0 0 0 0,1 0 1 0 0,-1 0-1 0 0,1 0 0 0 0,5 2 0 0 0,29 16 131 0 0,58 23 0 0 0,-54-27-88 0 0,46 27-1 0 0,-74-35-12 0 0,0 0-1 0 0,-1 0 1 0 0,0 2-1 0 0,0-1 1 0 0,-1 2-1 0 0,-1-1 1 0 0,15 19-1 0 0,-22-25 15 0 0,0 0 1 0 0,0 1-1 0 0,-1-1 0 0 0,1 0 0 0 0,-1 1 0 0 0,0-1 0 0 0,-1 1 0 0 0,1-1 1 0 0,-1 1-1 0 0,0 0 0 0 0,0 0 0 0 0,0 0 0 0 0,-1 0 0 0 0,0 0 0 0 0,0-1 0 0 0,0 1 1 0 0,0 0-1 0 0,-1 0 0 0 0,0 0 0 0 0,0 0 0 0 0,0 0 0 0 0,-1-1 0 0 0,1 1 1 0 0,-1-1-1 0 0,0 1 0 0 0,-5 7 0 0 0,2-5 21 0 0,0 0 1 0 0,-1-1-1 0 0,0 1 0 0 0,0-1 1 0 0,-1 0-1 0 0,0-1 0 0 0,0 1 1 0 0,0-1-1 0 0,0-1 0 0 0,-1 1 1 0 0,0-1-1 0 0,0-1 0 0 0,0 0 1 0 0,0 0-1 0 0,-17 4 0 0 0,15-5-36 0 0,1 0 0 0 0,-1-1 0 0 0,1 0 0 0 0,-1-1 0 0 0,1 0 0 0 0,-1-1 0 0 0,1 1 0 0 0,-1-2 0 0 0,1 1 0 0 0,0-1 0 0 0,0-1 0 0 0,0 0 0 0 0,0 0 0 0 0,-15-8 0 0 0,21 9-29 0 0,-1 0 1 0 0,0-1-1 0 0,1 1 0 0 0,0-1 1 0 0,0 0-1 0 0,-1 0 1 0 0,2 0-1 0 0,-1 0 1 0 0,0-1-1 0 0,1 1 0 0 0,-1-1 1 0 0,1 0-1 0 0,0 0 1 0 0,0 1-1 0 0,-1-7 1 0 0,1 4-7 0 0,1 0 1 0 0,0 0 0 0 0,0 0 0 0 0,0-1 0 0 0,1 1-1 0 0,0 0 1 0 0,0-1 0 0 0,1 1 0 0 0,1-9 0 0 0,3-4-8 0 0,1 1 0 0 0,0 0 0 0 0,1 0 0 0 0,1 1-1 0 0,18-30 1 0 0,10-6 33 0 0,2 2-1 0 0,76-78 0 0 0,-36 44-101 0 0,-75 81 68 0 0,0 0 0 0 0,0 0 0 0 0,0 0 0 0 0,0 0 0 0 0,-1 0 0 0 0,1-1 0 0 0,-1 1 0 0 0,0-1 0 0 0,-1 1 0 0 0,1-1 0 0 0,-1 0 0 0 0,1-7 0 0 0,-2 10 5 0 0,0 0-1 0 0,0 0 1 0 0,0 0 0 0 0,0 0-1 0 0,-1 0 1 0 0,1 0-1 0 0,-1 0 1 0 0,1 0 0 0 0,-1 0-1 0 0,0 1 1 0 0,0-1-1 0 0,0 0 1 0 0,0 1 0 0 0,0-1-1 0 0,0 0 1 0 0,0 1-1 0 0,0-1 1 0 0,-1 1 0 0 0,1 0-1 0 0,-1-1 1 0 0,1 1-1 0 0,-1 0 1 0 0,1 0 0 0 0,-1 0-1 0 0,0 0 1 0 0,1 0 0 0 0,-1 0-1 0 0,0 0 1 0 0,0 1-1 0 0,0-1 1 0 0,0 1 0 0 0,1-1-1 0 0,-5 1 1 0 0,-3-2-144 0 0,-1 2 0 0 0,1-1 0 0 0,-1 1 0 0 0,1 1-1 0 0,-1 0 1 0 0,1 0 0 0 0,0 1 0 0 0,-1 0 0 0 0,1 0 0 0 0,0 1 0 0 0,0 0 0 0 0,-15 9 0 0 0,17-9-337 0 0,-1 1 1 0 0,1 1-1 0 0,0 0 0 0 0,0 0 0 0 0,1 0 1 0 0,0 1-1 0 0,0 0 0 0 0,-10 11 0 0 0,14-13 54 0 0,0-1-1 0 0,-1 1 1 0 0,1 0-1 0 0,1 0 0 0 0,-1 0 1 0 0,1 0-1 0 0,-1 0 0 0 0,1 0 1 0 0,-1 5-1 0 0,1 13-4306 0 0,1-9-181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44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107 116 304 0 0,'-22'-13'6271'0'0,"-36"-11"-851"0"0,56 23-4738 0 0,-18-1 1456 0 0,16-1-496 0 0,15-1-1237 0 0,82-11 101 0 0,78-17-333 0 0,-130 27-38 0 0,-38 5-93 0 0,13 0 28 0 0,-13 0-4 0 0,-7-1-63 0 0,-1 0 1 0 0,1 1-1 0 0,-1-1 0 0 0,0 1 1 0 0,1 0-1 0 0,-1 1 1 0 0,-4 0-1 0 0,-2 0 7 0 0,-54 3-1 0 0,-137 4 13 0 0,200-8-18 0 0,-1 0 6 0 0,-6-1-11 0 0,15-2 11 0 0,20-3 4 0 0,-23 6-17 0 0,103-16-1645 0 0,-91 14-428 0 0,0 2 0 0 0,23 2 0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51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113 124 828 0 0,'0'0'1286'0'0,"4"-14"1712"0"0,19-78 5033 0 0,-23 90-7722 0 0,4-10 914 0 0,-4 9-337 0 0,0 13-447 0 0,-1 13-17 0 0,-1 1 0 0 0,-1-1-1 0 0,-1 0 1 0 0,-9 29 0 0 0,-36 90 408 0 0,25-76-549 0 0,7-25-162 0 0,-4 11-26 0 0,13-32-13 0 0,8-20-77 0 0,-1 0 0 0 0,1 1-1 0 0,0-1 1 0 0,0 1 0 0 0,0-1 0 0 0,0 0 0 0 0,0 1 0 0 0,0-1 0 0 0,0 1-1 0 0,0-1 1 0 0,0 1 0 0 0,0-1 0 0 0,0 1 0 0 0,0-1 0 0 0,0 0 0 0 0,0 1-1 0 0,0-1 1 0 0,0 1 0 0 0,0-1 0 0 0,0 1 0 0 0,1-1 0 0 0,-1 0 0 0 0,0 1-1 0 0,0-1 1 0 0,0 1 0 0 0,1-1 0 0 0,-1 0 0 0 0,0 1 0 0 0,1-1 0 0 0,-1 0-1 0 0,0 1 1 0 0,1-1 0 0 0,18 5 58 0 0,20-6-13 0 0,-37 0-47 0 0,21 0 23 0 0,0-1 0 0 0,0-2 0 0 0,-1 0 0 0 0,0-1 0 0 0,0-2 0 0 0,32-12 0 0 0,-49 16-17 0 0,0 0 0 0 0,-1 0 1 0 0,1-1-1 0 0,0 1 1 0 0,-1-1-1 0 0,0 0 0 0 0,0 0 1 0 0,0 0-1 0 0,-1 0 0 0 0,1-1 1 0 0,-1 0-1 0 0,0 0 0 0 0,0 0 1 0 0,-1 0-1 0 0,4-8 0 0 0,-3 2 26 0 0,1-1 0 0 0,-2 0-1 0 0,0 1 1 0 0,0-1 0 0 0,-1 0-1 0 0,0-14 1 0 0,-1 24 104 0 0,-1-14 301 0 0,-1 11-193 0 0,-1 15-78 0 0,-8 100 520 0 0,-26 287 28 0 0,21-222-1441 0 0,15-165 636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51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204 147 40 0 0,'35'-77'12228'0'0,"-11"23"-5846"0"0,-23 53-5992 0 0,-1 0-366 0 0,0 1 0 0 0,0-1 0 0 0,0 1 0 0 0,1 0 0 0 0,-1-1 0 0 0,0 1-1 0 0,0-1 1 0 0,0 1 0 0 0,0 0 0 0 0,0-1 0 0 0,0 1 0 0 0,0-1 0 0 0,0 1-1 0 0,0-1 1 0 0,0 1 0 0 0,0 0 0 0 0,0-1 0 0 0,-1 1 0 0 0,1-1 0 0 0,0 1-1 0 0,0 0 1 0 0,0-1 0 0 0,-1 1 0 0 0,1 0 0 0 0,0-1 0 0 0,0 1-1 0 0,-1 0 1 0 0,1-1 0 0 0,0 1 0 0 0,0 0 0 0 0,-1 0 0 0 0,1-1 0 0 0,0 1-1 0 0,-1 0 1 0 0,1 0 0 0 0,-1-1 0 0 0,1 1 0 0 0,0 0 0 0 0,-1 0 0 0 0,1 0-1 0 0,-1 0 1 0 0,1 0 0 0 0,0 0 0 0 0,-1 0 0 0 0,1 0 0 0 0,-1-1 0 0 0,1 2-1 0 0,0-1 1 0 0,-1 0 0 0 0,1 0 0 0 0,-1 0 0 0 0,1 0 0 0 0,0 0 0 0 0,-1 0-1 0 0,1 0 1 0 0,-1 0 0 0 0,1 1 0 0 0,0-1 0 0 0,-1 0 0 0 0,1 0 0 0 0,0 0-1 0 0,-1 1 1 0 0,1-1 0 0 0,0 0 0 0 0,-1 1 0 0 0,1-1 0 0 0,0 1 0 0 0,-26 19 98 0 0,-35 38-1 0 0,51-47-111 0 0,0 0-1 0 0,0 1 1 0 0,2 1-1 0 0,-1 0 0 0 0,-10 23 1 0 0,17-25-15 0 0,3-2 23 0 0,-1-7-16 0 0,0 0-1 0 0,1 1 1 0 0,0-1 0 0 0,-1 0-1 0 0,1 1 1 0 0,0-1 0 0 0,0 0-1 0 0,0 0 1 0 0,1 0 0 0 0,-1 0-1 0 0,0 0 1 0 0,1 0 0 0 0,-1 0-1 0 0,1 0 1 0 0,0-1 0 0 0,-1 1-1 0 0,1 0 1 0 0,0-1 0 0 0,0 0-1 0 0,0 1 1 0 0,0-1 0 0 0,0 0-1 0 0,3 1 1 0 0,-1 0-1 0 0,63 34 57 0 0,-32-17-103 0 0,61 41 0 0 0,-86-52 103 0 0,-1 0 0 0 0,1 1 0 0 0,-1 0-1 0 0,0 0 1 0 0,-1 1 0 0 0,0 0-1 0 0,-1 0 1 0 0,0 1 0 0 0,10 22 0 0 0,-15-28 48 0 0,0 0 0 0 0,-1-1 0 0 0,0 1 0 0 0,0 0 0 0 0,-1 0 0 0 0,1 0 0 0 0,-1 0 0 0 0,0 0 0 0 0,0 0 0 0 0,0-1 0 0 0,-1 1 0 0 0,0 0 1 0 0,0 0-1 0 0,0 0 0 0 0,-1-1 0 0 0,1 1 0 0 0,-1 0 0 0 0,0-1 0 0 0,0 0 0 0 0,-1 1 0 0 0,0-1 0 0 0,1 0 0 0 0,-1 0 0 0 0,-6 5 0 0 0,5-4 15 0 0,-1 0 0 0 0,0 0 0 0 0,0-1 0 0 0,-1 0 0 0 0,0 0 0 0 0,1 0 0 0 0,-1-1 0 0 0,0 0 0 0 0,0 0 0 0 0,-1-1 0 0 0,1 1 0 0 0,-1-1 0 0 0,1-1 0 0 0,-1 1 0 0 0,0-1 0 0 0,1 0 0 0 0,-1-1-1 0 0,-8 1 1 0 0,6-2-73 0 0,1 0-1 0 0,0 0 0 0 0,0-1 0 0 0,0 1 0 0 0,-1-2 0 0 0,2 1 0 0 0,-1-1 1 0 0,0-1-1 0 0,-10-5 0 0 0,15 7-45 0 0,0 0 1 0 0,1 0-1 0 0,-1 0 1 0 0,1-1-1 0 0,-1 1 0 0 0,1 0 1 0 0,-1-1-1 0 0,1 0 1 0 0,0 0-1 0 0,0 0 0 0 0,1 1 1 0 0,-1-2-1 0 0,1 1 1 0 0,-1 0-1 0 0,1 0 0 0 0,0 0 1 0 0,0-1-1 0 0,0 1 1 0 0,1 0-1 0 0,-1-1 0 0 0,1 1 1 0 0,0-1-1 0 0,0 1 1 0 0,0-1-1 0 0,0 1 0 0 0,1 0 1 0 0,0-5-1 0 0,3-7-18 0 0,0-1 1 0 0,2 1-1 0 0,-1-1 0 0 0,2 2 0 0 0,0-1 0 0 0,13-18 1 0 0,61-79-53 0 0,-58 82 63 0 0,14-17-33 0 0,39-55-27 0 0,-73 98 52 0 0,-1 1 0 0 0,0-1-1 0 0,0 0 1 0 0,-1 0 0 0 0,1 1-1 0 0,-1-1 1 0 0,0 0 0 0 0,0-1-1 0 0,0 1 1 0 0,0 0 0 0 0,-1 0 0 0 0,0 0-1 0 0,1 0 1 0 0,-2-1 0 0 0,1-3-1 0 0,-1 7-15 0 0,1 0 0 0 0,-1 0 0 0 0,1 0 0 0 0,-1 0-1 0 0,0 0 1 0 0,1 0 0 0 0,-1 0 0 0 0,0 0-1 0 0,0 0 1 0 0,0 1 0 0 0,1-1 0 0 0,-1 0-1 0 0,0 0 1 0 0,0 1 0 0 0,0-1 0 0 0,0 1 0 0 0,0-1-1 0 0,0 1 1 0 0,0-1 0 0 0,-1 1 0 0 0,-1-1-1 0 0,-22-5-797 0 0,8 5 155 0 0,0 1 1 0 0,0 0 0 0 0,0 1-1 0 0,0 1 1 0 0,-20 5-1 0 0,-85 26-4197 0 0,71-17 1878 0 0,1-2-1389 0 0,4-2-2029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54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65 1836 0 0,'-12'-16'13055'0'0,"12"17"-13049"0"0,0-1 1 0 0,0 1-1 0 0,0-1 1 0 0,1 1-1 0 0,-1-1 1 0 0,0 1 0 0 0,0-1-1 0 0,1 0 1 0 0,-1 1-1 0 0,0-1 1 0 0,0 1-1 0 0,1-1 1 0 0,-1 0 0 0 0,1 1-1 0 0,-1-1 1 0 0,0 1-1 0 0,1-1 1 0 0,-1 0-1 0 0,1 0 1 0 0,-1 1-1 0 0,1-1 1 0 0,-1 0 0 0 0,1 0-1 0 0,0 1 1 0 0,19 2 76 0 0,1 0 1 0 0,0-2 0 0 0,39-1-1 0 0,69-13 60 0 0,-54 4-67 0 0,59-8-34 0 0,-49-1-4352 0 0,-70 10-552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5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26 2772 0 0,'-38'-24'8398'0'0,"37"22"-7787"0"0,0 2-539 0 0,0 0 0 0 0,0 1 0 0 0,1-1 0 0 0,-1 0 0 0 0,0 0 0 0 0,1 0 0 0 0,-1 0 0 0 0,0 1 0 0 0,0-1 0 0 0,1 0 0 0 0,-1 1 0 0 0,0-1 0 0 0,1 0 0 0 0,-1 1 0 0 0,1-1 0 0 0,-1 1 0 0 0,1-1 0 0 0,-1 1 0 0 0,0-1 0 0 0,1 1 0 0 0,0 0 0 0 0,-1-1 0 0 0,1 1 0 0 0,-1 0 0 0 0,1-1 0 0 0,0 1 0 0 0,-1 0 0 0 0,1-1 0 0 0,0 1 0 0 0,0 0 0 0 0,0-1 0 0 0,0 1 0 0 0,-1 0 0 0 0,1 0 0 0 0,0-1 0 0 0,0 1 0 0 0,0 0 0 0 0,0 0 0 0 0,1-1 0 0 0,-1 1 0 0 0,0 1 0 0 0,11 42 571 0 0,-6-25-147 0 0,9 65-12 0 0,-4 0-1 0 0,-4 0 0 0 0,-6 126 1 0 0,-3-171-869 0 0,-1 10-1848 0 0,6-16-5808 0 0,-1-21 3226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55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176 205 2488 0 0,'32'-48'13335'0'0,"-31"43"-12282"0"0,-1 4-906 0 0,0 0 0 0 0,1 0 0 0 0,-1 0-1 0 0,0 0 1 0 0,0-1 0 0 0,0 1-1 0 0,0 0 1 0 0,0 0 0 0 0,0 0 0 0 0,0 0-1 0 0,0 0 1 0 0,0 0 0 0 0,0-1-1 0 0,-1-1 1 0 0,-7-1-53 0 0,0 1-1 0 0,0-1 1 0 0,0 1-1 0 0,0 1 1 0 0,-1-1 0 0 0,1 2-1 0 0,-1-1 1 0 0,-14 0-1 0 0,-27-6 6 0 0,38 4-92 0 0,-35-5 13 0 0,45 9-42 0 0,0-1-11 0 0,1 1 31 0 0,1 0 1 0 0,0 0-1 0 0,0 0 0 0 0,0 0 1 0 0,-1 0-1 0 0,1 0 0 0 0,0 0 1 0 0,0 0-1 0 0,-1 0 1 0 0,1 0-1 0 0,0 0 0 0 0,0 0 1 0 0,0 0-1 0 0,-1 0 0 0 0,1 0 1 0 0,0-1-1 0 0,0 1 1 0 0,0 0-1 0 0,0 0 0 0 0,-1 0 1 0 0,1 0-1 0 0,0 0 1 0 0,0 0-1 0 0,0-1 0 0 0,0 1 1 0 0,-1 0-1 0 0,1 0 0 0 0,0 0 1 0 0,0 0-1 0 0,0-1 1 0 0,0 1-1 0 0,0 0 0 0 0,0 0 1 0 0,0 0-1 0 0,0-1 0 0 0,0 1 1 0 0,0 0-1 0 0,0 0 1 0 0,0 0-1 0 0,0-1 0 0 0,0 1 1 0 0,0 0-1 0 0,0 0 0 0 0,0-1 1 0 0,12-4-37 0 0,32 0 20 0 0,-32 3 15 0 0,51-6-31 0 0,184-33 139 0 0,-198 22 1226 0 0,-47 18-1199 0 0,-3 8-114 0 0,0 1 0 0 0,0-1 0 0 0,-1 0 0 0 0,0 0 0 0 0,0 0 1 0 0,-1 0-1 0 0,-4 7 0 0 0,-5 17 14 0 0,-136 429 490 0 0,87-279-2318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55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97 164 2292 0 0,'9'-43'6738'0'0,"-8"31"-5266"0"0,2 0 0 0 0,-1 1 0 0 0,2-1 0 0 0,4-11-1 0 0,-7 19-1354 0 0,1 1 0 0 0,0 0-1 0 0,0 0 1 0 0,0 0 0 0 0,0 0 0 0 0,1 0-1 0 0,-1 0 1 0 0,1 0 0 0 0,0 1-1 0 0,0-1 1 0 0,0 1 0 0 0,0 0-1 0 0,0 0 1 0 0,0 0 0 0 0,1 0-1 0 0,-1 1 1 0 0,4-2 0 0 0,-3 2-96 0 0,0 0 0 0 0,1 0 0 0 0,-1 1 1 0 0,0 0-1 0 0,1 0 0 0 0,-1 0 0 0 0,0 0 0 0 0,0 1 1 0 0,1 0-1 0 0,-1-1 0 0 0,0 2 0 0 0,0-1 0 0 0,0 0 1 0 0,0 1-1 0 0,5 2 0 0 0,-4-1-2 0 0,0 0-1 0 0,1 0 1 0 0,-2 0 0 0 0,1 1 0 0 0,0 0-1 0 0,-1 0 1 0 0,1 0 0 0 0,-1 0 0 0 0,0 1-1 0 0,-1 0 1 0 0,1-1 0 0 0,-1 1-1 0 0,0 1 1 0 0,3 4 0 0 0,-3-1 9 0 0,0-1 0 0 0,-1 0 0 0 0,0 1 0 0 0,0 0 0 0 0,0 0 0 0 0,-1-1 0 0 0,-1 1 0 0 0,0 15 0 0 0,-2-2 57 0 0,-1 0 0 0 0,-1 0 0 0 0,-1-1 0 0 0,-1 1 0 0 0,-1-1 0 0 0,-16 35 0 0 0,8-27 105 0 0,-1-1-1 0 0,-2-1 0 0 0,-23 30 1 0 0,-68 69 849 0 0,50-60-618 0 0,52-59-347 0 0,6-6-50 0 0,0-1 0 0 0,0 1 0 0 0,0 0 1 0 0,0-1-1 0 0,0 1 0 0 0,1 0 0 0 0,-1 0 0 0 0,0-1 1 0 0,1 1-1 0 0,-1 0 0 0 0,0 0 0 0 0,1 0 1 0 0,-1 0-1 0 0,1 0 0 0 0,0 0 0 0 0,-1 0 1 0 0,1 0-1 0 0,0 0 0 0 0,-1 0 0 0 0,1 1 0 0 0,0-1 1 0 0,0 0-1 0 0,0 0 0 0 0,0 0 0 0 0,0 0 1 0 0,1 2-1 0 0,0-2 12 0 0,1 0 0 0 0,0 0 0 0 0,0 0 0 0 0,0 0 0 0 0,0 0 0 0 0,0-1 0 0 0,0 1 1 0 0,0-1-1 0 0,0 1 0 0 0,0-1 0 0 0,0 0 0 0 0,0 0 0 0 0,3 0 0 0 0,-5 0-17 0 0,41 0 177 0 0,-1-3 0 0 0,1-1 0 0 0,63-14 0 0 0,-30 4-68 0 0,22-3 140 0 0,-94 17-263 0 0,17-4-132 0 0,3-4-3161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55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41 154 2412 0 0,'-19'-13'11707'0'0,"2"3"-5583"0"0,17 10-6081 0 0,0 0 1 0 0,0 0-1 0 0,-1 0 0 0 0,1 0 0 0 0,0 0 1 0 0,0-1-1 0 0,-1 1 0 0 0,1 0 0 0 0,0 0 1 0 0,0 0-1 0 0,-1-1 0 0 0,1 1 0 0 0,0 0 1 0 0,0 0-1 0 0,0-1 0 0 0,0 1 0 0 0,-1 0 1 0 0,1-1-1 0 0,0 1 0 0 0,0 0 0 0 0,0 0 1 0 0,0-1-1 0 0,0 1 0 0 0,0 0 0 0 0,0-1 1 0 0,0 1-1 0 0,0 0 0 0 0,0-1 0 0 0,0 1 1 0 0,0 0-1 0 0,0-1 0 0 0,0 1 0 0 0,0 0 1 0 0,0 0-1 0 0,0-1 0 0 0,47-15 622 0 0,89-17 0 0 0,-30 9-506 0 0,64-20 34 0 0,-163 43-615 0 0,12-2 546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57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142 104 2756 0 0,'0'-1'89'0'0,"-18"-42"10265"0"0,6 19-6787 0 0,12 24-3517 0 0,-1-1 0 0 0,1 1 0 0 0,0-1 0 0 0,-1 0 0 0 0,1 1 0 0 0,0-1 0 0 0,-1 1 0 0 0,1-1 0 0 0,0 0-1 0 0,0 1 1 0 0,0-1 0 0 0,0 0 0 0 0,0 1 0 0 0,0-1 0 0 0,0 0 0 0 0,0 1 0 0 0,0-1 0 0 0,0 0 0 0 0,0 1 0 0 0,0-1 0 0 0,0 0 0 0 0,0 1-1 0 0,1-1 1 0 0,-1 0 0 0 0,0 1 0 0 0,0-1 0 0 0,1 1 0 0 0,-1-1 0 0 0,1-1 0 0 0,1 1 4 0 0,-1 0 1 0 0,1 0 0 0 0,-1 0-1 0 0,1 0 1 0 0,-1 0-1 0 0,1 0 1 0 0,0 0-1 0 0,-1 1 1 0 0,1-1-1 0 0,3 0 1 0 0,35-4 129 0 0,-29 5-166 0 0,-1 2-1 0 0,0-1 1 0 0,1 1 0 0 0,-1 1 0 0 0,0 0 0 0 0,0 0-1 0 0,0 1 1 0 0,0 0 0 0 0,-1 1 0 0 0,0 0 0 0 0,17 11-1 0 0,-22-13-10 0 0,0 1 0 0 0,0-1 0 0 0,-1 1 0 0 0,1-1 0 0 0,-1 1-1 0 0,0 0 1 0 0,0 0 0 0 0,0 0 0 0 0,0 1 0 0 0,-1-1 0 0 0,1 1-1 0 0,-1-1 1 0 0,-1 1 0 0 0,1 0 0 0 0,0 0 0 0 0,-1 0 0 0 0,0 0-1 0 0,0 0 1 0 0,-1 0 0 0 0,0 0 0 0 0,1 0 0 0 0,-2 0 0 0 0,1 0-1 0 0,0 0 1 0 0,-3 10 0 0 0,-1-2 13 0 0,-1-1-1 0 0,0 1 0 0 0,-1-1 1 0 0,0 0-1 0 0,-1-1 1 0 0,0 1-1 0 0,-1-2 0 0 0,-14 17 1 0 0,6-9 24 0 0,-2-1 0 0 0,0-1 0 0 0,-38 26 0 0 0,36-25 6 0 0,15-12-25 0 0,0 0 0 0 0,-1-1 0 0 0,0 1 0 0 0,-8 3-1 0 0,13-7-4 0 0,2 0-25 0 0,-1 0 4 0 0,1-1-1 0 0,0 1 1 0 0,0 0-1 0 0,0-1 1 0 0,-1 1-1 0 0,1-1 1 0 0,0 1-1 0 0,0-1 1 0 0,0 1-1 0 0,0-1 1 0 0,0 0-1 0 0,0 1 1 0 0,0-1-1 0 0,0 0 1 0 0,0 0-1 0 0,0 0 1 0 0,2 0-1 0 0,3 1 1 0 0,8 2-1 0 0,-1 1-1 0 0,0-1 1 0 0,0 2-1 0 0,0 0 1 0 0,0 1 0 0 0,-1 0-1 0 0,14 9 1 0 0,-18-9 10 0 0,-1-1 1 0 0,0 1-1 0 0,0 1 1 0 0,0-1-1 0 0,-1 1 1 0 0,0 0 0 0 0,0 0-1 0 0,-1 1 1 0 0,8 14-1 0 0,-11-18 73 0 0,0 1 0 0 0,0 0 0 0 0,0-1-1 0 0,-1 1 1 0 0,0 0 0 0 0,0 0 0 0 0,0 0-1 0 0,0 0 1 0 0,-1-1 0 0 0,0 1 0 0 0,0 0 0 0 0,0 0-1 0 0,-1 0 1 0 0,1 0 0 0 0,-1 0 0 0 0,-2 6 0 0 0,0-5 31 0 0,0 1 1 0 0,0-1 0 0 0,0 1 0 0 0,-1-1 0 0 0,1-1 0 0 0,-2 1 0 0 0,1 0 0 0 0,-1-1-1 0 0,1 0 1 0 0,-11 8 0 0 0,9-7-53 0 0,-1-1 1 0 0,0 0-1 0 0,-1 0 0 0 0,1-1 0 0 0,-1 0 1 0 0,0 0-1 0 0,0-1 0 0 0,0 0 0 0 0,0 0 1 0 0,-1-1-1 0 0,1 0 0 0 0,-1 0 0 0 0,0-1 1 0 0,1 0-1 0 0,-1-1 0 0 0,0 0 0 0 0,0 0 1 0 0,-16-4-1 0 0,13 1-179 0 0,0-1 0 0 0,0 0 0 0 0,1-1 0 0 0,0 0 0 0 0,-16-11 0 0 0,24 15-147 0 0,1-1 0 0 0,0 1 0 0 0,-1-1 0 0 0,1 0-1 0 0,0 0 1 0 0,0 0 0 0 0,0 0 0 0 0,0 0 0 0 0,1 0 0 0 0,-1 0 0 0 0,0 0 0 0 0,1-1 0 0 0,-1 1 0 0 0,1-1 0 0 0,0 1-1 0 0,0-1 1 0 0,0 1 0 0 0,0-1 0 0 0,1 0 0 0 0,-1 0 0 0 0,1 1 0 0 0,-1-1 0 0 0,1 0 0 0 0,0 0 0 0 0,0 1-1 0 0,0-1 1 0 0,1 0 0 0 0,-1 0 0 0 0,1 0 0 0 0,1-3 0 0 0,12-25-6209 0 0,-3 15 540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5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19 133 3064 0 0,'-3'-9'2393'0'0,"-1"0"-60"0"0,2 0 1 0 0,-1 0 0 0 0,1 0-1 0 0,-2-16 1 0 0,4 23-2240 0 0,0 0-1 0 0,0 0 1 0 0,0 0 0 0 0,0 0 0 0 0,1 0-1 0 0,-1 0 1 0 0,0 0 0 0 0,1 0 0 0 0,0 0-1 0 0,-1 0 1 0 0,1 0 0 0 0,0 0 0 0 0,0 1-1 0 0,0-1 1 0 0,0 0 0 0 0,0 1 0 0 0,1-1-1 0 0,-1 0 1 0 0,0 1 0 0 0,1 0 0 0 0,-1-1-1 0 0,1 1 1 0 0,-1 0 0 0 0,1 0 0 0 0,0 0-1 0 0,-1 0 1 0 0,3-1 0 0 0,6-2-54 0 0,-1 1 0 0 0,1 1-1 0 0,-1 0 1 0 0,1 0 0 0 0,0 1 0 0 0,0 0 0 0 0,-1 0 0 0 0,1 1 0 0 0,0 1 0 0 0,0-1 0 0 0,0 2 0 0 0,0-1-1 0 0,-1 1 1 0 0,18 7 0 0 0,-17-6-33 0 0,0 0-1 0 0,-1 1 1 0 0,0 1-1 0 0,0 0 1 0 0,0 0-1 0 0,-1 0 1 0 0,0 1-1 0 0,0 0 1 0 0,0 1-1 0 0,-1 0 1 0 0,0 0-1 0 0,0 1 1 0 0,0-1-1 0 0,7 14 1 0 0,-11-16 4 0 0,-1 1 1 0 0,1 0 0 0 0,-1-1-1 0 0,0 1 1 0 0,-1 0-1 0 0,1 0 1 0 0,-1 1 0 0 0,0-1-1 0 0,-1 0 1 0 0,0 0-1 0 0,0 10 1 0 0,-1-5 20 0 0,-1-1 0 0 0,0 0 0 0 0,-1 1 0 0 0,0-1 0 0 0,-1 0 0 0 0,-5 11 0 0 0,-6 8 202 0 0,-2-1 0 0 0,-2 0 0 0 0,-26 30 0 0 0,-21 16 675 0 0,17-23-181 0 0,27-26-338 0 0,21-24-287 0 0,1 1-38 0 0,6 4 52 0 0,2-4-89 0 0,1-1-1 0 0,-1 0 1 0 0,1 0 0 0 0,0-1 0 0 0,-1 0-1 0 0,1-1 1 0 0,12-1 0 0 0,11-1 11 0 0,414-18-484 0 0,-344 15-2988 0 0,-73 4-524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09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103 112 1644 0 0,'-6'-6'1397'0'0,"-1"1"1"0"0,0 0-1 0 0,0 0 0 0 0,0 1 1 0 0,-14-6-1 0 0,-9-6 2522 0 0,29 15-3392 0 0,-13-3 1368 0 0,14 4-1883 0 0,0 0 1 0 0,0 0-1 0 0,0 0 1 0 0,0 0-1 0 0,0 0 1 0 0,0 0-1 0 0,1 0 1 0 0,-1-1-1 0 0,0 1 0 0 0,0 0 1 0 0,0 0-1 0 0,0 0 1 0 0,0 0-1 0 0,0 0 1 0 0,0 0-1 0 0,0 0 1 0 0,0 0-1 0 0,0-1 1 0 0,0 1-1 0 0,0 0 1 0 0,0 0-1 0 0,0 0 0 0 0,0 0 1 0 0,0 0-1 0 0,0 0 1 0 0,0 0-1 0 0,0 0 1 0 0,0-1-1 0 0,0 1 1 0 0,0 0-1 0 0,0 0 1 0 0,0 0-1 0 0,-1 0 0 0 0,1 0 1 0 0,0 0-1 0 0,0 0 1 0 0,0 0-1 0 0,0 0 1 0 0,0-1-1 0 0,0 1 1 0 0,0 0-1 0 0,0 0 1 0 0,0 0-1 0 0,0 0 1 0 0,0 0-1 0 0,-1 0 0 0 0,1 0 1 0 0,0 0-1 0 0,0 0 1 0 0,0 0-1 0 0,0 0 1 0 0,0 0-1 0 0,0 0 1 0 0,0 0-1 0 0,-1 0 1 0 0,1 0-1 0 0,0 0 1 0 0,0 0-1 0 0,0 0 0 0 0,0 0 1 0 0,0 0-1 0 0,0 0 1 0 0,15-4 271 0 0,31-3-289 0 0,-36 6 85 0 0,53-9-107 0 0,26-3-1146 0 0,124-4 0 0 0,-168 20-990 0 0,-43-2 1393 0 0,1 0 0 0 0,0 0-1 0 0,0 0 1 0 0,-1 0 0 0 0,1 0-1 0 0,0 0 1 0 0,3 4 0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09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46 1316 0 0,'-123'62'11917'0'0,"121"-61"-11262"0"0,4 0-510 0 0,5-1-102 0 0,0 0 1 0 0,0 0 0 0 0,-1-1-1 0 0,1 0 1 0 0,0 0 0 0 0,-1 0-1 0 0,13-5 1 0 0,0 1 3 0 0,254-50-2793 0 0,-133 29-2815 0 0,-83 13 1843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0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89 892 0 0,'10'-6'14345'0'0,"-11"1"-12640"0"0,1 4-1367 0 0,-4-3-160 0 0,0 0 0 0 0,1 0 1 0 0,-1 0-1 0 0,-1 1 0 0 0,1-1 0 0 0,0 1 1 0 0,-9-4-1 0 0,12 6-157 0 0,-8-6 74 0 0,6 5-83 0 0,1 1 0 0 0,0-1 0 0 0,-1 1-1 0 0,0-1 1 0 0,1 1 0 0 0,-1 0 0 0 0,0 0 0 0 0,0 0 0 0 0,1 0 0 0 0,-4 0-1 0 0,-6-2-8 0 0,1 1 0 0 0,-1 0 0 0 0,1 1-1 0 0,-1 0 1 0 0,0 1 0 0 0,0 0 0 0 0,1 1-1 0 0,-1 0 1 0 0,0 1 0 0 0,1 0 0 0 0,-1 1 0 0 0,-10 4-1 0 0,10-3 1 0 0,0 1-1 0 0,0 0 0 0 0,1 0 0 0 0,-1 1 1 0 0,1 1-1 0 0,1 0 0 0 0,0 1 1 0 0,0 0-1 0 0,0 0 0 0 0,1 1 0 0 0,-9 10 1 0 0,15-15 1 0 0,0 0 1 0 0,0 0-1 0 0,0 0 0 0 0,1 1 1 0 0,0-1-1 0 0,-1 1 1 0 0,1-1-1 0 0,1 1 0 0 0,-1 0 1 0 0,1 0-1 0 0,0 0 0 0 0,0 0 1 0 0,0 0-1 0 0,1 0 1 0 0,0 0-1 0 0,0 1 0 0 0,0-1 1 0 0,0 0-1 0 0,3 7 1 0 0,-1-6-3 0 0,0 1 0 0 0,0-1 0 0 0,1 0 0 0 0,0 0 0 0 0,1 0 0 0 0,-1 0 1 0 0,1-1-1 0 0,0 1 0 0 0,1-1 0 0 0,-1 0 0 0 0,1 0 0 0 0,0-1 0 0 0,0 0 1 0 0,7 5-1 0 0,14 8-4 0 0,1-2 1 0 0,1-1-1 0 0,32 12 1 0 0,-31-15-4 0 0,-1 2 1 0 0,-1 1-1 0 0,33 21 1 0 0,-53-30 6 0 0,-1 0 1 0 0,0 0-1 0 0,0 1 1 0 0,0-1 0 0 0,0 1-1 0 0,-1 0 1 0 0,0 1-1 0 0,0 0 1 0 0,-1-1-1 0 0,4 10 1 0 0,-6-12 19 0 0,0 1 1 0 0,-1 0 0 0 0,1 0-1 0 0,-1 0 1 0 0,0 0-1 0 0,-1 0 1 0 0,1 0-1 0 0,-1 0 1 0 0,0 0-1 0 0,-1 0 1 0 0,1 0-1 0 0,-1 0 1 0 0,0 0 0 0 0,0 0-1 0 0,0 0 1 0 0,-1-1-1 0 0,-3 9 1 0 0,-2 0 103 0 0,0 1-1 0 0,-1-2 1 0 0,0 1 0 0 0,-1-1 0 0 0,0-1-1 0 0,-1 1 1 0 0,-1-1 0 0 0,0-1 0 0 0,0 0 0 0 0,-1-1-1 0 0,0 0 1 0 0,0-1 0 0 0,-1 0 0 0 0,0-1-1 0 0,-1 0 1 0 0,-27 9 0 0 0,40-16-114 0 0,-1 1 1 0 0,1-1-1 0 0,-1 0 1 0 0,1 1-1 0 0,-1-1 0 0 0,1 0 1 0 0,-1 0-1 0 0,1 0 1 0 0,-1 0-1 0 0,0 0 1 0 0,1 0-1 0 0,-1 0 0 0 0,1 0 1 0 0,-1-1-1 0 0,1 1 1 0 0,-1-1-1 0 0,1 1 0 0 0,-1-1 1 0 0,1 0-1 0 0,0 1 1 0 0,-1-1-1 0 0,1 0 0 0 0,0 0 1 0 0,-1 0-1 0 0,1 0 1 0 0,0 0-1 0 0,0 0 1 0 0,0 0-1 0 0,0-1 0 0 0,0 1 1 0 0,0 0-1 0 0,0 0 1 0 0,0-1-1 0 0,1 1 0 0 0,-1-1 1 0 0,1 1-1 0 0,-1-1 1 0 0,1 1-1 0 0,-1-1 0 0 0,1-1 1 0 0,-2-4-6 0 0,1 1 1 0 0,1-1-1 0 0,-1 1 1 0 0,1-1 0 0 0,0 1-1 0 0,1-1 1 0 0,-1 0-1 0 0,3-6 1 0 0,3-10 10 0 0,2 0 0 0 0,0 1 0 0 0,2 0 0 0 0,0 0 0 0 0,15-22 1 0 0,72-97-21 0 0,-82 121-17 0 0,138-210-40 0 0,-149 224 54 0 0,-1-1 0 0 0,0 0 0 0 0,0 0 0 0 0,0 0 0 0 0,-1-1 0 0 0,0 1-1 0 0,0 0 1 0 0,-1-1 0 0 0,1-10 0 0 0,-2 15 2 0 0,0 0 0 0 0,0 0 0 0 0,-1 0 0 0 0,1 0 0 0 0,0 0 0 0 0,-1 0 0 0 0,0 0 0 0 0,0 0 0 0 0,0 0 0 0 0,0 1 0 0 0,0-1 0 0 0,0 0 0 0 0,-1 1 0 0 0,1-1 0 0 0,-1 1 0 0 0,0-1 1 0 0,0 1-1 0 0,0 0 0 0 0,0 0 0 0 0,0 0 0 0 0,0 0 0 0 0,-1 0 0 0 0,1 0 0 0 0,-1 1 0 0 0,1-1 0 0 0,-5-1 0 0 0,0 0-4 0 0,-1 1 0 0 0,0 0 0 0 0,0 0 0 0 0,0 1 0 0 0,0 0 0 0 0,-1 0 0 0 0,1 1 0 0 0,0 0 0 0 0,0 1 0 0 0,0-1 0 0 0,0 2 0 0 0,0-1 1 0 0,0 1-1 0 0,0 0 0 0 0,-9 4 0 0 0,-2 2-241 0 0,1 0 1 0 0,0 1-1 0 0,0 1 1 0 0,1 0-1 0 0,-16 14 1 0 0,23-17-180 0 0,1 1 1 0 0,0 0 0 0 0,1 1-1 0 0,0 0 1 0 0,0 0 0 0 0,-7 13-1 0 0,11-16-283 0 0,0 1 0 0 0,1 0 0 0 0,0 0 0 0 0,-3 10-1 0 0,5-12-165 0 0,-1 1-1 0 0,1-1 0 0 0,1 0 0 0 0,-1 0 0 0 0,1 1 0 0 0,0-1 1 0 0,1 6-1 0 0,2 2-3732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0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56 2008 0 0,'10'-5'9435'0'0,"-13"8"-8968"0"0,0 0 1 0 0,1 0-1 0 0,-1 0 1 0 0,1 1-1 0 0,-5 6 0 0 0,-5 17-29 0 0,1 0-1 0 0,2 2 0 0 0,0-1 1 0 0,2 1-1 0 0,1 0 1 0 0,1 1-1 0 0,-1 43 0 0 0,6-60-399 0 0,1-1 0 0 0,0 0 0 0 0,1 1-1 0 0,0-1 1 0 0,1 0 0 0 0,0 0 0 0 0,1 0 0 0 0,0-1 0 0 0,1 0-1 0 0,7 14 1 0 0,-8-20-14 0 0,-1 0 0 0 0,1 1 1 0 0,0-1-1 0 0,0 0 0 0 0,0-1 0 0 0,1 1 0 0 0,0-1 0 0 0,0 0 0 0 0,0 0 0 0 0,0 0 1 0 0,1-1-1 0 0,-1 0 0 0 0,1 0 0 0 0,0 0 0 0 0,0-1 0 0 0,0 1 0 0 0,0-1 1 0 0,0-1-1 0 0,0 1 0 0 0,1-1 0 0 0,8 0 0 0 0,-5-1 67 0 0,-1 0 0 0 0,1-1 0 0 0,-1 0 1 0 0,1 0-1 0 0,-1-1 0 0 0,0 0 0 0 0,0-1 0 0 0,1 0 0 0 0,-2 0 0 0 0,1-1 1 0 0,0 0-1 0 0,-1-1 0 0 0,0 0 0 0 0,0 0 0 0 0,8-7 0 0 0,-6 3 29 0 0,0-1-1 0 0,-1 0 1 0 0,0 0 0 0 0,0-1-1 0 0,-1 0 1 0 0,-1 0-1 0 0,0-1 1 0 0,0 0-1 0 0,-1 0 1 0 0,4-14 0 0 0,-5 11-12 0 0,0 0 0 0 0,-1 0 0 0 0,-1 0 1 0 0,0-1-1 0 0,-2 1 0 0 0,1-1 1 0 0,-2 1-1 0 0,-2-29 0 0 0,1 33-74 0 0,-1 0-1 0 0,-1 0 1 0 0,1 0-1 0 0,-2 1 1 0 0,1-1-1 0 0,-1 1 1 0 0,-1 0-1 0 0,0 0 1 0 0,-1 0-1 0 0,0 1 1 0 0,0-1-1 0 0,-12-12 1 0 0,10 14-19 0 0,0 1 1 0 0,0 1-1 0 0,0-1 1 0 0,-1 1-1 0 0,0 1 1 0 0,0 0-1 0 0,0 0 1 0 0,-1 0-1 0 0,-13-3 1 0 0,17 6-73 0 0,-1 0 1 0 0,0 0-1 0 0,0 1 1 0 0,0 0-1 0 0,0 0 0 0 0,0 1 1 0 0,0 0-1 0 0,0 0 1 0 0,0 0-1 0 0,0 1 1 0 0,0 0-1 0 0,0 1 1 0 0,0-1-1 0 0,-12 6 0 0 0,17-6-152 0 0,0 0 0 0 0,0 0 0 0 0,0 0 0 0 0,0 0 0 0 0,0 1 0 0 0,1-1 0 0 0,-1 1 0 0 0,0-1 0 0 0,1 1-1 0 0,-1 0 1 0 0,1-1 0 0 0,-1 1 0 0 0,1 0 0 0 0,0 0 0 0 0,0 0 0 0 0,0 0 0 0 0,0 0 0 0 0,0 0 0 0 0,1 1 0 0 0,-1-1-1 0 0,0 0 1 0 0,1 0 0 0 0,-1 5 0 0 0,1-5-394 0 0,1 0-1 0 0,-1 1 0 0 0,0-1 1 0 0,1 1-1 0 0,-1-1 1 0 0,1 0-1 0 0,0 0 1 0 0,-1 1-1 0 0,1-1 0 0 0,0 0 1 0 0,1 0-1 0 0,-1 0 1 0 0,0 0-1 0 0,1 0 1 0 0,2 3-1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1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48 920 0 0,'-3'0'2878'0'0,"-53"-10"8879"0"0,53 10-10826 0 0,-19-6 3174 0 0,304-20-2966 0 0,-201 20-7110 0 0,-71 7 3773 0 0,-6 0 913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2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297 160 1128 0 0,'3'-8'1477'0'0,"2"-1"-44"0"0,-1 0-1 0 0,0 0 1 0 0,-1 0-1 0 0,0-1 1 0 0,0 1-1 0 0,-1-1 1 0 0,0 0-1 0 0,-1 0 1 0 0,0 0-1 0 0,-1-10 1 0 0,0 18-1359 0 0,-1 0 1 0 0,1 1-1 0 0,-1-1 1 0 0,1 1-1 0 0,-1-1 1 0 0,0 1-1 0 0,1-1 0 0 0,-1 1 1 0 0,0 0-1 0 0,0-1 1 0 0,0 1-1 0 0,0 0 1 0 0,0-1-1 0 0,-1 1 0 0 0,1 0 1 0 0,0 0-1 0 0,0 0 1 0 0,-1 0-1 0 0,1 0 1 0 0,-1 1-1 0 0,1-1 1 0 0,-1 0-1 0 0,-1 0 0 0 0,-2-1-6 0 0,1 1-1 0 0,-1 0 0 0 0,1 0 1 0 0,-1 0-1 0 0,0 1 0 0 0,-5-1 1 0 0,2 2-44 0 0,0-1 1 0 0,0 2-1 0 0,0-1 0 0 0,0 1 1 0 0,0 1-1 0 0,0-1 1 0 0,0 1-1 0 0,1 0 1 0 0,-9 6-1 0 0,0 0-3 0 0,1 1-1 0 0,-27 22 1 0 0,39-29-20 0 0,-15 13 22 0 0,-30 33-1 0 0,45-45-19 0 0,-1 1 0 0 0,0 0-1 0 0,1 0 1 0 0,0 0-1 0 0,0 0 1 0 0,1 0 0 0 0,-1 1-1 0 0,1-1 1 0 0,0 1-1 0 0,1-1 1 0 0,-1 1 0 0 0,1 0-1 0 0,-1 8 1 0 0,2-10 11 0 0,1-1 0 0 0,-1 1 1 0 0,1 0-1 0 0,0-1 0 0 0,0 1 1 0 0,0-1-1 0 0,0 1 0 0 0,0-1 0 0 0,1 1 1 0 0,0-1-1 0 0,0 0 0 0 0,0 0 0 0 0,0 0 1 0 0,0 0-1 0 0,0 0 0 0 0,1 0 1 0 0,-1-1-1 0 0,1 1 0 0 0,0-1 0 0 0,0 0 1 0 0,0 1-1 0 0,0-2 0 0 0,6 4 0 0 0,6 3 126 0 0,1-2-1 0 0,1 0 0 0 0,30 7 1 0 0,-22-6-48 0 0,31 8 85 0 0,-18-6-79 0 0,-1 2 0 0 0,59 25 1 0 0,-88-32-46 0 0,1 0 0 0 0,0 1 1 0 0,-1 0-1 0 0,0 0 0 0 0,0 1 1 0 0,-1 0-1 0 0,0 0 0 0 0,0 1 1 0 0,0 0-1 0 0,-1 0 0 0 0,0 1 1 0 0,0-1-1 0 0,-1 1 0 0 0,0 1 0 0 0,7 14 1 0 0,-10-17 28 0 0,0 0-1 0 0,0 0 1 0 0,-1 1 0 0 0,0-1 0 0 0,0 0 0 0 0,-1 0-1 0 0,0 0 1 0 0,0 1 0 0 0,0-1 0 0 0,0 0-1 0 0,-1 1 1 0 0,-2 6 0 0 0,0-3 17 0 0,0-1-1 0 0,-1-1 1 0 0,0 1-1 0 0,0 0 1 0 0,-1-1-1 0 0,0 0 1 0 0,-8 11-1 0 0,-1-3 11 0 0,-1 0 0 0 0,-1-1 0 0 0,0-1 0 0 0,-1-1 1 0 0,0 0-1 0 0,-27 15 0 0 0,28-19-10 0 0,-1 0 1 0 0,1-2-1 0 0,-1 0 1 0 0,-1 0 0 0 0,1-2-1 0 0,-1 0 1 0 0,-19 2-1 0 0,35-6-91 0 0,0-1 0 0 0,-1 0 0 0 0,1 1-1 0 0,0-1 1 0 0,-1 0 0 0 0,1 0 0 0 0,0 0-1 0 0,0-1 1 0 0,-1 1 0 0 0,1 0 0 0 0,0-1-1 0 0,0 0 1 0 0,-1 1 0 0 0,1-1 0 0 0,0 0-1 0 0,0 0 1 0 0,0 0 0 0 0,0 0 0 0 0,0-1-1 0 0,0 1 1 0 0,1-1 0 0 0,-1 1 0 0 0,0-1-1 0 0,1 1 1 0 0,-1-1 0 0 0,1 0-1 0 0,-1 0 1 0 0,1 0 0 0 0,0 0 0 0 0,0 0-1 0 0,0 0 1 0 0,0 0 0 0 0,0 0 0 0 0,0 0-1 0 0,1 0 1 0 0,-1 0 0 0 0,1-1 0 0 0,-1 1-1 0 0,1 0 1 0 0,0-1 0 0 0,0-1 0 0 0,0-7-25 0 0,0 1 1 0 0,1 0 0 0 0,0-1 0 0 0,1 1-1 0 0,0 0 1 0 0,0 0 0 0 0,6-14 0 0 0,9-12-10 0 0,1 2-1 0 0,2 0 1 0 0,1 1 0 0 0,45-53 0 0 0,38-59 201 0 0,-96 131-169 0 0,1-1 0 0 0,-2-1-1 0 0,0 0 1 0 0,-1 1 0 0 0,-1-2-1 0 0,7-30 1 0 0,-11 43-17 0 0,-1 0 0 0 0,1-1-1 0 0,-1 1 1 0 0,0-1 0 0 0,0 1 0 0 0,0 0 0 0 0,-1-1 0 0 0,1 1 0 0 0,-1 0-1 0 0,0 0 1 0 0,0-1 0 0 0,-1 1 0 0 0,1 0 0 0 0,-1 0 0 0 0,0 0-1 0 0,0 0 1 0 0,0 1 0 0 0,-1-1 0 0 0,1 0 0 0 0,-1 1 0 0 0,0 0 0 0 0,0-1-1 0 0,0 1 1 0 0,0 1 0 0 0,-1-1 0 0 0,1 0 0 0 0,-1 1 0 0 0,1-1 0 0 0,-1 1-1 0 0,0 0 1 0 0,-8-2 0 0 0,4 1-266 0 0,-1 0-1 0 0,1 1 1 0 0,-1 0-1 0 0,1 1 1 0 0,-1 0-1 0 0,1 0 1 0 0,-1 1-1 0 0,0 0 1 0 0,1 1-1 0 0,-1 0 1 0 0,-8 2 0 0 0,12-2-265 0 0,0 0 1 0 0,1 1-1 0 0,-1 0 1 0 0,1 0-1 0 0,-1 0 0 0 0,1 0 1 0 0,-1 1-1 0 0,-6 5 1 0 0,8-5-229 0 0,0 0-1 0 0,0 0 1 0 0,1-1 0 0 0,0 2 0 0 0,-1-1-1 0 0,1 0 1 0 0,0 0 0 0 0,0 1 0 0 0,1-1 0 0 0,-1 1-1 0 0,1 0 1 0 0,-2 5 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2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220 101 1204 0 0,'-3'-16'6101'0'0,"2"13"-5662"0"0,0 0 1 0 0,-1 0 0 0 0,1-1-1 0 0,-1 2 1 0 0,0-1 0 0 0,0 0 0 0 0,0 0-1 0 0,0 0 1 0 0,0 1 0 0 0,-1-1-1 0 0,1 1 1 0 0,-1 0 0 0 0,0 0 0 0 0,1 0-1 0 0,-1 0 1 0 0,0 0 0 0 0,0 0-1 0 0,0 1 1 0 0,-4-2 0 0 0,5 3-384 0 0,0 0-1 0 0,0-1 1 0 0,1 1 0 0 0,-1 0 0 0 0,0 0-1 0 0,0 0 1 0 0,0 1 0 0 0,1-1 0 0 0,-1 0-1 0 0,0 1 1 0 0,0-1 0 0 0,1 1 0 0 0,-1-1 0 0 0,0 1-1 0 0,1 0 1 0 0,-1 0 0 0 0,0 0 0 0 0,1 0-1 0 0,-1 0 1 0 0,-1 2 0 0 0,-27 25 479 0 0,28-26-485 0 0,-9 12 25 0 0,0 0-1 0 0,1 1 1 0 0,0 0-1 0 0,2 1 1 0 0,0 0-1 0 0,0 0 1 0 0,2 1-1 0 0,0 0 1 0 0,1 0-1 0 0,1 0 1 0 0,0 1-1 0 0,1 0 1 0 0,1-1 0 0 0,0 23-1 0 0,3-31-39 0 0,-1 0-1 0 0,1-1 1 0 0,1 1 0 0 0,0-1 0 0 0,0 1-1 0 0,1-1 1 0 0,0 0 0 0 0,0 0-1 0 0,0 0 1 0 0,1 0 0 0 0,1 0-1 0 0,-1-1 1 0 0,1 0 0 0 0,11 11 0 0 0,-12-13 43 0 0,1-1 0 0 0,0 0 1 0 0,0 0-1 0 0,0 0 1 0 0,1-1-1 0 0,-1 0 1 0 0,1 0-1 0 0,0 0 0 0 0,0-1 1 0 0,0 0-1 0 0,0 0 1 0 0,0 0-1 0 0,0-1 1 0 0,1 0-1 0 0,-1 0 0 0 0,0-1 1 0 0,1 0-1 0 0,-1 0 1 0 0,0 0-1 0 0,13-3 1 0 0,-8 1 8 0 0,-1-1 0 0 0,1-1 0 0 0,0 0 0 0 0,-1-1 0 0 0,0 0 1 0 0,0 0-1 0 0,0-1 0 0 0,0 0 0 0 0,-1-1 0 0 0,0 0 1 0 0,-1 0-1 0 0,1-1 0 0 0,-2 0 0 0 0,1-1 0 0 0,-1 1 0 0 0,0-2 1 0 0,-1 1-1 0 0,6-11 0 0 0,-4 5-53 0 0,0 0 0 0 0,-2 0 0 0 0,1-1 0 0 0,-2 0 0 0 0,0 0 0 0 0,-1 0 0 0 0,0-1 0 0 0,-2 0 0 0 0,0 1 0 0 0,-1-1 0 0 0,-1-27 0 0 0,-1 37-26 0 0,0 0-1 0 0,0 0 0 0 0,-1 1 0 0 0,0-1 0 0 0,0 0 0 0 0,-1 1 0 0 0,1 0 0 0 0,-1-1 0 0 0,-1 1 0 0 0,1 0 0 0 0,-1 1 0 0 0,0-1 0 0 0,-1 1 0 0 0,1-1 1 0 0,-1 1-1 0 0,0 1 0 0 0,-1-1 0 0 0,1 1 0 0 0,-1 0 0 0 0,1 0 0 0 0,-1 0 0 0 0,0 1 0 0 0,-1 0 0 0 0,-6-3 0 0 0,-3 0-246 0 0,-1 1 0 0 0,1 1 0 0 0,-1 0-1 0 0,0 1 1 0 0,0 1 0 0 0,0 0 0 0 0,0 1-1 0 0,-32 3 1 0 0,43-1-172 0 0,-1 0 0 0 0,0 0 0 0 0,1 1 0 0 0,0 0 0 0 0,-1 0 0 0 0,1 1 0 0 0,0-1 0 0 0,0 1 0 0 0,-10 7 0 0 0,12-7-684 0 0,0 1 1 0 0,0-1-1 0 0,0 1 0 0 0,1-1 1 0 0,-1 1-1 0 0,1 0 0 0 0,-6 9 0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3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80 111 1096 0 0,'-4'-6'1298'0'0,"-1"0"0"0"0,1 1 0 0 0,-1-1 0 0 0,0 1 0 0 0,0 0 0 0 0,-1 1 0 0 0,1-1 0 0 0,-9-4 0 0 0,-6-6 2192 0 0,15 13-3168 0 0,5 2-309 0 0,0 0 0 0 0,0 0 0 0 0,0 0 0 0 0,0 0 0 0 0,0 0 0 0 0,0 0 0 0 0,0 0 0 0 0,0 0 0 0 0,0 0 0 0 0,0 0 0 0 0,0 0 0 0 0,-1 0 0 0 0,1 0 0 0 0,0 0 0 0 0,0 0 0 0 0,0 0 0 0 0,0 0 0 0 0,0 0 0 0 0,0 0 0 0 0,0 0 0 0 0,0 0 0 0 0,0 0 0 0 0,0 0 0 0 0,0-1 0 0 0,0 1 0 0 0,0 0 0 0 0,-1 0 0 0 0,1 0 0 0 0,0 0 0 0 0,0 0 0 0 0,0 0 0 0 0,0 0 0 0 0,0 0 0 0 0,0 0 0 0 0,0 0-1 0 0,0 0 1 0 0,0-1 0 0 0,0 1 0 0 0,0 0 0 0 0,0 0 0 0 0,0 0 0 0 0,0 0 0 0 0,0 0 0 0 0,0 0 0 0 0,0 0 0 0 0,0 0 0 0 0,0 0 0 0 0,0 0 0 0 0,0 0 0 0 0,0-1 0 0 0,0 1 0 0 0,0 0 0 0 0,0 0 0 0 0,1 0 0 0 0,-1 0 0 0 0,0 0 0 0 0,0 0 0 0 0,0 0 0 0 0,0 0 0 0 0,0 0 0 0 0,0 0 0 0 0,0 0 0 0 0,0 0 0 0 0,0 0 0 0 0,0 0 0 0 0,0-1 0 0 0,30-6 257 0 0,-1 1 0 0 0,1 1-1 0 0,48-2 1 0 0,39-6-2638 0 0,-115 13 2093 0 0,1 0 0 0 0,0-1 0 0 0,0 1 0 0 0,0 0 0 0 0,-1 0 0 0 0,1 1 0 0 0,5 0-1 0 0,9 1-2774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3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 1696 0 0,'-122'62'8866'0'0,"120"-61"-8734"0"0,1 0 0 0 0,0-1-1 0 0,-1 1 1 0 0,1 0 0 0 0,0 0-1 0 0,-1 0 1 0 0,1 0 0 0 0,0 0-1 0 0,0 0 1 0 0,0 0 0 0 0,0 0-1 0 0,0 0 1 0 0,0 1 0 0 0,-1 1 0 0 0,2-2-71 0 0,-1-1 1 0 0,1 1 0 0 0,0 0 0 0 0,0-1-1 0 0,0 1 1 0 0,0 0 0 0 0,0-1 0 0 0,0 1 0 0 0,0 0-1 0 0,0-1 1 0 0,0 1 0 0 0,0 0 0 0 0,1-1 0 0 0,-1 1-1 0 0,0 0 1 0 0,0-1 0 0 0,1 1 0 0 0,-1-1-1 0 0,0 1 1 0 0,1 0 0 0 0,-1-1 0 0 0,0 1 0 0 0,1 0-1 0 0,1 1 49 0 0,1 0-1 0 0,-1 0 1 0 0,1 0 0 0 0,-1-1-1 0 0,1 1 1 0 0,0 0-1 0 0,0-1 1 0 0,-1 0-1 0 0,1 0 1 0 0,0 0-1 0 0,6 1 1 0 0,35 6 199 0 0,1-2 1 0 0,78-1-1 0 0,91-15-1889 0 0,-208 10 1488 0 0,76-6-3882 0 0,89-19 1 0 0,-110 12-267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3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660 47 1588 0 0,'5'-36'8788'0'0,"-5"35"-8714"0"0,0 1 1 0 0,0 0-1 0 0,0-1 0 0 0,0 1 0 0 0,0 0 0 0 0,0 0 1 0 0,0-1-1 0 0,0 1 0 0 0,0 0 0 0 0,0-1 0 0 0,0 1 1 0 0,0 0-1 0 0,0-1 0 0 0,0 1 0 0 0,0 0 0 0 0,0-1 1 0 0,0 1-1 0 0,0 0 0 0 0,0 0 0 0 0,0-1 0 0 0,0 1 1 0 0,-1 0-1 0 0,1-1 0 0 0,0 1 0 0 0,0 0 0 0 0,0 0 1 0 0,0-1-1 0 0,-1 1 0 0 0,1 0 0 0 0,0 0 0 0 0,0 0 1 0 0,-1-1-1 0 0,1 1 0 0 0,0 0 0 0 0,0 0 0 0 0,-1 0 1 0 0,1 0-1 0 0,0 0 0 0 0,-1 0 0 0 0,1-1 0 0 0,0 1 1 0 0,-1 0-1 0 0,1 0 0 0 0,0 0 0 0 0,0 0 0 0 0,-1 0 1 0 0,1 0-1 0 0,0 0 0 0 0,-1 0 0 0 0,1 0 0 0 0,0 0 1 0 0,-1 1-1 0 0,1-1 0 0 0,0 0 0 0 0,-1 0 0 0 0,-15 8 1151 0 0,-5 13-733 0 0,2 0 0 0 0,1 1 0 0 0,1 0 0 0 0,0 2 0 0 0,2 0 0 0 0,1 1 0 0 0,-17 40 0 0 0,26-51-393 0 0,0 0 1 0 0,1 0-1 0 0,0 0 0 0 0,2 0 1 0 0,-1 0-1 0 0,2 1 1 0 0,0-1-1 0 0,0 0 1 0 0,2 1-1 0 0,0-1 0 0 0,0 1 1 0 0,1-1-1 0 0,1 0 1 0 0,1 0-1 0 0,0 0 1 0 0,10 23-1 0 0,-5-19 149 0 0,1 0 0 0 0,0-1 0 0 0,2 0 0 0 0,0 0-1 0 0,1-1 1 0 0,0-1 0 0 0,1 0 0 0 0,28 22 0 0 0,-31-29-29 0 0,0 0 0 0 0,0-1-1 0 0,0 0 1 0 0,1-1 0 0 0,0 0 0 0 0,0-1-1 0 0,1 0 1 0 0,-1-1 0 0 0,1 0 0 0 0,0-1-1 0 0,0-1 1 0 0,1 0 0 0 0,-1 0 0 0 0,20-2-1 0 0,-21-1-140 0 0,-1-1 0 0 0,0-1-1 0 0,0 0 1 0 0,0 0 0 0 0,0-1-1 0 0,-1 0 1 0 0,1-1-1 0 0,-1 0 1 0 0,0-1 0 0 0,-1 0-1 0 0,1-1 1 0 0,-1 0-1 0 0,0 0 1 0 0,-1-1 0 0 0,0 0-1 0 0,0-1 1 0 0,10-14-1 0 0,-5 5-31 0 0,-1 0 0 0 0,-1-1-1 0 0,0 0 1 0 0,-2-1-1 0 0,0 0 1 0 0,-1-1-1 0 0,-1 1 1 0 0,5-30-1 0 0,-8 32-5 0 0,-2-1 0 0 0,0 1 1 0 0,-1-1-1 0 0,-1 1 0 0 0,-1-1 0 0 0,0 1 0 0 0,-1-1 0 0 0,-1 1 0 0 0,-7-22 0 0 0,6 29-33 0 0,0 0-1 0 0,0 0 0 0 0,-1 0 0 0 0,-1 0 1 0 0,0 1-1 0 0,-1 0 0 0 0,1 0 0 0 0,-2 1 1 0 0,1 0-1 0 0,-2 0 0 0 0,1 0 1 0 0,-1 1-1 0 0,0 1 0 0 0,-1-1 0 0 0,-13-7 1 0 0,6 7-59 0 0,0 0 1 0 0,0 1 0 0 0,-1 1-1 0 0,0 0 1 0 0,0 1-1 0 0,-1 1 1 0 0,1 1 0 0 0,-1 1-1 0 0,-22 0 1 0 0,-7 2-661 0 0,0 2 0 0 0,-64 12-1 0 0,51-3-1136 0 0,-88 28 0 0 0,-55 34-6908 0 0,52-14-2936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32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525 14 784 0 0,'20'-14'15055'0'0,"-16"39"-13284"0"0,-4-23-1901 0 0,41 679 3319 0 0,-38-588-2801 0 0,-3-91-371 0 0,0-1-154 0 0,-3 4-720 0 0,2-5 826 0 0,1 0 0 0 0,0 0-1 0 0,-1 0 1 0 0,1 0 0 0 0,0-1-1 0 0,0 1 1 0 0,-1 0 0 0 0,1 0-1 0 0,0 0 1 0 0,0-1-1 0 0,-1 1 1 0 0,1 0 0 0 0,0 0-1 0 0,0 0 1 0 0,-1-1 0 0 0,1 1-1 0 0,0 0 1 0 0,0-1 0 0 0,0 1-1 0 0,0 0 1 0 0,0 0 0 0 0,-1-1-1 0 0,1 1 1 0 0,0 0 0 0 0,0-1-1 0 0,0 1 1 0 0,0 0-1 0 0,0-1 1 0 0,0 1 0 0 0,0 0-1 0 0,0 0 1 0 0,0-1 0 0 0,0 0-1 0 0,-7-34-2672 0 0,-3-52 0 0 0,7 54 2324 0 0,-1 1-1 0 0,-13-47 1 0 0,16 76 447 0 0,0 0-1 0 0,0 0 1 0 0,-1 0-1 0 0,1 0 1 0 0,-1 0 0 0 0,0 1-1 0 0,-2-4 1 0 0,3 5-16 0 0,0 0 0 0 0,0 0 0 0 0,0 0-1 0 0,0 0 1 0 0,0 0 0 0 0,0 0 0 0 0,0 1 0 0 0,0-1 0 0 0,0 0 0 0 0,0 1 0 0 0,0-1 0 0 0,-1 1 0 0 0,1-1 0 0 0,0 1 0 0 0,0 0-1 0 0,-1-1 1 0 0,1 1 0 0 0,0 0 0 0 0,0 0 0 0 0,-1 0 0 0 0,-1 0 0 0 0,-15 4 399 0 0,0 1 1 0 0,0 1-1 0 0,1 0 1 0 0,0 1-1 0 0,0 1 0 0 0,-21 14 1 0 0,-97 70 860 0 0,99-66-1137 0 0,23-16-199 0 0,-39 28-324 0 0,-71 64 1 0 0,157-107-10984 0 0,-16-8 7034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34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1008 0 0,'9'-8'3358'0'0,"-1"1"0"0"0,1 0 0 0 0,12-7 1033 0 0,-4 4-934 0 0,12-3-2351 0 0,20-1-892 0 0,86-13-1 0 0,-57 22-2620 0 0,-46 8-114 0 0,-15 5-394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5:59:3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159 329 1272 0 0,'-63'56'7513'0'0,"-11"7"2247"0"0,55-47-7567 0 0,17-10-1231 0 0,11-5-759 0 0,8-5-167 0 0,-1 0 0 0 0,1-1 1 0 0,-1 0-1 0 0,21-12 0 0 0,6-1-336 0 0,151-52-5888 0 0,-132 47 133 0 0,-21 8-1082 0 0</inkml:trace>
  <inkml:trace contextRef="#ctx0" brushRef="#br0" timeOffset="1">879 59 1248 0 0,'-24'-9'7726'0'0,"-10"-4"-800"0"0,29 11-5228 0 0,5 2-1670 0 0,-1 0 0 0 0,1 0 0 0 0,0 0 0 0 0,0 1 0 0 0,-1-1 0 0 0,1 0 0 0 0,0 0 0 0 0,0 0 0 0 0,-1 0 0 0 0,1 0 0 0 0,0 0 0 0 0,0 0 0 0 0,-1 0 0 0 0,1-1 1 0 0,0 1-1 0 0,0 0 0 0 0,-1 0 0 0 0,1 0 0 0 0,0 0 0 0 0,0 0 0 0 0,0 0 0 0 0,-1 0 0 0 0,1 0 0 0 0,0-1 0 0 0,0 1 0 0 0,0 0 0 0 0,-1 0 0 0 0,1 0 0 0 0,0-1 0 0 0,0 1 1 0 0,0 0-1 0 0,0 0 0 0 0,0 0 0 0 0,-1-1 0 0 0,1 1 0 0 0,0 0 0 0 0,0 0 0 0 0,0 0 0 0 0,0-1 0 0 0,0 1 0 0 0,0 0 0 0 0,0 0 0 0 0,0-1 0 0 0,0 1 0 0 0,0 0 0 0 0,0 0 1 0 0,0-1-1 0 0,0 1 0 0 0,0 0 0 0 0,0 0 0 0 0,0-1 0 0 0,0 1 0 0 0,0 0 0 0 0,0 0 0 0 0,0-1 0 0 0,1 1 0 0 0,-1 0 0 0 0,0 0 0 0 0,0 0 0 0 0,0-1 0 0 0,0 1 0 0 0,0 0 0 0 0,1 0 1 0 0,-1 0-1 0 0,0-1 0 0 0,13-11 617 0 0,-7 10-585 0 0,1-1-1 0 0,0 1 0 0 0,0 0 1 0 0,0 1-1 0 0,0 0 1 0 0,0 0-1 0 0,1 0 0 0 0,-1 1 1 0 0,0 0-1 0 0,0 1 1 0 0,0-1-1 0 0,1 1 0 0 0,-1 1 1 0 0,0-1-1 0 0,0 1 1 0 0,0 0-1 0 0,-1 1 0 0 0,1 0 1 0 0,0 0-1 0 0,6 4 1 0 0,-8-3 6 0 0,0 0 0 0 0,-1-1 1 0 0,1 2-1 0 0,-1-1 0 0 0,0 0 1 0 0,0 1-1 0 0,0 0 0 0 0,-1 0 1 0 0,1 0-1 0 0,-1 0 0 0 0,-1 1 1 0 0,1-1-1 0 0,-1 1 0 0 0,4 11 1 0 0,-5-8 44 0 0,1-1 1 0 0,-2 1-1 0 0,1 0 1 0 0,-1 0-1 0 0,0 0 1 0 0,-1 0-1 0 0,0 0 1 0 0,-1 0-1 0 0,-2 10 1 0 0,-5 8 208 0 0,-1 0 1 0 0,-1-1 0 0 0,-2 0-1 0 0,0-1 1 0 0,-23 31 0 0 0,-9 6 1513 0 0,-76 80 1 0 0,84-102-1092 0 0,35-38-656 0 0,2-2-81 0 0,1 1-1 0 0,-1-1 1 0 0,0 1 0 0 0,0-1 0 0 0,1 0-1 0 0,-1 1 1 0 0,0-1 0 0 0,1 1-1 0 0,-1-1 1 0 0,0 0 0 0 0,1 1 0 0 0,-1-1-1 0 0,0 0 1 0 0,1 0 0 0 0,-1 1-1 0 0,1-1 1 0 0,-1 0 0 0 0,1 0 0 0 0,-1 0-1 0 0,0 1 1 0 0,1-1 0 0 0,-1 0-1 0 0,1 0 1 0 0,-1 0 0 0 0,1 0 0 0 0,-1 0-1 0 0,1 0 1 0 0,-1 0 0 0 0,1 0-1 0 0,-1 0 1 0 0,1 0 0 0 0,-1 0 0 0 0,1-1-1 0 0,18-4 41 0 0,-16 4-43 0 0,632-178-174 0 0,-546 155-1597 0 0,-34 6-5227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22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1 732 0 0,'0'0'1636'0'0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22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1 312 0 0,'0'0'3568'0'0,"7"7"-3371"0"0,1-1 2159 0 0,-7 0-4867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25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1105 67 1856 0 0,'0'-2'1874'0'0,"-22"-56"10824"0"0,22 57-12571 0 0,0 1 0 0 0,0 0 0 0 0,-1-1 1 0 0,1 1-1 0 0,0-1 0 0 0,0 1 0 0 0,0 0 0 0 0,-1-1 0 0 0,1 1 0 0 0,0 0 0 0 0,-1 0 0 0 0,1-1 0 0 0,0 1 1 0 0,-1 0-1 0 0,1 0 0 0 0,0-1 0 0 0,-1 1 0 0 0,1 0 0 0 0,0 0 0 0 0,-1 0 0 0 0,0-1 0 0 0,1 2-73 0 0,-1-1-1 0 0,0 1 0 0 0,1-1 0 0 0,-1 1 0 0 0,0-1 0 0 0,1 1 0 0 0,-1 0 0 0 0,1-1 1 0 0,-1 1-1 0 0,1 0 0 0 0,-1-1 0 0 0,1 1 0 0 0,0 0 0 0 0,-1 0 0 0 0,1 0 0 0 0,0-1 1 0 0,-1 1-1 0 0,1 0 0 0 0,0 0 0 0 0,0 0 0 0 0,0-1 0 0 0,0 1 0 0 0,0 0 0 0 0,0 0 1 0 0,0 1-1 0 0,3 29 981 0 0,-2-16-728 0 0,22 769 5349 0 0,-29-320-4601 0 0,7-420-900 0 0,-10 72 0 0 0,9-114-137 0 0,-6 36 926 0 0,5-37-795 0 0,-1 0-102 0 0,1 1 1 0 0,-1-1 0 0 0,1 0-1 0 0,-1 0 1 0 0,0 0-1 0 0,1 0 1 0 0,-1 0 0 0 0,0 0-1 0 0,-3 0 1 0 0,-15 4 2 0 0,-1 0-1 0 0,0-2 1 0 0,0-1 0 0 0,-29 0 0 0 0,23-1-50 0 0,-338 2-2156 0 0,1-30-5680 0 0,249 10-1096 0 0,67 7-516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0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1000 0 0,'0'0'1676'0'0,"2"-10"-1664"0"0,0 1-1456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27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31 908 0 0,'28'-31'16513'0'0,"-26"42"-15048"0"0,-6 249 3409 0 0,1 5-4366 0 0,1-163-176 0 0,2-101-317 0 0,0 0 0 0 0,0 0 1 0 0,0 0-1 0 0,0 0 0 0 0,0-1 0 0 0,0 1 1 0 0,0 0-1 0 0,0 0 0 0 0,0 0 1 0 0,-1 0-1 0 0,1-1 0 0 0,0 1 1 0 0,0 0-1 0 0,-1 0 0 0 0,1-1 1 0 0,-1 1-1 0 0,1 0 0 0 0,-1-1 0 0 0,0 2 1 0 0,1-2-11 0 0,-1 0-1 0 0,1 0 1 0 0,0 0 0 0 0,-1 0-1 0 0,1 0 1 0 0,-1 0 0 0 0,1 0 0 0 0,-1 0-1 0 0,1 0 1 0 0,-1 0 0 0 0,1 0 0 0 0,-1 0-1 0 0,1 0 1 0 0,0 0 0 0 0,-1 0 0 0 0,1 0-1 0 0,-1 0 1 0 0,1-1 0 0 0,0 1-1 0 0,-1 0 1 0 0,1 0 0 0 0,-1-1 0 0 0,1 1-1 0 0,-1-1 1 0 0,-23-23 52 0 0,22 21-38 0 0,-3-4-24 0 0,-2-1 0 0 0,1 1 1 0 0,-1 0-1 0 0,0 1 1 0 0,-1-1-1 0 0,1 1 0 0 0,-1 1 1 0 0,-1 0-1 0 0,1 0 0 0 0,-1 0 1 0 0,1 1-1 0 0,-1 0 1 0 0,0 1-1 0 0,-1 0 0 0 0,1 1 1 0 0,-1-1-1 0 0,1 2 1 0 0,-1-1-1 0 0,1 2 0 0 0,-1-1 1 0 0,0 1-1 0 0,0 1 0 0 0,1-1 1 0 0,-1 2-1 0 0,-14 3 1 0 0,-6 3-3 0 0,0 2 1 0 0,1 2 0 0 0,0 0-1 0 0,-27 18 1 0 0,41-22-401 0 0,0 2-1 0 0,1 0 1 0 0,0 1-1 0 0,0 0 1 0 0,1 1-1 0 0,0 1 1 0 0,1 0-1 0 0,-16 23 1 0 0,16-9-2628 0 0,12-14-614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28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94 1576 0 0,'-17'-17'9342'0'0,"1"3"-4461"0"0,8 7-1990 0 0,8 7-2870 0 0,0 0 0 0 0,-1 0 0 0 0,1 0 0 0 0,0 0 0 0 0,0-1 0 0 0,-1 1 0 0 0,1 0 0 0 0,0 0 0 0 0,0 0 0 0 0,0-1 0 0 0,-1 1 0 0 0,1 0 0 0 0,0 0 0 0 0,0-1 0 0 0,0 1 0 0 0,0 0 0 0 0,0-1 0 0 0,0 1 0 0 0,0 0 0 0 0,0 0 0 0 0,-1-1 0 0 0,1 1 0 0 0,0 0 0 0 0,0-1 0 0 0,0 1 0 0 0,0 0 0 0 0,1 0 0 0 0,-1-1 0 0 0,0 1 0 0 0,0 0 0 0 0,0-1 1 0 0,0 1-1 0 0,0 0 0 0 0,0 0 0 0 0,0-1 0 0 0,0 1 0 0 0,1-1 0 0 0,12-8 240 0 0,25-5-212 0 0,-35 13-6 0 0,17-5-14 0 0,1 1 0 0 0,26-3 0 0 0,-38 6-32 0 0,0 2 0 0 0,0-1 0 0 0,0 1 0 0 0,0 1 0 0 0,0 0 0 0 0,0 0 0 0 0,14 4 0 0 0,-21-4 11 0 0,0 0-1 0 0,1 0 0 0 0,-1 0 1 0 0,0 0-1 0 0,0 0 1 0 0,0 1-1 0 0,-1-1 1 0 0,1 1-1 0 0,0-1 1 0 0,0 1-1 0 0,-1 0 0 0 0,1 0 1 0 0,-1 0-1 0 0,1 0 1 0 0,-1 0-1 0 0,0 0 1 0 0,0 0-1 0 0,0 0 0 0 0,0 0 1 0 0,0 0-1 0 0,-1 1 1 0 0,1-1-1 0 0,-1 0 1 0 0,1 1-1 0 0,-1-1 0 0 0,0 0 1 0 0,0 1-1 0 0,0-1 1 0 0,0 1-1 0 0,0-1 1 0 0,0 0-1 0 0,-1 1 1 0 0,0 2-1 0 0,-1 4 18 0 0,-1 1 1 0 0,1-1-1 0 0,-2 0 1 0 0,1 0 0 0 0,-1 0-1 0 0,-9 14 1 0 0,-14 17 70 0 0,-35 38 1 0 0,28-36 39 0 0,33-41-133 0 0,-2 5-40 0 0,3-5 37 0 0,-1-1-1 0 0,1 0 0 0 0,0 0 0 0 0,0 0 0 0 0,0 0 0 0 0,0 1 1 0 0,0-1-1 0 0,-1 0 0 0 0,1 0 0 0 0,0 0 0 0 0,0 1 0 0 0,0-1 1 0 0,0 0-1 0 0,0 0 0 0 0,0 0 0 0 0,0 1 0 0 0,0-1 0 0 0,0 0 0 0 0,0 0 1 0 0,0 0-1 0 0,0 1 0 0 0,0-1 0 0 0,0 0 0 0 0,0 0 0 0 0,0 1 1 0 0,0-1-1 0 0,0 0 0 0 0,0 0 0 0 0,0 0 0 0 0,0 1 0 0 0,0-1 1 0 0,0 0-1 0 0,1 0 0 0 0,-1 0 0 0 0,0 1 0 0 0,0-1 0 0 0,0 0 1 0 0,0 0-1 0 0,0 0 0 0 0,1 0 0 0 0,-1 1 0 0 0,1 0-3 0 0,27 10-25 0 0,-18-7 100 0 0,0 1 0 0 0,-1 0 0 0 0,0 0-1 0 0,0 1 1 0 0,0 0 0 0 0,0 1 0 0 0,-1 0 0 0 0,0 0 0 0 0,-1 1 0 0 0,0 0 0 0 0,10 14 0 0 0,-14-19 30 0 0,-1 0 0 0 0,0 0 1 0 0,0 1-1 0 0,0-1 0 0 0,-1 1 0 0 0,1-1 1 0 0,-1 1-1 0 0,0 0 0 0 0,0-1 1 0 0,0 1-1 0 0,0 0 0 0 0,-1 0 1 0 0,1 0-1 0 0,-1-1 0 0 0,0 1 1 0 0,0 0-1 0 0,-2 7 0 0 0,1-6 44 0 0,-1 0 0 0 0,0 1-1 0 0,0-1 1 0 0,0 0 0 0 0,-1 0-1 0 0,0-1 1 0 0,0 1 0 0 0,0 0-1 0 0,0-1 1 0 0,-1 0 0 0 0,-5 5-1 0 0,-1 1 133 0 0,-2-1 0 0 0,0 0 0 0 0,0-1 0 0 0,0 0 0 0 0,-1-1 0 0 0,0 0 0 0 0,0-1 0 0 0,-23 7 0 0 0,22-9-147 0 0,0 0 0 0 0,0-1-1 0 0,-1-1 1 0 0,1-1 0 0 0,0 0-1 0 0,-1 0 1 0 0,1-2 0 0 0,-1 0 0 0 0,1 0-1 0 0,-22-6 1 0 0,24 4-99 0 0,4 1-477 0 0,-1 0 0 0 0,1-1 0 0 0,-14-7-1 0 0,21 10 266 0 0,0 0 0 0 0,0-1-1 0 0,1 1 1 0 0,-1-1 0 0 0,1 1-1 0 0,-1 0 1 0 0,0-1 0 0 0,1 1-1 0 0,-1-1 1 0 0,1 1 0 0 0,-1-1-1 0 0,1 0 1 0 0,-1 1-1 0 0,1-1 1 0 0,-1 0 0 0 0,1 1-1 0 0,0-1 1 0 0,-1 0 0 0 0,1 1-1 0 0,0-1 1 0 0,0 0 0 0 0,0 0-1 0 0,-1 1 1 0 0,1-1-1 0 0,0 0 1 0 0,0 0 0 0 0,0 1-1 0 0,0-1 1 0 0,0 0 0 0 0,0 0-1 0 0,0 1 1 0 0,1-1 0 0 0,-1 0-1 0 0,0 0 1 0 0,0 1 0 0 0,0-1-1 0 0,1 0 1 0 0,-1 1-1 0 0,0-1 1 0 0,1 0 0 0 0,20-24-9303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28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1288 0 0,'0'0'1816'0'0,"5"9"1017"0"0,2-4-2865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2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9 776 0 0,'-25'21'14986'0'0,"24"-20"-14802"0"0,0 0 1 0 0,0-1-1 0 0,0 1 0 0 0,0 0 0 0 0,0-1 1 0 0,0 1-1 0 0,0 0 0 0 0,1 0 0 0 0,-1 0 1 0 0,0 0-1 0 0,1 0 0 0 0,-1 0 0 0 0,0 0 1 0 0,1 0-1 0 0,-1 1 0 0 0,1-1-153 0 0,0-1 0 0 0,0 0-1 0 0,1 0 1 0 0,-1 1 0 0 0,0-1 0 0 0,0 0 0 0 0,0 1-1 0 0,1-1 1 0 0,-1 0 0 0 0,0 0 0 0 0,1 1-1 0 0,-1-1 1 0 0,0 0 0 0 0,0 0 0 0 0,1 0-1 0 0,-1 0 1 0 0,0 1 0 0 0,1-1 0 0 0,-1 0-1 0 0,0 0 1 0 0,1 0 0 0 0,-1 0 0 0 0,1 0-1 0 0,-1 0 1 0 0,0 0 0 0 0,1 0 0 0 0,-1 0-1 0 0,0 0 1 0 0,1 0 0 0 0,0 0 0 0 0,45-5-359 0 0,-34 3 578 0 0,248-19-187 0 0,-23 3 112 0 0,-235 18-183 0 0,14-2-423 0 0,-13 2-196 0 0,6-2-1041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2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37 2908 0 0,'12'-36'16015'0'0,"-9"50"-15720"0"0,9 73 1460 0 0,-4 1 0 0 0,-8 174 0 0 0,-7-177-1044 0 0,-5-1 0 0 0,-28 106 0 0 0,40-189-752 0 0,0 0 1 0 0,0 0-1 0 0,0 0 1 0 0,0-1-1 0 0,-1 1 1 0 0,1 0-1 0 0,0 0 1 0 0,-1 0 0 0 0,1-1-1 0 0,0 1 1 0 0,-1 0-1 0 0,1-1 1 0 0,-1 1-1 0 0,1 0 1 0 0,-1-1-1 0 0,0 1 1 0 0,1-1-1 0 0,-1 1 1 0 0,1 0-1 0 0,-1-1 1 0 0,0 0-1 0 0,0 1 1 0 0,1-1 0 0 0,-1 1-1 0 0,0-1 1 0 0,0 0-1 0 0,1 0 1 0 0,-1 1-1 0 0,0-1 1 0 0,0 0-1 0 0,0 0 1 0 0,0 0-1 0 0,1 0 1 0 0,-1 0-1 0 0,-2 0 1 0 0,-4-22-9037 0 0,7 8 3683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88 1248 0 0,'-67'-53'11348'0'0,"66"52"-10880"0"0,-5-3 499 0 0,5 4-786 0 0,-1-1 1 0 0,1 0-1 0 0,-1 0 1 0 0,1 0-1 0 0,-1-1 1 0 0,1 1-1 0 0,-1 0 1 0 0,1 0-1 0 0,0-1 1 0 0,0 1-1 0 0,-2-3 1 0 0,4 3-177 0 0,0 0 0 0 0,0 0 1 0 0,0 0-1 0 0,0 0 0 0 0,1 0 0 0 0,-1 0 0 0 0,0 0 1 0 0,0 0-1 0 0,1 0 0 0 0,-1 1 0 0 0,0-1 1 0 0,1 1-1 0 0,-1-1 0 0 0,1 1 0 0 0,-1-1 0 0 0,1 1 1 0 0,-1 0-1 0 0,1 0 0 0 0,-1-1 0 0 0,2 1 1 0 0,45 0 11 0 0,-41 1-19 0 0,1 0 1 0 0,-1 0 0 0 0,0 1 0 0 0,0-1 0 0 0,0 2 0 0 0,0-1 0 0 0,-1 1 0 0 0,10 4-1 0 0,-14-5 6 0 0,1 0-1 0 0,0 0 0 0 0,-1-1 1 0 0,1 2-1 0 0,-1-1 0 0 0,0 0 1 0 0,1 0-1 0 0,-1 1 0 0 0,0-1 0 0 0,-1 1 1 0 0,1 0-1 0 0,0-1 0 0 0,-1 1 1 0 0,1 0-1 0 0,-1 0 0 0 0,0 0 1 0 0,0 0-1 0 0,0 0 0 0 0,-1 0 1 0 0,1 0-1 0 0,-1 0 0 0 0,1 6 1 0 0,-2-2 5 0 0,0 0 0 0 0,0 0 0 0 0,0 0 0 0 0,-1 0 1 0 0,0 0-1 0 0,0 0 0 0 0,-1 0 0 0 0,0-1 1 0 0,0 1-1 0 0,-1-1 0 0 0,-6 10 0 0 0,-8 6 65 0 0,-31 34 0 0 0,31-37 17 0 0,-99 89 721 0 0,25-26-344 0 0,91-80-432 0 0,1 1 34 0 0,0-3-66 0 0,0 1-1 0 0,0-1 1 0 0,0 0 0 0 0,0 1-1 0 0,0-1 1 0 0,0 0 0 0 0,0 1-1 0 0,0-1 1 0 0,0 0 0 0 0,0 0-1 0 0,0 1 1 0 0,0-1 0 0 0,0 0-1 0 0,0 1 1 0 0,0-1 0 0 0,0 0-1 0 0,1 0 1 0 0,-1 1 0 0 0,0-1-1 0 0,0 0 1 0 0,0 1-1 0 0,0-1 1 0 0,0 0 0 0 0,1 0-1 0 0,-1 0 1 0 0,0 1 0 0 0,0-1-1 0 0,0 0 1 0 0,1 0 0 0 0,-1 0-1 0 0,0 1 1 0 0,0-1 0 0 0,1 0-1 0 0,-1 0 1 0 0,12 2 96 0 0,-1-1-1 0 0,1-1 1 0 0,0 0-1 0 0,20-2 1 0 0,53-12 141 0 0,-47 7-170 0 0,65-12 38 0 0,49-7-31 0 0,-149 25-77 0 0,-1 1-30 0 0,4-1 147 0 0,15-3-3068 0 0,-2-2-5318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4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647 56 1380 0 0,'15'-40'12749'0'0,"-9"25"-7396"0"0,4 29-3934 0 0,-2 16-753 0 0,-2-1-1 0 0,-1 1 1 0 0,1 34 0 0 0,-2-21-399 0 0,17 360 721 0 0,-21-326-1171 0 0,0-77 155 0 0,0 0 0 0 0,0 1 0 0 0,0-1 0 0 0,0 0 0 0 0,0 1 0 0 0,0-1 0 0 0,0 0 0 0 0,0 0 0 0 0,0 1 0 0 0,0-1 0 0 0,0 0 0 0 0,0 1 0 0 0,0-1 0 0 0,0 0 0 0 0,-1 0 0 0 0,1 1 0 0 0,0-1 0 0 0,0 0 0 0 0,0 0 1 0 0,-1 1-1 0 0,1-1 0 0 0,0 0 0 0 0,0 0 0 0 0,0 0 0 0 0,-1 0 0 0 0,1 1 0 0 0,0-1 0 0 0,0 0 0 0 0,-1 0 0 0 0,1 0 0 0 0,0 0 0 0 0,0 0 0 0 0,-1 0 0 0 0,1 1 0 0 0,0-1 0 0 0,-1 0 0 0 0,1 0 0 0 0,0 0 0 0 0,-1 0 0 0 0,-12-8-530 0 0,-11-18 111 0 0,23 25 398 0 0,-11-15-87 0 0,-1 1 0 0 0,-1 0 1 0 0,-1 1-1 0 0,-20-16 0 0 0,28 25 133 0 0,1 1 0 0 0,0 1-1 0 0,-1 0 1 0 0,0-1-1 0 0,0 2 1 0 0,0-1 0 0 0,0 1-1 0 0,0 0 1 0 0,0 1 0 0 0,-1 0-1 0 0,1 0 1 0 0,0 0 0 0 0,-1 1-1 0 0,1 0 1 0 0,-11 2 0 0 0,-4 1 40 0 0,0 2 0 0 0,1 1 0 0 0,0 0 0 0 0,0 1 0 0 0,0 2 0 0 0,1 0 0 0 0,-27 17 0 0 0,2 2 61 0 0,-79 68 0 0 0,107-82-344 0 0,1 1 1 0 0,1 1 0 0 0,0 0-1 0 0,1 1 1 0 0,-15 25 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4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1 150 96 0 0,'22'-50'9097'0'0,"-1"3"-1360"0"0,-2 22-5415 0 0,-16 22-2219 0 0,1 0 0 0 0,0 0 0 0 0,0 1 0 0 0,0 0 0 0 0,0 0 0 0 0,0 0 0 0 0,0 0 0 0 0,1 1 0 0 0,-1 0 0 0 0,1 0 0 0 0,7-1 0 0 0,1 0 24 0 0,1 1-1 0 0,23 0 0 0 0,-24 2-79 0 0,0 0 0 0 0,0 1 1 0 0,0 0-1 0 0,0 1 0 0 0,0 1 0 0 0,0 0 0 0 0,22 10 0 0 0,-32-12-5 0 0,0-1-1 0 0,0 1 1 0 0,0 0-1 0 0,0 0 0 0 0,-1 0 1 0 0,1 0-1 0 0,0 0 1 0 0,-1 1-1 0 0,0-1 1 0 0,0 1-1 0 0,1-1 1 0 0,-2 1-1 0 0,1 0 0 0 0,0 0 1 0 0,0 0-1 0 0,-1 0 1 0 0,0 0-1 0 0,1 0 1 0 0,-1 1-1 0 0,-1-1 0 0 0,1 0 1 0 0,0 1-1 0 0,-1-1 1 0 0,1 0-1 0 0,-1 1 1 0 0,0-1-1 0 0,0 1 1 0 0,-1-1-1 0 0,1 0 0 0 0,-1 1 1 0 0,0-1-1 0 0,1 0 1 0 0,-1 1-1 0 0,-1-1 1 0 0,-1 5-1 0 0,-3 5 159 0 0,0-1 0 0 0,-1 0-1 0 0,-1 0 1 0 0,1-1 0 0 0,-2 0-1 0 0,-12 14 1 0 0,-65 54 1062 0 0,17-18-324 0 0,69-61-932 0 0,0 0 1 0 0,-1 1 0 0 0,1-1-1 0 0,0 0 1 0 0,0 0 0 0 0,-1 0-1 0 0,1 0 1 0 0,0 0 0 0 0,0 1-1 0 0,0-1 1 0 0,-1 0-1 0 0,1 0 1 0 0,0 0 0 0 0,0 1-1 0 0,0-1 1 0 0,0 0 0 0 0,0 0-1 0 0,0 1 1 0 0,-1-1 0 0 0,1 0-1 0 0,0 0 1 0 0,0 1 0 0 0,0-1-1 0 0,0 0 1 0 0,0 1-1 0 0,0-1 1 0 0,0 0 0 0 0,0 0-1 0 0,0 1 1 0 0,0-1 0 0 0,0 0-1 0 0,0 0 1 0 0,0 1 0 0 0,0-1-1 0 0,0 0 1 0 0,1 0 0 0 0,-1 1-1 0 0,0-1 1 0 0,0 0 0 0 0,0 0-1 0 0,0 1 1 0 0,0-1-1 0 0,1 0 1 0 0,-1 0 0 0 0,0 0-1 0 0,0 1 1 0 0,0-1 0 0 0,1 0-1 0 0,-1 0 1 0 0,0 0 0 0 0,0 0-1 0 0,1 1 1 0 0,21 2 106 0 0,32-6-102 0 0,-53 3-5 0 0,386-48-44 0 0,-129 11-7543 0 0,-225 33 1363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5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44 138 1632 0 0,'-14'-4'6403'0'0,"7"2"-4396"0"0,-14-5 1868 0 0,19 2-2769 0 0,14-1-544 0 0,71-16 351 0 0,154-22 1 0 0,-162 32-798 0 0,64-5 486 0 0,-68 9-2309 0 0,-3-2-6670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5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27 2580 0 0,'-2'-2'2545'0'0,"-56"-22"10968"0"0,56 24-13321 0 0,1 0-171 0 0,0 1 1 0 0,0-1-1 0 0,0 0 1 0 0,0 1-1 0 0,0-1 1 0 0,0 0-1 0 0,0 1 1 0 0,1-1-1 0 0,-1 1 1 0 0,0 0-1 0 0,0-1 1 0 0,0 1-1 0 0,1 0 1 0 0,-1-1-1 0 0,0 1 1 0 0,1 0-1 0 0,-1 0 1 0 0,1 0-1 0 0,-1 0 0 0 0,1-1 1 0 0,-1 1-1 0 0,1 0 1 0 0,0 0-1 0 0,-1 0 1 0 0,1 0-1 0 0,0 0 1 0 0,0 0-1 0 0,0 0 1 0 0,-1 0-1 0 0,1 0 1 0 0,0 0-1 0 0,0 0 1 0 0,1 0-1 0 0,-1 2 1 0 0,-9 109 899 0 0,2-47-865 0 0,4 118 0 0 0,4-168-732 0 0,1 0 1 0 0,0 0-1 0 0,6 18 0 0 0,-7-28-507 0 0,1 1 1 0 0,1-1-1 0 0,-1 1 0 0 0,1-1 0 0 0,0 0 0 0 0,5 8 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6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186 161 2248 0 0,'3'-10'1798'0'0,"1"-6"326"0"0,1 0 1 0 0,1 0-1 0 0,1 1 0 0 0,8-16 1 0 0,-13 27-1966 0 0,1 0 0 0 0,0 0 0 0 0,0 0 1 0 0,1 0-1 0 0,-1 1 0 0 0,1-1 0 0 0,0 1 1 0 0,0 0-1 0 0,0 0 0 0 0,0 0 0 0 0,0 0 0 0 0,1 1 1 0 0,-1 0-1 0 0,1 0 0 0 0,0 0 0 0 0,-1 0 0 0 0,10-1 1 0 0,-9 2-131 0 0,-1 1 0 0 0,1-1 1 0 0,0 1-1 0 0,0 1 1 0 0,0-1-1 0 0,0 0 0 0 0,0 1 1 0 0,0 0-1 0 0,0 0 0 0 0,-1 1 1 0 0,1 0-1 0 0,0-1 1 0 0,4 4-1 0 0,-6-4-2 0 0,-1 1 1 0 0,0-1-1 0 0,1 0 0 0 0,-1 1 0 0 0,0 0 1 0 0,0-1-1 0 0,0 1 0 0 0,0 0 1 0 0,-1 0-1 0 0,1 0 0 0 0,0 0 0 0 0,-1 0 1 0 0,0 1-1 0 0,1-1 0 0 0,-1 0 1 0 0,0 1-1 0 0,0-1 0 0 0,0 1 0 0 0,-1-1 1 0 0,1 1-1 0 0,0 0 0 0 0,-1-1 1 0 0,0 1-1 0 0,0-1 0 0 0,0 1 0 0 0,0 4 1 0 0,-2 2 23 0 0,0 0 1 0 0,-1 0-1 0 0,0 0 1 0 0,-1 0 0 0 0,0-1-1 0 0,0 1 1 0 0,-1-1-1 0 0,0 0 1 0 0,0 0 0 0 0,-1-1-1 0 0,0 0 1 0 0,-10 10-1 0 0,-10 8 78 0 0,-54 38 0 0 0,9-12 102 0 0,70-50-209 0 0,2 0-25 0 0,0 0 3 0 0,0 0 0 0 0,0 0-1 0 0,0-1 1 0 0,0 1 0 0 0,0 0-1 0 0,1-1 1 0 0,-1 1 0 0 0,0-1 0 0 0,1 1-1 0 0,-1-1 1 0 0,0 0 0 0 0,1 1-1 0 0,-1-1 1 0 0,0 0 0 0 0,1 0 0 0 0,-1 0-1 0 0,2 0 1 0 0,3 0-8 0 0,19 4-6 0 0,-1 1 0 0 0,45 14-1 0 0,-61-17 79 0 0,-1 1 0 0 0,0 0 0 0 0,1 1-1 0 0,-2 0 1 0 0,1 0 0 0 0,0 0-1 0 0,-1 1 1 0 0,0 0 0 0 0,0 0 0 0 0,0 0-1 0 0,-1 1 1 0 0,1 0 0 0 0,6 11 0 0 0,-11-15 3 0 0,0 1 1 0 0,0 0-1 0 0,0-1 1 0 0,0 1-1 0 0,0 0 1 0 0,-1 0 0 0 0,0 0-1 0 0,1 0 1 0 0,-1-1-1 0 0,0 1 1 0 0,-1 0-1 0 0,1 0 1 0 0,0 0-1 0 0,-1 0 1 0 0,1-1 0 0 0,-1 1-1 0 0,0 0 1 0 0,0 0-1 0 0,0-1 1 0 0,-1 1-1 0 0,1-1 1 0 0,0 1 0 0 0,-1-1-1 0 0,-1 3 1 0 0,-3 2 67 0 0,1 0 1 0 0,-1 0 0 0 0,0-1-1 0 0,0 0 1 0 0,-1 0 0 0 0,-9 7-1 0 0,3-4-28 0 0,0-2-1 0 0,0 0 0 0 0,-1 0 1 0 0,0-1-1 0 0,0-1 0 0 0,0-1 0 0 0,0 0 1 0 0,-1 0-1 0 0,-25 2 0 0 0,30-5-137 0 0,0-1 0 0 0,0 0 1 0 0,0 0-1 0 0,0-1 0 0 0,0-1 0 0 0,0 1 0 0 0,0-2 0 0 0,0 1 0 0 0,0-1 0 0 0,1-1 1 0 0,-1 0-1 0 0,1 0 0 0 0,0-1 0 0 0,0 0 0 0 0,-9-7 0 0 0,16 10-151 0 0,0 1-1 0 0,0-1 0 0 0,0 1 0 0 0,0-1 1 0 0,0 0-1 0 0,1 0 0 0 0,-1 0 1 0 0,1 0-1 0 0,0 0 0 0 0,-1 0 1 0 0,1 0-1 0 0,0 0 0 0 0,0 0 1 0 0,0-1-1 0 0,0 1 0 0 0,1 0 1 0 0,-1-1-1 0 0,1 1 0 0 0,-1-1 0 0 0,1 1 1 0 0,0-1-1 0 0,0 1 0 0 0,0 0 1 0 0,0-1-1 0 0,1-4 0 0 0,1 2-748 0 0,0 0-1 0 0,0 0 0 0 0,0 0 0 0 0,1 0 0 0 0,0 0 1 0 0,0 0-1 0 0,0 1 0 0 0,0-1 0 0 0,1 1 1 0 0,6-5-1 0 0,8-10-5569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76 2104 0 0,'88'-76'17474'0'0,"-105"89"-16676"0"0,-6 11-454 0 0,1 2 0 0 0,1 0 0 0 0,1 1 1 0 0,-30 55-1 0 0,38-59-238 0 0,1 1-1 0 0,2 0 1 0 0,0 0 0 0 0,1 1 0 0 0,2-1 0 0 0,-7 51-1 0 0,13-68-87 0 0,-1 0 0 0 0,2-1 0 0 0,-1 1 0 0 0,1-1 0 0 0,0 1 0 0 0,0 0 0 0 0,0-1-1 0 0,1 0 1 0 0,0 1 0 0 0,1-1 0 0 0,-1 0 0 0 0,1 0 0 0 0,0 0 0 0 0,1-1 0 0 0,-1 1-1 0 0,1-1 1 0 0,0 1 0 0 0,1-1 0 0 0,-1-1 0 0 0,9 8 0 0 0,-9-9-6 0 0,1 1 1 0 0,0-1 0 0 0,0-1-1 0 0,0 1 1 0 0,0 0 0 0 0,0-1-1 0 0,1 0 1 0 0,-1-1 0 0 0,1 1-1 0 0,-1-1 1 0 0,1 0 0 0 0,0 0-1 0 0,-1 0 1 0 0,1-1 0 0 0,0 0-1 0 0,0 0 1 0 0,-1-1 0 0 0,1 0-1 0 0,0 0 1 0 0,-1 0 0 0 0,1 0-1 0 0,-1-1 1 0 0,1 0 0 0 0,5-3-1 0 0,-8 4 4 0 0,1-1 0 0 0,-1 0 0 0 0,0 0 0 0 0,0 0 0 0 0,0 0 0 0 0,0 0 0 0 0,0-1 0 0 0,-1 1 0 0 0,1-1-1 0 0,-1 0 1 0 0,1 0 0 0 0,-1 0 0 0 0,0 0 0 0 0,0 0 0 0 0,0 0 0 0 0,1-6 0 0 0,-2 7-19 0 0,-1 0-1 0 0,1 0 1 0 0,-1 0 0 0 0,0 0 0 0 0,0 0 0 0 0,0 0 0 0 0,0 0 0 0 0,0-1 0 0 0,0 1 0 0 0,-1 0 0 0 0,1 0 0 0 0,-1 0-1 0 0,1 0 1 0 0,-1 0 0 0 0,0 0 0 0 0,0 0 0 0 0,0 0 0 0 0,0 1 0 0 0,0-1 0 0 0,0 0 0 0 0,0 0 0 0 0,-1 1-1 0 0,1-1 1 0 0,-1 1 0 0 0,1-1 0 0 0,-1 1 0 0 0,0 0 0 0 0,1 0 0 0 0,-4-2 0 0 0,-4-2 18 0 0,0 0 1 0 0,-1 0-1 0 0,1 2 1 0 0,-1-1-1 0 0,0 1 1 0 0,0 0-1 0 0,0 1 0 0 0,0 0 1 0 0,-1 1-1 0 0,-10 0 1 0 0,4 0-427 0 0,1 2 0 0 0,0 0 0 0 0,-1 0 0 0 0,1 2 0 0 0,-24 6 0 0 0,40-9 242 0 0,-1 0 0 0 0,0 0 0 0 0,0 1 0 0 0,0-1 1 0 0,1 0-1 0 0,-1 1 0 0 0,0-1 0 0 0,1 0 0 0 0,-1 1 1 0 0,0-1-1 0 0,1 1 0 0 0,-1-1 0 0 0,0 1 1 0 0,1-1-1 0 0,-1 1 0 0 0,1-1 0 0 0,-1 1 0 0 0,1 0 1 0 0,-1-1-1 0 0,1 1 0 0 0,0 0 0 0 0,-1-1 0 0 0,1 2 1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1600 0 0,'0'-12'3225'0'0,"4"-38"14173"0"0,3 80-15966 0 0,29 234 2727 0 0,-34-217-4473 0 0,-1 0-1 0 0,-3 0 1 0 0,-12 77-1 0 0,13-119-282 0 0,0 0 0 0 0,0 0 0 0 0,-1-1 0 0 0,1 1 0 0 0,-1-1 0 0 0,-4 8 0 0 0,-2-2-3428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37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826 30 488 0 0,'8'-22'18617'0'0,"-7"14"-15957"0"0,-8 8-2508 0 0,1 1 0 0 0,-1-1-1 0 0,1 1 1 0 0,-1 0 0 0 0,1 1 0 0 0,0-1 0 0 0,-1 1 0 0 0,1 1 0 0 0,-11 5 0 0 0,-10 3 114 0 0,-169 53-171 0 0,-195 94 1 0 0,368-147-1410 0 0,1 2 1 0 0,-23 17 0 0 0,-11 13-9035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40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1332 0 0,'0'0'7904'0'0,"-6"8"-5814"0"0,6-6-1977 0 0,0-1 0 0 0,0 0 1 0 0,1 0-1 0 0,-1 0 1 0 0,1 0-1 0 0,-1 0 0 0 0,1-1 1 0 0,-1 1-1 0 0,1 0 0 0 0,0 0 1 0 0,-1 0-1 0 0,1 0 0 0 0,0-1 1 0 0,0 1-1 0 0,0 0 1 0 0,-1-1-1 0 0,1 1 0 0 0,0 0 1 0 0,2 0-1 0 0,26 7 1472 0 0,27-6-332 0 0,-53-2-1262 0 0,149-17 1148 0 0,-90 8-794 0 0,-59 9-300 0 0,22-3-553 0 0,-16 0-2342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41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95 1124 0 0,'-23'-12'5392'0'0,"1"-2"0"0"0,-33-26 0 0 0,54 40-5364 0 0,1 0 0 0 0,0-1-1 0 0,-1 1 1 0 0,1 0 0 0 0,-1 0-1 0 0,1-1 1 0 0,0 1 0 0 0,-1 0 0 0 0,1-1-1 0 0,0 1 1 0 0,-1-1 0 0 0,1 1-1 0 0,0 0 1 0 0,0-1 0 0 0,-1 1 0 0 0,1-1-1 0 0,0 1 1 0 0,0-1 0 0 0,0 1-1 0 0,0-1 1 0 0,-1 1 0 0 0,1-1 0 0 0,0 1-1 0 0,0-1 1 0 0,0 1 0 0 0,0-1-1 0 0,0 1 1 0 0,0-1 0 0 0,0 1-1 0 0,0-1 1 0 0,1 1 0 0 0,-1-1 0 0 0,0 1-1 0 0,0 0 1 0 0,0-1 0 0 0,0 1-1 0 0,1-1 1 0 0,-1 1 0 0 0,0-1 0 0 0,1 1-1 0 0,-1 0 1 0 0,0-1 0 0 0,0 1-1 0 0,1-1 1 0 0,-1 1 0 0 0,1 0 0 0 0,-1 0-1 0 0,0-1 1 0 0,1 1 0 0 0,-1 0-1 0 0,1 0 1 0 0,0-1 0 0 0,1 0-12 0 0,0 0 0 0 0,0 0 0 0 0,0 0 0 0 0,0 0 0 0 0,0 1 0 0 0,0-1 0 0 0,0 1 0 0 0,1-1 0 0 0,-1 1 0 0 0,3 0 0 0 0,1 0-9 0 0,0 1 0 0 0,-1 0 0 0 0,1 1 0 0 0,-1-1 1 0 0,1 1-1 0 0,-1 0 0 0 0,0 1 0 0 0,0-1 0 0 0,0 1 0 0 0,0 0 0 0 0,0 0 0 0 0,-1 1 0 0 0,1-1 0 0 0,-1 1 0 0 0,0 0 1 0 0,0 0-1 0 0,0 0 0 0 0,-1 1 0 0 0,1-1 0 0 0,4 9 0 0 0,-5-6 3 0 0,0-1 1 0 0,0 1-1 0 0,-1 0 0 0 0,0 0 1 0 0,0 0-1 0 0,0 0 0 0 0,-1 0 0 0 0,0 0 1 0 0,-1 0-1 0 0,1 0 0 0 0,-1 1 1 0 0,-1-1-1 0 0,1 0 0 0 0,-1 0 1 0 0,-1 0-1 0 0,-2 10 0 0 0,-29 67 145 0 0,17-46 37 0 0,15-36-149 0 0,0-1-17 0 0,0 0-23 0 0,1-1 1 0 0,-1 0-1 0 0,1 1 0 0 0,0-1 1 0 0,-1 1-1 0 0,1-1 0 0 0,-1 1 1 0 0,1-1-1 0 0,0 1 0 0 0,0-1 1 0 0,-1 1-1 0 0,1 0 0 0 0,0-1 1 0 0,0 1-1 0 0,0-1 0 0 0,-1 1 1 0 0,1 0-1 0 0,0-1 0 0 0,0 1 1 0 0,0-1-1 0 0,0 1 0 0 0,0 0 1 0 0,0-1-1 0 0,0 1 0 0 0,0 0 1 0 0,1-1-1 0 0,-1 1 0 0 0,0-1 1 0 0,0 1-1 0 0,0 0 0 0 0,1-1 1 0 0,-1 1-1 0 0,0-1 0 0 0,1 1 1 0 0,-1-1-1 0 0,0 1 0 0 0,1-1 1 0 0,-1 1-1 0 0,1-1 0 0 0,-1 1 1 0 0,1-1-1 0 0,-1 0 0 0 0,1 1 1 0 0,-1-1-1 0 0,1 0 0 0 0,-1 1 1 0 0,1-1-1 0 0,0 0 0 0 0,28 17 1 0 0,-23-15-6 0 0,-1 1 0 0 0,1 0 0 0 0,-1 1 0 0 0,0-1 1 0 0,0 1-1 0 0,0 0 0 0 0,5 5 0 0 0,4 6-33 0 0,-7-7 152 0 0,1 0 0 0 0,-2 1-1 0 0,8 9 1 0 0,-12-15 20 0 0,-1 1 0 0 0,1-1 0 0 0,-1 0 0 0 0,0 1 0 0 0,1-1 0 0 0,-2 1 0 0 0,1-1-1 0 0,0 1 1 0 0,-1 0 0 0 0,1-1 0 0 0,-1 1 0 0 0,0-1 0 0 0,-1 5 0 0 0,1-4-14 0 0,-1-1-1 0 0,-1 1 1 0 0,1 0-1 0 0,0-1 1 0 0,-1 1-1 0 0,0-1 1 0 0,0 0-1 0 0,0 1 1 0 0,0-1-1 0 0,0 0 1 0 0,-1 0-1 0 0,1 0 1 0 0,-1-1 0 0 0,-5 5-1 0 0,1 0 150 0 0,4-5-220 0 0,0 0 1 0 0,0 0-1 0 0,0-1 0 0 0,-1 1 0 0 0,1-1 1 0 0,-1 1-1 0 0,1-1 0 0 0,-1 0 0 0 0,1-1 1 0 0,-1 1-1 0 0,0-1 0 0 0,-3 1 0 0 0,3-1-25 0 0,2 1-13 0 0,-2-2 6 0 0,3 2-63 0 0,-1-1 1 0 0,0 0 0 0 0,0 0-1 0 0,0 0 1 0 0,0-1 0 0 0,0 1 0 0 0,1 0-1 0 0,-1-1 1 0 0,0 1 0 0 0,0-1-1 0 0,1 0 1 0 0,-1 1 0 0 0,0-1 0 0 0,1 0-1 0 0,-3-1 1 0 0,0-2-381 0 0,3 4 210 0 0,0-1 0 0 0,0 0-1 0 0,0 1 1 0 0,1-1 0 0 0,-1 0-1 0 0,0 0 1 0 0,0 0 0 0 0,1 0 0 0 0,-1 0-1 0 0,1 0 1 0 0,-1 0 0 0 0,1 0-1 0 0,-1 0 1 0 0,1 0 0 0 0,-1 0-1 0 0,1 0 1 0 0,0 0 0 0 0,0 0 0 0 0,0-1-1 0 0,-1 1 1 0 0,1 0 0 0 0,0 0-1 0 0,1 0 1 0 0,-1 0 0 0 0,0 0 0 0 0,0-1-1 0 0,0 1 1 0 0,1 0 0 0 0,-1 0-1 0 0,0 0 1 0 0,1 0 0 0 0,-1 0-1 0 0,1 0 1 0 0,0-1 0 0 0,20-33-7633 0 0,-9 20 1625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4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44 2616 0 0,'-16'-30'10078'0'0,"17"30"-10012"0"0,-1-1 1 0 0,1 0 0 0 0,-1 0-1 0 0,1 0 1 0 0,-1 0-1 0 0,1 1 1 0 0,-1-1 0 0 0,1 0-1 0 0,0 0 1 0 0,-1 1-1 0 0,1-1 1 0 0,0 0-1 0 0,0 1 1 0 0,0-1 0 0 0,-1 1-1 0 0,1-1 1 0 0,0 1-1 0 0,0 0 1 0 0,0-1 0 0 0,0 1-1 0 0,0 0 1 0 0,0 0-1 0 0,0-1 1 0 0,0 1 0 0 0,0 0-1 0 0,0 0 1 0 0,0 0-1 0 0,0 0 1 0 0,0 0 0 0 0,1 1-1 0 0,39 3 710 0 0,-39-3-741 0 0,8 0 68 0 0,0 2 1 0 0,-1-1-1 0 0,1 1 0 0 0,-1 1 1 0 0,0 0-1 0 0,0 0 1 0 0,0 1-1 0 0,0 0 1 0 0,-1 0-1 0 0,0 1 0 0 0,13 12 1 0 0,-17-15-20 0 0,-1 1 0 0 0,1 0 0 0 0,-1 0 0 0 0,0 0 0 0 0,-1 0 0 0 0,1 1-1 0 0,-1-1 1 0 0,0 1 0 0 0,0-1 0 0 0,0 1 0 0 0,0 0 0 0 0,-1 0 0 0 0,0 0 0 0 0,0 0 0 0 0,0 0 0 0 0,-1 0 0 0 0,1 0 0 0 0,-1 0 0 0 0,-1 0 0 0 0,1 0 0 0 0,-1 0 0 0 0,1 0 0 0 0,-2 0-1 0 0,-1 7 1 0 0,-3 3 129 0 0,0 0-1 0 0,-1-1 1 0 0,-1 0-1 0 0,0-1 1 0 0,-1 0 0 0 0,-13 16-1 0 0,-69 68 948 0 0,64-71-873 0 0,16-15-170 0 0,8-9-70 0 0,0 0 1 0 0,1 0 0 0 0,-1 1-1 0 0,1-1 1 0 0,-1 1 0 0 0,1 0-1 0 0,0 0 1 0 0,-2 4 0 0 0,4-6-37 0 0,1-1-1 0 0,-1 1 1 0 0,1-1 0 0 0,0 0 0 0 0,-1 1 0 0 0,1-1 0 0 0,-1 0 0 0 0,1 1 0 0 0,0-1 0 0 0,-1 0-1 0 0,1 0 1 0 0,0 1 0 0 0,0-1 0 0 0,-1 0 0 0 0,1 0 0 0 0,0 0 0 0 0,-1 0 0 0 0,1 0-1 0 0,0 0 1 0 0,1 0 0 0 0,14 0 20 0 0,248-21 290 0 0,-222 16-309 0 0,-3 1 48 0 0,22-3-3187 0 0,-26-1-3842 0 0,-25 1 2663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42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38 512 0 0,'-23'-37'25277'0'0,"22"37"-25200"0"0,-3 8 2548 0 0,2 0-3761 0 0,-5 175 1601 0 0,-52 305 0 0 0,-21-138 467 0 0,46-221-583 0 0,21-83-231 0 0,6-23-24 0 0,-5 32 0 0 0,11-54-87 0 0,1 0-1 0 0,0 0 0 0 0,0 0 1 0 0,0 0-1 0 0,0 0 1 0 0,0 0-1 0 0,0 0 1 0 0,1 0-1 0 0,-1 1 1 0 0,0-1-1 0 0,0 0 1 0 0,1 0-1 0 0,-1 0 0 0 0,1 0 1 0 0,-1 0-1 0 0,1 0 1 0 0,-1 0-1 0 0,1-1 1 0 0,0 1-1 0 0,-1 0 1 0 0,1 0-1 0 0,0 0 1 0 0,0 0-1 0 0,-1-1 1 0 0,1 1-1 0 0,0 0 0 0 0,0-1 1 0 0,0 1-1 0 0,0-1 1 0 0,0 1-1 0 0,1 0 1 0 0,4 0 0 0 0,0 1 0 0 0,-1-1 0 0 0,1 0-1 0 0,10 1 1 0 0,0 0 14 0 0,287 30-1243 0 0,-248-28 520 0 0,-5 0-545 0 0,124 5-2909 0 0,-58-14-7849 0 0,-94 2 3607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46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687 62 728 0 0,'1'-4'2306'0'0,"3"-54"12226"0"0,-17 253-10158 0 0,0-75-3574 0 0,-5 39-373 0 0,8-60 72 0 0,10-97-335 0 0,-6-16-90 0 0,5 7-55 0 0,0 0 0 0 0,-1 0 0 0 0,0-1 0 0 0,0 2 0 0 0,0-1 0 0 0,-7-12 0 0 0,8 18-21 0 0,0-1 0 0 0,0 1 0 0 0,-1 0 0 0 0,1 0 0 0 0,0 0 0 0 0,0 0 0 0 0,-1 0 0 0 0,1 0 0 0 0,-1 0 0 0 0,1 0 1 0 0,-1 0-1 0 0,1 1 0 0 0,-1-1 0 0 0,0 1 0 0 0,1-1 0 0 0,-1 1 0 0 0,0-1 0 0 0,1 1 0 0 0,-1 0 0 0 0,0 0 0 0 0,1 0 0 0 0,-3 0 0 0 0,-22 2-25 0 0,2 0 0 0 0,-1 1 0 0 0,0 2 0 0 0,1 1 0 0 0,-42 14 0 0 0,-118 59 4 0 0,142-59 22 0 0,-117 55-1308 0 0,157-74 638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47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2692 0 0,'8'-23'5251'0'0,"0"1"-1"0"0,15-26 0 0 0,-19 43-5012 0 0,0 0 0 0 0,0 0 0 0 0,1 0 0 0 0,0 1 0 0 0,0-1 0 0 0,0 1 0 0 0,1 0 1 0 0,-1 1-1 0 0,1-1 0 0 0,0 1 0 0 0,0 0 0 0 0,0 1 0 0 0,0-1 0 0 0,12-1 0 0 0,-14 2-222 0 0,0 1 0 0 0,1 0 0 0 0,-1 0 0 0 0,1 1-1 0 0,0-1 1 0 0,-1 1 0 0 0,1 0 0 0 0,-1 0 0 0 0,1 1 0 0 0,0-1 0 0 0,-1 1 0 0 0,1 0 0 0 0,-1 0-1 0 0,0 1 1 0 0,1-1 0 0 0,-1 1 0 0 0,0 0 0 0 0,0 0 0 0 0,0 0 0 0 0,0 1 0 0 0,0-1 0 0 0,0 1-1 0 0,3 4 1 0 0,-5-4 61 0 0,1 0 0 0 0,-1 0 1 0 0,0 0-1 0 0,0 1 0 0 0,0-1 0 0 0,0 1 0 0 0,-1-1 0 0 0,1 1 0 0 0,-1 0 0 0 0,0 0 0 0 0,0 0 0 0 0,0-1 0 0 0,0 8 0 0 0,-1-4 114 0 0,0 1 0 0 0,-1-1 0 0 0,0 1 0 0 0,0 0 1 0 0,0-1-1 0 0,-5 12 0 0 0,-3 4 604 0 0,-1-1 1 0 0,0 1 0 0 0,-19 25 0 0 0,-68 97 3281 0 0,97-145-4071 0 0,0 0-1 0 0,0 1 0 0 0,0-1 1 0 0,0 1-1 0 0,0-1 0 0 0,0 0 1 0 0,1 1-1 0 0,-1-1 0 0 0,0 0 1 0 0,0 1-1 0 0,0-1 0 0 0,0 0 1 0 0,0 0-1 0 0,0 1 0 0 0,1-1 1 0 0,-1 0-1 0 0,0 1 0 0 0,0-1 1 0 0,1 0-1 0 0,-1 0 0 0 0,0 1 1 0 0,0-1-1 0 0,1 0 0 0 0,-1 0 1 0 0,0 1-1 0 0,0-1 0 0 0,1 0 1 0 0,-1 0-1 0 0,0 0 0 0 0,1 0 1 0 0,-1 0-1 0 0,0 0 0 0 0,1 1 1 0 0,-1-1-1 0 0,0 0 0 0 0,1 0 1 0 0,-1 0-1 0 0,0 0 0 0 0,1 0 1 0 0,-1 0-1 0 0,1 0 0 0 0,-1 0 1 0 0,0-1-1 0 0,1 1 0 0 0,14 1 43 0 0,27-3 34 0 0,74-14 0 0 0,-60 7-78 0 0,41-6-370 0 0,-32 4-1106 0 0,-1 2-3299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48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645 17 392 0 0,'-16'-13'12799'0'0,"8"9"-10666"0"0,7 5-2043 0 0,0 1-1 0 0,0-1 1 0 0,0 0 0 0 0,0 0-1 0 0,0 1 1 0 0,0-1-1 0 0,0 1 1 0 0,0-1 0 0 0,1 1-1 0 0,-1-1 1 0 0,1 1 0 0 0,-1-1-1 0 0,1 1 1 0 0,0-1 0 0 0,-1 1-1 0 0,1 0 1 0 0,0-1-1 0 0,0 1 1 0 0,0 2 0 0 0,1 45 1262 0 0,0-29-909 0 0,-11 417 2447 0 0,8-359-2747 0 0,1-23-42 0 0,-6 81 94 0 0,6-134-443 0 0,-2 2-1025 0 0,-3-10-588 0 0,3-5 1476 0 0,0 1 0 0 0,1-1 0 0 0,0 1 0 0 0,1-1 0 0 0,0 0 0 0 0,2-13 0 0 0,-5-33 44 0 0,-7-7 1859 0 0,11 63-1491 0 0,-1 1 0 0 0,1-1 1 0 0,0 0-1 0 0,0 1 0 0 0,0-1 0 0 0,-1 1 0 0 0,1-1 1 0 0,0 1-1 0 0,-1-1 0 0 0,1 1 0 0 0,0-1 0 0 0,-1 1 1 0 0,1-1-1 0 0,-1 1 0 0 0,1-1 0 0 0,-1 1 0 0 0,1 0 1 0 0,-1-1-1 0 0,1 1 0 0 0,-1 0 0 0 0,1-1 1 0 0,-1 1-1 0 0,0 0 0 0 0,1 0 0 0 0,-1 0 0 0 0,0-1 1 0 0,-20 4 368 0 0,-14 14 40 0 0,-408 258 1487 0 0,400-252-3834 0 0,72-53-8626 0 0,-15 16 4558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49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76 1536 0 0,'5'-31'21479'0'0,"-5"30"-21478"0"0,0 0 1 0 0,0 0 0 0 0,0 1-1 0 0,0-1 1 0 0,0 0-1 0 0,0 1 1 0 0,1-1 0 0 0,-1 0-1 0 0,0 0 1 0 0,0 1 0 0 0,1-1-1 0 0,-1 0 1 0 0,1 1-1 0 0,-1-1 1 0 0,0 0 0 0 0,1 1-1 0 0,-1-1 1 0 0,1 1-1 0 0,-1-1 1 0 0,1 1 0 0 0,0-1-1 0 0,-1 1 1 0 0,2-1-1 0 0,-1 0 9 0 0,-1 1-8 0 0,2-4 9 0 0,15-7-32 0 0,-11 9 5 0 0,0-1 0 0 0,1 1 0 0 0,-1 1-1 0 0,1-1 1 0 0,-1 1 0 0 0,13-1-1 0 0,-16 2-1 0 0,7 7 11 0 0,1 9-8 0 0,-8-5 28 0 0,-1-5 3 0 0,0 0 0 0 0,-1 0 0 0 0,0 0 1 0 0,0 0-1 0 0,-1 1 0 0 0,0-1 0 0 0,0 0 0 0 0,0 1 0 0 0,-1-1 0 0 0,0 0 0 0 0,0 0 0 0 0,-1 1 0 0 0,1-1 1 0 0,-5 9-1 0 0,-2 9-4 0 0,2-7 58 0 0,0 0-1 0 0,-1 0 1 0 0,-1-1 0 0 0,-1 0-1 0 0,-14 20 1 0 0,-59 69 1325 0 0,11-26 0 0 0,70-78-1359 0 0,0-1-29 0 0,1 0-1 0 0,0 1 0 0 0,0-1 1 0 0,-1 0-1 0 0,1 0 0 0 0,0 0 1 0 0,0 0-1 0 0,0 1 0 0 0,-1-1 0 0 0,1 0 1 0 0,0 0-1 0 0,0 1 0 0 0,0-1 1 0 0,0 0-1 0 0,0 0 0 0 0,0 1 1 0 0,0-1-1 0 0,-1 0 0 0 0,1 0 1 0 0,0 1-1 0 0,0-1 0 0 0,0 0 0 0 0,0 0 1 0 0,0 1-1 0 0,0-1 0 0 0,0 0 1 0 0,0 0-1 0 0,0 1 0 0 0,0-1 1 0 0,0 0-1 0 0,0 0 0 0 0,1 1 0 0 0,-1-1 1 0 0,0 1-1 0 0,22-6 40 0 0,0 0 0 0 0,0-2-1 0 0,20-8 1 0 0,-11 4-23 0 0,317-114 294 0 0,-278 104-183 0 0,-68 21-147 0 0,5-2-679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50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32 644 0 0,'0'0'11799'0'0,"12"-7"-11124"0"0,-1 2-569 0 0,1 1 1 0 0,0 0-1 0 0,0 1 0 0 0,0 0 1 0 0,25-2-1 0 0,-31 5-60 0 0,1 0 0 0 0,-1 0 0 0 0,0 0 1 0 0,0 1-1 0 0,1 0 0 0 0,-1 0 0 0 0,0 0 0 0 0,0 1 0 0 0,0 0 0 0 0,0 0 1 0 0,-1 1-1 0 0,1 0 0 0 0,10 6 0 0 0,-15-8 13 0 0,0 1 0 0 0,0-1 0 0 0,0 0-1 0 0,-1 0 1 0 0,1 0 0 0 0,0 1 0 0 0,-1-1 0 0 0,1 0 0 0 0,0 1-1 0 0,-1-1 1 0 0,0 1 0 0 0,1-1 0 0 0,-1 1 0 0 0,0-1 0 0 0,0 1-1 0 0,0-1 1 0 0,0 3 0 0 0,-3 26 765 0 0,-1-19-635 0 0,-1 0 0 0 0,0 0 0 0 0,0 0 0 0 0,-1 0 0 0 0,-1-1 0 0 0,1 0 0 0 0,-2 0 0 0 0,1 0 1 0 0,-1-1-1 0 0,-1 0 0 0 0,-12 9 0 0 0,-2 2 139 0 0,-2-2 1 0 0,0-1-1 0 0,-38 19 1 0 0,31-21-116 0 0,-2-2-1 0 0,1-1 1 0 0,-1-2 0 0 0,-63 11 0 0 0,7-8 194 0 0,87-12-383 0 0,1-1-3 0 0,-15 1 96 0 0,-7 1-527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54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20 1028 0 0,'-23'6'6360'0'0,"-32"4"-1"0"0,-25-1 269 0 0,-33 7-2359 0 0,111-16-3667 0 0,32-2-511 0 0,1-1 0 0 0,35-8 1 0 0,6-1-45 0 0,162-20-643 0 0,-231 32 217 0 0,33 6-9582 0 0,-21-2 3575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55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232 236 2224 0 0,'-8'-15'6161'0'0,"-5"-1"-2303"0"0,7 10-2297 0 0,1 0-1 0 0,1-1 1 0 0,-7-11-1 0 0,10 17-1385 0 0,3 0-148 0 0,-1 0 0 0 0,1 1 0 0 0,0-1 0 0 0,0 1 0 0 0,-1-1 0 0 0,1 1 0 0 0,0 0 0 0 0,0-1 0 0 0,-1 1 0 0 0,1 0 0 0 0,0 0-1 0 0,0 0 1 0 0,0 0 0 0 0,0 1 0 0 0,-1-1 0 0 0,1 0 0 0 0,0 1 0 0 0,0 0 0 0 0,-1-1 0 0 0,1 1 0 0 0,2 1 0 0 0,38 20 65 0 0,-37-19-79 0 0,0 0-1 0 0,0 1 1 0 0,0 0 0 0 0,0 0 0 0 0,-1 1-1 0 0,0-1 1 0 0,0 1 0 0 0,0 0-1 0 0,0 0 1 0 0,-1 0 0 0 0,1 1-1 0 0,-2-1 1 0 0,1 1 0 0 0,3 10-1 0 0,-4-8 7 0 0,0 0-1 0 0,-1 0 0 0 0,0 0 0 0 0,-1 0 0 0 0,0 0 0 0 0,0 0 0 0 0,0 0 0 0 0,-1-1 0 0 0,-1 1 0 0 0,-2 10 0 0 0,-4 5 38 0 0,0 0 0 0 0,-2-1 0 0 0,0 0 0 0 0,-2-1 0 0 0,0-1 0 0 0,-25 32 0 0 0,-1-7 329 0 0,-52 49-1 0 0,-12 15 816 0 0,100-108-970 0 0,2 0-212 0 0,0-1-1 0 0,0 1 0 0 0,1-1 1 0 0,-1 0-1 0 0,0 1 0 0 0,0-1 0 0 0,0 1 1 0 0,0-1-1 0 0,0 0 0 0 0,1 1 1 0 0,-1-1-1 0 0,0 1 0 0 0,0-1 1 0 0,1 0-1 0 0,-1 1 0 0 0,0-1 1 0 0,0 0-1 0 0,1 1 0 0 0,-1-1 0 0 0,0 0 1 0 0,1 0-1 0 0,-1 1 0 0 0,1-1 1 0 0,-1 0-1 0 0,0 0 0 0 0,1 0 1 0 0,-1 1-1 0 0,1-1 0 0 0,-1 0 0 0 0,0 0 1 0 0,1 0-1 0 0,-1 0 0 0 0,1 0 1 0 0,-1 0-1 0 0,1 0 0 0 0,-1 0 1 0 0,1 0-1 0 0,20-2 262 0 0,-17 1-228 0 0,168-39 691 0 0,-13 3-543 0 0,-52 13-966 0 0,-65 11-7355 0 0</inkml:trace>
  <inkml:trace contextRef="#ctx0" brushRef="#br0" timeOffset="1">1181 97 860 0 0,'-2'-27'10386'0'0,"1"3"-4127"0"0,2 41-2549 0 0,1 40-2367 0 0,-2 0 0 0 0,-14 110 0 0 0,-41 109-830 0 0,-6-81-404 0 0,32-116-6143 0 0,27-75 5439 0 0,-2 3-2009 0 0</inkml:trace>
  <inkml:trace contextRef="#ctx0" brushRef="#br0" timeOffset="2">1007 638 348 0 0,'-1'-3'1002'0'0,"-1"-1"0"0"0,0 1 0 0 0,0 0 0 0 0,0 1 0 0 0,0-1 0 0 0,0 0 0 0 0,-1 0 0 0 0,1 1 0 0 0,-5-4 0 0 0,5 5-639 0 0,0 0 1 0 0,0 0 0 0 0,-1-1-1 0 0,1 1 1 0 0,0 1 0 0 0,-1-1-1 0 0,1 0 1 0 0,-1 0 0 0 0,1 1 0 0 0,-6-1-1 0 0,0 2 1 0 0,0-1-1 0 0,-1 2 0 0 0,1-1 1 0 0,0 1-1 0 0,0 0 0 0 0,-15 7 1 0 0,-55 23 582 0 0,2 4 1 0 0,-83 52-1 0 0,87-38-1965 0 0,61-41 5 0 0,5-3-1532 0 0,38-6-10222 0 0</inkml:trace>
  <inkml:trace contextRef="#ctx0" brushRef="#br0" timeOffset="3">1440 69 2676 0 0,'7'-16'4043'0'0,"-5"10"-2950"0"0,1 1 0 0 0,0-1 1 0 0,-1 1-1 0 0,8-10 1 0 0,-8 14-946 0 0,-1-1 1 0 0,0 1-1 0 0,0 0 1 0 0,1 0-1 0 0,-1-1 1 0 0,1 1-1 0 0,-1 0 1 0 0,1 0 0 0 0,0 1-1 0 0,-1-1 1 0 0,1 0-1 0 0,0 1 1 0 0,0-1-1 0 0,-1 1 1 0 0,1-1-1 0 0,0 1 1 0 0,0 0-1 0 0,0-1 1 0 0,0 1-1 0 0,-1 0 1 0 0,3 1-1 0 0,5-1 88 0 0,-1 2 0 0 0,1-1-1 0 0,-1 1 1 0 0,1 0-1 0 0,-1 1 1 0 0,0 0 0 0 0,0 0-1 0 0,0 1 1 0 0,10 6 0 0 0,-15-7-130 0 0,0-1 0 0 0,0 0 0 0 0,0 1 0 0 0,0-1 0 0 0,0 1 0 0 0,-1 0 0 0 0,1 0 1 0 0,-1 0-1 0 0,0 0 0 0 0,0 0 0 0 0,0 1 0 0 0,0-1 0 0 0,-1 1 0 0 0,1-1 0 0 0,-1 1 0 0 0,0-1 1 0 0,0 1-1 0 0,0 0 0 0 0,0 0 0 0 0,-1-1 0 0 0,0 1 0 0 0,1 0 0 0 0,-2 0 0 0 0,1 6 1 0 0,-3 5 277 0 0,0-1 0 0 0,-1 1 1 0 0,-1-1-1 0 0,0 0 0 0 0,-1 0 1 0 0,0-1-1 0 0,-1 0 0 0 0,-1 0 1 0 0,-13 18-1 0 0,-11 9 1272 0 0,-52 51 1 0 0,37-43-413 0 0,3-1-302 0 0,43-46-834 0 0,1-1-102 0 0,0 1 1 0 0,0-1 0 0 0,0 0-1 0 0,0 1 1 0 0,0-1 0 0 0,0 1-1 0 0,0-1 1 0 0,1 0 0 0 0,-1 1-1 0 0,0-1 1 0 0,0 0 0 0 0,0 0-1 0 0,1 1 1 0 0,-1-1 0 0 0,0 0-1 0 0,0 1 1 0 0,1-1 0 0 0,-1 0-1 0 0,0 0 1 0 0,0 0 0 0 0,1 1-1 0 0,-1-1 1 0 0,0 0 0 0 0,1 0-1 0 0,-1 0 1 0 0,0 0 0 0 0,1 1-1 0 0,0-1 1 0 0,1 0 18 0 0,1 0 0 0 0,0 0-1 0 0,0-1 1 0 0,0 1 0 0 0,-1-1 0 0 0,1 1-1 0 0,4-3 1 0 0,6 0 12 0 0,229-67-663 0 0,-7-20-4902 0 0,-174 62 1409 0 0,-22 7-2058 0 0,6-2-5310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58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0 1720 0 0,'-21'26'10546'0'0,"0"-3"-6507"0"0,-18 16 1103 0 0,38-38-5077 0 0,1-1 1 0 0,-1 0 0 0 0,1 0-1 0 0,-1 1 1 0 0,1-1 0 0 0,-1 0 0 0 0,1 1-1 0 0,-1-1 1 0 0,1 1 0 0 0,-1-1-1 0 0,1 1 1 0 0,-1-1 0 0 0,1 1-1 0 0,0-1 1 0 0,-1 1 0 0 0,1-1 0 0 0,0 1-1 0 0,-1 0 1 0 0,1-1 0 0 0,0 1-1 0 0,0-1 1 0 0,0 1 0 0 0,-1 0-1 0 0,1-1 1 0 0,0 1 0 0 0,0 0 0 0 0,0-1-1 0 0,0 1 1 0 0,0-1 0 0 0,0 1-1 0 0,0 0 1 0 0,1-1 0 0 0,-1 1 0 0 0,0 0-1 0 0,0-1 1 0 0,0 1 0 0 0,1-1-1 0 0,-1 1 1 0 0,0 0 0 0 0,0-1-1 0 0,1 1 1 0 0,0 0 0 0 0,0 0 26 0 0,1 0-1 0 0,-1 0 1 0 0,1 0 0 0 0,0 0-1 0 0,-1-1 1 0 0,1 1-1 0 0,0 0 1 0 0,-1-1 0 0 0,1 0-1 0 0,0 1 1 0 0,0-1 0 0 0,0 0-1 0 0,-1 0 1 0 0,1 0 0 0 0,3 0-1 0 0,99-12 285 0 0,112-27 0 0 0,-105 17-310 0 0,32-4 78 0 0,-123 28-676 0 0,-4 6-4005 0 0,29 8-14690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59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115 122 1444 0 0,'-3'0'1389'0'0,"-51"0"3801"0"0,51 0-4470 0 0,0 0-103 0 0,-31 0 2283 0 0,31 0-2443 0 0,-12 0 4058 0 0,18 0-3942 0 0,34-2 124 0 0,0-3-1 0 0,0-1 1 0 0,54-16 0 0 0,-18 4-482 0 0,36-6-4 0 0,10-2-736 0 0,-43 8-3178 0 0,-65 17 2066 0 0,-6 1 96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59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35 2672 0 0,'-44'-33'13136'0'0,"43"33"-13029"0"0,1 0-1 0 0,0 0 1 0 0,-1-1-1 0 0,1 1 1 0 0,-1 0 0 0 0,1 0-1 0 0,-1 0 1 0 0,1-1-1 0 0,-1 1 1 0 0,1 0 0 0 0,-1 0-1 0 0,1 0 1 0 0,-1 0-1 0 0,1 0 1 0 0,-1 0-1 0 0,1 0 1 0 0,-1 0 0 0 0,1 0-1 0 0,-1 0 1 0 0,1 0-1 0 0,-1 1 1 0 0,1-1 0 0 0,-1 0-1 0 0,1 0 1 0 0,0 0-1 0 0,-1 1 1 0 0,1-1-1 0 0,-1 0 1 0 0,1 0 0 0 0,0 1-1 0 0,-1-1 1 0 0,1 0-1 0 0,-1 1 1 0 0,1-1 0 0 0,0 1-1 0 0,0-1 1 0 0,-1 0-1 0 0,1 1 1 0 0,0-1-1 0 0,0 1 1 0 0,-1-1 0 0 0,1 1-1 0 0,-6 31 1009 0 0,2 1-1 0 0,2-1 1 0 0,1 51-1 0 0,1-11-769 0 0,0 79-862 0 0,4-52-4917 0 0,-3-79 3371 0 0,0 10-5278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59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127 363 2192 0 0,'-20'1'2283'0'0,"7"-1"-53"0"0,-1 0-1 0 0,1 0 0 0 0,0-1 1 0 0,-15-4 892 0 0,25 5-2305 0 0,-19-4 3005 0 0,43 3-482 0 0,11-1-3289 0 0,593-67 1674 0 0,155-16-1264 0 0,2082-70-26 0 0,-2737 154-388 0 0,386-10-1922 0 0,-494 11 1052 0 0,0-2-1 0 0,0 0 0 0 0,0 0 0 0 0,0-2 1 0 0,16-5-1 0 0,-30 7-270 0 0,-31-6-10563 0 0,10 8 6416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00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76 1176 0 0,'-41'-10'20126'0'0,"44"10"-19775"0"0,82-8 1024 0 0,0-3 0 0 0,91-24 0 0 0,-174 34-1288 0 0,8 0 1069 0 0,10-4-5757 0 0,-2 1-782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00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64 2044 0 0,'-2'-14'7306'0'0,"-8"-36"8561"0"0,3 67-13653 0 0,-30 137 1779 0 0,-46 211-3009 0 0,75-327-1253 0 0,-12 56 499 0 0,11-34-5020 0 0,6-52 3909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01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74 468 0 0,'48'-74'16749'0'0,"-48"97"-14542"0"0,-8 12-789 0 0,-22 96 1072 0 0,28-112-2368 0 0,0 0 0 0 0,1 0 0 0 0,0 0 0 0 0,2 0 0 0 0,3 20 0 0 0,-3-34-112 0 0,-1 0 0 0 0,2 0-1 0 0,-1-1 1 0 0,0 1 0 0 0,1-1 0 0 0,0 1-1 0 0,0-1 1 0 0,0 1 0 0 0,1-1-1 0 0,-1 0 1 0 0,1 0 0 0 0,0 0 0 0 0,0-1-1 0 0,1 1 1 0 0,-1-1 0 0 0,1 1 0 0 0,7 4-1 0 0,-5-4 11 0 0,1-1 0 0 0,-1 0 0 0 0,0 0 0 0 0,1-1 0 0 0,0 0 0 0 0,0 0 0 0 0,-1-1 0 0 0,1 0 0 0 0,0 0 0 0 0,0 0 0 0 0,11-1 0 0 0,-6-1 5 0 0,0 0-1 0 0,-1 0 1 0 0,1-1-1 0 0,0-1 0 0 0,-1 0 1 0 0,0 0-1 0 0,1-2 1 0 0,-1 1-1 0 0,-1-1 1 0 0,1 0-1 0 0,-1-1 0 0 0,0-1 1 0 0,0 0-1 0 0,14-13 1 0 0,-20 16-15 0 0,0 0-1 0 0,0-1 1 0 0,-1 1 0 0 0,0-1 0 0 0,0 0 0 0 0,0 0 0 0 0,-1-1 0 0 0,1 1 0 0 0,-1 0 0 0 0,0-1 0 0 0,-1 1-1 0 0,1-1 1 0 0,-1 0 0 0 0,-1 1 0 0 0,1-1 0 0 0,-1 0 0 0 0,1 0 0 0 0,-2 0 0 0 0,1 1 0 0 0,-2-9 0 0 0,0 7-127 0 0,0 1-1 0 0,0-1 1 0 0,0 1 0 0 0,-1 0 0 0 0,0 0 0 0 0,0 0 0 0 0,-1 0 0 0 0,0 0 0 0 0,0 1-1 0 0,0 0 1 0 0,0-1 0 0 0,-1 2 0 0 0,0-1 0 0 0,0 0 0 0 0,-1 1 0 0 0,1 0 0 0 0,-8-4-1 0 0,3 3-611 0 0,1 0 1 0 0,-1 1-1 0 0,0 0 0 0 0,0 1 0 0 0,-14-3 0 0 0,-29-3-6550 0 0,10 1-1610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0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570 85 1908 0 0,'4'-13'3419'0'0,"-1"7"-2216"0"0,-1 1 0 0 0,-1-1 0 0 0,1 0 0 0 0,-1 0 0 0 0,0 0 0 0 0,0-6 1 0 0,3-13 4145 0 0,-4 25-5320 0 0,-2 15 431 0 0,-3 26 345 0 0,-1 55 0 0 0,4-38-511 0 0,-26 267 403 0 0,23-273-668 0 0,-1-7 7 0 0,2-18 170 0 0,0 33 0 0 0,0-86-137 0 0,3 7-91 0 0,-2 1 0 0 0,1-1 0 0 0,-2 1 0 0 0,-1 0 0 0 0,0 0 0 0 0,-14-31 0 0 0,17 48 16 0 0,1 0 0 0 0,-1-1 0 0 0,0 1 0 0 0,1 0 0 0 0,-1 0 0 0 0,0 0 0 0 0,0 0 0 0 0,0 1 0 0 0,0-1 0 0 0,1 0 0 0 0,-1 1 0 0 0,0 0 0 0 0,0-1-1 0 0,0 1 1 0 0,-4 0 0 0 0,-1 0-2 0 0,1 0 0 0 0,-1 1-1 0 0,1 0 1 0 0,-1 0 0 0 0,1 0-1 0 0,-1 1 1 0 0,1 0-1 0 0,0 0 1 0 0,0 1 0 0 0,0-1-1 0 0,-7 6 1 0 0,-4-1-22 0 0,-37 21-44 0 0,-93 62 1 0 0,83-49-964 0 0,55-35 597 0 0,-39 26-1802 0 0,19-8-4024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71 1360 0 0,'1'-3'2495'0'0,"25"-41"11082"0"0,-6 30-12743 0 0,-15 12-806 0 0,0 0-7 0 0,1 1 0 0 0,-1-1 1 0 0,0 1-1 0 0,1 1 0 0 0,-1-1 0 0 0,1 1 0 0 0,-1 0 0 0 0,1 0 0 0 0,6 1 0 0 0,-11-1-16 0 0,1 0 0 0 0,0 0 0 0 0,0 0 0 0 0,0 0 0 0 0,-1 1 0 0 0,1-1-1 0 0,0 1 1 0 0,0-1 0 0 0,-1 1 0 0 0,1-1 0 0 0,0 1 0 0 0,-1 0 0 0 0,1 0 0 0 0,-1 0 0 0 0,1 0 0 0 0,-1 0 0 0 0,1 0 0 0 0,-1 1-1 0 0,0-1 1 0 0,1 0 0 0 0,-1 1 0 0 0,0-1 0 0 0,1 3 0 0 0,-1-2 45 0 0,0 1-1 0 0,0-1 1 0 0,-1 1 0 0 0,1 0-1 0 0,-1-1 1 0 0,0 1 0 0 0,0 0-1 0 0,0-1 1 0 0,0 1 0 0 0,0 0-1 0 0,0-1 1 0 0,-1 1 0 0 0,0 0-1 0 0,1-1 1 0 0,-3 5 0 0 0,-3 9 295 0 0,-2 0 0 0 0,1-1 0 0 0,-2 0 0 0 0,0 0 0 0 0,-12 15 0 0 0,-62 66 1213 0 0,43-52-952 0 0,29-32-493 0 0,7-8-64 0 0,0 0 0 0 0,0 0 0 0 0,1 0 0 0 0,0 1 0 0 0,-1-1 0 0 0,2 1 0 0 0,-1 0 0 0 0,-3 8 0 0 0,7-12-41 0 0,-1-1 0 0 0,1 1-1 0 0,0 0 1 0 0,-1-1 0 0 0,1 1 0 0 0,0-1 0 0 0,0 1-1 0 0,-1-1 1 0 0,1 0 0 0 0,0 1 0 0 0,0-1-1 0 0,0 0 1 0 0,0 1 0 0 0,0-1 0 0 0,-1 0-1 0 0,1 0 1 0 0,0 0 0 0 0,0 0 0 0 0,0 0-1 0 0,0 0 1 0 0,2 0 0 0 0,46-6-390 0 0,0-3-1 0 0,75-23 1 0 0,-69 17-441 0 0,95-29-2604 0 0,-101 26-187 0 0,0 0-3311 0 0,-33 11 888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4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20 117 1988 0 0,'-19'18'18893'0'0,"42"-20"-18805"0"0,0-1-1 0 0,0-1 0 0 0,33-9 1 0 0,3-2-38 0 0,131-27 69 0 0,28-6-406 0 0,-191 41-965 0 0,-24 7 636 0 0,-25 10-8534 0 0,13-10 5460 0 0,-11-2-311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5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69 1604 0 0,'-5'-10'2434'0'0,"0"0"1"0"0,0 1-1 0 0,-1 0 0 0 0,0 0 0 0 0,-12-13 1635 0 0,16 25-3834 0 0,-1-1-1 0 0,1 0 1 0 0,0 1-1 0 0,0 0 1 0 0,0-1-1 0 0,0 1 1 0 0,0 0-1 0 0,1 0 1 0 0,-1 0-1 0 0,1 0 1 0 0,0 0-1 0 0,0 1 1 0 0,-1 3-1 0 0,-12 80 1558 0 0,-6 170-1 0 0,18-217-1655 0 0,-2 92-1901 0 0,4-130 781 0 0,0-2 858 0 0,0 1 1 0 0,0-1-1 0 0,0 0 1 0 0,0 1 0 0 0,0-1-1 0 0,0 0 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5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225 109 1320 0 0,'-3'-42'11093'0'0,"1"7"-5225"0"0,2 33-5601 0 0,20-17 431 0 0,-12 17-680 0 0,-1 0 0 0 0,1 0 0 0 0,0 0 0 0 0,0 1 0 0 0,-1 0 0 0 0,1 1 0 0 0,0 0 0 0 0,0 0 0 0 0,0 0 0 0 0,0 1 0 0 0,0 1 0 0 0,0-1 0 0 0,-1 1 0 0 0,1 0 0 0 0,14 7 0 0 0,-18-7-7 0 0,0 0-1 0 0,0 0 0 0 0,-1 0 0 0 0,1 0 0 0 0,-1 1 0 0 0,1-1 1 0 0,-1 1-1 0 0,0 0 0 0 0,0 0 0 0 0,0 1 0 0 0,0-1 1 0 0,-1 0-1 0 0,1 1 0 0 0,-1 0 0 0 0,0 0 0 0 0,0-1 1 0 0,0 1-1 0 0,-1 0 0 0 0,1 0 0 0 0,-1 1 0 0 0,0-1 1 0 0,0 0-1 0 0,-1 0 0 0 0,1 1 0 0 0,-1-1 0 0 0,0 0 1 0 0,0 0-1 0 0,0 1 0 0 0,-1-1 0 0 0,1 0 0 0 0,-3 7 0 0 0,-1 3 17 0 0,0 0-1 0 0,-2 0 0 0 0,1 0 0 0 0,-2-1 1 0 0,0 0-1 0 0,0 0 0 0 0,-1-1 0 0 0,-13 16 0 0 0,-1-4 205 0 0,-1 0 0 0 0,-43 35 0 0 0,20-18 505 0 0,44-40-662 0 0,2 0-72 0 0,1 0 0 0 0,-1 0 0 0 0,1 0 0 0 0,-1 0 0 0 0,1 0 0 0 0,-1 0 0 0 0,1 0 0 0 0,0-1 0 0 0,-1 1 0 0 0,1 0 0 0 0,0 0 0 0 0,0-1 0 0 0,-1 1 1 0 0,1 0-1 0 0,0-1 0 0 0,0 1 0 0 0,0-1 0 0 0,0 1 0 0 0,0-1 0 0 0,0 0 0 0 0,1 1 0 0 0,28 9 11 0 0,-17-6-11 0 0,-5-1 12 0 0,0 0 0 0 0,-1 1 0 0 0,1 0-1 0 0,-1 0 1 0 0,0 1 0 0 0,0-1 0 0 0,0 2 0 0 0,-1-1-1 0 0,0 1 1 0 0,11 12 0 0 0,-15-15 65 0 0,0 0 1 0 0,0 0-1 0 0,0 0 0 0 0,0 0 1 0 0,0 1-1 0 0,-1-1 0 0 0,0 0 1 0 0,1 1-1 0 0,-1-1 0 0 0,-1 1 1 0 0,1-1-1 0 0,0 1 0 0 0,-1 0 1 0 0,0-1-1 0 0,0 1 0 0 0,0-1 1 0 0,0 1-1 0 0,0 0 0 0 0,-1-1 1 0 0,0 1-1 0 0,0-1 0 0 0,0 1 1 0 0,0-1-1 0 0,0 1 0 0 0,-1-1 1 0 0,1 0-1 0 0,-4 6 0 0 0,-1-1 126 0 0,-1 1 0 0 0,1-1 0 0 0,-1 0 0 0 0,-1-1 0 0 0,1 1 0 0 0,-1-1 0 0 0,0-1 0 0 0,-1 0 0 0 0,0 0 0 0 0,0-1 0 0 0,0 0 0 0 0,0 0 0 0 0,-20 6 0 0 0,17-7-149 0 0,-1-1 0 0 0,0-1 0 0 0,0 0 0 0 0,0 0 0 0 0,0-2 0 0 0,0 1 0 0 0,0-2 0 0 0,0 1 0 0 0,0-2 0 0 0,-22-5 0 0 0,19 4-42 0 0,13 3-280 0 0,0-1-1 0 0,0 1 0 0 0,-1-1 1 0 0,1 0-1 0 0,0 0 0 0 0,0 0 1 0 0,0 0-1 0 0,0-1 1 0 0,1 1-1 0 0,-1-1 0 0 0,0 1 1 0 0,1-1-1 0 0,-1 0 0 0 0,-3-4 1 0 0,6 6 111 0 0,-1-1 1 0 0,1 0 0 0 0,0 1-1 0 0,-1-1 1 0 0,1 0-1 0 0,0 0 1 0 0,0 1 0 0 0,0-1-1 0 0,0 0 1 0 0,0 0-1 0 0,0 1 1 0 0,0-1-1 0 0,0 0 1 0 0,0 0 0 0 0,0 1-1 0 0,0-1 1 0 0,0 0-1 0 0,0 0 1 0 0,1 1 0 0 0,-1-1-1 0 0,0 0 1 0 0,1 1-1 0 0,-1-1 1 0 0,0 0-1 0 0,1 1 1 0 0,-1-1 0 0 0,1 0-1 0 0,-1 1 1 0 0,1-1-1 0 0,0 0 1 0 0,18-16-3817 0 0,-5 7-940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6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88 1444 0 0,'2'-4'950'0'0,"0"0"1"0"0,0 0-1 0 0,0-1 0 0 0,0 1 0 0 0,-1 0 0 0 0,0-1 1 0 0,0 1-1 0 0,0-1 0 0 0,0-4 0 0 0,0 7-761 0 0,-1 1-1 0 0,0-1 1 0 0,0 1-1 0 0,-1-1 1 0 0,1 1-1 0 0,0-1 1 0 0,0 1-1 0 0,-1-1 1 0 0,1 1-1 0 0,-1 0 1 0 0,1-1-1 0 0,-1 1 1 0 0,1-1-1 0 0,-1 1 1 0 0,0 0-1 0 0,0 0 1 0 0,0-1-1 0 0,0 1 1 0 0,0 0-1 0 0,0 0 1 0 0,0 0-1 0 0,0 0 1 0 0,0 0-1 0 0,0 0 1 0 0,-1 0-1 0 0,1 1 1 0 0,0-1-1 0 0,-1 0 1 0 0,1 1-1 0 0,-1-1 1 0 0,1 1-1 0 0,0-1 1 0 0,-1 1-1 0 0,-1-1 1 0 0,-2 1-53 0 0,-1 0 1 0 0,1 0-1 0 0,0 0 1 0 0,0 0 0 0 0,0 1-1 0 0,0 0 1 0 0,0 0-1 0 0,0 0 1 0 0,0 1 0 0 0,0 0-1 0 0,0 0 1 0 0,0 0-1 0 0,1 0 1 0 0,-1 1 0 0 0,1 0-1 0 0,0 0 1 0 0,0 0-1 0 0,0 0 1 0 0,-4 5 0 0 0,-11 10 126 0 0,2 1 1 0 0,-24 32 0 0 0,36-44-209 0 0,-23 31 207 0 0,-43 77 1 0 0,60-95-228 0 0,2 1 0 0 0,0 0 0 0 0,2 0 1 0 0,0 1-1 0 0,1 0 0 0 0,-2 23 0 0 0,7-39-22 0 0,0 1 0 0 0,1-1 0 0 0,0 0-1 0 0,0 0 1 0 0,1 1 0 0 0,-1-1 0 0 0,2 0-1 0 0,-1 0 1 0 0,0 0 0 0 0,1 0-1 0 0,0 0 1 0 0,1 0 0 0 0,-1 0 0 0 0,1-1-1 0 0,0 1 1 0 0,1-1 0 0 0,-1 0 0 0 0,1 0-1 0 0,0 0 1 0 0,0-1 0 0 0,1 1 0 0 0,-1-1-1 0 0,1 0 1 0 0,0 0 0 0 0,0 0 0 0 0,0-1-1 0 0,1 0 1 0 0,-1 0 0 0 0,1 0-1 0 0,0-1 1 0 0,0 0 0 0 0,0 0 0 0 0,0 0-1 0 0,0-1 1 0 0,0 0 0 0 0,0 0 0 0 0,0 0-1 0 0,1-1 1 0 0,-1 0 0 0 0,0 0 0 0 0,0-1-1 0 0,1 1 1 0 0,-1-1 0 0 0,0-1 0 0 0,0 1-1 0 0,0-1 1 0 0,7-4 0 0 0,-6 3 0 0 0,-1 0-1 0 0,0-1 1 0 0,0 0 0 0 0,0 0 0 0 0,-1-1 0 0 0,1 0 0 0 0,-1 0 0 0 0,0 0-1 0 0,-1 0 1 0 0,1-1 0 0 0,-1 0 0 0 0,4-6 0 0 0,-7 10-11 0 0,0 0 0 0 0,0 0 0 0 0,0 0 0 0 0,0-1 0 0 0,0 1 1 0 0,0 0-1 0 0,-1 0 0 0 0,1-1 0 0 0,-1 1 0 0 0,1 0 0 0 0,-1-1 0 0 0,0 1 0 0 0,0 0 1 0 0,0-1-1 0 0,0 1 0 0 0,0 0 0 0 0,-1-1 0 0 0,1 1 0 0 0,-1 0 0 0 0,0 0 0 0 0,1-1 1 0 0,-1 1-1 0 0,0 0 0 0 0,0 0 0 0 0,-1 0 0 0 0,1 0 0 0 0,0 0 0 0 0,-1 0 0 0 0,1 0 1 0 0,-1 0-1 0 0,1 1 0 0 0,-1-1 0 0 0,0 1 0 0 0,0-1 0 0 0,0 1 0 0 0,0 0 0 0 0,0-1 1 0 0,0 1-1 0 0,-4-1 0 0 0,-3-2 13 0 0,-1 0 0 0 0,0 1 0 0 0,-1 0 0 0 0,1 1 1 0 0,0 0-1 0 0,0 1 0 0 0,-1 0 0 0 0,1 1 0 0 0,-1 0 0 0 0,-16 2 0 0 0,4 1-368 0 0,1 1 0 0 0,0 1-1 0 0,-40 15 1 0 0,56-18-55 0 0,0 0 0 0 0,0 1-1 0 0,1 0 1 0 0,-1 0 0 0 0,-9 8 0 0 0,13-8-146 0 0,-1-1 1 0 0,1 1 0 0 0,-1-1 0 0 0,1 1-1 0 0,0 0 1 0 0,0 0 0 0 0,-2 3 0 0 0,3 8-4564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6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902 135 2688 0 0,'6'-24'3945'0'0,"-2"7"1087"0"0,11-33-1 0 0,-10 29-2264 0 0,1-1 244 0 0,-5 24-2434 0 0,5 20 226 0 0,-1 1 0 0 0,-1-1 1 0 0,-1 1-1 0 0,-1 0 0 0 0,-1 30 1 0 0,1 9-101 0 0,0 1-271 0 0,-8 66 0 0 0,0 4-198 0 0,1-92 65 0 0,5-39-121 0 0,-1-2-177 0 0,1 0 0 0 0,-1 0 0 0 0,1 1 0 0 0,-1-1 0 0 0,0 0 0 0 0,1 0 0 0 0,-1 1 0 0 0,1-1 0 0 0,-1 0 0 0 0,0 0 0 0 0,1 0 0 0 0,-1 0 0 0 0,0 0 0 0 0,1 0 0 0 0,-1 0 0 0 0,0 0 0 0 0,0 0 0 0 0,-2-4-1 0 0,-1 2 1 0 0,0-1-1 0 0,1 0 1 0 0,-1 1-1 0 0,0 0 0 0 0,-1 0 1 0 0,1 0-1 0 0,0 0 1 0 0,0 1-1 0 0,-1-1 1 0 0,1 1-1 0 0,-1 0 1 0 0,1 1-1 0 0,-1-1 0 0 0,0 1 1 0 0,-4 0-1 0 0,-10 1-18 0 0,0 0-1 0 0,-31 8 0 0 0,26-5 0 0 0,-86 20-1065 0 0,-195 68 0 0 0,257-74-1643 0 0,-84 46 1 0 0,20 6-8356 0 0,72-42 2090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8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1236 0 0,'0'-12'12999'0'0,"0"11"-12894"0"0,0 1 0 0 0,0-1 0 0 0,0 0 0 0 0,0 1 0 0 0,0-1 0 0 0,0 1 0 0 0,0-1 0 0 0,1 1 0 0 0,-1-1 0 0 0,0 0 0 0 0,0 1 0 0 0,1-1 0 0 0,-1 1 0 0 0,0-1 0 0 0,1 1 0 0 0,-1 0 0 0 0,1-1 0 0 0,-1 1 0 0 0,1-1 0 0 0,-1 1 0 0 0,1 0 0 0 0,-1-1 0 0 0,1 1 0 0 0,-1 0 0 0 0,1-1 0 0 0,-1 1 1 0 0,1 0-1 0 0,-1 0 0 0 0,1-1 0 0 0,-1 1 0 0 0,1 0 0 0 0,0 0 0 0 0,-1 0 0 0 0,1 0 0 0 0,0 0 0 0 0,33-3-170 0 0,-21 3 394 0 0,108-9 207 0 0,79-3 1813 0 0,-194 12-2340 0 0,0 0 0 0 0,0 0 0 0 0,0-1 0 0 0,0 1 0 0 0,-1-2 0 0 0,1 1 0 0 0,7-3 0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8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88 668 0 0,'31'-88'19865'0'0,"-29"93"-19184"0"0,3 13 114 0 0,-2 56 2141 0 0,-10 113 1 0 0,-3-99-3246 0 0,-3-2 1 0 0,-37 126 0 0 0,43-180-1670 0 0,5-22-194 0 0,-1 0 0 0 0,1 1 0 0 0,-6 11 0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9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62 124 1588 0 0,'14'-46'13573'0'0,"-16"48"-13314"0"0,0 0 0 0 0,0 0 0 0 0,0 0 1 0 0,0 0-1 0 0,0 0 0 0 0,1 1 1 0 0,-1-1-1 0 0,1 1 0 0 0,0-1 0 0 0,-2 5 1 0 0,3-7-210 0 0,-11 22 410 0 0,2 1 1 0 0,0-1-1 0 0,2 2 0 0 0,0-1 1 0 0,-3 30-1 0 0,9-44-421 0 0,0 1-1 0 0,0-1 1 0 0,1 1-1 0 0,1-1 1 0 0,-1 1-1 0 0,2-1 1 0 0,-1 1 0 0 0,1-1-1 0 0,1 0 1 0 0,0 0-1 0 0,0 0 1 0 0,1 0-1 0 0,0 0 1 0 0,0-1 0 0 0,1 0-1 0 0,7 10 1 0 0,-9-13 0 0 0,1-1 0 0 0,0 1 0 0 0,0-1 0 0 0,1 0 0 0 0,-1 0 0 0 0,1-1 0 0 0,0 1 1 0 0,0-1-1 0 0,0 0 0 0 0,1 0 0 0 0,-1 0 0 0 0,0-1 0 0 0,1 0 0 0 0,0 0 0 0 0,0-1 1 0 0,-1 1-1 0 0,1-1 0 0 0,0 0 0 0 0,0-1 0 0 0,0 0 0 0 0,0 0 0 0 0,0 0 0 0 0,0 0 1 0 0,0-1-1 0 0,0 0 0 0 0,0 0 0 0 0,0-1 0 0 0,6-2 0 0 0,0 0 67 0 0,-1-1 1 0 0,0 0-1 0 0,-1-1 0 0 0,1 0 1 0 0,-1-1-1 0 0,0 0 0 0 0,0-1 1 0 0,-1 0-1 0 0,0 0 1 0 0,-1-1-1 0 0,0 0 0 0 0,14-19 1 0 0,-16 18-1 0 0,0-1 0 0 0,-1 0 0 0 0,0 0 1 0 0,-1 0-1 0 0,0 0 0 0 0,0-1 1 0 0,-1 1-1 0 0,-1-1 0 0 0,0 0 1 0 0,-1 0-1 0 0,0 0 0 0 0,-1 0 0 0 0,0 0 1 0 0,-1 0-1 0 0,0 0 0 0 0,-4-15 1 0 0,3 19-97 0 0,0-1 0 0 0,-1 1 0 0 0,-1-1-1 0 0,1 1 1 0 0,-1 0 0 0 0,-1 0 0 0 0,1 1 0 0 0,-1-1 0 0 0,-1 1 0 0 0,1 0 0 0 0,-1 0 0 0 0,0 1 0 0 0,-1 0 0 0 0,0 0 0 0 0,0 0 0 0 0,0 1 0 0 0,0 0 0 0 0,-1 0 0 0 0,0 1 0 0 0,0 0 0 0 0,0 1 0 0 0,-12-4 0 0 0,8 3-119 0 0,1 1 0 0 0,-1 1 1 0 0,0 0-1 0 0,0 1 1 0 0,0 0-1 0 0,-21 2 0 0 0,27 0-326 0 0,-1 0 0 0 0,0 0 0 0 0,0 0 0 0 0,0 1 0 0 0,1 0-1 0 0,-1 0 1 0 0,1 1 0 0 0,-1 0 0 0 0,1 0 0 0 0,0 0 0 0 0,0 1 0 0 0,-9 7-1 0 0,5 3-1783 0 0,9-12 1645 0 0,1-1 1 0 0,0 1-1 0 0,0-1 0 0 0,-1 1 0 0 0,1-1 1 0 0,0 1-1 0 0,0-1 0 0 0,0 1 0 0 0,1-1 0 0 0,-1 1 1 0 0,0-1-1 0 0,0 0 0 0 0,1 3 0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19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610 101 1464 0 0,'17'-25'4554'0'0,"-5"7"-120"0"0,1-1 1 0 0,21-20 724 0 0,-33 40-4942 0 0,0 0 0 0 0,0 0 0 0 0,0 0 0 0 0,1 0 0 0 0,-1 0 0 0 0,0 0 0 0 0,0 0 0 0 0,0 0 0 0 0,-1 0 0 0 0,3 3 0 0 0,14 128 3709 0 0,-7 68-2653 0 0,-2-39-1066 0 0,-6-103-255 0 0,6 45-3067 0 0,-8-101 2731 0 0,3-3-726 0 0,-3 1 1081 0 0,1-1-1 0 0,0 1 0 0 0,-1-1 0 0 0,1 1 1 0 0,0 0-1 0 0,-1-1 0 0 0,1 0 0 0 0,-1 1 1 0 0,1-1-1 0 0,-1 1 0 0 0,0-1 0 0 0,1 1 0 0 0,-1-1 1 0 0,1 0-1 0 0,-1 1 0 0 0,0-1 0 0 0,0 0 1 0 0,1 0-1 0 0,-1 1 0 0 0,0-2 0 0 0,6-23-247 0 0,-5 20 191 0 0,0-2 73 0 0,0-1-1 0 0,0 1 1 0 0,0 0 0 0 0,-1 0 0 0 0,0-1-1 0 0,0 1 1 0 0,0 0 0 0 0,-3-10-1 0 0,2 15 31 0 0,1-1 0 0 0,-1 1 0 0 0,1 0-1 0 0,-1 0 1 0 0,0 0 0 0 0,0 0-1 0 0,0 0 1 0 0,0 0 0 0 0,0 1 0 0 0,0-1-1 0 0,-1 0 1 0 0,1 0 0 0 0,-1 1-1 0 0,1-1 1 0 0,-1 1 0 0 0,0-1 0 0 0,1 1-1 0 0,-1 0 1 0 0,0 0 0 0 0,0 0 0 0 0,0 0-1 0 0,0 0 1 0 0,0 0 0 0 0,0 0-1 0 0,0 0 1 0 0,0 1 0 0 0,0-1 0 0 0,0 1-1 0 0,-1 0 1 0 0,1 0 0 0 0,-3 0-1 0 0,-13 0 15 0 0,0 2-1 0 0,-1 1 0 0 0,1 0 1 0 0,0 1-1 0 0,-32 12 1 0 0,-87 44-25 0 0,106-45 3 0 0,-181 105-1692 0 0,75-27-8019 0 0,83-52 684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0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0 1080 0 0,'-96'26'11333'0'0,"94"-26"-10925"0"0,0 1-219 0 0,1-1-1 0 0,0 1 1 0 0,-1-1-1 0 0,1 1 1 0 0,0-1-1 0 0,0 1 1 0 0,-1 0-1 0 0,1 0 1 0 0,0 0-1 0 0,0 0 1 0 0,-2 1-1 0 0,5 0-84 0 0,0 0-1 0 0,-1 0 0 0 0,1-1 0 0 0,0 1 0 0 0,0 0 1 0 0,-1-1-1 0 0,1 0 0 0 0,1 1 0 0 0,-1-1 0 0 0,0 0 1 0 0,0 0-1 0 0,0 0 0 0 0,0-1 0 0 0,1 1 0 0 0,2 0 1 0 0,43 8 501 0 0,-44-8-565 0 0,71 7 286 0 0,102-4 1 0 0,-164-4-310 0 0,-10 0-136 0 0,14 0-478 0 0,-13 0 41 0 0,0 0-632 0 0,5 0 754 0 0,0 0-3313 0 0,-3 0 2978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0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30 844 0 0,'8'-30'17481'0'0,"-6"39"-16464"0"0,-2 36-477 0 0,-2 0 0 0 0,-1 0 0 0 0,-13 57 0 0 0,8-52-393 0 0,-32 163 11 0 0,19-111-2670 0 0,3-1-4873 0 0,16-86 3507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1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13 159 1916 0 0,'38'-61'15851'0'0,"-45"81"-14932"0"0,-7 22 294 0 0,-9 44 0 0 0,21-74-1158 0 0,0-1 0 0 0,0 1-1 0 0,2 0 1 0 0,-1 0 0 0 0,1-1-1 0 0,1 1 1 0 0,0 0 0 0 0,5 22 0 0 0,-5-31-45 0 0,0 0 0 0 0,0 0 1 0 0,0 0-1 0 0,1 0 0 0 0,-1 0 0 0 0,1 0 1 0 0,0 0-1 0 0,0 0 0 0 0,0-1 1 0 0,0 1-1 0 0,0-1 0 0 0,1 1 0 0 0,-1-1 1 0 0,1 0-1 0 0,-1 0 0 0 0,1 0 1 0 0,0 0-1 0 0,4 2 0 0 0,-2-3 1 0 0,0 1-1 0 0,-1-1 1 0 0,1 1 0 0 0,0-1-1 0 0,0-1 1 0 0,0 1 0 0 0,0-1-1 0 0,1 0 1 0 0,-1 0-1 0 0,0 0 1 0 0,6-2 0 0 0,-2 0 5 0 0,1 0 0 0 0,-1 0 0 0 0,0-1 0 0 0,0-1 1 0 0,0 1-1 0 0,0-1 0 0 0,-1-1 0 0 0,1 0 0 0 0,-1 0 0 0 0,0-1 1 0 0,-1 1-1 0 0,11-12 0 0 0,-12 10 7 0 0,-1-1 0 0 0,0 0 0 0 0,-1 0 0 0 0,1 0 0 0 0,-2 0 0 0 0,1-1-1 0 0,-1 0 1 0 0,0 0 0 0 0,-1 0 0 0 0,0 0 0 0 0,-1 0 0 0 0,1 0 0 0 0,-2 0 0 0 0,1 0 0 0 0,-2-1 0 0 0,0-9 0 0 0,0 5 59 0 0,-1-1 0 0 0,-1 1 1 0 0,0-1-1 0 0,-1 1 1 0 0,-1 0-1 0 0,0 0 0 0 0,-1 0 1 0 0,0 1-1 0 0,-12-18 0 0 0,15 27-71 0 0,0 0 0 0 0,0 0 0 0 0,-1 0-1 0 0,0 0 1 0 0,0 1 0 0 0,0-1 0 0 0,0 1-1 0 0,-1 0 1 0 0,1 0 0 0 0,-1 1-1 0 0,0-1 1 0 0,0 1 0 0 0,0 0 0 0 0,0 0-1 0 0,0 1 1 0 0,0 0 0 0 0,0 0-1 0 0,0 0 1 0 0,-7 0 0 0 0,8 0-265 0 0,-1 1 1 0 0,1 0-1 0 0,0 1 1 0 0,0-1-1 0 0,0 1 0 0 0,-1-1 1 0 0,1 1-1 0 0,0 1 1 0 0,0-1-1 0 0,0 0 1 0 0,0 1-1 0 0,0 0 0 0 0,1 0 1 0 0,-1 0-1 0 0,0 0 1 0 0,1 1-1 0 0,0 0 1 0 0,-1-1-1 0 0,1 1 0 0 0,0 0 1 0 0,1 0-1 0 0,-6 7 1 0 0,8-8-98 0 0,0-1 0 0 0,0 0 0 0 0,0 0 0 0 0,0 1 0 0 0,0-1 0 0 0,0 0 0 0 0,0 0 1 0 0,0 1-1 0 0,1-1 0 0 0,-1 0 0 0 0,0 0 0 0 0,1 0 0 0 0,-1 0 0 0 0,1 1 0 0 0,-1-1 0 0 0,1 0 1 0 0,0 0-1 0 0,-1 0 0 0 0,1 0 0 0 0,0 0 0 0 0,0 0 0 0 0,0-1 0 0 0,0 1 0 0 0,0 0 0 0 0,0 0 0 0 0,0 0 1 0 0,1 0-1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1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60 756 0 0,'76'-59'14683'0'0,"-74"58"-13947"0"0,1 2 536 0 0,-3-1-1232 0 0,1 0 0 0 0,-1 0-1 0 0,0 0 1 0 0,0 0 0 0 0,1 0 0 0 0,-1 0 0 0 0,0 0 0 0 0,1 0 0 0 0,-1 0 0 0 0,0 1 0 0 0,0-1 0 0 0,1 0 0 0 0,-1 0 0 0 0,0 0 0 0 0,0 0 0 0 0,1 0 0 0 0,-1 0 0 0 0,0 0 0 0 0,0 1 0 0 0,1-1 0 0 0,-1 0 0 0 0,0 0 0 0 0,0 0 0 0 0,0 1 0 0 0,0-1 0 0 0,1 0 0 0 0,-1 0 0 0 0,0 1 0 0 0,0-1 0 0 0,0 0 0 0 0,0 0 0 0 0,0 1 0 0 0,1-1 0 0 0,1 20 847 0 0,0 1 1 0 0,-1-1-1 0 0,-1 0 1 0 0,-4 30 0 0 0,1 8-307 0 0,-3 92 268 0 0,-1 110-162 0 0,7-239-684 0 0,0-1-940 0 0,0-1 0 0 0,5 33 0 0 0,-5-51 613 0 0,1-14-87 0 0,-2 0 303 0 0,0 1-1 0 0,0-1 1 0 0,-1 0-1 0 0,-1 0 1 0 0,0 1-1 0 0,0 0 1 0 0,-1-1-1 0 0,-1 1 1 0 0,0 1-1 0 0,-1-1 1 0 0,-14-21 0 0 0,18 30 113 0 0,0 1 1 0 0,0-1 0 0 0,-1 0 0 0 0,1 0 0 0 0,-1 1 0 0 0,0 0 0 0 0,1-1-1 0 0,-1 1 1 0 0,0 0 0 0 0,0 1 0 0 0,0-1 0 0 0,-1 0 0 0 0,1 1 0 0 0,0 0-1 0 0,-7-2 1 0 0,5 2 4 0 0,-1 0 0 0 0,1 1 0 0 0,0 0 0 0 0,-1 0 0 0 0,1 0 0 0 0,0 1 0 0 0,0 0-1 0 0,-1 0 1 0 0,-7 3 0 0 0,-7 4 47 0 0,0 0-1 0 0,1 2 0 0 0,0 1 0 0 0,-21 15 1 0 0,24-16 8 0 0,-30 21-26 0 0,1 2 1 0 0,1 2-1 0 0,2 2 0 0 0,-51 57 1 0 0,76-70-923 0 0,16-23 643 0 0,1 0 1 0 0,-1 0-1 0 0,1 0 1 0 0,-1 1-1 0 0,1-1 0 0 0,-1 0 1 0 0,1 0-1 0 0,0 1 1 0 0,0-1-1 0 0,-1 0 1 0 0,1 1-1 0 0,0-1 0 0 0,0 0 1 0 0,0 1-1 0 0,1-1 1 0 0,-1 0-1 0 0,1 3 0 0 0,19-10-8023 0 0,-4-4 2873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2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1112 0 0,'15'-40'5675'0'0,"-11"25"-3681"0"0,2 1-1 0 0,0 0 0 0 0,0 0 1 0 0,12-17-1 0 0,-16 28-1923 0 0,1 0-1 0 0,0 0 1 0 0,1 1-1 0 0,-1-1 1 0 0,0 0-1 0 0,1 1 1 0 0,0 0-1 0 0,-1 0 1 0 0,1 0-1 0 0,0 0 1 0 0,0 1-1 0 0,7-2 1 0 0,3-1 17 0 0,0 1 0 0 0,19-1 1 0 0,-15 3-52 0 0,1 1 1 0 0,-1 0 0 0 0,0 2 0 0 0,24 3-1 0 0,-33-3 37 0 0,0 0-1 0 0,0 0 1 0 0,0 1-1 0 0,0 0 1 0 0,-1 1-1 0 0,0 0 1 0 0,1 0-1 0 0,-1 1 1 0 0,-1 0 0 0 0,11 8-1 0 0,-16-10 30 0 0,1 0-1 0 0,-1 0 1 0 0,1 0-1 0 0,-1 0 1 0 0,0 0-1 0 0,0 1 1 0 0,0-1 0 0 0,-1 1-1 0 0,1-1 1 0 0,-1 1-1 0 0,0 0 1 0 0,0 0-1 0 0,0 0 1 0 0,0-1-1 0 0,-1 1 1 0 0,0 0 0 0 0,0 0-1 0 0,0 0 1 0 0,0 0-1 0 0,0 0 1 0 0,-1 0-1 0 0,0 0 1 0 0,1-1 0 0 0,-1 1-1 0 0,-1 0 1 0 0,-2 7-1 0 0,-5 7 232 0 0,0 1 1 0 0,-1-1-1 0 0,-24 31 0 0 0,21-31-106 0 0,1 1-65 0 0,-14 17 217 0 0,24-34-262 0 0,6 1-50 0 0,-4-3-66 0 0,0 0 0 0 0,0 1 0 0 0,0-1 0 0 0,0 0 1 0 0,0 0-1 0 0,0 1 0 0 0,0-1 0 0 0,0 0 1 0 0,1 0-1 0 0,-1 0 0 0 0,0 1 0 0 0,0-1 1 0 0,0 0-1 0 0,0 0 0 0 0,1 0 0 0 0,-1 0 1 0 0,0 1-1 0 0,0-1 0 0 0,1 0 0 0 0,-1 0 1 0 0,0 0-1 0 0,0 0 0 0 0,0 0 0 0 0,1 0 1 0 0,-1 0-1 0 0,0 0 0 0 0,0 0 0 0 0,1 0 1 0 0,-1 0-1 0 0,0 0 0 0 0,0 0 0 0 0,1 0 1 0 0,-1 0-1 0 0,0 0 0 0 0,0 0 0 0 0,1 0 0 0 0,-1 0 1 0 0,0 0-1 0 0,0 0 0 0 0,1 0 0 0 0,-1 0 1 0 0,0 0-1 0 0,1-1 0 0 0,235-93-3775 0 0,-72 41-6787 0 0,-113 37 3318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3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163 141 1160 0 0,'-16'-4'5115'0'0,"-7"0"-1907"0"0,21 3-2613 0 0,-12-2 2460 0 0,8 2-3498 0 0,-21-1 9506 0 0,20 2-8625 0 0,4 0-182 0 0,-38-7 1364 0 0,21 4-1394 0 0,16 0-151 0 0,15 0-51 0 0,294-64 86 0 0,-247 56 36 0 0,-56 10-119 0 0,-2 0-27 0 0,-1 1-1 0 0,1-1 1 0 0,-1 1-1 0 0,0-1 1 0 0,0 1 0 0 0,1-1-1 0 0,-1 1 1 0 0,0-1-1 0 0,0 1 1 0 0,1-1 0 0 0,-1 1-1 0 0,0 0 1 0 0,0 0 0 0 0,0-1-1 0 0,1 1 1 0 0,-1 0-1 0 0,0 0 1 0 0,0 0 0 0 0,0 0-1 0 0,0 0 1 0 0,0 0-1 0 0,0 0 1 0 0,0 0 0 0 0,-24 1-27 0 0,25-1 26 0 0,-260 23 26 0 0,208-16-60 0 0,49-7-1 0 0,0 0 42 0 0,-7 2-24 0 0,17-3-13 0 0,20-1-10 0 0,172-30 138 0 0,-124 21-21 0 0,-73 11-51 0 0,3-1-1487 0 0,-1 1-1 0 0,0-1 1 0 0,0 0 0 0 0,0 0-1 0 0,0 0 1 0 0,0 0 0 0 0,5-3-1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3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31 1772 0 0,'-30'-29'13713'0'0,"29"27"-13255"0"0,-6 12 1771 0 0,-32 205 3652 0 0,22-104-4965 0 0,-19 127-1145 0 0,35-236-110 0 0,1 0-1 0 0,0 0 0 0 0,0 0 1 0 0,0 0-1 0 0,0 0 0 0 0,0 0 1 0 0,0 0-1 0 0,0 0 1 0 0,1 0-1 0 0,-1 0 0 0 0,1 0 1 0 0,0 2-1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4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68 1452 0 0,'0'-3'2830'0'0,"1"-46"6548"0"0,0 48-9308 0 0,-1 0 0 0 0,0 0 0 0 0,1 1 0 0 0,0-1 0 0 0,-1 0 0 0 0,1 0 0 0 0,-1 0 0 0 0,1 0 0 0 0,0 1 1 0 0,-1-1-1 0 0,1 0 0 0 0,0 1 0 0 0,0-1 0 0 0,0 0 0 0 0,-1 1 0 0 0,1-1 0 0 0,0 1 0 0 0,0 0 0 0 0,0-1 0 0 0,0 1 0 0 0,0 0 0 0 0,0-1 0 0 0,0 1 0 0 0,2 0 0 0 0,6 0 72 0 0,1 0 0 0 0,0 1-1 0 0,0 0 1 0 0,-1 0-1 0 0,1 1 1 0 0,-1 1 0 0 0,1 0-1 0 0,-1 0 1 0 0,0 0-1 0 0,0 1 1 0 0,16 10 0 0 0,-15-7 68 0 0,0-1 0 0 0,0 1 0 0 0,-1 1 0 0 0,0-1 0 0 0,0 2 0 0 0,-1-1 0 0 0,0 1 1 0 0,-1 0-1 0 0,12 19 0 0 0,-16-22-82 0 0,0 1 0 0 0,0-1 0 0 0,-1 1 0 0 0,0 0 0 0 0,0 0 0 0 0,0 0 0 0 0,-1 0 0 0 0,0 0 0 0 0,-1 0 0 0 0,1 0 0 0 0,-2 9 0 0 0,0-5 41 0 0,-1 1 1 0 0,0-1-1 0 0,-1 0 0 0 0,0 0 1 0 0,-1 0-1 0 0,-6 14 1 0 0,-4 1 165 0 0,-1-1 1 0 0,-2 0-1 0 0,0-1 1 0 0,-30 32-1 0 0,15-24 557 0 0,-51 41 0 0 0,-6 5 816 0 0,88-77-1653 0 0,2 0-52 0 0,0-1-1 0 0,-1 1 0 0 0,1-1 0 0 0,0 0 0 0 0,0 1 0 0 0,0-1 0 0 0,0 0 0 0 0,0 0 0 0 0,-1 0 0 0 0,1 1 0 0 0,0-1 0 0 0,0 0 0 0 0,0 0 0 0 0,0 0 0 0 0,0 0 0 0 0,0-1 0 0 0,-1 1 0 0 0,3 0 0 0 0,16-3-24 0 0,-19 3 29 0 0,246-53-1739 0 0,-149 29-2412 0 0,-70 18 2312 0 0,64-17-8318 0 0,-61 14 3230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4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65 688 0 0,'-4'-4'1120'0'0,"-1"0"0"0"0,1 0 0 0 0,-1 1 0 0 0,0 0 0 0 0,0 0 0 0 0,0 0 0 0 0,0 1 0 0 0,-1-1 0 0 0,-6-1 0 0 0,10 4-928 0 0,1 0 0 0 0,-1 0 0 0 0,0 0 0 0 0,0 1 0 0 0,0-1 0 0 0,0 0 0 0 0,1 1 0 0 0,-1-1-1 0 0,0 1 1 0 0,0 0 0 0 0,1-1 0 0 0,-1 1 0 0 0,0 0 0 0 0,1 0 0 0 0,-1 0 0 0 0,1 0-1 0 0,-1 0 1 0 0,1 1 0 0 0,-1-1 0 0 0,0 2 0 0 0,-22 27 1846 0 0,18-21-1826 0 0,1 0 0 0 0,1 0 0 0 0,-1 0 0 0 0,2 0 0 0 0,-1 1 0 0 0,1-1 0 0 0,1 1 1 0 0,-1 0-1 0 0,2 0 0 0 0,0 0 0 0 0,0 0 0 0 0,0 0 0 0 0,2 14 0 0 0,0-19-178 0 0,0 1 1 0 0,0-1-1 0 0,0 1 0 0 0,1-1 0 0 0,-1 0 0 0 0,1 1 0 0 0,1-1 1 0 0,-1 0-1 0 0,1 0 0 0 0,0-1 0 0 0,0 1 0 0 0,0-1 0 0 0,1 1 0 0 0,-1-1 1 0 0,1 0-1 0 0,0 0 0 0 0,0 0 0 0 0,1-1 0 0 0,-1 0 0 0 0,1 0 1 0 0,0 0-1 0 0,-1 0 0 0 0,1-1 0 0 0,0 1 0 0 0,8 1 0 0 0,1 0 0 0 0,-1-1-1 0 0,1 0 1 0 0,0-1 0 0 0,-1-1-1 0 0,1 0 1 0 0,0-1-1 0 0,0 0 1 0 0,17-3-1 0 0,-13 0 10 0 0,1-1 0 0 0,-1 0-1 0 0,0-2 1 0 0,0 0-1 0 0,26-12 1 0 0,-37 14-28 0 0,0-1 0 0 0,-1 1-1 0 0,1-1 1 0 0,-1-1 0 0 0,0 1 0 0 0,0-1 0 0 0,-1 0 0 0 0,1 0 0 0 0,-1-1 0 0 0,-1 1 0 0 0,1-1 0 0 0,-1 0 0 0 0,0 0 0 0 0,-1-1 0 0 0,0 1-1 0 0,5-16 1 0 0,-7 18-9 0 0,0 0 0 0 0,0 0 0 0 0,0-1-1 0 0,0 1 1 0 0,-1 0 0 0 0,0-1 0 0 0,0 1 0 0 0,0 0-1 0 0,-1-1 1 0 0,1 1 0 0 0,-1 0 0 0 0,-1 0-1 0 0,1-1 1 0 0,-1 1 0 0 0,0 0 0 0 0,0 0-1 0 0,0 1 1 0 0,-1-1 0 0 0,1 0 0 0 0,-1 1-1 0 0,-1 0 1 0 0,1-1 0 0 0,0 1 0 0 0,-1 0 0 0 0,0 1-1 0 0,-6-6 1 0 0,-2 2-192 0 0,0 0 1 0 0,0 1-1 0 0,-1 0 0 0 0,0 1 0 0 0,0 0 1 0 0,0 1-1 0 0,0 1 0 0 0,-1 0 0 0 0,-21-2 1 0 0,32 5-60 0 0,1 0 1 0 0,-1 0 0 0 0,1 0 0 0 0,0 0 0 0 0,-1 0 0 0 0,1 1-1 0 0,-1-1 1 0 0,1 1 0 0 0,0-1 0 0 0,0 1 0 0 0,-1 0 0 0 0,1 0-1 0 0,0 0 1 0 0,0 0 0 0 0,-4 2 0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5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829 119 156 0 0,'6'-27'8623'0'0,"4"-41"1"0"0,-7 45-4822 0 0,5 68-787 0 0,-7 141 988 0 0,-25 92-2961 0 0,19-242-987 0 0,-6 75-1872 0 0,16-153 1034 0 0,-6 5 806 0 0,-5-40 0 0 0,6 77-19 0 0,0-1-1 0 0,0 1 0 0 0,-1-1 1 0 0,1 1-1 0 0,0-1 0 0 0,0 1 1 0 0,-1-1-1 0 0,1 1 0 0 0,0-1 1 0 0,-1 1-1 0 0,1-1 0 0 0,-1 1 1 0 0,1 0-1 0 0,-1-1 0 0 0,1 1 1 0 0,0 0-1 0 0,-1-1 0 0 0,1 1 1 0 0,-1 0-1 0 0,1 0 1 0 0,-1-1-1 0 0,0 1 0 0 0,1 0 1 0 0,-1 0-1 0 0,1 0 0 0 0,-1 0 1 0 0,0 0-1 0 0,-15-1-61 0 0,15 1 57 0 0,-19 3 4 0 0,-1 1 0 0 0,1 0 0 0 0,0 2 0 0 0,0 0-1 0 0,-33 17 1 0 0,22-11-18 0 0,-317 152-448 0 0,205-79-5332 0 0,68-39-3042 0 0,41-27-467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6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25 1436 0 0,'-3'-1'2912'0'0,"-22"-2"1385"0"0,2 1 3450 0 0,43 1-4723 0 0,411-10-1938 0 0,-373 10-1038 0 0,4-2-84 0 0,-60 2-265 0 0,5 1-2230 0 0,-3-1 944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6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23 2464 0 0,'-16'-20'7756'0'0,"15"20"-7644"0"0,1 0 0 0 0,0-1-1 0 0,-1 1 1 0 0,1 0 0 0 0,0 0 0 0 0,-1-1-1 0 0,1 1 1 0 0,0 0 0 0 0,-1 0-1 0 0,1 0 1 0 0,-1 0 0 0 0,1 0-1 0 0,0 0 1 0 0,-1 0 0 0 0,1 0 0 0 0,-1 0-1 0 0,1 0 1 0 0,0 0 0 0 0,-1 0-1 0 0,1 0 1 0 0,-1 0 0 0 0,1 0 0 0 0,0 0-1 0 0,-1 0 1 0 0,1 0 0 0 0,-1 0-1 0 0,1 0 1 0 0,0 1 0 0 0,-1-1 0 0 0,1 0-1 0 0,0 0 1 0 0,-1 1 0 0 0,1-1-1 0 0,-10 17 1817 0 0,1 23-174 0 0,-55 273 2580 0 0,13-74-3980 0 0,50-237-380 0 0,-7 59-1222 0 0,7-56 795 0 0,1 0 0 0 0,0-1 0 0 0,0 1-1 0 0,1 0 1 0 0,-1 0 0 0 0,1-1 0 0 0,0 1-1 0 0,0-1 1 0 0,1 1 0 0 0,2 7 0 0 0,-3-11 36 0 0,-1 0 1 0 0,1 0-1 0 0,0 0 1 0 0,12 8-4999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6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34 1608 0 0,'-26'28'18601'0'0,"93"-30"-17416"0"0,164-22-583 0 0,56-7-3943 0 0,-272 29 1519 0 0,-3-1-855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7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393 250 1204 0 0,'-288'24'12367'0'0,"265"-23"-9054"0"0,-47 9 0 0 0,68-9-2926 0 0,-7 0 1490 0 0,163-15-737 0 0,-89 6-891 0 0,861-70 898 0 0,4 30-856 0 0,-694 37-217 0 0,2543-89-28 0 0,-2273 79 4 0 0,-464 18-10 0 0,-5 1-264 0 0,-6 1-6390 0 0,-76 23-782 0 0,27-15 3759 0 0,1 0-1586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8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86 2168 0 0,'1'-3'2124'0'0,"12"-80"12211"0"0,-10 120-12955 0 0,-3-1 0 0 0,-6 69-1 0 0,1-44-950 0 0,-20 198 158 0 0,20-221-532 0 0,0 5-2732 0 0,4-15-3704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8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60 2120 0 0,'5'-7'1528'0'0,"-1"0"302"0"0,-1 1-1 0 0,1 0 0 0 0,-1-1 0 0 0,-1 0 1 0 0,4-11-1 0 0,-5 16-1084 0 0,-12 9 1356 0 0,0 6-1644 0 0,0 0-1 0 0,1 1 1 0 0,1 0 0 0 0,0 0 0 0 0,0 1 0 0 0,2 0 0 0 0,-9 23 0 0 0,6-8-244 0 0,1 0 0 0 0,1 1 0 0 0,-4 36 0 0 0,11-62-194 0 0,0 0 0 0 0,1 0-1 0 0,0 0 1 0 0,0 0-1 0 0,0 0 1 0 0,1 0-1 0 0,-1 0 1 0 0,1-1 0 0 0,0 1-1 0 0,1 0 1 0 0,-1 0-1 0 0,1 0 1 0 0,0-1 0 0 0,0 1-1 0 0,1-1 1 0 0,-1 0-1 0 0,1 0 1 0 0,0 0 0 0 0,0 0-1 0 0,4 4 1 0 0,-2-3 1 0 0,0-1 1 0 0,0 0 0 0 0,1-1 0 0 0,0 1-1 0 0,0-1 1 0 0,0 0 0 0 0,0-1 0 0 0,0 1-1 0 0,0-1 1 0 0,1 0 0 0 0,-1-1 0 0 0,1 0-1 0 0,-1 0 1 0 0,11 0 0 0 0,-9 0 0 0 0,0-1 1 0 0,1 0-1 0 0,-1-1 1 0 0,0 0-1 0 0,0 0 1 0 0,-1-1-1 0 0,1 0 1 0 0,0-1-1 0 0,0 1 0 0 0,12-8 1 0 0,-17 9-20 0 0,-1-1 1 0 0,1 1-1 0 0,-1-1 0 0 0,0 0 1 0 0,0 0-1 0 0,0 0 1 0 0,0 0-1 0 0,0 0 0 0 0,0-1 1 0 0,-1 1-1 0 0,1 0 0 0 0,-1-1 1 0 0,1 1-1 0 0,-1-1 1 0 0,0 0-1 0 0,0 1 0 0 0,0-1 1 0 0,0 0-1 0 0,-1 0 1 0 0,1 0-1 0 0,-1 1 0 0 0,1-1 1 0 0,-1 0-1 0 0,0 0 0 0 0,0 0 1 0 0,-1 0-1 0 0,1 0 1 0 0,-1 0-1 0 0,1 1 0 0 0,-1-1 1 0 0,0 0-1 0 0,-2-4 0 0 0,0 0 15 0 0,0 1 0 0 0,0 0 0 0 0,-1 1 0 0 0,0-1 0 0 0,0 1 0 0 0,0-1 0 0 0,-1 1-1 0 0,0 0 1 0 0,1 1 0 0 0,-2-1 0 0 0,1 1 0 0 0,-1 0 0 0 0,1 0 0 0 0,-1 1 0 0 0,-9-4-1 0 0,-1-1-889 0 0,0 2-1 0 0,-1 0 0 0 0,0 1 1 0 0,-28-5-1 0 0,42 10-300 0 0,-5 1-550 0 0,2 0-148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9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402 106 348 0 0,'72'-105'20901'0'0,"-70"105"-20795"0"0,0 0 0 0 0,-1 1 0 0 0,1-1-1 0 0,-1 1 1 0 0,1-1 0 0 0,-1 1 0 0 0,1 0 0 0 0,-1 0 0 0 0,1-1 0 0 0,-1 1 0 0 0,0 0 0 0 0,1 0 0 0 0,-1 0 0 0 0,0 1 0 0 0,0-1 0 0 0,0 0 0 0 0,0 0 0 0 0,0 1 0 0 0,0-1 0 0 0,1 3 0 0 0,16 32 1376 0 0,-16-31-1291 0 0,15 39 652 0 0,-2 0-1 0 0,9 50 1 0 0,10 93-262 0 0,-17-88-2798 0 0,-16-97 1840 0 0,2-6-1196 0 0,-3 4 1554 0 0,0-1 0 0 0,0 1-1 0 0,0 0 1 0 0,0-1 0 0 0,0 1 0 0 0,0-1-1 0 0,0 1 1 0 0,0-1 0 0 0,0 1 0 0 0,0-1-1 0 0,0 1 1 0 0,0-1 0 0 0,0 1 0 0 0,0-1-1 0 0,0 1 1 0 0,0-1 0 0 0,0 1 0 0 0,-1-1-1 0 0,1 1 1 0 0,0 0 0 0 0,-1-2 0 0 0,-5-16-257 0 0,6 18 267 0 0,-1-3-12 0 0,-1-1 0 0 0,1 1 0 0 0,-1 0 0 0 0,0 0 0 0 0,0 0-1 0 0,0 0 1 0 0,0 1 0 0 0,-1-1 0 0 0,1 1 0 0 0,0-1-1 0 0,-1 1 1 0 0,0 0 0 0 0,0 0 0 0 0,0 0 0 0 0,-4-2 0 0 0,2 1 16 0 0,-1 1 0 0 0,0 0 1 0 0,1 0-1 0 0,-1 1 1 0 0,0 0-1 0 0,0 0 1 0 0,0 0-1 0 0,-8 1 1 0 0,-2 0 73 0 0,-1 2 1 0 0,1 0-1 0 0,0 0 1 0 0,0 2-1 0 0,-25 8 1 0 0,-15 8-70 0 0,2 3 1 0 0,0 3-1 0 0,1 1 1 0 0,2 3-1 0 0,-59 45 0 0 0,91-57-1522 0 0,12-2-2410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29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66 224 0 0,'-4'0'2236'0'0,"-108"-10"10614"0"0,82 6-10282 0 0,27 4-1627 0 0,6-3-709 0 0,-3 3-226 0 0,0 0 0 0 0,0-1 0 0 0,0 1 0 0 0,0 0 0 0 0,1 0 0 0 0,-1-1 0 0 0,0 1 0 0 0,0 0 0 0 0,0 0 0 0 0,0-1 0 0 0,1 1 0 0 0,-1 0 0 0 0,0 0 0 0 0,0 0 0 0 0,0-1 0 0 0,1 1 0 0 0,-1 0 0 0 0,0 0 0 0 0,0 0 0 0 0,1 0 0 0 0,-1 0 0 0 0,0-1 0 0 0,0 1 0 0 0,1 0 0 0 0,-1 0 0 0 0,0 0 0 0 0,1 0 0 0 0,-1 0 0 0 0,0 0-1 0 0,0 0 1 0 0,1 0 0 0 0,-1 0 0 0 0,0 0 0 0 0,1 0 0 0 0,213-27 548 0 0,-120 13-476 0 0,-92 13-348 0 0,9 0-1289 0 0,4 0-4752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1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79 436 0 0,'-4'-16'6768'0'0,"2"12"-5683"0"0,0 0 0 0 0,0 0 0 0 0,1 0 0 0 0,-1-1 0 0 0,1 1 0 0 0,0 0 0 0 0,0-1 0 0 0,1 1 0 0 0,-1-9 0 0 0,1 12-1063 0 0,1 1-1 0 0,-1-1 0 0 0,1 1 0 0 0,-1-1 0 0 0,1 1 1 0 0,-1-1-1 0 0,1 1 0 0 0,-1-1 0 0 0,1 1 1 0 0,-1-1-1 0 0,1 1 0 0 0,0 0 0 0 0,-1-1 0 0 0,1 1 1 0 0,0 0-1 0 0,-1 0 0 0 0,1-1 0 0 0,0 1 1 0 0,-1 0-1 0 0,1 0 0 0 0,0 0 0 0 0,0 0 0 0 0,16-2 77 0 0,-17 2-94 0 0,12-1 28 0 0,-1 0 0 0 0,0 1 0 0 0,0 1 0 0 0,0 0 0 0 0,0 0 0 0 0,0 1 0 0 0,0 0 0 0 0,0 1 0 0 0,0 1 0 0 0,-1-1 0 0 0,1 2 0 0 0,-1-1 0 0 0,0 1 0 0 0,-1 1 0 0 0,15 10 0 0 0,-21-14 12 0 0,-1 0 1 0 0,0 0-1 0 0,1 1 0 0 0,-1-1 1 0 0,0 1-1 0 0,-1-1 0 0 0,1 1 1 0 0,0 0-1 0 0,-1-1 1 0 0,1 1-1 0 0,-1 0 0 0 0,0 0 1 0 0,0 0-1 0 0,0 0 0 0 0,0 0 1 0 0,0 6-1 0 0,0-4 12 0 0,-1 0 1 0 0,-1 1-1 0 0,1-1 0 0 0,-1 0 0 0 0,0 0 0 0 0,0 0 1 0 0,0 0-1 0 0,-1 0 0 0 0,-3 7 0 0 0,-2 2 49 0 0,0-1 1 0 0,-2 1-1 0 0,1-2 0 0 0,-1 1 1 0 0,-1-2-1 0 0,-12 13 0 0 0,-8 2 313 0 0,0-1-1 0 0,-2-1 1 0 0,-37 20-1 0 0,54-34-13 0 0,-5 2 187 0 0,17-11-471 0 0,-5 3 91 0 0,9-6-206 0 0,25-5 15 0 0,-12 4-19 0 0,1 1 0 0 0,0 0 1 0 0,0 1-1 0 0,0 1 0 0 0,0 0 1 0 0,0 1-1 0 0,0 1 0 0 0,-1 0 1 0 0,1 1-1 0 0,0 1 1 0 0,17 6-1 0 0,-24-6 44 0 0,1-1 1 0 0,-1 1-1 0 0,0 1 0 0 0,-1 0 1 0 0,1 0-1 0 0,-1 0 0 0 0,0 1 0 0 0,0 0 1 0 0,-1 0-1 0 0,0 1 0 0 0,0 0 1 0 0,0 0-1 0 0,-1 0 0 0 0,0 1 1 0 0,0 0-1 0 0,-1 0 0 0 0,0 0 1 0 0,0 0-1 0 0,4 17 0 0 0,-7-21 76 0 0,0 1 0 0 0,0-1 0 0 0,-1 1 0 0 0,0-1-1 0 0,1 1 1 0 0,-1-1 0 0 0,-1 0 0 0 0,1 1 0 0 0,-1-1-1 0 0,0 1 1 0 0,0-1 0 0 0,0 0 0 0 0,0 1 0 0 0,-1-1-1 0 0,1 0 1 0 0,-1 0 0 0 0,0 0 0 0 0,-1 0 0 0 0,1 0-1 0 0,-1-1 1 0 0,0 1 0 0 0,1-1 0 0 0,-2 0 0 0 0,1 1-1 0 0,0-1 1 0 0,-7 4 0 0 0,4-3-22 0 0,-1 1 0 0 0,0-1 0 0 0,0-1-1 0 0,0 0 1 0 0,0 0 0 0 0,-1 0 0 0 0,1-1 0 0 0,-1 0 0 0 0,1 0-1 0 0,-1-1 1 0 0,0 0 0 0 0,0 0 0 0 0,0-1 0 0 0,-12-1 0 0 0,-3-1 17 0 0,1-2 1 0 0,-38-11 0 0 0,52 12-559 0 0,0 1 0 0 0,0-2 1 0 0,1 1-1 0 0,-1-1 0 0 0,1 0 0 0 0,0 0 1 0 0,0-1-1 0 0,1 0 0 0 0,-1 0 0 0 0,-10-12 1 0 0,16 16 131 0 0,0-1 0 0 0,0 1 1 0 0,0-1-1 0 0,1 1 0 0 0,-1-1 1 0 0,0 1-1 0 0,1-1 1 0 0,-1 1-1 0 0,1-1 0 0 0,0 1 1 0 0,-1-1-1 0 0,1 0 0 0 0,0 1 1 0 0,0-1-1 0 0,0 0 1 0 0,0 1-1 0 0,0-1 0 0 0,0 0 1 0 0,1 1-1 0 0,-1-1 0 0 0,0 0 1 0 0,1 1-1 0 0,0-1 1 0 0,-1 1-1 0 0,1-1 0 0 0,1-2 1 0 0,2-2-1376 0 0,0 0 0 0 0,1 1 0 0 0,-1-1 0 0 0,11-9 0 0 0,6-3-4514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1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76 1652 0 0,'57'-51'15343'0'0,"-35"28"-12760"0"0,-21 23-2565 0 0,0 0-1 0 0,0-1 0 0 0,0 1 0 0 0,0 0 1 0 0,0 0-1 0 0,0 0 0 0 0,0-1 0 0 0,0 1 1 0 0,0 0-1 0 0,0 0 0 0 0,0 0 0 0 0,0 1 1 0 0,0-1-1 0 0,0 0 0 0 0,0 0 0 0 0,0 0 1 0 0,0 1-1 0 0,0-1 0 0 0,-1 0 0 0 0,1 1 1 0 0,0-1-1 0 0,0 1 0 0 0,1 0 0 0 0,23 15 132 0 0,-21-14-119 0 0,0 1 16 0 0,0 0-1 0 0,0 0 1 0 0,-1 0-1 0 0,1 0 1 0 0,-1 1-1 0 0,1-1 1 0 0,-1 1-1 0 0,0 0 1 0 0,0 0-1 0 0,-1 0 1 0 0,1 0-1 0 0,-1 1 1 0 0,0-1-1 0 0,0 1 1 0 0,-1-1-1 0 0,2 7 1 0 0,-1-4 67 0 0,-2 0 1 0 0,1 0-1 0 0,-1 0 1 0 0,0 1-1 0 0,-1-1 1 0 0,1 0-1 0 0,-2 0 1 0 0,1 0 0 0 0,-1 0-1 0 0,-2 8 1 0 0,-4 4 239 0 0,-1-1 0 0 0,0 0 1 0 0,-1 0-1 0 0,-1 0 1 0 0,-1-1-1 0 0,-25 27 1 0 0,-6 0 1351 0 0,-67 51 1 0 0,28-26 975 0 0,82-68-2635 0 0,-1-1 0 0 0,0 1 0 0 0,1-1 0 0 0,-1 1 1 0 0,0-1-1 0 0,1 1 0 0 0,-1-1 0 0 0,1 1 0 0 0,-1 0 0 0 0,1-1 0 0 0,-1 1 0 0 0,1 0 0 0 0,0 0 0 0 0,-1-1 0 0 0,1 1 0 0 0,-1 1 0 0 0,1-1-36 0 0,1-1 0 0 0,-1 0 0 0 0,0 0 0 0 0,1 1 0 0 0,-1-1-1 0 0,0 0 1 0 0,1 0 0 0 0,-1 0 0 0 0,0 0 0 0 0,1 1-1 0 0,-1-1 1 0 0,0 0 0 0 0,1 0 0 0 0,-1 0 0 0 0,0 0 0 0 0,1 0-1 0 0,-1 0 1 0 0,0 0 0 0 0,1 0 0 0 0,-1 0 0 0 0,0 0 0 0 0,1 0-1 0 0,-1 0 1 0 0,1 0 0 0 0,-1 0 0 0 0,1-1 0 0 0,40-9-63 0 0,-29 6 151 0 0,341-105-2101 0 0,-119 27-6010 0 0,-178 59 3986 0 0,-20 5-2717 0 0,-11 4-1919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2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44 2248 0 0,'-3'0'7776'0'0,"-17"7"-571"0"0,32-5-7324 0 0,75 2 587 0 0,1-5 0 0 0,112-15 0 0 0,-189 16-993 0 0,-1-1 0 0 0,1-1 0 0 0,-1 0 0 0 0,1-1 0 0 0,-1 0 0 0 0,12-5 0 0 0,-10-12-7534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47 1772 0 0,'-10'-9'2436'0'0,"1"1"738"0"0,-1 0 1 0 0,-21-13-1 0 0,30 20-2720 0 0,-13 5 699 0 0,11-2-940 0 0,0 0 0 0 0,1 1 0 0 0,0-1 0 0 0,0 0 0 0 0,0 1 0 0 0,0 0 0 0 0,0-1 0 0 0,0 1 0 0 0,0 0 0 0 0,1 0 0 0 0,0 0 0 0 0,-1 0 0 0 0,1 0 0 0 0,0 1 0 0 0,0 4 0 0 0,-3 3 209 0 0,-11 38 831 0 0,2 1-1 0 0,-6 52 0 0 0,-1 3-640 0 0,-22 117 24 0 0,33-127-3059 0 0,10-60-736 0 0,3-14-5248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2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35 157 804 0 0,'48'-156'20387'0'0,"-46"162"-20073"0"0,-1 0 0 0 0,0 0 0 0 0,0 0 1 0 0,0 1-1 0 0,-1-1 0 0 0,0 0 0 0 0,0 0 0 0 0,-1 1 0 0 0,-1 7 0 0 0,0 11 377 0 0,-16 286 3401 0 0,11-190-3646 0 0,0-64-118 0 0,-18 81-1 0 0,4-34-4941 0 0,15-82-124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3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368 129 108 0 0,'59'-120'17944'0'0,"-58"112"-16720"0"0,-5 7-210 0 0,-7 6-307 0 0,-2 8-154 0 0,-1-1-1 0 0,1 2 1 0 0,1 0 0 0 0,0 0-1 0 0,-17 29 1 0 0,16-23-153 0 0,-43 59 737 0 0,-77 118 1207 0 0,107-154-1952 0 0,2 1-1 0 0,-31 81 1 0 0,52-117-359 0 0,1 0 0 0 0,0 0-1 0 0,0 0 1 0 0,0 0 0 0 0,1 1-1 0 0,1-1 1 0 0,-1 1-1 0 0,1-1 1 0 0,1 0 0 0 0,-1 1-1 0 0,4 14 1 0 0,-2-17-17 0 0,0 1 0 0 0,1-1 0 0 0,-1 0-1 0 0,1 0 1 0 0,0-1 0 0 0,1 1 0 0 0,-1-1 0 0 0,1 1 0 0 0,0-1 0 0 0,1 0-1 0 0,-1-1 1 0 0,1 1 0 0 0,0-1 0 0 0,0 0 0 0 0,8 5 0 0 0,-3-3 0 0 0,0-1 0 0 0,1 0 1 0 0,0-1-1 0 0,0 0 0 0 0,0-1 0 0 0,0 0 1 0 0,1-1-1 0 0,-1 0 0 0 0,1-1 1 0 0,-1 0-1 0 0,1-1 0 0 0,-1 0 0 0 0,1-1 1 0 0,-1 0-1 0 0,1-1 0 0 0,-1 0 0 0 0,16-5 1 0 0,-17 4 10 0 0,0 0 1 0 0,-1-1 0 0 0,1 0 0 0 0,-1-1 0 0 0,0 1-1 0 0,0-2 1 0 0,-1 1 0 0 0,1-1 0 0 0,-1-1-1 0 0,0 0 1 0 0,-1 0 0 0 0,0 0 0 0 0,0-1-1 0 0,0 0 1 0 0,-1 0 0 0 0,0-1 0 0 0,-1 1-1 0 0,0-1 1 0 0,7-18 0 0 0,-11 25-24 0 0,0 0 1 0 0,-1 0-1 0 0,1-1 0 0 0,-1 1 1 0 0,1-1-1 0 0,-1 1 1 0 0,0 0-1 0 0,1-1 0 0 0,-1 1 1 0 0,-1-1-1 0 0,1 1 1 0 0,0-1-1 0 0,-1 1 0 0 0,1 0 1 0 0,-1-1-1 0 0,1 1 1 0 0,-1 0-1 0 0,0-1 0 0 0,0 1 1 0 0,0 0-1 0 0,-1 0 1 0 0,1 0-1 0 0,0 0 0 0 0,-1 0 1 0 0,1 0-1 0 0,-1 0 1 0 0,0 1-1 0 0,0-1 0 0 0,1 0 1 0 0,-1 1-1 0 0,0-1 1 0 0,0 1-1 0 0,-1 0 0 0 0,1 0 1 0 0,0 0-1 0 0,0 0 0 0 0,-5-1 1 0 0,0-1-10 0 0,-1 1 1 0 0,1 1-1 0 0,-1-1 1 0 0,0 1 0 0 0,0 0-1 0 0,0 1 1 0 0,0 0-1 0 0,1 0 1 0 0,-1 1-1 0 0,-12 2 1 0 0,5 1-522 0 0,1 0 0 0 0,0 1 1 0 0,1 1-1 0 0,-1 0 0 0 0,1 0 1 0 0,0 2-1 0 0,-22 16 0 0 0,-1 9-4696 0 0,7 6-4333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3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3704 0 0,'19'8'3633'0'0,"-4"-1"-817"0"0,-1-2-580 0 0,0 1-408 0 0,-4-1-328 0 0,0 0 649 0 0,6 2-825 0 0,-3-2-1016 0 0,-2-2-1292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4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1552 0 0,'0'0'10266'0'0,"1"16"-9047"0"0,-15 313 3770 0 0,6-179-4745 0 0,7-138-569 0 0,1 27-1916 0 0,7-15-2946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4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50 2616 0 0,'17'-49'11877'0'0,"-18"51"-11499"0"0,-16 31 154 0 0,1 1 1 0 0,2 0 0 0 0,1 1 0 0 0,-12 51-1 0 0,21-68-452 0 0,1-9-26 0 0,1 0-1 0 0,0 1 1 0 0,1-1-1 0 0,0 1 1 0 0,1-1-1 0 0,0 1 1 0 0,0 0-1 0 0,1-1 1 0 0,3 16-1 0 0,-3-21-48 0 0,0 0 0 0 0,0 0 0 0 0,1-1 0 0 0,-1 1 0 0 0,1 0 0 0 0,0-1 0 0 0,0 0 0 0 0,0 1 0 0 0,0-1 0 0 0,0 0 0 0 0,1 0 0 0 0,-1 0 0 0 0,1 0 0 0 0,0-1 0 0 0,0 1 0 0 0,0-1 0 0 0,0 1 0 0 0,1-1 0 0 0,-1 0 1 0 0,1 0-1 0 0,-1-1 0 0 0,1 1 0 0 0,-1-1 0 0 0,1 0 0 0 0,6 2 0 0 0,-2-2 14 0 0,0 0 1 0 0,-1-1-1 0 0,1 0 1 0 0,0 0-1 0 0,-1 0 1 0 0,1-1 0 0 0,0 0-1 0 0,7-2 1 0 0,-12 2-12 0 0,0 0 1 0 0,-1 0 0 0 0,1 0 0 0 0,0 0-1 0 0,-1 0 1 0 0,1 0 0 0 0,-1-1-1 0 0,1 1 1 0 0,-1-1 0 0 0,0 0 0 0 0,0 1-1 0 0,0-1 1 0 0,0 0 0 0 0,0 0-1 0 0,0-1 1 0 0,0 1 0 0 0,0 0 0 0 0,-1-1-1 0 0,0 1 1 0 0,1-1 0 0 0,-1 1 0 0 0,0-1-1 0 0,0 1 1 0 0,1-4 0 0 0,-2 4-5 0 0,0 0 1 0 0,0 0-1 0 0,0-1 1 0 0,0 1-1 0 0,0 0 1 0 0,0 0-1 0 0,-1 0 1 0 0,1 0-1 0 0,-1-1 1 0 0,1 1-1 0 0,-1 0 1 0 0,-1-3-1 0 0,-5-3-2 0 0,1 5-104 0 0,1 0 1 0 0,-1 0 0 0 0,1 1 0 0 0,-1 0 0 0 0,0 0-1 0 0,0 1 1 0 0,0-1 0 0 0,0 1 0 0 0,0 1 0 0 0,0-1-1 0 0,0 1 1 0 0,-1 0 0 0 0,1 0 0 0 0,0 1-1 0 0,0 0 1 0 0,0 0 0 0 0,0 0 0 0 0,0 1 0 0 0,0 0-1 0 0,1 0 1 0 0,-7 4 0 0 0,11-6-113 0 0,1 0 1 0 0,-1 0-1 0 0,0 1 1 0 0,1-1 0 0 0,-1 0-1 0 0,1 0 1 0 0,-1 1-1 0 0,1-1 1 0 0,-1 1-1 0 0,1-1 1 0 0,-2 2-641 0 0,1-1 641 0 0,1-1-1 0 0,0 1 1 0 0,-1-1-1 0 0,1 1 1 0 0,0 0-1 0 0,0-1 1 0 0,-1 1-1 0 0,1-1 1 0 0,0 1 0 0 0,0 0-1 0 0,0-1 1 0 0,0 1-1 0 0,0 0 1 0 0,0-1-1 0 0,0 1 1 0 0,0 0-1 0 0,0-1 1 0 0,0 1-1 0 0,0 0 1 0 0,0-1 0 0 0,1 1-1 0 0,-1 0 1 0 0,0-1-1 0 0,0 1 1 0 0,1-1-1 0 0,-1 1 1 0 0,0-1-1 0 0,1 1 1 0 0,-1 0-1 0 0,1-1 1 0 0,0 1 0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5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57 1232 0 0,'74'-54'13676'0'0,"-72"53"-13256"0"0,7 0 146 0 0,-8 1-477 0 0,0 0 1 0 0,0 0 0 0 0,0 0-1 0 0,-1-1 1 0 0,1 1 0 0 0,0 0 0 0 0,0 0-1 0 0,-1 1 1 0 0,1-1 0 0 0,0 0-1 0 0,0 0 1 0 0,-1 0 0 0 0,1 0-1 0 0,0 1 1 0 0,0-1 0 0 0,-1 0 0 0 0,1 1-1 0 0,0-1 1 0 0,-1 0 0 0 0,1 1-1 0 0,0-1 1 0 0,-1 1 0 0 0,1-1-1 0 0,-1 1 1 0 0,1-1 0 0 0,-1 1 0 0 0,1 0-1 0 0,-1-1 1 0 0,1 1 0 0 0,-1 0-1 0 0,6 10 440 0 0,0 0 0 0 0,-1 0 0 0 0,0 1 0 0 0,-1 0-1 0 0,-1 0 1 0 0,0 0 0 0 0,2 14 0 0 0,-1-9-173 0 0,28 209 1338 0 0,-27-185-1537 0 0,0 51-25 0 0,-5-90-146 0 0,-1 6-142 0 0,-20-56-30 0 0,17 38 144 0 0,0-1 1 0 0,-1 0 0 0 0,0 1 0 0 0,-13-19 0 0 0,16 27 39 0 0,0-1 1 0 0,-1 0 0 0 0,0 0-1 0 0,0 1 1 0 0,1 0 0 0 0,-1-1 0 0 0,-1 1-1 0 0,1 0 1 0 0,0 1 0 0 0,0-1 0 0 0,-1 1-1 0 0,1-1 1 0 0,-1 1 0 0 0,0 0 0 0 0,1 0-1 0 0,-1 0 1 0 0,0 1 0 0 0,1-1 0 0 0,-8 1-1 0 0,-3 1 12 0 0,-1 1-1 0 0,0 0 1 0 0,1 0-1 0 0,-1 2 1 0 0,1 0-1 0 0,-24 10 0 0 0,-81 45 24 0 0,98-47-24 0 0,13-8-65 0 0,-25 13-247 0 0,1 1-1 0 0,1 1 1 0 0,-49 41-1 0 0,51-23-3820 0 0,30-28 1136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5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81 148 0 0,'-2'-1'15189'0'0,"15"-3"-11892"0"0,95-24-3201 0 0,82-20-1623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6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45 2060 0 0,'-2'-2'1798'0'0,"-40"-19"7514"0"0,41 21-9145 0 0,0 0-1 0 0,0-1 1 0 0,0 1 0 0 0,0-1-1 0 0,0 1 1 0 0,0-1 0 0 0,0 1 0 0 0,1-1-1 0 0,-1 0 1 0 0,0 1 0 0 0,0-1-1 0 0,1 0 1 0 0,-1 0 0 0 0,0 0 0 0 0,1 1-148 0 0,0-1 1 0 0,-1 1 0 0 0,1 0-1 0 0,0 0 1 0 0,0-1 0 0 0,0 1-1 0 0,0 0 1 0 0,-1 0 0 0 0,1-1-1 0 0,0 1 1 0 0,0 0 0 0 0,0 0-1 0 0,0-1 1 0 0,0 1 0 0 0,0 0-1 0 0,0-1 1 0 0,0 1 0 0 0,0 0-1 0 0,0-1 1 0 0,0 1 0 0 0,0 0-1 0 0,0 0 1 0 0,0-1 0 0 0,0 1-1 0 0,0 0 1 0 0,0-1 0 0 0,0 1-1 0 0,1 0 1 0 0,-1 0 0 0 0,0-1-1 0 0,0 1 1 0 0,0 0 0 0 0,0 0-1 0 0,0-1 1 0 0,1 1 0 0 0,-1 0-1 0 0,0 0 1 0 0,0 0 0 0 0,1-1-1 0 0,-1 1 1 0 0,0 0 0 0 0,0 0-1 0 0,1 0 1 0 0,-1 0 0 0 0,0 0-1 0 0,0 0 1 0 0,1-1 0 0 0,-1 1-1 0 0,0 0 1 0 0,0 0 0 0 0,1 0-1 0 0,-1 0 1 0 0,0 0 0 0 0,1 0-1 0 0,-1 0 1 0 0,0 0 0 0 0,1 0-1 0 0,-1 0 1 0 0,7 0 2 0 0,-1 0 1 0 0,0 0-1 0 0,1 0 1 0 0,-1 0-1 0 0,0 1 1 0 0,0 0-1 0 0,0 1 1 0 0,0-1-1 0 0,0 1 1 0 0,0 0-1 0 0,0 1 1 0 0,0-1-1 0 0,-1 1 1 0 0,1 0-1 0 0,-1 1 1 0 0,0-1-1 0 0,6 6 1 0 0,-7-6 16 0 0,0 1 0 0 0,-1 0 0 0 0,0-1-1 0 0,1 1 1 0 0,-1 0 0 0 0,-1 1 0 0 0,1-1 0 0 0,-1 0 0 0 0,1 1 0 0 0,-1-1-1 0 0,-1 1 1 0 0,1 0 0 0 0,-1 0 0 0 0,1 0 0 0 0,-2 0 0 0 0,1 0 0 0 0,0 0-1 0 0,-1 0 1 0 0,0 0 0 0 0,0 0 0 0 0,0 0 0 0 0,-2 5 0 0 0,-1 1 80 0 0,-1 0 0 0 0,0-1 0 0 0,-1 1 0 0 0,0-1 0 0 0,0 0 0 0 0,-1-1 0 0 0,-1 1 0 0 0,0-1 0 0 0,0 0 0 0 0,-9 9 0 0 0,-15 19 2055 0 0,49-40-2133 0 0,-14 2-36 0 0,-2 0-3 0 0,1 1 1 0 0,-1-1-1 0 0,0 1 1 0 0,1-1-1 0 0,-1 1 1 0 0,0 0-1 0 0,1 0 1 0 0,-1 0-1 0 0,3 0 1 0 0,7 2-4 0 0,-1 1-1 0 0,0-1 1 0 0,0 2 0 0 0,0 0 0 0 0,18 8-1 0 0,-24-8 10 0 0,1 0-1 0 0,-1 0 0 0 0,0 0 0 0 0,0 0 0 0 0,0 1 0 0 0,0 0 0 0 0,-1 0 1 0 0,6 8-1 0 0,-8-10 85 0 0,0 0 0 0 0,0-1-1 0 0,-1 1 1 0 0,1 0 0 0 0,-1 0 0 0 0,0 0 0 0 0,0 0 0 0 0,0 0 0 0 0,0 0 0 0 0,0 1 0 0 0,-1-1 0 0 0,1 0 0 0 0,-1 0 0 0 0,0 1 0 0 0,0-1 0 0 0,0 0-1 0 0,-1 0 1 0 0,0 5 0 0 0,-1-3 11 0 0,1 0 0 0 0,-1-1 0 0 0,0 0 0 0 0,-1 1 0 0 0,1-1 0 0 0,-1 0-1 0 0,0 0 1 0 0,0 0 0 0 0,0 0 0 0 0,0-1 0 0 0,-5 5 0 0 0,-1-1-6 0 0,0 0 1 0 0,0-1-1 0 0,-1 0 0 0 0,0 0 1 0 0,0-1-1 0 0,0 0 1 0 0,0-1-1 0 0,-1 0 0 0 0,-22 4 1 0 0,20-6-243 0 0,-1 0 0 0 0,0-1 0 0 0,0-1 0 0 0,1 0 1 0 0,-1-1-1 0 0,0-1 0 0 0,0 0 0 0 0,1-1 0 0 0,-19-6 1 0 0,30 9-42 0 0,1 0 0 0 0,0-1 1 0 0,0 1-1 0 0,0 0 1 0 0,0-1-1 0 0,0 1 1 0 0,0-1-1 0 0,0 0 0 0 0,0 1 1 0 0,0-1-1 0 0,1 0 1 0 0,-1 1-1 0 0,0-1 1 0 0,0 0-1 0 0,1 0 0 0 0,-1 0 1 0 0,0 0-1 0 0,1 0 1 0 0,-1 0-1 0 0,1 0 1 0 0,-1 0-1 0 0,1 0 0 0 0,-1 0 1 0 0,1 0-1 0 0,0 0 1 0 0,-1 0-1 0 0,1 0 1 0 0,0 0-1 0 0,0 0 0 0 0,0 0 1 0 0,0 0-1 0 0,0-2 1 0 0,1 0-571 0 0,0 1 0 0 0,0-1 0 0 0,0 0 1 0 0,0 1-1 0 0,0-1 0 0 0,1 0 1 0 0,-1 1-1 0 0,1 0 0 0 0,0-1 0 0 0,-1 1 1 0 0,4-3-1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7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82 1072 0 0,'-19'-36'13995'0'0,"19"35"-13918"0"0,-1 0 0 0 0,1 1 0 0 0,0-1 0 0 0,0 0-1 0 0,-1 1 1 0 0,1-1 0 0 0,0 0 0 0 0,0 0 0 0 0,0 1-1 0 0,0-1 1 0 0,0 0 0 0 0,0 0 0 0 0,0 1 0 0 0,0-1-1 0 0,0 0 1 0 0,0 1 0 0 0,0-1 0 0 0,1 0 0 0 0,-1 0-1 0 0,0 1 1 0 0,1-1 0 0 0,-1 0 0 0 0,0 1 0 0 0,1-1-1 0 0,-1 0 1 0 0,0 1 0 0 0,1-1 0 0 0,-1 1 0 0 0,1-1-1 0 0,0 0 1 0 0,10-3-7 0 0,-1 0 0 0 0,1 0-1 0 0,0 1 1 0 0,1 0 0 0 0,-1 1 0 0 0,0 1-1 0 0,1 0 1 0 0,-1 0 0 0 0,18 2 0 0 0,-21-1-58 0 0,-1 1 1 0 0,1-1 0 0 0,-1 2 0 0 0,0-1-1 0 0,1 1 1 0 0,-1 0 0 0 0,0 1 0 0 0,0 0-1 0 0,0 0 1 0 0,-1 0 0 0 0,1 1 0 0 0,-1 0-1 0 0,0 0 1 0 0,0 0 0 0 0,11 11 0 0 0,-15-12 43 0 0,0-1 0 0 0,0 1 0 0 0,-1 0-1 0 0,1 0 1 0 0,0 0 0 0 0,-1 0 0 0 0,0 0 0 0 0,0 0 0 0 0,0 0 0 0 0,0 1 0 0 0,0-1 0 0 0,0 0 0 0 0,-1 0 0 0 0,0 1 0 0 0,0 5 0 0 0,0-3 81 0 0,-1 0-1 0 0,0 0 1 0 0,-1 0 0 0 0,0 0-1 0 0,1 0 1 0 0,-2 0 0 0 0,-5 10-1 0 0,-2 2 263 0 0,-2-2 0 0 0,0 1-1 0 0,0-1 1 0 0,-17 15-1 0 0,-119 102 2449 0 0,147-133-2835 0 0,1 0 1 0 0,0 0-1 0 0,-1 1 1 0 0,1-1 0 0 0,-1 0-1 0 0,1 0 1 0 0,0 1-1 0 0,-1-1 1 0 0,1 0 0 0 0,0 0-1 0 0,-1 1 1 0 0,1-1-1 0 0,0 0 1 0 0,0 1 0 0 0,-1-1-1 0 0,1 1 1 0 0,0-1-1 0 0,0 0 1 0 0,0 1-1 0 0,-1-1 1 0 0,1 1 0 0 0,0-1-1 0 0,0 0 1 0 0,0 1-1 0 0,0-1 1 0 0,0 1 0 0 0,0-1-1 0 0,0 1 1 0 0,0-1-1 0 0,0 1 1 0 0,13 3 107 0 0,22-6-63 0 0,69-17-132 0 0,247-47-663 0 0,-121 9-6594 0 0,-211 53 5722 0 0,-1 0-899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7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0 216 1748 0 0,'0'0'11946'0'0,"3"0"-11625"0"0,201-29 1126 0 0,-102 17-1306 0 0,1109-96 443 0 0,6 63-460 0 0,344 30 36 0 0,-1537 15-147 0 0,115-5 226 0 0,-131 4 216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8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80 892 0 0,'0'0'1838'0'0,"-9"-30"10805"0"0,8 26-12541 0 0,-3 1 1004 0 0,1 3-1083 0 0,1 1-1 0 0,-1 0 1 0 0,0-1 0 0 0,1 1 0 0 0,-1 0-1 0 0,0 0 1 0 0,1 1 0 0 0,0-1 0 0 0,-1 0 0 0 0,1 1-1 0 0,0 0 1 0 0,-1-1 0 0 0,1 1 0 0 0,0 0-1 0 0,1 0 1 0 0,-1 0 0 0 0,0 1 0 0 0,0-1 0 0 0,-1 4-1 0 0,-4 3 52 0 0,3-5-86 0 0,0 1-1 0 0,1-1 1 0 0,0 1-1 0 0,-1 0 1 0 0,2 0-1 0 0,-1 0 1 0 0,1 0-1 0 0,0 1 1 0 0,0-1-1 0 0,0 0 1 0 0,1 1-1 0 0,-1-1 1 0 0,1 1-1 0 0,1 0 1 0 0,-1-1-1 0 0,1 11 0 0 0,1-12 29 0 0,-1-1 0 0 0,1 1-1 0 0,0-1 1 0 0,0 1-1 0 0,0-1 1 0 0,0 0-1 0 0,1 1 1 0 0,-1-1-1 0 0,1 0 1 0 0,0 0-1 0 0,0 0 1 0 0,0 0-1 0 0,0-1 1 0 0,1 1-1 0 0,-1 0 1 0 0,1-1-1 0 0,-1 0 1 0 0,1 0 0 0 0,0 1-1 0 0,0-2 1 0 0,0 1-1 0 0,0 0 1 0 0,0 0-1 0 0,1-1 1 0 0,-1 0-1 0 0,0 0 1 0 0,7 2-1 0 0,0-1 20 0 0,1-1 1 0 0,-1 1-1 0 0,1-2 0 0 0,0 1 0 0 0,-1-2 1 0 0,20-2-1 0 0,-19 2 71 0 0,0-1 1 0 0,-1-1 0 0 0,1 0-1 0 0,-1 0 1 0 0,0-1-1 0 0,0 0 1 0 0,0-1-1 0 0,0 0 1 0 0,-1-1 0 0 0,0 0-1 0 0,10-8 1 0 0,-16 11-60 0 0,0 0 0 0 0,0 0 0 0 0,0-1 0 0 0,0 1 0 0 0,0-1 0 0 0,-1 0 0 0 0,1 0 0 0 0,-1 0 0 0 0,0 0 0 0 0,0 0 0 0 0,-1-1 0 0 0,1 1 0 0 0,-1-1 0 0 0,0 1 0 0 0,0 0 1 0 0,-1-1-1 0 0,1 0 0 0 0,-1 1 0 0 0,0-1 0 0 0,0 1 0 0 0,0-1 0 0 0,-1 0 0 0 0,0 1 0 0 0,0-1 0 0 0,-2-7 0 0 0,1 7-57 0 0,-1 0-1 0 0,1 0 1 0 0,-1 0 0 0 0,0 1 0 0 0,0-1-1 0 0,0 1 1 0 0,-1-1 0 0 0,1 1 0 0 0,-1 0-1 0 0,0 0 1 0 0,0 1 0 0 0,-1-1-1 0 0,1 1 1 0 0,-1 0 0 0 0,1 0 0 0 0,-1 1-1 0 0,0-1 1 0 0,0 1 0 0 0,0 0-1 0 0,-11-3 1 0 0,6 3-581 0 0,0 1-1 0 0,-1-1 1 0 0,1 2-1 0 0,-1-1 0 0 0,1 2 1 0 0,0-1-1 0 0,-1 1 1 0 0,-17 4-1 0 0,17-2-1183 0 0,0 1-1 0 0,-1 0 1 0 0,1 1-1 0 0,-13 8 1 0 0,12-6-1485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39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66 394 244 0 0,'-3'0'1787'0'0,"-44"-2"8436"0"0,32 0-4279 0 0,29-4-5784 0 0,1 1 0 0 0,0 0 0 0 0,0 0 0 0 0,0 2 0 0 0,0 0 0 0 0,17-1 0 0 0,1-1-68 0 0,685-94 334 0 0,-285 58-387 0 0,-145 17-23 0 0,-38 3 26 0 0,364-30 21 0 0,440-39-1129 0 0,-941 76-142 0 0,-58 6-1213 0 0,-1 2-3416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44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1308 0 0,'0'0'5383'0'0,"3"-10"-1220"0"0,9 9-4072 0 0,-10 0-9 0 0,14 5 229 0 0,48 3 7 0 0,94 5-34 0 0,295 11-278 0 0,-218-6-4 0 0,300 14 49 0 0,1539 66-108 0 0,-1384-76 44 0 0,207-54-41 0 0,-714 21 41 0 0,760-14-49 0 0,-891 24 64 0 0,-18 1 46 0 0,-31 1 26 0 0,0 0 20 0 0,11-2 2 0 0,-11 2-9 0 0,39-3 1022 0 0,-31 1-1380 0 0,-11 2 226 0 0,0 0 0 0 0,0 0 1 0 0,0-1-1 0 0,0 1 1 0 0,1 0-1 0 0,-1 0 1 0 0,0 0-1 0 0,0 0 1 0 0,0-1-1 0 0,0 1 0 0 0,0 0 1 0 0,0 0-1 0 0,0 0 1 0 0,0-1-1 0 0,0 1 1 0 0,0 0-1 0 0,0 0 0 0 0,0 0 1 0 0,0-1-1 0 0,0 1 1 0 0,0 0-1 0 0,0 0 1 0 0,0 0-1 0 0,0-1 0 0 0,0 1 1 0 0,0 0-1 0 0,0 0 1 0 0,0 0-1 0 0,0-1 1 0 0,0 1-1 0 0,0 0 0 0 0,0 0 1 0 0,-1 0-1 0 0,1 0 1 0 0,0-1-1 0 0,0 1 1 0 0,0 0-1 0 0,-1-1-195 0 0,0 1 0 0 0,0-1-1 0 0,0 1 1 0 0,0 0 0 0 0,0-1 0 0 0,0 1 0 0 0,0 0-1 0 0,0 0 1 0 0,0-1 0 0 0,0 1 0 0 0,0 0 0 0 0,0 0-1 0 0,0 0 1 0 0,0 0 0 0 0,-2 1 0 0 0,2-1-538 0 0,-16-2-3542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45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0 600 0 0,'0'0'2444'0'0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46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0 968 0 0,'0'0'448'0'0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 2404 0 0,'7'-7'10164'0'0,"-6"10"-9860"0"0,1 1 0 0 0,0 0 0 0 0,-1 0 0 0 0,0 0 0 0 0,0 0 1 0 0,0 0-1 0 0,-1 0 0 0 0,1 0 0 0 0,-1 0 0 0 0,0 1 0 0 0,0 4 0 0 0,1 12 549 0 0,12 597 5144 0 0,-16-376-5251 0 0,3-86 153 0 0,0-153-819 0 0,-5 6-1629 0 0,-30-44-12859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8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960 36 1776 0 0,'12'-35'20156'0'0,"-18"37"-18629"0"0,-7 9-1950 0 0,-7 9 629 0 0,0 0 1 0 0,-1-2-1 0 0,-1 0 0 0 0,-31 18 1 0 0,23-15-103 0 0,-129 84 614 0 0,-4-6 1 0 0,-204 88 0 0 0,305-159-597 0 0,60-27-117 0 0,-18 6-498 0 0,6-2-3998 0 0,22-14 1378 0 0,24-10-5711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19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48 1736 0 0,'0'0'9681'0'0,"-27"16"-195"0"0,27-16-9473 0 0,-1 0-1 0 0,1 0 1 0 0,0 0 0 0 0,0 0-1 0 0,0 0 1 0 0,0 0-1 0 0,0 0 1 0 0,0 0-1 0 0,0 0 1 0 0,0 0 0 0 0,-1 0-1 0 0,1 0 1 0 0,0 0-1 0 0,0 0 1 0 0,0 0-1 0 0,0 0 1 0 0,0 0 0 0 0,0 0-1 0 0,0 0 1 0 0,0 0-1 0 0,-1 0 1 0 0,1 0-1 0 0,0 0 1 0 0,0 0 0 0 0,0 0-1 0 0,0 1 1 0 0,0-1-1 0 0,0 0 1 0 0,0 0-1 0 0,0 0 1 0 0,0 0 0 0 0,0 0-1 0 0,0 0 1 0 0,0 0-1 0 0,0 0 1 0 0,0 0-1 0 0,0 1 1 0 0,-1-1 0 0 0,1 0-1 0 0,0 0 1 0 0,0 0-1 0 0,0 0 1 0 0,0 0-1 0 0,0 0 1 0 0,0 0 0 0 0,0 1-1 0 0,1-1 1 0 0,-1 0-1 0 0,0 0 1 0 0,0 0-1 0 0,0 0 1 0 0,0 0 0 0 0,29 0 246 0 0,133-28-261 0 0,-129 21-7 0 0,54-13 96 0 0,-85 20-75 0 0,27-7 151 0 0,-10 2-6022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0:20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73 108 2148 0 0,'-8'-8'7781'0'0,"-10"-8"-396"0"0,5-3-3780 0 0,13 17-3335 0 0,10-19 485 0 0,-5 17-733 0 0,0 0 0 0 0,0 0 1 0 0,1 1-1 0 0,-1 0 0 0 0,1 0 0 0 0,0 0 0 0 0,0 0 1 0 0,0 1-1 0 0,0 0 0 0 0,0 0 0 0 0,1 1 0 0 0,6-1 1 0 0,3-2-19 0 0,-14 3-4 0 0,1 1 0 0 0,0 0 0 0 0,0 0 1 0 0,0 0-1 0 0,0 0 0 0 0,0 0 0 0 0,0 0 1 0 0,0 1-1 0 0,5 1 0 0 0,5 1-2 0 0,-5-2 26 0 0,1 1 1 0 0,0 1 0 0 0,-1-1-1 0 0,1 1 1 0 0,-1 1 0 0 0,0-1-1 0 0,0 2 1 0 0,0-1 0 0 0,-1 1-1 0 0,0 0 1 0 0,0 0 0 0 0,0 1-1 0 0,0 0 1 0 0,-1 0 0 0 0,0 1-1 0 0,0 0 1 0 0,-1 0 0 0 0,1 0-1 0 0,-2 1 1 0 0,1-1 0 0 0,-1 1-1 0 0,0 0 1 0 0,-1 1 0 0 0,0-1-1 0 0,0 1 1 0 0,-1-1 0 0 0,0 1-1 0 0,0 0 1 0 0,-1 0 0 0 0,0-1-1 0 0,-1 1 1 0 0,0 0 0 0 0,0 0-1 0 0,-1 0 1 0 0,-4 17 0 0 0,-2-2 193 0 0,-2-1 1 0 0,-1-1-1 0 0,0 1 1 0 0,-2-2 0 0 0,0 1-1 0 0,-2-2 1 0 0,-19 24-1 0 0,-121 124 2322 0 0,151-166-2488 0 0,-23 24 401 0 0,12-14-248 0 0,1 0 1 0 0,1 2-1 0 0,-11 14 1 0 0,23-28-201 0 0,-1 1-1 0 0,1-1 1 0 0,0 0 0 0 0,0 1-1 0 0,-1-1 1 0 0,1 1 0 0 0,0-1-1 0 0,0 1 1 0 0,-1-1 0 0 0,1 1-1 0 0,0-1 1 0 0,0 1 0 0 0,0-1-1 0 0,0 1 1 0 0,0-1 0 0 0,0 1 0 0 0,0-1-1 0 0,0 1 1 0 0,0-1 0 0 0,0 1-1 0 0,0-1 1 0 0,0 1 0 0 0,0-1-1 0 0,0 1 1 0 0,1-1 0 0 0,-1 1-1 0 0,0-1 1 0 0,0 1 0 0 0,0-1-1 0 0,1 1 1 0 0,-1-1 0 0 0,0 0-1 0 0,1 1 1 0 0,-1-1 0 0 0,0 1-1 0 0,1-1 1 0 0,-1 0 0 0 0,1 1-1 0 0,-1-1 1 0 0,0 0 0 0 0,1 0 0 0 0,-1 1-1 0 0,1-1 1 0 0,-1 0 0 0 0,1 0-1 0 0,-1 0 1 0 0,1 1 0 0 0,-1-1-1 0 0,2 0 1 0 0,21 3 63 0 0,-22-3-65 0 0,27 1 46 0 0,1-2 0 0 0,-1-1 0 0 0,56-12 0 0 0,-17 3-23 0 0,350-62 841 0 0,-414 72-687 0 0,10-5 161 0 0,-6 2-218 0 0,-16-8-1207 0 0,7 10 661 0 0,-1 0 0 0 0,0 0 0 0 0,0 0 0 0 0,0 1 0 0 0,-1 0 0 0 0,1-1 0 0 0,0 1 0 0 0,-4 0-1 0 0,-6-3-918 0 0,-24-9-3524 0 0,-12-4-5352 0 0,30 8 3162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47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84 0 0,'0'0'6162'0'0,"1"7"-6119"0"0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4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1 312 0 0,'0'0'6457'0'0,"-4"5"-5922"0"0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58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33 1080 0 0,'3'-33'10370'0'0,"2"57"-4252"0"0,11 69-4833 0 0,-13 21-470 0 0,-25 224-1 0 0,10-214-1339 0 0,6-82-992 0 0,1-6-2163 0 0,4-10-4266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58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44 1200 0 0,'-4'-25'8860'0'0,"3"23"-8704"0"0,1 1 0 0 0,-1 0 0 0 0,0 0 1 0 0,0 0-1 0 0,1 0 0 0 0,-1 0 1 0 0,0 0-1 0 0,0 0 0 0 0,0 0 0 0 0,0 0 1 0 0,0 0-1 0 0,0 1 0 0 0,0-1 1 0 0,0 0-1 0 0,0 1 0 0 0,0-1 1 0 0,-1 0-1 0 0,1 1 0 0 0,0 0 0 0 0,0-1 1 0 0,-1 1-1 0 0,1 0 0 0 0,0-1 1 0 0,0 1-1 0 0,-1 0 0 0 0,1 0 0 0 0,0 0 1 0 0,-1 0-1 0 0,1 0 0 0 0,0 1 1 0 0,0-1-1 0 0,-1 0 0 0 0,-1 1 0 0 0,-37 16 277 0 0,1 2 0 0 0,1 1 0 0 0,-56 39 0 0 0,34-20-298 0 0,-47 29 17 0 0,-64 39-1329 0 0,153-93-1213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58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0 278 800 0 0,'9'-57'7506'0'0,"-7"37"-4521"0"0,9-33 0 0 0,-9 46-2705 0 0,1 1-1 0 0,-1-1 1 0 0,1 1-1 0 0,0 0 1 0 0,1 0-1 0 0,-1 0 1 0 0,1 0-1 0 0,9-10 1 0 0,-4 8-69 0 0,0-1 1 0 0,0 1-1 0 0,1 1 1 0 0,0 0-1 0 0,1 0 1 0 0,-1 1-1 0 0,18-7 1 0 0,-20 10-145 0 0,-1 0 1 0 0,1 0-1 0 0,0 1 1 0 0,0 0-1 0 0,1 1 0 0 0,-1-1 1 0 0,0 2-1 0 0,0-1 1 0 0,1 1-1 0 0,-1 0 1 0 0,0 1-1 0 0,10 2 0 0 0,-16-3-53 0 0,1 1-1 0 0,0-1 1 0 0,0 1-1 0 0,-1 0 1 0 0,1 0-1 0 0,0 0 1 0 0,-1 0-1 0 0,1 0 1 0 0,-1 1-1 0 0,1-1 1 0 0,-1 1-1 0 0,0 0 1 0 0,0 0-1 0 0,0 0 1 0 0,0 0-1 0 0,0 0 1 0 0,0 0-1 0 0,0 0 1 0 0,-1 0-1 0 0,1 1 1 0 0,-1-1-1 0 0,1 1 1 0 0,-1-1-1 0 0,0 1 1 0 0,0 0-1 0 0,0-1 1 0 0,-1 1-1 0 0,1 0 1 0 0,-1 0-1 0 0,1 0 1 0 0,-1-1-1 0 0,0 1 1 0 0,0 0-1 0 0,0 0 1 0 0,0 0-1 0 0,-1 0 0 0 0,1-1 1 0 0,-1 1-1 0 0,-1 3 1 0 0,-2 7 31 0 0,0 0-1 0 0,-1-1 1 0 0,0 0 0 0 0,-1 0 0 0 0,-1 0-1 0 0,0-1 1 0 0,-8 11 0 0 0,-96 107 1036 0 0,110-127-1025 0 0,2 1 8 0 0,-1-3-62 0 0,0 0 0 0 0,0 1 1 0 0,0-1-1 0 0,0 0 0 0 0,0 1 1 0 0,0-1-1 0 0,0 0 0 0 0,0 1 1 0 0,0-1-1 0 0,0 0 0 0 0,0 1 1 0 0,0-1-1 0 0,0 0 1 0 0,0 1-1 0 0,0-1 0 0 0,0 0 1 0 0,1 0-1 0 0,-1 1 0 0 0,0-1 1 0 0,0 0-1 0 0,0 0 0 0 0,0 1 1 0 0,1-1-1 0 0,-1 0 0 0 0,0 0 1 0 0,1 1-1 0 0,22 9 76 0 0,-8-5 52 0 0,-1 1 0 0 0,0 0 1 0 0,0 1-1 0 0,0 1 0 0 0,-1 0 1 0 0,-1 0-1 0 0,1 2 0 0 0,16 15 1 0 0,-28-24-73 0 0,0 1 0 0 0,0-1 1 0 0,0 1-1 0 0,0-1 0 0 0,0 1 0 0 0,0 0 1 0 0,0-1-1 0 0,0 1 0 0 0,-1 0 0 0 0,1-1 1 0 0,-1 1-1 0 0,1 0 0 0 0,-1 0 1 0 0,0 0-1 0 0,0 0 0 0 0,0-1 0 0 0,0 1 1 0 0,0 0-1 0 0,0 0 0 0 0,0 0 0 0 0,-1 0 1 0 0,1-1-1 0 0,0 1 0 0 0,-1 0 0 0 0,0 0 1 0 0,1-1-1 0 0,-1 1 0 0 0,0 0 1 0 0,0-1-1 0 0,0 1 0 0 0,0-1 0 0 0,0 1 1 0 0,0-1-1 0 0,-1 0 0 0 0,1 1 0 0 0,0-1 1 0 0,-1 0-1 0 0,-1 1 0 0 0,-2 3 38 0 0,0-1 0 0 0,-1 0 0 0 0,0 0-1 0 0,0-1 1 0 0,0 0 0 0 0,0 0 0 0 0,0 0-1 0 0,-12 3 1 0 0,-8-3-237 0 0,0 0 1 0 0,0-1-1 0 0,0-1 0 0 0,0-2 0 0 0,-1-1 0 0 0,-32-6 1 0 0,33 5-1529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59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115 117 976 0 0,'-16'-3'3712'0'0,"0"1"0"0"0,-26-1 0 0 0,16 1-741 0 0,22 2-2399 0 0,-6-1 2321 0 0,109-24-2198 0 0,109-13 0 0 0,-101 21-3806 0 0,-1-4-5211 0 0,-85 16 2221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1:59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33 848 0 0,'-28'-33'21010'0'0,"28"34"-20811"0"0,-6 12 3524 0 0,4 1-4239 0 0,-2 67 1007 0 0,-4 0 1 0 0,-30 131 0 0 0,8-55-3696 0 0,24-107-4884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0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80 0 0,'16'-36'10592'0'0,"5"3"-5272"0"0,-18 31-5172 0 0,0-1 0 0 0,0 0 0 0 0,0 1 0 0 0,0-1 0 0 0,0 1 0 0 0,0 0 0 0 0,1 0 0 0 0,-1 0 0 0 0,1 1 0 0 0,-1-1 0 0 0,1 1 0 0 0,0 0 0 0 0,0 0 0 0 0,-1 0 0 0 0,1 1 0 0 0,0-1 0 0 0,0 1 0 0 0,0 0 0 0 0,0 0 0 0 0,4 0 0 0 0,-2 1-104 0 0,-1 0-1 0 0,1 0 1 0 0,0 0 0 0 0,-1 0 0 0 0,0 1 0 0 0,1 0 0 0 0,-1 0 0 0 0,0 0 0 0 0,0 1-1 0 0,0 0 1 0 0,0 0 0 0 0,0 0 0 0 0,-1 1 0 0 0,1-1 0 0 0,3 6 0 0 0,-5-6-30 0 0,0 1 0 0 0,0-1 1 0 0,-1 1-1 0 0,1 0 0 0 0,-1 0 1 0 0,0 0-1 0 0,0 0 0 0 0,-1 0 1 0 0,1 1-1 0 0,-1-1 1 0 0,0 0-1 0 0,0 1 0 0 0,-1-1 1 0 0,1 1-1 0 0,-1-1 0 0 0,0 1 1 0 0,0-1-1 0 0,0 1 0 0 0,-1-1 1 0 0,-1 8-1 0 0,-2 2 54 0 0,0 0 0 0 0,-1 0 0 0 0,-1 0-1 0 0,0-1 1 0 0,-10 16 0 0 0,-45 60 815 0 0,21-34-473 0 0,40-55-402 0 0,-1 1 1 0 0,1 0 0 0 0,0-1-1 0 0,-1 1 1 0 0,1-1 0 0 0,0 1 0 0 0,-1-1-1 0 0,1 1 1 0 0,0 0 0 0 0,0-1-1 0 0,-1 1 1 0 0,1 0 0 0 0,0-1 0 0 0,0 1-1 0 0,0 0 1 0 0,0-1 0 0 0,0 1-1 0 0,0 0 1 0 0,0-1 0 0 0,0 1 0 0 0,0 0-1 0 0,0-1 1 0 0,1 1 0 0 0,-1 0-1 0 0,0-1 1 0 0,0 1 0 0 0,0-1 0 0 0,1 1-1 0 0,0 0 1 0 0,0 1 3 0 0,0-1 0 0 0,0-1 0 0 0,0 1 0 0 0,1 0-1 0 0,-1 0 1 0 0,1 0 0 0 0,-1-1 0 0 0,0 1 0 0 0,1 0 0 0 0,-1-1 0 0 0,1 0 0 0 0,1 1 0 0 0,6 1 12 0 0,0-1 1 0 0,-1-1-1 0 0,15 0 1 0 0,19-2-112 0 0,26 0-491 0 0,96-18 0 0 0,-126 10-4904 0 0,-23 2-580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0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38 740 0 0,'7'-23'11936'0'0,"-2"8"-7856"0"0,0 23-2057 0 0,4 33-1124 0 0,-7-32-728 0 0,9 66 399 0 0,2 111 1 0 0,-5-55-380 0 0,-6-112-156 0 0,0 6 1 0 0,-5-29-57 0 0,-5-18-41 0 0,7 20 57 0 0,-1-3-4 0 0,0-1 0 0 0,0 1 0 0 0,0-1-1 0 0,-1 1 1 0 0,0 0 0 0 0,0 0 0 0 0,-6-8 0 0 0,7 11 2 0 0,1 0 0 0 0,-1 0 0 0 0,1 1 0 0 0,-1-1 1 0 0,0 0-1 0 0,0 1 0 0 0,1 0 0 0 0,-1-1 0 0 0,0 1 1 0 0,0 0-1 0 0,-1 0 0 0 0,1 0 0 0 0,0 0 0 0 0,0 0 1 0 0,0 1-1 0 0,-4-2 0 0 0,2 2 2 0 0,0-1-1 0 0,1 1 0 0 0,-1-1 1 0 0,1 1-1 0 0,-1 0 0 0 0,0 0 0 0 0,1 0 0 0 0,-1 1 0 0 0,1-1 1 0 0,-1 1-1 0 0,1 0 0 0 0,-5 2 0 0 0,-37 16-13 0 0,35-15 12 0 0,-37 21-41 0 0,1 2 0 0 0,1 2 0 0 0,2 2 0 0 0,-73 68 1 0 0,93-74-1425 0 0,13-7-2270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1 110 872 0 0,'42'-98'14905'0'0,"-41"97"-14863"0"0,-1 0 0 0 0,1 0 0 0 0,0 1 0 0 0,0-1 0 0 0,0 0 0 0 0,0 0 0 0 0,0 0 0 0 0,1 1 0 0 0,-1-1 0 0 0,0 0 0 0 0,0 1 0 0 0,0-1 0 0 0,1 1 0 0 0,-1-1 0 0 0,0 1 0 0 0,0 0 0 0 0,1 0 0 0 0,-1-1 0 0 0,0 1 0 0 0,1 0 0 0 0,-1 0 0 0 0,0 0 0 0 0,1 0 0 0 0,-1 1 0 0 0,0-1 0 0 0,0 0 0 0 0,1 0 0 0 0,-1 1 0 0 0,2 0 0 0 0,-2-1-23 0 0,1 1 1 0 0,1 0 1 0 0,-1-1 0 0 0,0 1-1 0 0,0 0 1 0 0,1 0 0 0 0,-1 0-1 0 0,0 1 1 0 0,0-1 0 0 0,0 0-1 0 0,0 1 1 0 0,-1-1 0 0 0,1 1-1 0 0,0 0 1 0 0,-1 0 0 0 0,1 0-1 0 0,1 2 1 0 0,15 31 429 0 0,-16-30-284 0 0,0 1 1 0 0,0 0-1 0 0,-1 1 0 0 0,0-1 1 0 0,0 0-1 0 0,0 0 0 0 0,-1 0 1 0 0,0 1-1 0 0,0-1 0 0 0,-1 0 1 0 0,0 0-1 0 0,0 0 0 0 0,0 0 1 0 0,-1 0-1 0 0,-2 7 0 0 0,-4 6 518 0 0,-1 0 0 0 0,-1-1 0 0 0,-14 21 0 0 0,-5 7 480 0 0,4-10-169 0 0,24-34-909 0 0,1-2-75 0 0,0 1 1 0 0,-1-1-1 0 0,1 1 1 0 0,0-1-1 0 0,0 1 1 0 0,0-1-1 0 0,-1 1 1 0 0,1-1-1 0 0,0 1 1 0 0,0-1-1 0 0,0 1 1 0 0,0-1-1 0 0,0 1 1 0 0,0-1-1 0 0,0 1 0 0 0,0-1 1 0 0,0 1-1 0 0,0-1 1 0 0,1 2-1 0 0,10-1 28 0 0,-1 0 0 0 0,1 0 0 0 0,0-1 0 0 0,0 0 0 0 0,0-1 0 0 0,0-1 0 0 0,13-2 0 0 0,25-3-25 0 0,27-2-946 0 0,30 0-4115 0 0,-90 9 1432 0 0,1 0-1 0 0,20 4 0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1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136 102 680 0 0,'-39'-18'5663'0'0,"-57"-16"4658"0"0,115 31-8141 0 0,57-3-1351 0 0,156-11 424 0 0,-77 4-5928 0 0,-128 9 1531 0 0,-9-3-1812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1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15 1560 0 0,'-2'-1'2034'0'0,"-22"-9"3733"0"0,22 10-4820 0 0,-11-3 1047 0 0,10 3-1330 0 0,2 1-459 0 0,-1 0 1 0 0,0-1-1 0 0,1 1 0 0 0,-1 0 1 0 0,0 0-1 0 0,1 0 0 0 0,-1 1 1 0 0,1-1-1 0 0,0 0 1 0 0,-1 0-1 0 0,1 1 0 0 0,0-1 1 0 0,0 1-1 0 0,0-1 1 0 0,0 1-1 0 0,0-1 0 0 0,0 1 1 0 0,0 0-1 0 0,0-1 0 0 0,1 1 1 0 0,-1 0-1 0 0,1 0 1 0 0,-1 0-1 0 0,1 2 0 0 0,-4 13 1007 0 0,-2 29-1 0 0,4-29-817 0 0,-8 62 319 0 0,4 0 1 0 0,5 148-1 0 0,2-221-952 0 0,0 10-336 0 0,1 1 1 0 0,6 22-1 0 0,-7-35-55 0 0,1 1 0 0 0,0 0 1 0 0,0 0-1 0 0,0-1 0 0 0,4 6 0 0 0,-5-8-21 0 0,0 0 0 0 0,1-1 0 0 0,-1 1 0 0 0,1 0-1 0 0,0 0 1 0 0,0-1 0 0 0,-1 1 0 0 0,1-1 0 0 0,0 0 0 0 0,0 0-1 0 0,0 1 1 0 0,3 0 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2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77 8 0 0,'27'-36'8506'0'0,"-23"31"-7602"0"0,1 1 0 0 0,0 0-1 0 0,0 0 1 0 0,8-5 0 0 0,-9 6-758 0 0,0 1 0 0 0,0 1 0 0 0,0-1-1 0 0,1 0 1 0 0,-1 1 0 0 0,1 0 0 0 0,-1 0 0 0 0,1 0 0 0 0,-1 1 0 0 0,1-1 0 0 0,-1 1-1 0 0,1 0 1 0 0,-1 0 0 0 0,1 1 0 0 0,-1 0 0 0 0,9 1 0 0 0,-5 0-43 0 0,1 1 0 0 0,-1 0 0 0 0,1 0 0 0 0,-1 1 0 0 0,0 0 0 0 0,0 0 0 0 0,-1 0 0 0 0,10 8 0 0 0,-14-9-55 0 0,0 0 0 0 0,0 0 1 0 0,0 0-1 0 0,0 0 0 0 0,0 0 1 0 0,-1 1-1 0 0,0 0 0 0 0,0-1 1 0 0,0 1-1 0 0,0 0 0 0 0,0 0 1 0 0,-1 0-1 0 0,1 0 1 0 0,-1 1-1 0 0,0-1 0 0 0,0 0 1 0 0,-1 0-1 0 0,1 8 0 0 0,-2-5-9 0 0,1 0 0 0 0,-1 0 0 0 0,0 0-1 0 0,-1-1 1 0 0,1 1 0 0 0,-1-1 0 0 0,-1 1 0 0 0,1-1-1 0 0,-1 0 1 0 0,0 0 0 0 0,-1 0 0 0 0,1 0-1 0 0,-6 5 1 0 0,-6 7 70 0 0,0-2-1 0 0,-27 24 1 0 0,36-35-69 0 0,-28 26 900 0 0,33-30-577 0 0,15 5-303 0 0,-6-5-9 0 0,0 0-1 0 0,-1 0 0 0 0,1 1 0 0 0,-1 0 0 0 0,0 1 0 0 0,0-1 0 0 0,1 1 1 0 0,-2 1-1 0 0,1 0 0 0 0,0 0 0 0 0,-1 0 0 0 0,0 0 0 0 0,1 1 0 0 0,-2 0 1 0 0,1 0-1 0 0,-1 1 0 0 0,0 0 0 0 0,0 0 0 0 0,0 0 0 0 0,-1 0 0 0 0,0 1 1 0 0,0 0-1 0 0,5 12 0 0 0,-8-15 55 0 0,0 0 0 0 0,-1 0 0 0 0,1 0 0 0 0,0 0 0 0 0,-1 1 0 0 0,0-1 0 0 0,0 0 1 0 0,-1 0-1 0 0,1 0 0 0 0,-1 0 0 0 0,1 0 0 0 0,-2 0 0 0 0,1 0 0 0 0,0 0 0 0 0,-1 0 0 0 0,1 0 0 0 0,-1-1 0 0 0,0 1 0 0 0,0 0 1 0 0,-1-1-1 0 0,1 0 0 0 0,-1 1 0 0 0,1-1 0 0 0,-4 3 0 0 0,-3 3 31 0 0,-1 0 1 0 0,0-1-1 0 0,0 0 0 0 0,0-1 1 0 0,-1 0-1 0 0,-18 9 1 0 0,15-10-165 0 0,-1 0-1 0 0,0-1 1 0 0,-1 0 0 0 0,1-2 0 0 0,-1 0 0 0 0,0 0 0 0 0,0-1 0 0 0,0-1 0 0 0,0-1 0 0 0,0-1 0 0 0,0 0 0 0 0,0 0 0 0 0,0-2 0 0 0,0 0 0 0 0,1-1 0 0 0,-19-7 0 0 0,31 10-212 0 0,1 0 0 0 0,0 0-1 0 0,0 0 1 0 0,-1 0 0 0 0,1-1 0 0 0,0 1 0 0 0,0-1 0 0 0,0 1 0 0 0,1-1 0 0 0,-1 0-1 0 0,0 0 1 0 0,0 0 0 0 0,1 0 0 0 0,0 0 0 0 0,-1 0 0 0 0,1 0 0 0 0,-2-5 0 0 0,2 4-350 0 0,1 1 1 0 0,-1-1 0 0 0,1 1 0 0 0,0-1 0 0 0,-1 0 0 0 0,1 1 0 0 0,0-1 0 0 0,1 0 0 0 0,-1 1 0 0 0,0-1 0 0 0,1 0 0 0 0,0 1 0 0 0,-1-1-1 0 0,1 1 1 0 0,0-1 0 0 0,3-3 0 0 0,6-13-6609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2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22 584 0 0,'18'-22'11688'0'0,"-26"26"-11013"0"0,3-1-429 0 0,1 0 0 0 0,0 1 1 0 0,0 0-1 0 0,1 0 1 0 0,-1 0-1 0 0,1 0 1 0 0,-5 9-1 0 0,-19 38 573 0 0,19-35-567 0 0,-2 5-100 0 0,1 0 0 0 0,1 1 0 0 0,1 0 0 0 0,1 0-1 0 0,1 0 1 0 0,1 1 0 0 0,1 0 0 0 0,0 26-1 0 0,2-37-84 0 0,1-1 0 0 0,1 0 0 0 0,0 1 0 0 0,1-1 0 0 0,0 0 0 0 0,0 0-1 0 0,1 0 1 0 0,1 0 0 0 0,0 0 0 0 0,0-1 0 0 0,1 0 0 0 0,0 0 0 0 0,1 0-1 0 0,0 0 1 0 0,1-1 0 0 0,0 0 0 0 0,0 0 0 0 0,13 11 0 0 0,-17-18 36 0 0,-1 1 0 0 0,1-1 1 0 0,0 0-1 0 0,0 0 1 0 0,0 0-1 0 0,0 0 0 0 0,0 0 1 0 0,1-1-1 0 0,-1 0 1 0 0,0 0-1 0 0,1 0 0 0 0,-1 0 1 0 0,1 0-1 0 0,0 0 0 0 0,-1-1 1 0 0,1 0-1 0 0,3 0 1 0 0,-6 0-81 0 0,0 0 0 0 0,0-1 1 0 0,0 1-1 0 0,0 0 1 0 0,0-1-1 0 0,0 1 0 0 0,0-1 1 0 0,0 0-1 0 0,0 1 1 0 0,0-1-1 0 0,0 0 0 0 0,0 1 1 0 0,-1-1-1 0 0,1 0 1 0 0,0 0-1 0 0,0 0 0 0 0,-1 0 1 0 0,1 0-1 0 0,-1 0 1 0 0,1 1-1 0 0,-1-2 0 0 0,1 0 1 0 0,4-21 163 0 0,-5 18-179 0 0,-1 0 1 0 0,1 1-1 0 0,-1-1 1 0 0,-1 0-1 0 0,1 1 1 0 0,-1-1-1 0 0,1 1 1 0 0,-1-1-1 0 0,0 1 1 0 0,-1 0-1 0 0,1 0 1 0 0,-1 0-1 0 0,0 0 1 0 0,0 0-1 0 0,0 1 1 0 0,-1-1-1 0 0,1 1 0 0 0,-1 0 1 0 0,0 0-1 0 0,1 0 1 0 0,-1 0-1 0 0,-1 1 1 0 0,1 0-1 0 0,-6-3 1 0 0,-4-1-17 0 0,-1 0 0 0 0,0 1 0 0 0,0 0-1 0 0,0 1 1 0 0,-32-3 0 0 0,39 6-316 0 0,0 0-1 0 0,-1 1 0 0 0,1 0 1 0 0,0 1-1 0 0,-10 1 0 0 0,14-1-310 0 0,0 0 0 0 0,0 0-1 0 0,0 1 1 0 0,0 0 0 0 0,0 0-1 0 0,-4 2 1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3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491 84 640 0 0,'22'-26'5593'0'0,"-11"13"-1033"0"0,-1 0 0 0 0,23-19 1154 0 0,-32 32-5663 0 0,0 1 1 0 0,0-1-1 0 0,0 0 0 0 0,0 1 0 0 0,0-1 1 0 0,0 1-1 0 0,-1-1 0 0 0,1 1 0 0 0,0-1 0 0 0,0 1 1 0 0,0 0-1 0 0,-1-1 0 0 0,1 1 0 0 0,0 0 0 0 0,-1-1 1 0 0,1 1-1 0 0,0 0 0 0 0,-1 0 0 0 0,1 0 0 0 0,-1 0 1 0 0,1 0-1 0 0,-1 0 0 0 0,0 0 0 0 0,1 0 0 0 0,-1 0 1 0 0,0 0-1 0 0,0 0 0 0 0,0 0 0 0 0,0 1 1 0 0,4 38 849 0 0,-4-29-696 0 0,3 85 912 0 0,-19 191 1 0 0,10-219-1051 0 0,2-32-470 0 0,-2 27-1725 0 0,10-66 1749 0 0,-4 3 371 0 0,1 0 0 0 0,-1 0-1 0 0,0 0 1 0 0,0 0 0 0 0,1-1-1 0 0,-1 1 1 0 0,0 0 0 0 0,1 0-1 0 0,-1 0 1 0 0,0 0-1 0 0,0 0 1 0 0,1 0 0 0 0,-1-1-1 0 0,0 1 1 0 0,0 0 0 0 0,1 0-1 0 0,-1 0 1 0 0,0 0 0 0 0,0-1-1 0 0,0 1 1 0 0,1 0-1 0 0,-1 0 1 0 0,0-1 0 0 0,0 1-1 0 0,0 0 1 0 0,0 0 0 0 0,0-1-1 0 0,0 1 1 0 0,1 0 0 0 0,-1-1-1 0 0,0 1 1 0 0,0 0-1 0 0,0-1 1 0 0,1-7-59 0 0,-1 1 0 0 0,1-1 0 0 0,-2 0 0 0 0,1 0 0 0 0,-1 1 1 0 0,0-1-1 0 0,0 0 0 0 0,-1 1 0 0 0,-5-15 0 0 0,5 18 63 0 0,0 0 0 0 0,0 0 0 0 0,-1 0 1 0 0,1 1-1 0 0,-1-1 0 0 0,0 1 0 0 0,0-1 1 0 0,0 1-1 0 0,0 0 0 0 0,-1 0 0 0 0,1 1 1 0 0,-1-1-1 0 0,0 1 0 0 0,0-1 0 0 0,0 1 0 0 0,0 1 1 0 0,0-1-1 0 0,0 0 0 0 0,-8-1 0 0 0,0 1 5 0 0,-1 0-1 0 0,1 1 1 0 0,-1 0 0 0 0,0 1-1 0 0,0 1 1 0 0,1 0-1 0 0,-1 1 1 0 0,0 0-1 0 0,-12 4 1 0 0,-12 5-9 0 0,-59 26 0 0 0,-28 24-3215 0 0,47-11-7318 0 0,63-40 4646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3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55 2048 0 0,'-86'12'14743'0'0,"83"-12"-14021"0"0,-7 1 1938 0 0,54-13-2976 0 0,0 3 0 0 0,72-7 0 0 0,8-2-5856 0 0,-87 11 1864 0 0,0 1-2033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3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38 101 1904 0 0,'-15'-14'8110'0'0,"-5"-9"-4055"0"0,20 23-3967 0 0,0-1 1 0 0,-1 0 0 0 0,1 0 0 0 0,0 0 0 0 0,-1 1-1 0 0,1-1 1 0 0,0 0 0 0 0,0 0 0 0 0,0 0 0 0 0,0 0-1 0 0,0 0 1 0 0,0 0 0 0 0,0 1 0 0 0,0-1 0 0 0,0 0-1 0 0,0 0 1 0 0,0 0 0 0 0,0 0 0 0 0,1 0 0 0 0,-1 1-1 0 0,0-1 1 0 0,1 0 0 0 0,-1 0 0 0 0,1 0 0 0 0,-1 1-1 0 0,1-1 1 0 0,-1 0 0 0 0,1 1 0 0 0,-1-1 0 0 0,1 0-1 0 0,0 1 1 0 0,-1-1 0 0 0,1 1 0 0 0,0-1 0 0 0,0 1-1 0 0,-1-1 1 0 0,1 1 0 0 0,0-1 0 0 0,1 1 0 0 0,32-17 384 0 0,-16 13-415 0 0,-1-1-1 0 0,0 2 1 0 0,1 1 0 0 0,0 0 0 0 0,0 1 0 0 0,-1 0 0 0 0,1 2 0 0 0,0 0 0 0 0,0 1-1 0 0,-1 1 1 0 0,1 1 0 0 0,-1 0 0 0 0,0 1 0 0 0,18 9 0 0 0,-32-14-47 0 0,-1 2 0 0 0,1-1 0 0 0,-1 0 0 0 0,0 0 0 0 0,1 1 0 0 0,-1-1 0 0 0,0 1 0 0 0,0 0 0 0 0,0 0 0 0 0,0-1 0 0 0,0 1 0 0 0,-1 1 0 0 0,1-1 0 0 0,0 0 0 0 0,-1 0 0 0 0,0 1 0 0 0,1-1 0 0 0,0 4 0 0 0,-1-3 1 0 0,-1-1 1 0 0,0 1 0 0 0,0-1-1 0 0,0 0 1 0 0,0 1-1 0 0,0-1 1 0 0,0 1 0 0 0,-1-1-1 0 0,1 0 1 0 0,-1 1 0 0 0,0-1-1 0 0,0 0 1 0 0,0 1-1 0 0,0-1 1 0 0,0 0 0 0 0,-2 3-1 0 0,-3 3 14 0 0,0 0 0 0 0,-1-1 0 0 0,1 0-1 0 0,-1 0 1 0 0,-1-1 0 0 0,1 0 0 0 0,-1 0-1 0 0,-16 8 1 0 0,17-10-20 0 0,-19 9 97 0 0,-45 18-1 0 0,68-30-92 0 0,2-1-10 0 0,1 0 0 0 0,0 0 1 0 0,0 0-1 0 0,0 0 0 0 0,0 1 1 0 0,0-1-1 0 0,-1 0 0 0 0,1 0 1 0 0,0 0-1 0 0,0 0 0 0 0,0 0 0 0 0,0 0 1 0 0,0 0-1 0 0,0 0 0 0 0,-1 0 1 0 0,1 1-1 0 0,0-1 0 0 0,0 0 1 0 0,0 0-1 0 0,0 0 0 0 0,0 0 1 0 0,0 0-1 0 0,0 1 0 0 0,0-1 0 0 0,0 0 1 0 0,0 0-1 0 0,0 0 0 0 0,0 0 1 0 0,0 0-1 0 0,0 1 0 0 0,0-1 1 0 0,0 0-1 0 0,0 0 0 0 0,0 0 0 0 0,0 0 1 0 0,0 1-1 0 0,0-1 0 0 0,0 0 1 0 0,0 0-1 0 0,0 0 0 0 0,0 0 1 0 0,0 1-1 0 0,7 3-3 0 0,7-1-3 0 0,13 2-1 0 0,1 1 1 0 0,-1 1-1 0 0,51 22 0 0 0,-62-21 131 0 0,0 0 0 0 0,0 1 0 0 0,-1 1-1 0 0,0 0 1 0 0,-1 1 0 0 0,0 0 0 0 0,15 18-1 0 0,-27-27-8 0 0,1 1 0 0 0,-1-1 0 0 0,0 1 0 0 0,0-1 0 0 0,-1 1 0 0 0,1 0 0 0 0,0-1 0 0 0,-1 1 0 0 0,0 0 0 0 0,0 0 0 0 0,0 0 0 0 0,0 0 0 0 0,0 0 0 0 0,0 1 0 0 0,-1-1 0 0 0,0 0 0 0 0,1 0 0 0 0,-2 6 0 0 0,1-5 0 0 0,-1 0 1 0 0,-1-1-1 0 0,1 1 1 0 0,0-1-1 0 0,-1 1 1 0 0,0-1-1 0 0,0 0 1 0 0,0 0-1 0 0,0 0 1 0 0,0 0-1 0 0,-1 0 1 0 0,1 0-1 0 0,-6 4 1 0 0,-2 1 44 0 0,-1 0-1 0 0,-1-1 1 0 0,1 0 0 0 0,-1 0-1 0 0,0-2 1 0 0,0 1 0 0 0,-25 6-1 0 0,17-8-40 0 0,0 1-1 0 0,0-2 1 0 0,-39 1-1 0 0,48-4-242 0 0,1 0 0 0 0,0-1 0 0 0,0 0-1 0 0,0-1 1 0 0,0 0 0 0 0,0 0-1 0 0,0-1 1 0 0,1-1 0 0 0,-17-7 0 0 0,24 10-54 0 0,1 1 0 0 0,0-1 0 0 0,0 0 0 0 0,-1 1-1 0 0,1-1 1 0 0,0 0 0 0 0,0 0 0 0 0,0 0 0 0 0,0 0 0 0 0,0 0 0 0 0,0 0 0 0 0,1 0 0 0 0,-1 0 0 0 0,0 0 0 0 0,0-1 0 0 0,1 1 0 0 0,-1 0 0 0 0,1 0 0 0 0,-1-1 0 0 0,1 1 0 0 0,0 0 0 0 0,-1-1 0 0 0,1 1 0 0 0,0 0 0 0 0,0-1 0 0 0,0 1 0 0 0,0 0 0 0 0,0-1 0 0 0,0 1 0 0 0,0-1 0 0 0,0 1 0 0 0,1 0 0 0 0,-1-1-1 0 0,1 1 1 0 0,-1 0 0 0 0,1 0 0 0 0,0-3 0 0 0,3-2-1363 0 0,0 0-1 0 0,1 0 0 0 0,0 0 0 0 0,-1 1 0 0 0,12-10 1 0 0,6-4-5155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4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40 2156 0 0,'-8'-31'12652'0'0,"8"31"-12607"0"0,0-1 0 0 0,0 0 0 0 0,1 1 0 0 0,-1-1 0 0 0,0 1 0 0 0,1-1 1 0 0,-1 1-1 0 0,1 0 0 0 0,-1-1 0 0 0,0 1 0 0 0,1-1 0 0 0,-1 1 0 0 0,1 0 0 0 0,-1-1 0 0 0,1 1 0 0 0,-1 0 0 0 0,1-1 0 0 0,0 1 1 0 0,-1 0-1 0 0,1 0 0 0 0,-1 0 0 0 0,1-1 0 0 0,0 1 0 0 0,-1 0 0 0 0,1 0 0 0 0,1 0 0 0 0,26 1 447 0 0,26 12-89 0 0,-40-8-294 0 0,0 0 1 0 0,-1 1-1 0 0,1 0 1 0 0,-1 1-1 0 0,-1 1 1 0 0,16 11 0 0 0,-25-16-49 0 0,0-1 0 0 0,0 1 1 0 0,0 0-1 0 0,0 1 1 0 0,0-1-1 0 0,-1 0 0 0 0,1 1 1 0 0,-1-1-1 0 0,0 1 0 0 0,0 0 1 0 0,-1 0-1 0 0,1 0 1 0 0,-1 0-1 0 0,1 0 0 0 0,-1 0 1 0 0,-1 0-1 0 0,1 0 0 0 0,0 0 1 0 0,-1 1-1 0 0,0-1 1 0 0,0 0-1 0 0,0 0 0 0 0,-1 0 1 0 0,1 1-1 0 0,-1-1 0 0 0,-2 5 1 0 0,-1 2 80 0 0,0 0 0 0 0,-1-1 0 0 0,0 0 0 0 0,0 0 0 0 0,-1 0 0 0 0,-1-1 0 0 0,0 1 0 0 0,0-2 0 0 0,-9 10 0 0 0,-13 9 598 0 0,-41 30 0 0 0,37-30-167 0 0,-65 49 996 0 0,98-76-1564 0 0,0 0 0 0 0,-1 0 0 0 0,1 1 0 0 0,0-1 0 0 0,0 0 0 0 0,0 0 0 0 0,-1 0 0 0 0,1 0 1 0 0,0 1-1 0 0,0-1 0 0 0,0 0 0 0 0,-1 0 0 0 0,1 0 0 0 0,0 1 0 0 0,0-1 0 0 0,0 0 0 0 0,0 0 1 0 0,0 1-1 0 0,0-1 0 0 0,0 0 0 0 0,0 1 0 0 0,-1-1 0 0 0,1 0 0 0 0,0 0 0 0 0,0 1 0 0 0,0-1 1 0 0,0 0-1 0 0,0 0 0 0 0,0 1 0 0 0,1-1 0 0 0,-1 0 0 0 0,0 1 0 0 0,0-1 0 0 0,0 0 0 0 0,0 0 1 0 0,0 1-1 0 0,0-1 0 0 0,0 0 0 0 0,0 0 0 0 0,1 0 0 0 0,-1 1 0 0 0,0-1 0 0 0,0 0 0 0 0,0 0 0 0 0,1 1 1 0 0,-1-1-1 0 0,0 0 0 0 0,0 0 0 0 0,0 0 0 0 0,1 0 0 0 0,11 5 46 0 0,-12-5-50 0 0,14 3 26 0 0,0-2-1 0 0,0 1 0 0 0,0-2 1 0 0,0 0-1 0 0,27-4 0 0 0,-5 1 1 0 0,477-41-3418 0 0,-176 3-7818 0 0,-260 32 3330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4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35 2076 0 0,'-32'-7'7252'0'0,"26"5"-5680"0"0,1 1 1 0 0,-1-1-1 0 0,0 2 0 0 0,-8-2 1 0 0,45-2 328 0 0,-6 0-1655 0 0,294-8 336 0 0,-249 12-4539 0 0,0 0-3925 0 0,-52 0 2206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6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 1488 0 0,'-14'5'1397'0'0,"-12"6"2581"0"0,0 1 1 0 0,-29 17-1 0 0,54-28-3250 0 0,1 0-663 0 0,0 0-1 0 0,0-1 1 0 0,0 1-1 0 0,0-1 1 0 0,0 1-1 0 0,1 0 1 0 0,-1-1 0 0 0,0 1-1 0 0,0-1 1 0 0,1 1-1 0 0,-1 0 1 0 0,0-1-1 0 0,1 1 1 0 0,-1-1 0 0 0,1 1-1 0 0,-1-1 1 0 0,0 0-1 0 0,1 1 1 0 0,-1-1-1 0 0,1 1 1 0 0,0-1-1 0 0,-1 0 1 0 0,1 1 0 0 0,-1-1-1 0 0,1 0 1 0 0,-1 0-1 0 0,1 1 1 0 0,0-1-1 0 0,0 0 1 0 0,22 3 29 0 0,-16-3 144 0 0,47 3-152 0 0,0-2 0 0 0,1-3 1 0 0,57-10-1 0 0,25-11-2882 0 0,-1-6-3746 0 0,-73 14 122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6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1452 182 2308 0 0,'-1'-2'1800'0'0,"-18"-48"8309"0"0,18 49-9359 0 0,0-2-375 0 0,1 2-359 0 0,0 1 0 0 0,0 0 0 0 0,0 0 1 0 0,0 0-1 0 0,0-1 0 0 0,0 1 0 0 0,0 0 0 0 0,0 0 0 0 0,0 0 0 0 0,0 0 0 0 0,0-1 0 0 0,0 1 0 0 0,0 0 0 0 0,0 0 0 0 0,0 0 0 0 0,-1 0 1 0 0,1-1-1 0 0,0 1 0 0 0,0 0 0 0 0,0 0 0 0 0,0 0 0 0 0,0 0 0 0 0,0 0 0 0 0,0-1 0 0 0,-1 1 0 0 0,1 0 0 0 0,0 0 0 0 0,0 0 1 0 0,0 0-1 0 0,0 0 0 0 0,-1 0 0 0 0,1 0 0 0 0,0 0 0 0 0,0 0 0 0 0,0-1 0 0 0,0 1 0 0 0,-1 0 0 0 0,1 0 0 0 0,0 0 0 0 0,-1 0 0 0 0,-3 1 5 0 0,0 0 0 0 0,0 1 0 0 0,0-1-1 0 0,0 1 1 0 0,0 0 0 0 0,1 0 0 0 0,-1 0-1 0 0,0 0 1 0 0,-6 6 0 0 0,-33 32 87 0 0,25-22-37 0 0,-17 14 23 0 0,-67 67 96 0 0,87-83-156 0 0,1 1-1 0 0,0 1 1 0 0,2 0-1 0 0,-15 27 1 0 0,25-42-31 0 0,-7 16 41 0 0,-14 37-1 0 0,21-50-6 0 0,0 1 0 0 0,1 0 0 0 0,-1-1 0 0 0,1 1 0 0 0,1 0 0 0 0,0 0 0 0 0,0 0 0 0 0,0-1 0 0 0,2 14 0 0 0,-1-17 25 0 0,0 0 0 0 0,0-1 0 0 0,0 1 0 0 0,0 0 0 0 0,0-1 0 0 0,0 1 0 0 0,1-1 0 0 0,-1 1 0 0 0,1-1 0 0 0,0 0 0 0 0,0 1 1 0 0,0-1-1 0 0,0 0 0 0 0,0 0 0 0 0,0 0 0 0 0,3 1 0 0 0,0 0 50 0 0,-1-1-1 0 0,1 1 1 0 0,0-1 0 0 0,-1-1-1 0 0,1 1 1 0 0,0 0 0 0 0,0-1 0 0 0,8 1-1 0 0,-2-1 83 0 0,-1-1 0 0 0,0 0 0 0 0,0 0 0 0 0,0-1 0 0 0,0 0 0 0 0,0-1 0 0 0,0 0 0 0 0,17-6 0 0 0,-7-1 3 0 0,0-1 0 0 0,0-1 0 0 0,-1-1 0 0 0,0 0 0 0 0,-1-2 0 0 0,-1 0 0 0 0,0 0 0 0 0,23-28 0 0 0,-29 29-107 0 0,0-1 0 0 0,0 0 0 0 0,-2-1 0 0 0,0-1 0 0 0,0 1 0 0 0,-1-1 0 0 0,-1-1 0 0 0,-1 1-1 0 0,-1-1 1 0 0,0 0 0 0 0,3-24 0 0 0,-7 31-70 0 0,0 0 0 0 0,-1-1 0 0 0,-1 1 0 0 0,0-1 0 0 0,0 1-1 0 0,-1-1 1 0 0,0 1 0 0 0,-1 0 0 0 0,0 0 0 0 0,-1 0 0 0 0,0 1 0 0 0,0-1 0 0 0,-1 1-1 0 0,0 0 1 0 0,-1 0 0 0 0,0 0 0 0 0,0 1 0 0 0,-1 0 0 0 0,0 0 0 0 0,-1 1-1 0 0,-12-11 1 0 0,7 8-318 0 0,0 1-1 0 0,-1 0 0 0 0,0 1 1 0 0,0 0-1 0 0,-28-10 0 0 0,28 13-514 0 0,-1 0 0 0 0,0 1 0 0 0,0 1 0 0 0,0 1-1 0 0,0 0 1 0 0,-16 0 0 0 0,-46 6-6616 0 0,31-1 351 0 0</inkml:trace>
  <inkml:trace contextRef="#ctx0" brushRef="#br0" timeOffset="1">28 1572 1564 0 0,'-11'-5'2764'0'0,"6"-4"-1191"0"0,-2 2-1093 0 0,2-5-3061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8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762 27 452 0 0,'-2'-10'7351'0'0,"2"9"-7113"0"0,0 0-1 0 0,0 0 1 0 0,0 0 0 0 0,0 1 0 0 0,0-1-1 0 0,0 0 1 0 0,-1 0 0 0 0,1 1 0 0 0,0-1 0 0 0,0 0-1 0 0,0 0 1 0 0,-1 1 0 0 0,1-1 0 0 0,-1 0 0 0 0,1 1-1 0 0,0-1 1 0 0,-1 0 0 0 0,1 1 0 0 0,-1-1 0 0 0,0 0-1 0 0,0 1-120 0 0,0 0 0 0 0,1 0-1 0 0,-1 1 1 0 0,1-1-1 0 0,0 0 1 0 0,-1 1-1 0 0,1-1 1 0 0,-1 0 0 0 0,1 1-1 0 0,-1-1 1 0 0,1 1-1 0 0,0-1 1 0 0,-1 1 0 0 0,1-1-1 0 0,0 1 1 0 0,-1-1-1 0 0,1 1 1 0 0,0-1 0 0 0,0 1-1 0 0,-1 0 1 0 0,-12 40 1092 0 0,12-39-1121 0 0,-35 128 869 0 0,5 0 0 0 0,-17 179 0 0 0,41-260-633 0 0,7-47-249 0 0,1-35-59 0 0,3-15-45 0 0,1-29-26 0 0,-5 62 53 0 0,0 11 2 0 0,0 0-1 0 0,-1 0 0 0 0,1 0 0 0 0,-1 0 0 0 0,0 1 0 0 0,0-1 1 0 0,0 0-1 0 0,-4-7 0 0 0,4 10 0 0 0,1 0 0 0 0,-1 0 0 0 0,0 0 0 0 0,0 0 1 0 0,0 0-1 0 0,0 0 0 0 0,0 0 0 0 0,0 0 0 0 0,0 0 0 0 0,0 0 0 0 0,0 1 0 0 0,0-1 1 0 0,-1 0-1 0 0,1 1 0 0 0,0-1 0 0 0,0 1 0 0 0,-3-1 0 0 0,0 1-1 0 0,-1-1-1 0 0,1 2 0 0 0,-1-1 1 0 0,1 0-1 0 0,-1 1 1 0 0,1 0-1 0 0,0 0 1 0 0,-1 0-1 0 0,1 1 1 0 0,-6 2-1 0 0,0 0 2 0 0,-58 23 24 0 0,-121 70 1 0 0,112-55-14 0 0,28-16-40 0 0,-90 51-895 0 0,138-77 440 0 0,10 0-3406 0 0,-3-1 2800 0 0,-1 1-1 0 0,1-2 0 0 0,-1 1 0 0 0,1 0 1 0 0,6-4-1 0 0,7-2-4370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8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27 380 0 0,'0'0'14478'0'0,"14"-3"-9450"0"0,234-13-4550 0 0,-246 16-459 0 0,1 0-9 0 0,-1 0-219 0 0,33-5 246 0 0,-20 2-4141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8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74 356 0 0,'0'-12'6698'0'0,"5"-13"199"0"0,-4 22-6565 0 0,0 1 1 0 0,0 0-1 0 0,0 0 0 0 0,0 0 0 0 0,1 0 0 0 0,-1 0 1 0 0,1 1-1 0 0,2-3 0 0 0,-2 2-229 0 0,1 0 0 0 0,-1 0 0 0 0,1 0 0 0 0,0 1 0 0 0,-1 0 0 0 0,1-1 0 0 0,0 1 0 0 0,0 0 0 0 0,0 0 0 0 0,0 1 0 0 0,0-1 0 0 0,0 1 0 0 0,0-1 0 0 0,1 1 0 0 0,-1 0 0 0 0,5 1 0 0 0,3 0-38 0 0,0 0 0 0 0,-1 1-1 0 0,1 0 1 0 0,-1 0 0 0 0,1 2 0 0 0,-1-1 0 0 0,0 1 0 0 0,0 1 0 0 0,17 10 0 0 0,-22-12-37 0 0,0 1 0 0 0,-1-1 0 0 0,0 1 0 0 0,1 0 0 0 0,-1 0 0 0 0,-1 1-1 0 0,1-1 1 0 0,-1 1 0 0 0,0 0 0 0 0,0-1 0 0 0,0 2 0 0 0,0-1 0 0 0,-1 0 0 0 0,0 0 0 0 0,0 1 0 0 0,-1-1 0 0 0,1 1 0 0 0,-1 0 0 0 0,0-1 0 0 0,-1 1 0 0 0,1 6 0 0 0,-2 3 113 0 0,-1 0 1 0 0,0 0-1 0 0,-1 0 1 0 0,0 0-1 0 0,-1-1 1 0 0,-1 1 0 0 0,0-1-1 0 0,-1 0 1 0 0,-1-1-1 0 0,-12 20 1 0 0,-11 12 1213 0 0,-56 64-1 0 0,54-71-136 0 0,1 1-98 0 0,29-38-1032 0 0,3 0-81 0 0,-1-1 0 0 0,1 1 1 0 0,-1-1-1 0 0,1 0 0 0 0,-1 1 0 0 0,1-1 1 0 0,-1 0-1 0 0,1 1 0 0 0,-1-1 0 0 0,1 0 0 0 0,0 0 1 0 0,-1 1-1 0 0,1-1 0 0 0,-1 0 0 0 0,1 0 1 0 0,0 0-1 0 0,-1 0 0 0 0,1 0 0 0 0,-1 0 1 0 0,1 0-1 0 0,0 0 0 0 0,-1 0 0 0 0,1 0 1 0 0,0 0-1 0 0,16-1 28 0 0,-17 1-34 0 0,165-22 203 0 0,-22 3-1381 0 0,-106 16-310 0 0,14-2-2589 0 0,-20-1-5256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9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94 1220 0 0,'-2'-9'1737'0'0,"1"4"-593"0"0,-1-1 1 0 0,1 0-1 0 0,0 0 0 0 0,0 0 0 0 0,0-1 0 0 0,1 1 1 0 0,0 0-1 0 0,0 0 0 0 0,1 0 0 0 0,2-9 0 0 0,-3 14-1059 0 0,1 0-1 0 0,-1 1 0 0 0,1-1 0 0 0,0 0 0 0 0,-1 1 1 0 0,1-1-1 0 0,0 1 0 0 0,0-1 0 0 0,-1 1 0 0 0,1-1 1 0 0,0 1-1 0 0,0-1 0 0 0,0 1 0 0 0,0 0 0 0 0,0-1 0 0 0,0 1 1 0 0,-1 0-1 0 0,1 0 0 0 0,0 0 0 0 0,0 0 0 0 0,0 0 1 0 0,0 0-1 0 0,0 0 0 0 0,0 0 0 0 0,0 0 0 0 0,0 0 1 0 0,1 1-1 0 0,26 6 811 0 0,-17-1-682 0 0,0 0 0 0 0,-1 1 0 0 0,0 0 0 0 0,0 1 0 0 0,0 0 0 0 0,-1 1 0 0 0,0 0 0 0 0,-1 0 0 0 0,0 0 0 0 0,-1 2 0 0 0,9 12 0 0 0,1 7 56 0 0,-1 1-1 0 0,22 58 1 0 0,-23-46-154 0 0,-3 0 0 0 0,-2 1 0 0 0,-1 0 0 0 0,-3 0 0 0 0,-1 1 0 0 0,-2 0 0 0 0,-3 0-1 0 0,-7 71 1 0 0,1-67-128 0 0,-3 0 0 0 0,-1-1 0 0 0,-3 0 0 0 0,-1-1 0 0 0,-3-1 0 0 0,-2 0 0 0 0,-40 71 0 0 0,42-90-611 0 0,-1 0 0 0 0,-1-1 0 0 0,-1-1 0 0 0,-2-1-1 0 0,-44 39 1 0 0,46-46-1246 0 0,-2-2 0 0 0,0 0 0 0 0,0-1 0 0 0,-35 14 0 0 0,-1-5-5719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09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850 52 616 0 0,'48'-52'13559'0'0,"-51"54"-13051"0"0,-9 4-184 0 0,1 1 1 0 0,0 0-1 0 0,0 0 1 0 0,1 1-1 0 0,-14 15 1 0 0,-48 55 505 0 0,52-56-621 0 0,-205 274 949 0 0,28 23-581 0 0,137-213-279 0 0,-52 135 1 0 0,81-161-54 0 0,3 1 0 0 0,-25 128 0 0 0,47-174-192 0 0,1-1 0 0 0,1 1 0 0 0,2 0 1 0 0,2 0-1 0 0,1 0 0 0 0,10 57 0 0 0,-8-74-46 0 0,1 0 0 0 0,1 0 0 0 0,1-1 0 0 0,1 0 1 0 0,0 0-1 0 0,1 0 0 0 0,1-1 0 0 0,1 0 0 0 0,0-1 0 0 0,1 0 0 0 0,0-1 0 0 0,1 0 0 0 0,1-1 1 0 0,18 16-1 0 0,-11-14-235 0 0,1-1 1 0 0,0-1-1 0 0,1-1 1 0 0,1-1 0 0 0,0-1-1 0 0,0-1 1 0 0,1 0-1 0 0,32 6 1 0 0,-6-6-2098 0 0,0-1 0 0 0,0-3 0 0 0,62-1 0 0 0,-11-6-5139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0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87 188 0 0,'4'-23'5398'0'0,"2"-27"1148"0"0,-6 49-5861 0 0,1-7 84 0 0,-1 8-727 0 0,0 0 1 0 0,0 0 0 0 0,0 0 0 0 0,0 0 0 0 0,0 0 0 0 0,0 0-1 0 0,0-1 1 0 0,0 1 0 0 0,0 0 0 0 0,0 0 0 0 0,0 0 0 0 0,0 0 0 0 0,0-1-1 0 0,0 1 1 0 0,0 0 0 0 0,0 0 0 0 0,0 0 0 0 0,0 0 0 0 0,0 0-1 0 0,0-1 1 0 0,0 1 0 0 0,0 0 0 0 0,0 0 0 0 0,0 0 0 0 0,0 0 0 0 0,0 0-1 0 0,0 0 1 0 0,0-1 0 0 0,0 1 0 0 0,-1 0 0 0 0,1 0 0 0 0,0 0-1 0 0,0 0 1 0 0,0 0 0 0 0,0 0 0 0 0,0 0 0 0 0,0 0 0 0 0,-1 0-1 0 0,1 0 1 0 0,0-1 0 0 0,0 1 0 0 0,0 0 0 0 0,0 0 0 0 0,0 0 0 0 0,-1 0-1 0 0,1 0 1 0 0,0 0 0 0 0,0 0 0 0 0,0 0 0 0 0,0 0 0 0 0,-1 0-1 0 0,-2 3 24 0 0,-1-1 0 0 0,0 1 0 0 0,1 0 0 0 0,0 0 0 0 0,-1 0 0 0 0,1 1 0 0 0,1-1 0 0 0,-1 1 0 0 0,-4 7 0 0 0,-22 44 355 0 0,18-32-285 0 0,-13 24 111 0 0,-110 225 1084 0 0,105-204-1039 0 0,2 2 1 0 0,-18 76-1 0 0,35-104-216 0 0,1 1-1 0 0,3 0 1 0 0,-3 61-1 0 0,9-90-64 0 0,0 0 1 0 0,1 1-1 0 0,0-1 0 0 0,1 0 0 0 0,1 0 1 0 0,0 0-1 0 0,1 0 0 0 0,1-1 0 0 0,0 1 1 0 0,1-1-1 0 0,0 0 0 0 0,1-1 0 0 0,0 0 1 0 0,11 15-1 0 0,-11-21-164 0 0,-1 1 0 0 0,1-1-1 0 0,0 0 1 0 0,0 0 0 0 0,1-1 0 0 0,0 0 0 0 0,0-1 0 0 0,0 1 0 0 0,0-1-1 0 0,18 5 1 0 0,-11-5-1312 0 0,0 0 0 0 0,0-2 0 0 0,0 1 0 0 0,0-2 0 0 0,29 0 1 0 0,0-5-5614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0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662 150 92 0 0,'46'-148'20501'0'0,"-45"147"-20013"0"0,4 68 149 0 0,-11 237 351 0 0,1-195-783 0 0,2 46 359 0 0,2-145-404 0 0,-1-15-78 0 0,-2-16-75 0 0,3 12-17 0 0,0 0 1 0 0,0 1-1 0 0,-1-1 0 0 0,0 0 1 0 0,0 0-1 0 0,-1 1 0 0 0,-6-14 1 0 0,7 19 10 0 0,1 0-1 0 0,-1 0 1 0 0,0 0 0 0 0,0 0 0 0 0,0 1-1 0 0,0-1 1 0 0,-1 1 0 0 0,1-1 0 0 0,-1 1-1 0 0,1 0 1 0 0,-1 0 0 0 0,0 0 0 0 0,0 1-1 0 0,0-1 1 0 0,0 0 0 0 0,0 1 0 0 0,0 0-1 0 0,-1 0 1 0 0,1 0 0 0 0,0 0 0 0 0,-1 0-1 0 0,-5 0 1 0 0,-6 1-2 0 0,-1 1 0 0 0,1 1 0 0 0,0 0 0 0 0,0 0 0 0 0,0 2 0 0 0,0 0 0 0 0,-14 5 0 0 0,-99 49 49 0 0,99-44-21 0 0,-197 122 186 0 0,152-88-957 0 0,62-40 1126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1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28 115 776 0 0,'26'-66'12500'0'0,"-14"43"-9664"0"0,-10 20-2741 0 0,0 1-1 0 0,0 0 0 0 0,1 0 1 0 0,-1 1-1 0 0,0-1 0 0 0,1 0 1 0 0,-1 1-1 0 0,1 0 0 0 0,-1-1 1 0 0,1 1-1 0 0,0 0 0 0 0,0 0 1 0 0,-1 0-1 0 0,1 1 1 0 0,0-1-1 0 0,4 0 0 0 0,1 1-58 0 0,0-1 0 0 0,0 1 0 0 0,0 0 0 0 0,0 1-1 0 0,0 0 1 0 0,0 0 0 0 0,0 1 0 0 0,0 0 0 0 0,0 0 0 0 0,0 1-1 0 0,9 4 1 0 0,-14-6 16 0 0,0 1 0 0 0,0 0-1 0 0,0 0 1 0 0,0 0 0 0 0,0 0-1 0 0,0 1 1 0 0,-1-1 0 0 0,1 1-1 0 0,-1-1 1 0 0,1 1 0 0 0,-1 0-1 0 0,0 0 1 0 0,0 0 0 0 0,-1 0-1 0 0,1 0 1 0 0,-1 1 0 0 0,1-1-1 0 0,-1 0 1 0 0,0 1 0 0 0,0-1-1 0 0,0 1 1 0 0,-1-1 0 0 0,1 1-1 0 0,-1 0 1 0 0,0-1 0 0 0,0 1-1 0 0,0-1 1 0 0,-1 1 0 0 0,0 5-1 0 0,-2 2 192 0 0,0-1 0 0 0,-1 1-1 0 0,0 0 1 0 0,-1-1 0 0 0,0 0-1 0 0,0 0 1 0 0,-1 0 0 0 0,0-1-1 0 0,-11 13 1 0 0,-11 9 884 0 0,-37 33-1 0 0,45-46-605 0 0,-71 65 1754 0 0,89-81-2228 0 0,3-2-39 0 0,-1 1 0 0 0,1-1 0 0 0,-1 0 0 0 0,0 1 0 0 0,1-1-1 0 0,-1 0 1 0 0,1 1 0 0 0,-1-1 0 0 0,1 0 0 0 0,-1 1 0 0 0,1-1 0 0 0,-1 0 0 0 0,1 0-1 0 0,-1 0 1 0 0,1 0 0 0 0,-1 1 0 0 0,1-1 0 0 0,0 0 0 0 0,-1 0 0 0 0,1 0-1 0 0,-1 0 1 0 0,1 0 0 0 0,-1 0 0 0 0,1 0 0 0 0,0-1 0 0 0,228-43-462 0 0,-105 16-1211 0 0,60-4-3002 0 0,-60 15-6177 0 0,-96 13 3454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1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33 1556 0 0,'-169'2'17226'0'0,"137"0"-14627"0"0,29-2-2004 0 0,0 0-354 0 0,-6 1 667 0 0,13-1-432 0 0,22-2-187 0 0,-13 1-98 0 0,387-20 772 0 0,-340 18-647 0 0,-30 0-176 0 0,-27 2-153 0 0,0 1-114 0 0,7-7-573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2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45 712 0 0,'51'-44'25312'0'0,"-50"47"-25015"0"0,0 0 0 0 0,0 0 0 0 0,0 0 0 0 0,0 1 1 0 0,-1-1-1 0 0,1 0 0 0 0,-1 1 0 0 0,0-1 0 0 0,0 0 0 0 0,0 1 1 0 0,-1-1-1 0 0,1 0 0 0 0,-1 4 0 0 0,-11 47 1344 0 0,-30 103-1164 0 0,-21 74-12 0 0,51-186-465 0 0,4-15 0 0 0,-21 52 0 0 0,24-70 0 0 0,-6 2-2181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2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47 164 0 0,'20'-34'16232'0'0,"-26"53"-13606"0"0,-27 65 810 0 0,24-66-3159 0 0,1 1 0 0 0,0 0 1 0 0,2 0-1 0 0,0 0 0 0 0,1 1 1 0 0,1-1-1 0 0,-2 37 0 0 0,6-48-225 0 0,0 0-1 0 0,1 0 0 0 0,0 0 0 0 0,0-1 1 0 0,1 1-1 0 0,0 0 0 0 0,0 0 1 0 0,0-1-1 0 0,5 8 0 0 0,-5-11-19 0 0,0-1-1 0 0,0 0 1 0 0,0 0-1 0 0,1 1 0 0 0,0-1 1 0 0,-1-1-1 0 0,1 1 1 0 0,0 0-1 0 0,0-1 1 0 0,0 1-1 0 0,1-1 1 0 0,-1 0-1 0 0,1 0 1 0 0,-1 0-1 0 0,1-1 0 0 0,-1 1 1 0 0,1-1-1 0 0,0 0 1 0 0,0 0-1 0 0,5 0 1 0 0,4 1 14 0 0,0-2 1 0 0,0 0 0 0 0,0-1 0 0 0,0 0-1 0 0,0-1 1 0 0,0 0 0 0 0,-1-1 0 0 0,1-1-1 0 0,-1 0 1 0 0,0 0 0 0 0,0-1 0 0 0,0-1-1 0 0,-1 0 1 0 0,1 0 0 0 0,-2-2 0 0 0,20-15-1 0 0,-19 15-7 0 0,-1-1 1 0 0,-1 0-1 0 0,0-1 0 0 0,0 0 0 0 0,-1 0 0 0 0,0-1 0 0 0,-1 0 1 0 0,0-1-1 0 0,-1 1 0 0 0,0-1 0 0 0,-1 0 0 0 0,0-1 0 0 0,-1 1 0 0 0,0-1 1 0 0,-1 0-1 0 0,2-20 0 0 0,-5 26-6 0 0,0 1 0 0 0,-1 0 1 0 0,0-1-1 0 0,0 1 0 0 0,-1 0 0 0 0,1 0 1 0 0,-1 0-1 0 0,-1 0 0 0 0,1 0 0 0 0,-1 0 0 0 0,0 1 1 0 0,0-1-1 0 0,-1 1 0 0 0,1 0 0 0 0,-1 0 1 0 0,0 0-1 0 0,-1 0 0 0 0,1 1 0 0 0,-1 0 1 0 0,0 0-1 0 0,0 0 0 0 0,0 0 0 0 0,-10-4 1 0 0,9 5-244 0 0,-1-1 1 0 0,1 1-1 0 0,-1 0 0 0 0,0 1 1 0 0,0 0-1 0 0,0 0 1 0 0,0 0-1 0 0,0 1 1 0 0,0 0-1 0 0,0 1 0 0 0,0-1 1 0 0,-1 1-1 0 0,1 1 1 0 0,0-1-1 0 0,0 1 1 0 0,-1 1-1 0 0,1-1 1 0 0,0 1-1 0 0,0 0 0 0 0,-10 5 1 0 0,14-5-140 0 0,0 0 0 0 0,1 0 0 0 0,-1-1 0 0 0,1 1 1 0 0,-1 1-1 0 0,1-1 0 0 0,0 0 0 0 0,0 1 0 0 0,-3 3 0 0 0,-1 12-3168 0 0,6-17 2976 0 0,0 0-1 0 0,0 0 0 0 0,1 1 1 0 0,-1-1-1 0 0,5 11-4333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2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619 57 2976 0 0,'0'-3'2470'0'0,"5"-50"13246"0"0,-1 99-13840 0 0,-3 0 1 0 0,-4 49-1 0 0,-17 96-1141 0 0,5-60-304 0 0,8-12-979 0 0,11-123 443 0 0,-3 3 97 0 0,0 0 0 0 0,0 1 0 0 0,0-1 1 0 0,0 0-1 0 0,-1 0 0 0 0,1 0 0 0 0,0 0 0 0 0,0 0 0 0 0,-1 0 0 0 0,1 0 0 0 0,0 0 1 0 0,-1 0-1 0 0,1-2 0 0 0,1-3-21 0 0,22-94 60 0 0,-24 98-39 0 0,1 0 1 0 0,-1 0-1 0 0,0 0 0 0 0,1-1 1 0 0,-1 1-1 0 0,0 0 1 0 0,0 0-1 0 0,0 0 0 0 0,0 0 1 0 0,-1 0-1 0 0,1-1 0 0 0,-1 1 1 0 0,1 0-1 0 0,-1 0 1 0 0,0 0-1 0 0,0 0 0 0 0,1 0 1 0 0,-2 0-1 0 0,1 0 1 0 0,0 1-1 0 0,0-1 0 0 0,-2-1 1 0 0,1 1-4 0 0,-1 0 1 0 0,0 1 0 0 0,1 0-1 0 0,-1 0 1 0 0,0 0 0 0 0,0 0-1 0 0,0 0 1 0 0,0 0 0 0 0,0 1-1 0 0,0 0 1 0 0,0-1 0 0 0,0 1-1 0 0,0 0 1 0 0,0 0-1 0 0,-5 2 1 0 0,-19 1-26 0 0,1 1 1 0 0,-1 2-1 0 0,-34 12 1 0 0,-76 34 100 0 0,112-42-39 0 0,19-7-66 0 0,-126 57 112 0 0,118-53-828 0 0,1 1 0 0 0,0 1 0 0 0,0 0-1 0 0,1 0 1 0 0,0 1 0 0 0,1 1 0 0 0,-14 15 0 0 0,17-13-985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3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18 476 0 0,'-3'1'4368'0'0,"-4"-1"-3469"0"0,-20 3 7618 0 0,18-2-6105 0 0,0 2-86 0 0,29-1-1954 0 0,1-1 0 0 0,-1-1 0 0 0,1-1 0 0 0,24-3-1 0 0,23-1-98 0 0,70 0 9 0 0,132-1 163 0 0,-216 3-287 0 0,-51 3-372 0 0,6-4-867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3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27 1628 0 0,'-13'-8'6749'0'0,"-15"-5"3163"0"0,13 8-8024 0 0,13 5-1498 0 0,-7 16 2517 0 0,-25 157 1899 0 0,-21 75-3565 0 0,52-240-1701 0 0,-7 32 969 0 0,8-27-3996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4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65 1244 0 0,'32'-53'17948'0'0,"-31"52"-17674"0"0,0 0 1 0 0,-1 0-1 0 0,1 0 1 0 0,0 0-1 0 0,0 0 1 0 0,-1 0-1 0 0,1 0 1 0 0,0 1-1 0 0,0-1 1 0 0,0 0-1 0 0,0 1 1 0 0,2-2-1 0 0,-1 10 103 0 0,-1 0 0 0 0,0 0-1 0 0,-1 0 1 0 0,0 0 0 0 0,0 0 0 0 0,-2 12 0 0 0,-10 53 1150 0 0,9-60-1312 0 0,-100 369 1013 0 0,98-368-2401 0 0,-2 7-2156 0 0,6-5-3602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73 2320 0 0,'52'-73'19443'0'0,"-57"87"-18739"0"0,-83 107 904 0 0,31-39-1269 0 0,35-52-276 0 0,1 1-1 0 0,2 1 0 0 0,1 1 1 0 0,2 0-1 0 0,-21 63 0 0 0,35-89-34 0 0,0-1-1 0 0,0 1 0 0 0,1 0 1 0 0,0 0-1 0 0,0 0 0 0 0,1 0 1 0 0,0 0-1 0 0,0 0 0 0 0,1 0 1 0 0,0 0-1 0 0,2 8 0 0 0,-2-11-9 0 0,0-1-1 0 0,1 1 1 0 0,-1-1 0 0 0,1 0-1 0 0,0 1 1 0 0,0-1-1 0 0,0 0 1 0 0,1 0 0 0 0,-1 0-1 0 0,1 0 1 0 0,-1-1-1 0 0,1 1 1 0 0,0-1 0 0 0,0 0-1 0 0,0 0 1 0 0,1 0-1 0 0,-1 0 1 0 0,0 0 0 0 0,1 0-1 0 0,-1-1 1 0 0,1 0-1 0 0,3 1 1 0 0,5 1 9 0 0,0-1 1 0 0,0 0-1 0 0,0 0 1 0 0,0-2-1 0 0,1 0 1 0 0,-1 0-1 0 0,0-1 1 0 0,0 0-1 0 0,21-6 1 0 0,-23 5-16 0 0,0-1 1 0 0,-1 0 0 0 0,0-1-1 0 0,0 0 1 0 0,0 0 0 0 0,0-1-1 0 0,-1 0 1 0 0,1-1 0 0 0,-1 0-1 0 0,-1 0 1 0 0,1-1 0 0 0,8-10-1 0 0,-14 16-6 0 0,-1 0-1 0 0,0-1 1 0 0,1 0-1 0 0,-1 1 1 0 0,0-1-1 0 0,0 0 1 0 0,0 1-1 0 0,0-1 1 0 0,0 0-1 0 0,0 0 1 0 0,-1 0-1 0 0,1 0 1 0 0,-1 0-1 0 0,1 0 1 0 0,-1 0-1 0 0,0 0 1 0 0,0 0-1 0 0,0 0 1 0 0,0 0-1 0 0,0 0 1 0 0,0 0-1 0 0,0 0 1 0 0,-1 0-1 0 0,1 0 1 0 0,-1 0-1 0 0,1 0 1 0 0,-1 0-1 0 0,0 0 1 0 0,0 0-1 0 0,0 0 1 0 0,0 1-1 0 0,0-1 1 0 0,0 0-1 0 0,0 1 1 0 0,-1-1-1 0 0,1 1 1 0 0,-1-1-1 0 0,1 1 1 0 0,-1 0-1 0 0,0 0 1 0 0,1-1-1 0 0,-1 1 1 0 0,-2-1-1 0 0,-5-3-13 0 0,0 0 0 0 0,-1 1 0 0 0,1 0 1 0 0,-1 1-1 0 0,0-1 0 0 0,0 2 0 0 0,-14-3 0 0 0,-1 2-265 0 0,0 1 1 0 0,0 1-1 0 0,-1 1 0 0 0,1 1 1 0 0,0 1-1 0 0,-1 1 0 0 0,-30 9 1 0 0,25 4-3000 0 0,33-3-1645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5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80 2404 0 0,'-17'-42'8677'0'0,"4"5"-1159"0"0,21 55-6151 0 0,10 15-171 0 0,-3 1-1 0 0,0 0 1 0 0,-3 1-1 0 0,17 71 1 0 0,-22-76-1009 0 0,-3-1-1 0 0,0 1 1 0 0,-2 0 0 0 0,-1 0 0 0 0,-5 56 0 0 0,-2-43 10 0 0,-2 0 1 0 0,-2-1-1 0 0,-21 59 1 0 0,-12 3-967 0 0,-5-2 0 0 0,-74 116 0 0 0,60-105-3616 0 0,44-74 257 0 0,3 1-3407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5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6 420 0 0,'-3'0'4431'0'0,"-38"5"5170"0"0,31-1-7385 0 0,21-2-2048 0 0,1-2 0 0 0,-1 1 0 0 0,0-1 1 0 0,1-1-1 0 0,14-3 0 0 0,13 1-19 0 0,181-5-858 0 0,-147 7-2552 0 0,1 1-3741 0 0,-57 0 2552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5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7 476 0 0,'-70'18'5715'0'0,"-58"17"3921"0"0,125-35-8681 0 0,12 4-489 0 0,7-2-357 0 0,0-2 0 0 0,0 0 0 0 0,0-1 0 0 0,17-3 0 0 0,5-1-19 0 0,128-7-263 0 0,31-3-2247 0 0,0-5-5597 0 0,-135 11 3148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7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554 171 1508 0 0,'1'-38'6795'0'0,"0"23"-3987"0"0,0 1 0 0 0,-1-1 1 0 0,-3-20-1 0 0,3 33-2291 0 0,-1-22 1683 0 0,1 24-2193 0 0,0-1 1 0 0,0 1 0 0 0,0 0 0 0 0,0 0 0 0 0,-1-1-1 0 0,1 1 1 0 0,0 0 0 0 0,0-1 0 0 0,0 1-1 0 0,-1 0 1 0 0,1 0 0 0 0,0 0 0 0 0,0-1 0 0 0,-1 1-1 0 0,1 0 1 0 0,0 0 0 0 0,-1 0 0 0 0,1 0-1 0 0,0-1 1 0 0,0 1 0 0 0,-1 0 0 0 0,1 0 0 0 0,0 0-1 0 0,-1 0 1 0 0,1 0 0 0 0,0 0 0 0 0,-1 0-1 0 0,1 0 1 0 0,0 0 0 0 0,-1 0 0 0 0,1 0 0 0 0,0 0-1 0 0,-1 0 1 0 0,1 0 0 0 0,0 0 0 0 0,-1 0-1 0 0,1 0 1 0 0,0 1 0 0 0,0-1 0 0 0,-1 0 0 0 0,1 0-1 0 0,0 0 1 0 0,-1 0 0 0 0,1 1 0 0 0,0-1-1 0 0,0 0 1 0 0,-1 0 0 0 0,1 1 0 0 0,-24 16 45 0 0,6-5-3 0 0,-9 5-21 0 0,0 1 0 0 0,1 1 0 0 0,-27 26 0 0 0,23-15-64 0 0,2 1-1 0 0,-45 67 0 0 0,33-43 54 0 0,33-44-13 0 0,0 0 0 0 0,1 0 0 0 0,0 1 0 0 0,1 0 0 0 0,0 0 0 0 0,1 0-1 0 0,1 1 1 0 0,-1 0 0 0 0,2 0 0 0 0,-2 13 0 0 0,4-20 4 0 0,0-1 0 0 0,0 0 0 0 0,1 0 0 0 0,-1 1 1 0 0,1-1-1 0 0,0 0 0 0 0,1 0 0 0 0,-1 0 0 0 0,3 6 0 0 0,1 2-13 0 0,-3-7 31 0 0,0 1-1 0 0,1-1 1 0 0,0-1 0 0 0,0 1 0 0 0,1 0 0 0 0,4 5 0 0 0,-5-7-6 0 0,0-1 1 0 0,1 1 0 0 0,-1-1-1 0 0,1 0 1 0 0,0 1 0 0 0,0-2-1 0 0,0 1 1 0 0,1 0 0 0 0,-1-1-1 0 0,10 4 1 0 0,-4-3 23 0 0,0 0-1 0 0,0 0 1 0 0,0-1 0 0 0,20 1-1 0 0,-6-3 35 0 0,0 0 0 0 0,-1-2 0 0 0,1 0-1 0 0,24-7 1 0 0,-19 2 56 0 0,0-1 0 0 0,-1-2 0 0 0,0 0 0 0 0,0-2 0 0 0,-1-1 0 0 0,-1-2 0 0 0,0 0 0 0 0,-1-2 0 0 0,-1 0 0 0 0,-1-2 0 0 0,34-34 0 0 0,-46 41-69 0 0,0-1 1 0 0,-1-1 0 0 0,-1 1 0 0 0,-1-1-1 0 0,0-1 1 0 0,0 0 0 0 0,-1 0-1 0 0,-1 0 1 0 0,-1-1 0 0 0,0 0 0 0 0,-1 0-1 0 0,-1 0 1 0 0,1-19 0 0 0,-3 26-59 0 0,0 0 0 0 0,-1 0 0 0 0,0 0 1 0 0,-1 0-1 0 0,0-1 0 0 0,-1 1 0 0 0,1 0 0 0 0,-2 0 1 0 0,1 1-1 0 0,-1-1 0 0 0,-1 0 0 0 0,0 1 1 0 0,0 0-1 0 0,0 0 0 0 0,-1 0 0 0 0,0 0 0 0 0,-1 1 1 0 0,0 0-1 0 0,0 0 0 0 0,0 0 0 0 0,-1 1 0 0 0,0 0 1 0 0,0 0-1 0 0,-14-8 0 0 0,7 7-43 0 0,0 1 1 0 0,0 1-1 0 0,0 0 0 0 0,-1 0 1 0 0,1 2-1 0 0,-1 0 0 0 0,0 0 1 0 0,0 1-1 0 0,0 1 0 0 0,0 1 1 0 0,-25 2-1 0 0,0 2-585 0 0,0 3 1 0 0,0 1-1 0 0,-43 15 1 0 0,47-11-445 0 0,2 1 0 0 0,0 2 0 0 0,-33 20 0 0 0,-90 66-8577 0 0,96-59 2129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7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5132 0 0,'0'0'3081'0'0,"-17"5"19"0"0,5-2-2752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8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832 78 2012 0 0,'1'-2'1902'0'0,"12"-50"8157"0"0,-10 37-7628 0 0,-3 14-1960 0 0,2-6 1259 0 0,-2 68-1118 0 0,-10 299 1620 0 0,-24-70-2207 0 0,34-288-219 0 0,-8 4-930 0 0,4-14 949 0 0,1 0 1 0 0,0 1-1 0 0,0-1 1 0 0,1 0-1 0 0,0-1 0 0 0,1 1 1 0 0,0 0-1 0 0,-1-11 1 0 0,-1-7 19 0 0,2 20 128 0 0,-1-13-19 0 0,-2 0 1 0 0,0 0-1 0 0,-1 0 1 0 0,-11-27-1 0 0,14 42 44 0 0,0 0 0 0 0,0 0 1 0 0,0 0-1 0 0,0 1 0 0 0,0-1 0 0 0,-1 1 1 0 0,0 0-1 0 0,1-1 0 0 0,-1 1 0 0 0,-1 1 0 0 0,1-1 1 0 0,0 0-1 0 0,-1 1 0 0 0,1 0 0 0 0,-1-1 1 0 0,0 1-1 0 0,1 1 0 0 0,-1-1 0 0 0,0 0 0 0 0,0 1 1 0 0,-1 0-1 0 0,1 0 0 0 0,0 0 0 0 0,0 1 1 0 0,0-1-1 0 0,-9 1 0 0 0,-3 2 16 0 0,0 0 1 0 0,-1 1 0 0 0,1 1-1 0 0,0 0 1 0 0,-26 12-1 0 0,-76 40 233 0 0,85-38-141 0 0,-261 141 453 0 0,276-149-548 0 0,-39 18-466 0 0,55-28 87 0 0,23-3-8191 0 0,-17 1 7624 0 0,0 1 1 0 0,7-4-1 0 0,7-4-3612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9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1 508 0 0,'0'0'7102'0'0,"15"0"-625"0"0,3 4-6052 0 0,1 0 0 0 0,-1-2-1 0 0,1 0 1 0 0,0-1-1 0 0,0-1 1 0 0,21-3 0 0 0,-6 1-180 0 0,249 1 130 0 0,-272-1-876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9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1560 0 0,'3'-7'2481'0'0,"0"-1"0"0"0,0 1 1 0 0,9-12-1 0 0,-10 16-1860 0 0,1-1-1 0 0,0 1 1 0 0,0 0 0 0 0,0 0 0 0 0,0 0 0 0 0,7-4 0 0 0,-5 4-459 0 0,-1 1 0 0 0,1 0 1 0 0,0 0-1 0 0,0 0 1 0 0,0 1-1 0 0,0 0 1 0 0,0 0-1 0 0,0 0 0 0 0,0 0 1 0 0,0 1-1 0 0,0 0 1 0 0,1 0-1 0 0,-1 0 1 0 0,6 2-1 0 0,-2-1-6 0 0,-1 1 0 0 0,0 0 0 0 0,0 0 0 0 0,0 1 0 0 0,0 0 0 0 0,0 0 0 0 0,-1 1 0 0 0,1 0 0 0 0,-1 0 0 0 0,0 1 0 0 0,-1 0 0 0 0,1 0-1 0 0,10 11 1 0 0,-13-12-76 0 0,0 1 0 0 0,-1-1-1 0 0,1 1 1 0 0,-1 0-1 0 0,0 0 1 0 0,0 0-1 0 0,-1 1 1 0 0,0-1-1 0 0,1 0 1 0 0,-2 1-1 0 0,1 0 1 0 0,-1-1-1 0 0,0 1 1 0 0,0 0-1 0 0,0 0 1 0 0,-1 0 0 0 0,0-1-1 0 0,0 1 1 0 0,-1 0-1 0 0,-1 9 1 0 0,-3 1 120 0 0,0 0 0 0 0,-1 0-1 0 0,-1 0 1 0 0,0-1 0 0 0,-1 0 0 0 0,-1-1 0 0 0,-19 26 0 0 0,-8 3 793 0 0,-42 40 0 0 0,59-63-639 0 0,18-18-331 0 0,-11 13 187 0 0,12-15-206 0 0,0 1-1 0 0,0-1 0 0 0,0 0 1 0 0,0 0-1 0 0,0 1 0 0 0,0-1 1 0 0,-1 0-1 0 0,1 1 0 0 0,0-1 1 0 0,0 0-1 0 0,0 0 0 0 0,0 1 1 0 0,0-1-1 0 0,0 0 0 0 0,0 1 1 0 0,0-1-1 0 0,1 0 0 0 0,-1 1 1 0 0,0-1-1 0 0,0 0 0 0 0,0 0 1 0 0,0 1-1 0 0,0-1 0 0 0,0 0 1 0 0,0 0-1 0 0,1 1 0 0 0,-1-1 1 0 0,0 0-1 0 0,0 0 0 0 0,0 1 1 0 0,1-1-1 0 0,-1 0 0 0 0,0 0 1 0 0,0 0-1 0 0,1 1 0 0 0,-1-1 1 0 0,0 0-1 0 0,0 0 0 0 0,1 0 1 0 0,-1 0-1 0 0,0 0 0 0 0,1 0 1 0 0,-1 0-1 0 0,0 0 0 0 0,0 0 1 0 0,1 1-1 0 0,-1-1 0 0 0,0 0 0 0 0,1 0 1 0 0,-1-1-1 0 0,0 1 0 0 0,1 0 1 0 0,-1 0-1 0 0,0 0 0 0 0,0 0 1 0 0,1 0-1 0 0,-1 0 0 0 0,44-3-165 0 0,-1-2 0 0 0,51-12-1 0 0,-20 4-966 0 0,122-28-3410 0 0,-70 1-4740 0 0,-73 20 631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19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69 1176 0 0,'-30'-25'5107'0'0,"16"14"-757"0"0,-29-21 2361 0 0,44 34-6462 0 0,0 1 1 0 0,1 0-1 0 0,0-1 0 0 0,-1 1 0 0 0,1-1 1 0 0,0 1-1 0 0,0-1 0 0 0,1 0 0 0 0,4 4 1 0 0,-1 0 195 0 0,16 18 40 0 0,-1 0 0 0 0,-1 1 0 0 0,-2 1 0 0 0,0 1 0 0 0,-2 1 0 0 0,16 37 0 0 0,-24-46-406 0 0,-2 0 0 0 0,0 1 0 0 0,-1-1 0 0 0,0 1 0 0 0,-2 1 0 0 0,-1-1 1 0 0,0 0-1 0 0,-2 1 0 0 0,0-1 0 0 0,-6 41 0 0 0,-3-18-174 0 0,-2-1 0 0 0,-1 0 0 0 0,-2-1 0 0 0,-2 0 0 0 0,-2-1 0 0 0,-2-1 0 0 0,-1-1 0 0 0,-2 0 0 0 0,-51 62 1 0 0,46-67-1397 0 0,-2-1 0 0 0,-1-2 0 0 0,-1-1 0 0 0,-1-1 0 0 0,-73 44 0 0 0,49-42-3414 0 0,-4-5-2438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0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846 23 432 0 0,'12'-22'7433'0'0,"-22"28"-5322"0"0,-7 11-984 0 0,1 2-1 0 0,-25 36 1 0 0,15-19-394 0 0,-237 333 3526 0 0,-83 215-2140 0 0,343-579-2111 0 0,-83 177 285 0 0,75-156-256 0 0,2 1 0 0 0,1 0-1 0 0,1 0 1 0 0,1 0 0 0 0,-2 33 0 0 0,8-49-26 0 0,0 1-1 0 0,0 0 1 0 0,1-1-1 0 0,1 0 1 0 0,0 1 0 0 0,1-1-1 0 0,0 0 1 0 0,0 0-1 0 0,1 0 1 0 0,0 0-1 0 0,1-1 1 0 0,1 0-1 0 0,0 0 1 0 0,0 0-1 0 0,0-1 1 0 0,1 0 0 0 0,1 0-1 0 0,0 0 1 0 0,0-1-1 0 0,0 0 1 0 0,1-1-1 0 0,0 0 1 0 0,1 0-1 0 0,-1-1 1 0 0,1-1 0 0 0,1 1-1 0 0,15 5 1 0 0,2-1-320 0 0,0-1 0 0 0,1-2 0 0 0,-1-1 1 0 0,50 5-1 0 0,116-5-2444 0 0,27-18-4563 0 0,-105 2 48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0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650 93 2048 0 0,'1'-5'1116'0'0,"1"-1"-1"0"0,-1 0 1 0 0,0 0-1 0 0,0 0 1 0 0,-1 0-1 0 0,0-8 1 0 0,0 12-933 0 0,-1-1 1 0 0,1 1-1 0 0,0-1 1 0 0,-1 1 0 0 0,0 0-1 0 0,0-1 1 0 0,0 1 0 0 0,0 0-1 0 0,0-1 1 0 0,0 1 0 0 0,0 0-1 0 0,-1 0 1 0 0,1 0 0 0 0,-1 0-1 0 0,1 0 1 0 0,-4-2 0 0 0,4 3-153 0 0,0 1 1 0 0,-1-1 0 0 0,1 1 0 0 0,0-1 0 0 0,-1 1-1 0 0,1 0 1 0 0,0 0 0 0 0,-1-1 0 0 0,1 1 0 0 0,0 0-1 0 0,-1 0 1 0 0,1 0 0 0 0,0 1 0 0 0,-1-1 0 0 0,1 0 0 0 0,0 0-1 0 0,0 1 1 0 0,-1-1 0 0 0,1 1 0 0 0,-2 0 0 0 0,-25 14 232 0 0,12-2 2 0 0,0 1 0 0 0,0 0 0 0 0,2 1 1 0 0,-24 31-1 0 0,-43 75 785 0 0,74-111-973 0 0,-66 111 555 0 0,5 2-1 0 0,6 4 0 0 0,-53 154 0 0 0,94-220-390 0 0,-20 101-1 0 0,37-140-198 0 0,1 1-1 0 0,1-1 0 0 0,1 0 0 0 0,0 1 1 0 0,2-1-1 0 0,1 0 0 0 0,1 1 1 0 0,7 29-1 0 0,-8-44-22 0 0,1 0-1 0 0,0 0 1 0 0,0 0 0 0 0,1 0 0 0 0,0-1 0 0 0,1 1 0 0 0,-1-1-1 0 0,1 0 1 0 0,1 0 0 0 0,-1-1 0 0 0,1 0 0 0 0,12 10 0 0 0,-10-10-124 0 0,0-1 0 0 0,1 0 0 0 0,-1 0 1 0 0,1-1-1 0 0,1-1 0 0 0,-1 1 1 0 0,0-1-1 0 0,1-1 0 0 0,-1 0 1 0 0,20 2-1 0 0,-10-3-779 0 0,1 0 1 0 0,-1-1-1 0 0,1-2 0 0 0,27-4 0 0 0,-24 1-2304 0 0,35-11 0 0 0,-12-1-2502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1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889 141 2728 0 0,'40'-137'15862'0'0,"-39"135"-15596"0"0,-1 0 548 0 0,1 5-170 0 0,2 14 249 0 0,0 22 109 0 0,-13 104 933 0 0,-55 273 0 0 0,61-397-1893 0 0,-1-3-8 0 0,2 1 0 0 0,0 0 0 0 0,0 18-1 0 0,-10-53-67 0 0,3-6 21 0 0,5 11-9 0 0,0-1 1 0 0,-2 1 0 0 0,-14-25-1 0 0,18 34 13 0 0,0 1 0 0 0,1 0-1 0 0,-1-1 1 0 0,-1 1 0 0 0,1 0-1 0 0,0 1 1 0 0,-1-1 0 0 0,1 1-1 0 0,-1-1 1 0 0,0 1-1 0 0,0 0 1 0 0,0 0 0 0 0,0 1-1 0 0,0-1 1 0 0,0 1 0 0 0,0 0-1 0 0,-9-1 1 0 0,0 1-6 0 0,0 1 1 0 0,0 1-1 0 0,0 0 0 0 0,1 0 1 0 0,-1 2-1 0 0,0-1 0 0 0,-16 7 1 0 0,-87 38-11 0 0,85-33 19 0 0,-108 53-659 0 0,-138 91 0 0 0,250-135-2089 0 0,58-19-8902 0 0,-9-14 3993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1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120 171 1704 0 0,'-16'-30'5451'0'0,"-2"0"0"0"0,-31-42 1 0 0,48 71-5396 0 0,0 0 1 0 0,0 0-1 0 0,1 0 0 0 0,-1 1 1 0 0,0-1-1 0 0,1 0 1 0 0,-1 0-1 0 0,1 0 1 0 0,-1 0-1 0 0,1 0 1 0 0,-1 0-1 0 0,1 0 1 0 0,0 0-1 0 0,-1 0 1 0 0,1-1-1 0 0,0 1 0 0 0,0 0 1 0 0,0 0-1 0 0,0 0 1 0 0,0 0-1 0 0,0 0 1 0 0,1-2-1 0 0,-1 2-35 0 0,1 0 0 0 0,-1 0 0 0 0,1 0 1 0 0,0 0-1 0 0,0 1 0 0 0,-1-1 0 0 0,1 0 0 0 0,0 1 0 0 0,0-1 0 0 0,0 1 0 0 0,0-1 0 0 0,0 1 0 0 0,0-1 0 0 0,0 1 1 0 0,0 0-1 0 0,0-1 0 0 0,0 1 0 0 0,2 0 0 0 0,5-2-8 0 0,0 2 1 0 0,0-1-1 0 0,0 1 1 0 0,9 1-1 0 0,-16-1 5 0 0,6 1-7 0 0,1 0 0 0 0,-1 0 0 0 0,1 1 0 0 0,-1-1 1 0 0,0 2-1 0 0,0-1 0 0 0,0 1 0 0 0,0 0 0 0 0,-1 1 0 0 0,1-1 1 0 0,-1 1-1 0 0,0 1 0 0 0,0-1 0 0 0,0 1 0 0 0,5 5 0 0 0,-8-7 16 0 0,-1 0 0 0 0,1 1-1 0 0,-1-1 1 0 0,0 0-1 0 0,0 1 1 0 0,0 0-1 0 0,0-1 1 0 0,-1 1 0 0 0,0 0-1 0 0,1 0 1 0 0,-1 0-1 0 0,-1 0 1 0 0,1 0 0 0 0,0 0-1 0 0,-1 0 1 0 0,0 0-1 0 0,0 0 1 0 0,0 0-1 0 0,-1 0 1 0 0,1 0 0 0 0,-1 0-1 0 0,0 0 1 0 0,0 0-1 0 0,0-1 1 0 0,0 1-1 0 0,-1 0 1 0 0,0 0 0 0 0,-2 3-1 0 0,-5 8 233 0 0,-1 0-1 0 0,0-1 1 0 0,-1-1-1 0 0,-1 1 1 0 0,-24 20-1 0 0,-77 53 1364 0 0,108-83-1530 0 0,1-2-68 0 0,-6 7 171 0 0,11-6-105 0 0,8-2-61 0 0,15-3-194 0 0,-1 0 0 0 0,0-2-1 0 0,25-7 1 0 0,3 0-533 0 0,190-28-4418 0 0,-81 20-4026 0 0,-107 15 2769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2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33 776 0 0,'-73'21'4834'0'0,"-114"28"8872"0"0,150-38-7741 0 0,50-13-5428 0 0,278-52 851 0 0,-3 12-1061 0 0,-243 35-487 0 0,-43 7-153 0 0,14-5-2835 0 0,-3 1-1925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2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483 144 112 0 0,'-35'-18'4058'0'0,"2"-1"1"0"0,0-2-1 0 0,-52-44 1 0 0,83 64-3622 0 0,-15-13 1872 0 0,16 13-2287 0 0,-1 0 1 0 0,0 0-1 0 0,0 1 1 0 0,0-1-1 0 0,0 1 0 0 0,0-1 1 0 0,0 1-1 0 0,0 0 1 0 0,0 0-1 0 0,0 0 1 0 0,0 0-1 0 0,0 0 1 0 0,0 0-1 0 0,0 1 1 0 0,0-1-1 0 0,0 1 0 0 0,0-1 1 0 0,-4 2-1 0 0,-38 22 526 0 0,21-10-413 0 0,0-2-126 0 0,0 2 0 0 0,1 0 1 0 0,1 2-1 0 0,0 0 1 0 0,-21 23-1 0 0,40-38-8 0 0,1 1-1 0 0,-1-1 0 0 0,1 0 1 0 0,0 1-1 0 0,0-1 1 0 0,0 0-1 0 0,0 1 1 0 0,0 0-1 0 0,0-1 1 0 0,0 1-1 0 0,0 0 0 0 0,1-1 1 0 0,-1 1-1 0 0,0 0 1 0 0,1 0-1 0 0,0-1 1 0 0,-1 1-1 0 0,1 0 0 0 0,0 0 1 0 0,0 0-1 0 0,0 0 1 0 0,0-1-1 0 0,0 1 1 0 0,1 0-1 0 0,-1 0 1 0 0,0 0-1 0 0,1-1 0 0 0,-1 1 1 0 0,1 0-1 0 0,0 0 1 0 0,0-1-1 0 0,-1 1 1 0 0,1-1-1 0 0,0 1 0 0 0,1-1 1 0 0,-1 1-1 0 0,0-1 1 0 0,0 1-1 0 0,0-1 1 0 0,2 1-1 0 0,7 6 9 0 0,-1-1 0 0 0,1 0 0 0 0,0 0 0 0 0,21 9-1 0 0,-20-10 0 0 0,102 46 10 0 0,-68-33-15 0 0,-2 2-1 0 0,45 28 1 0 0,-75-41 90 0 0,-1 1 0 0 0,0 0 0 0 0,0 0 0 0 0,-1 1 0 0 0,19 23 0 0 0,-28-30-25 0 0,0-1 0 0 0,0 1 0 0 0,0 0 0 0 0,-1 0 0 0 0,1 0 0 0 0,-1 0 0 0 0,0 0 0 0 0,0 0 0 0 0,0 0 0 0 0,0 1 0 0 0,-1-1 0 0 0,1 0 0 0 0,-1 0 0 0 0,0 1 0 0 0,0-1 0 0 0,0 0 0 0 0,0 1 0 0 0,0-1 0 0 0,-1 0 0 0 0,0 0 0 0 0,1 1 0 0 0,-1-1 0 0 0,0 0 0 0 0,-1 0 0 0 0,1 0 0 0 0,0 0 0 0 0,-1 0 0 0 0,0 0 0 0 0,0-1 0 0 0,0 1 0 0 0,0 0 0 0 0,0-1 0 0 0,-4 4 0 0 0,-2 1 55 0 0,0 0 0 0 0,0-1 0 0 0,-1 0 0 0 0,0 0 0 0 0,0-1-1 0 0,-1 0 1 0 0,0 0 0 0 0,0-1 0 0 0,0-1 0 0 0,0 1 0 0 0,0-2 0 0 0,-15 3 0 0 0,-5-1 318 0 0,-1 0-1 0 0,-61-3 0 0 0,91-1-432 0 0,-20-1 355 0 0,-29-4 1 0 0,44 4-313 0 0,1 0 0 0 0,0-1 0 0 0,-1 1 0 0 0,1-1-1 0 0,0 0 1 0 0,0 0 0 0 0,0-1 0 0 0,0 0 0 0 0,0 0 0 0 0,-6-5 0 0 0,9 7-44 0 0,1-1-1 0 0,0 1 1 0 0,0-1-1 0 0,0 0 1 0 0,0 1-1 0 0,0-1 1 0 0,0 0-1 0 0,0 1 1 0 0,1-1-1 0 0,-1 0 1 0 0,1 0 0 0 0,-1 0-1 0 0,1 0 1 0 0,0 0-1 0 0,-1 0 1 0 0,1 1-1 0 0,0-1 1 0 0,0 0-1 0 0,1 0 1 0 0,-1 0-1 0 0,0 0 1 0 0,1 0-1 0 0,-1 0 1 0 0,1 0-1 0 0,-1 1 1 0 0,1-1 0 0 0,0 0-1 0 0,1-3 1 0 0,4-4-3 0 0,-1 0 1 0 0,1 0 0 0 0,12-15-1 0 0,15-13 10 0 0,71-62 0 0 0,49-23-47 0 0,-113 92-5 0 0,0 0-37 0 0,-21 17 67 0 0,-1 0 0 0 0,-1-1 0 0 0,30-32 0 0 0,-46 45 6 0 0,1-1 1 0 0,-1 0 0 0 0,0 1 0 0 0,1-1-1 0 0,-1 0 1 0 0,0 1 0 0 0,0-1 0 0 0,0 0 0 0 0,0 0-1 0 0,0 0 1 0 0,-1 0 0 0 0,1 0 0 0 0,0 0 0 0 0,-1 0-1 0 0,0 0 1 0 0,1-1 0 0 0,-1 1 0 0 0,0 0 0 0 0,0 0-1 0 0,0 0 1 0 0,0 0 0 0 0,-1 0 0 0 0,1 0-1 0 0,-1 0 1 0 0,1-1 0 0 0,-1 1 0 0 0,0 0 0 0 0,1 0-1 0 0,-1 1 1 0 0,0-1 0 0 0,0 0 0 0 0,-1 0 0 0 0,1 0-1 0 0,0 1 1 0 0,-1-1 0 0 0,1 0 0 0 0,-3-2 0 0 0,-2 0-14 0 0,1 0 1 0 0,-1 1-1 0 0,0-1 1 0 0,0 1 0 0 0,0 0-1 0 0,-1 0 1 0 0,1 1 0 0 0,0 0-1 0 0,-1 0 1 0 0,-11-1-1 0 0,0 0-501 0 0,0 2 0 0 0,-1 0 0 0 0,-23 2 0 0 0,36-1 1 0 0,0 1 0 0 0,-1 0 0 0 0,1 0 0 0 0,0 0-1 0 0,0 1 1 0 0,0 0 0 0 0,1 0 0 0 0,-1 0 0 0 0,0 1-1 0 0,1 0 1 0 0,-1 0 0 0 0,1 1 0 0 0,-8 6 0 0 0,0 10-2955 0 0,13-18 2948 0 0,-1-1-1 0 0,1 1 1 0 0,-1-1 0 0 0,1 1 0 0 0,0-1-1 0 0,0 1 1 0 0,-1 0 0 0 0,1-1 0 0 0,0 1-1 0 0,0-1 1 0 0,0 1 0 0 0,1 3 0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3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642 74 2384 0 0,'60'-71'18055'0'0,"-60"71"-18002"0"0,1 0 0 0 0,-1-1 0 0 0,0 1 0 0 0,1 0 0 0 0,-1 0 0 0 0,0 0 0 0 0,1-1 0 0 0,-1 1 0 0 0,0 0 0 0 0,1 0 0 0 0,-1 0-1 0 0,1 0 1 0 0,-1 0 0 0 0,0 0 0 0 0,1 0 0 0 0,-1-1 0 0 0,1 1 0 0 0,-1 0 0 0 0,0 1 0 0 0,1-1 0 0 0,-1 0 0 0 0,1 0 0 0 0,-1 0 0 0 0,0 0 0 0 0,1 0 0 0 0,-1 0 0 0 0,1 0 0 0 0,-1 1-1 0 0,0-1 1 0 0,1 0 0 0 0,-1 0 0 0 0,0 0 0 0 0,1 1 0 0 0,-1-1 0 0 0,0 0 0 0 0,1 1 0 0 0,-1-1 0 0 0,0 0 0 0 0,0 0 0 0 0,1 1 0 0 0,-1-1 0 0 0,0 1 0 0 0,0-1 0 0 0,0 0-1 0 0,1 1 1 0 0,-1-1 0 0 0,0 0 0 0 0,0 1 0 0 0,0-1 0 0 0,0 1 0 0 0,0-1 0 0 0,0 0 0 0 0,0 1 0 0 0,0-1 0 0 0,0 1 0 0 0,0 0 0 0 0,7 46 1151 0 0,-3 0 1 0 0,-1 1-1 0 0,-5 48 0 0 0,-18 147-505 0 0,17-216-556 0 0,-16 148-40 0 0,19-173-127 0 0,2-3-342 0 0,1-2 344 0 0,-1 0 1 0 0,1 0 0 0 0,-1 0 0 0 0,0 0-1 0 0,0-1 1 0 0,0 1 0 0 0,-1-1 0 0 0,1 1-1 0 0,-1-1 1 0 0,0 0 0 0 0,0 0 0 0 0,0 1-1 0 0,0-1 1 0 0,0 0 0 0 0,-1 0 0 0 0,0 0-1 0 0,0 0 1 0 0,0 0 0 0 0,-2-7 0 0 0,2 8 9 0 0,0-1 1 0 0,0 1 0 0 0,-1 0-1 0 0,1-1 1 0 0,-1 1 0 0 0,0 0-1 0 0,0-1 1 0 0,0 1 0 0 0,0 0-1 0 0,-1 0 1 0 0,0 0-1 0 0,1 0 1 0 0,-1 0 0 0 0,0 0-1 0 0,0 1 1 0 0,0-1 0 0 0,-1 1-1 0 0,1-1 1 0 0,-1 1 0 0 0,1 0-1 0 0,-1 0 1 0 0,0 0 0 0 0,-5-3-1 0 0,-4 3 0 0 0,0-1 0 0 0,-1 1 0 0 0,1 1 0 0 0,-1 0-1 0 0,1 1 1 0 0,-1 0 0 0 0,1 1 0 0 0,-18 4 0 0 0,-98 26 5 0 0,117-28 7 0 0,-75 24-17 0 0,-108 48 0 0 0,82-18-6975 0 0,103-51 3064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4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33 120 0 0,'-108'19'15988'0'0,"106"-19"-15140"0"0,1 0-771 0 0,1 0 0 0 0,-9 6 3761 0 0,20-5-2655 0 0,268-11 415 0 0,-70 5-1351 0 0,-80 1 3065 0 0,-145-3-3911 0 0,60-20-18177 0 0,-27 22 13267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4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138 159 760 0 0,'6'-11'2391'0'0,"-3"5"-1017"0"0,0 0 0 0 0,0 0 0 0 0,-1 0 0 0 0,0 0 0 0 0,2-8-1 0 0,9-60 8772 0 0,-13 72-10087 0 0,2 1 1 0 0,-1-1 0 0 0,0 0 0 0 0,0 1-1 0 0,0-1 1 0 0,1 1 0 0 0,-1 0 0 0 0,1-1-1 0 0,-1 1 1 0 0,1 0 0 0 0,0 0 0 0 0,-1 0-1 0 0,1 0 1 0 0,0 0 0 0 0,0 0-1 0 0,0 0 1 0 0,0 1 0 0 0,3-2 0 0 0,33-3 177 0 0,-28 5-203 0 0,0 1-1 0 0,0 0 1 0 0,0 0 0 0 0,0 1 0 0 0,0 0 0 0 0,0 1-1 0 0,0 0 1 0 0,-1 1 0 0 0,0 0 0 0 0,1 0 0 0 0,12 9-1 0 0,-17-9-5 0 0,0-1-1 0 0,0 1 0 0 0,0 0 1 0 0,-1 1-1 0 0,0-1 0 0 0,0 1 0 0 0,0 0 1 0 0,0 0-1 0 0,-1 0 0 0 0,0 0 1 0 0,0 0-1 0 0,0 1 0 0 0,-1 0 0 0 0,0-1 1 0 0,0 1-1 0 0,0 0 0 0 0,-1 0 1 0 0,1 0-1 0 0,-1 12 0 0 0,0-7 47 0 0,-2 1 0 0 0,0 0 0 0 0,0-1 0 0 0,-1 1 0 0 0,0-1 0 0 0,-1 1 0 0 0,-1-1 0 0 0,1 0 1 0 0,-10 17-1 0 0,5-12 151 0 0,-2 0 1 0 0,0 0 0 0 0,-1-1-1 0 0,-1 0 1 0 0,-18 17 0 0 0,-11 5 562 0 0,-1-2 0 0 0,-2-2 0 0 0,-49 28 0 0 0,63-43-434 0 0,6-3 39 0 0,-28 21 0 0 0,51-34-344 0 0,1-2-43 0 0,0 1 0 0 0,0 0 0 0 0,0-1 0 0 0,0 1 0 0 0,1 0 0 0 0,-1-1 0 0 0,0 1 0 0 0,1-1 0 0 0,-1 1 0 0 0,0-1 0 0 0,1 1 0 0 0,-1 0 0 0 0,1-1 0 0 0,-1 1 0 0 0,1-1 0 0 0,-1 0 0 0 0,1 1 0 0 0,-1-1-1 0 0,1 1 1 0 0,-1-1 0 0 0,1 0 0 0 0,0 1 0 0 0,-1-1 0 0 0,1 0 0 0 0,0 0 0 0 0,-1 0 0 0 0,2 1 0 0 0,22 3 4 0 0,-16-3 7 0 0,48 5 8 0 0,106-2-1 0 0,-106-5-17 0 0,206-2 157 0 0,-228 0-164 0 0,-31 2-85 0 0,-3 1-20 0 0,15-2-1297 0 0,8-10-8028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5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751 103 1808 0 0,'5'-92'17256'0'0,"-5"90"-16635"0"0,-1-7 1865 0 0,4 53-967 0 0,-2-1-1 0 0,-6 67 1 0 0,3-70-1140 0 0,-20 301 666 0 0,19-270-1148 0 0,3-69 89 0 0,1-2-23 0 0,-1-1 33 0 0,1 1 1 0 0,-1-1 0 0 0,1 1 0 0 0,-1-1-1 0 0,1 1 1 0 0,-1-1 0 0 0,1 1-1 0 0,-1-1 1 0 0,0 0 0 0 0,1 1 0 0 0,-1-1-1 0 0,0 0 1 0 0,0 1 0 0 0,1-1-1 0 0,-1 0 1 0 0,0 1 0 0 0,0-1 0 0 0,0 0-1 0 0,0 0 1 0 0,0 1 0 0 0,0-1 0 0 0,0 0-1 0 0,0-1 1 0 0,0-23-72 0 0,0 22 83 0 0,0-2-19 0 0,0-1-1 0 0,0 0 1 0 0,-1 1 0 0 0,0-1-1 0 0,0 1 1 0 0,0-1-1 0 0,0 1 1 0 0,-1 0-1 0 0,0 0 1 0 0,0-1 0 0 0,-1 1-1 0 0,-4-7 1 0 0,5 10 2 0 0,0-1 0 0 0,0 1 0 0 0,-1-1 0 0 0,1 1-1 0 0,-1 0 1 0 0,0 0 0 0 0,0 0 0 0 0,0 1 0 0 0,0-1 0 0 0,0 1 0 0 0,0-1 0 0 0,0 1 0 0 0,0 0 0 0 0,0 0 0 0 0,-1 0 0 0 0,1 1 0 0 0,0-1-1 0 0,-1 1 1 0 0,1 0 0 0 0,-1 0 0 0 0,-3 0 0 0 0,-30 3-3 0 0,1 2-1 0 0,-1 1 0 0 0,1 2 1 0 0,-45 15-1 0 0,-134 64-66 0 0,202-81-4 0 0,-85 41-1093 0 0,84-39-235 0 0,0 0 0 0 0,0 2-1 0 0,1-1 1 0 0,-17 17-1 0 0,28-25 569 0 0,-2 3 70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5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32 244 0 0,'-2'-1'2099'0'0,"-65"-12"19942"0"0,72 13-20457 0 0,20-1-677 0 0,44-2-1205 0 0,313-7 1452 0 0,-379 10-906 0 0,-1 0-71 0 0,28 0 464 0 0,-26 0-514 0 0,6-1-46 0 0,0-1-3969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6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23 1704 0 0,'-23'-13'8790'0'0,"4"3"-2770"0"0,18 10-5922 0 0,0 0 1 0 0,0 0-1 0 0,1 1 1 0 0,-1-1-1 0 0,0 0 0 0 0,0 0 1 0 0,0 1-1 0 0,0-1 1 0 0,0 0-1 0 0,0 1 1 0 0,0-1-1 0 0,1 1 1 0 0,-1-1-1 0 0,-1 2 1 0 0,-9 145 5620 0 0,4-32-4366 0 0,-1-21-684 0 0,-17 121-223 0 0,17-147-3471 0 0,9-53 1319 0 0,3-8-844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6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9 102 3268 0 0,'79'-94'15366'0'0,"-79"93"-15273"0"0,1 1-1 0 0,-1 0 1 0 0,0-1 0 0 0,1 1-1 0 0,-1-1 1 0 0,0 1-1 0 0,0-1 1 0 0,1 1-1 0 0,-1 0 1 0 0,1-1-1 0 0,-1 1 1 0 0,0 0-1 0 0,1-1 1 0 0,-1 1-1 0 0,1 0 1 0 0,-1-1-1 0 0,1 1 1 0 0,-1 0 0 0 0,1 0-1 0 0,-1 0 1 0 0,1 0-1 0 0,-1-1 1 0 0,1 1-1 0 0,-1 0 1 0 0,1 0-1 0 0,-1 0 1 0 0,1 0-1 0 0,-1 0 1 0 0,1 0-1 0 0,0 0 1 0 0,-1 0-1 0 0,1 1 1 0 0,-1-1 0 0 0,1 0-1 0 0,0 0 1 0 0,0 1 51 0 0,0 0 0 0 0,-1 1 0 0 0,1-1 0 0 0,0 0 0 0 0,0 0 0 0 0,-1 0 0 0 0,1 1 0 0 0,-1-1 0 0 0,1 0 0 0 0,-1 1 0 0 0,1-1 0 0 0,-1 3 0 0 0,4 43 1845 0 0,-11 24-795 0 0,-4-1-1 0 0,-33 122 1 0 0,-7 32-4197 0 0,49-214 2217 0 0,1-1 1 0 0,0 0-1 0 0,1 1 0 0 0,2 16 0 0 0,7 3-3609 0 0,-8-27 3518 0 0,1 1 0 0 0,-1-1 0 0 0,1 0-1 0 0,-1 0 1 0 0,1 0 0 0 0,9 8-2632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6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235 112 3052 0 0,'69'-112'15027'0'0,"-81"120"-13520"0"0,-5 8-811 0 0,1 0 0 0 0,1 1 0 0 0,0 1 0 0 0,-22 36 0 0 0,11-16-211 0 0,-7 10 232 0 0,-32 62 1 0 0,52-85-566 0 0,2 1 0 0 0,0 1 0 0 0,1 0 0 0 0,-8 42 0 0 0,16-62-126 0 0,1 0 0 0 0,1 0 1 0 0,-1 0-1 0 0,1 0 0 0 0,0 1 1 0 0,1-1-1 0 0,-1 0 0 0 0,2 0 1 0 0,-1 0-1 0 0,1 0 0 0 0,2 7 0 0 0,-2-10-9 0 0,0 0-1 0 0,0 0 1 0 0,0-1-1 0 0,0 1 1 0 0,0-1-1 0 0,1 1 1 0 0,0-1-1 0 0,0 0 0 0 0,0 0 1 0 0,0 0-1 0 0,0-1 1 0 0,0 1-1 0 0,1-1 1 0 0,0 1-1 0 0,-1-1 1 0 0,1 0-1 0 0,0 0 1 0 0,0-1-1 0 0,7 3 0 0 0,0-2 9 0 0,-1 0 0 0 0,0-1-1 0 0,1 0 1 0 0,-1-1 0 0 0,1 0-1 0 0,-1 0 1 0 0,1-1 0 0 0,-1 0-1 0 0,0-1 1 0 0,1-1 0 0 0,-1 1-1 0 0,0-2 1 0 0,-1 1 0 0 0,1-1-1 0 0,0-1 1 0 0,-1 0 0 0 0,0 0-1 0 0,0 0 1 0 0,-1-2 0 0 0,0 1-1 0 0,0-1 1 0 0,0 0 0 0 0,0 0-1 0 0,-1-1 1 0 0,-1 0 0 0 0,8-11-1 0 0,-12 16-23 0 0,-1 1 0 0 0,0 0-1 0 0,1-1 1 0 0,-1 1-1 0 0,0-1 1 0 0,-1 1-1 0 0,1-1 1 0 0,0 1 0 0 0,-1-1-1 0 0,1 0 1 0 0,-1 1-1 0 0,0-1 1 0 0,0 0-1 0 0,0 1 1 0 0,0-1 0 0 0,0 0-1 0 0,-1 1 1 0 0,1-1-1 0 0,-1 0 1 0 0,0 1-1 0 0,-1-4 1 0 0,0 2-1 0 0,-1 1 1 0 0,1-1-1 0 0,-1 1 1 0 0,0 0-1 0 0,0 0 0 0 0,0 0 1 0 0,0 0-1 0 0,0 0 1 0 0,-1 1-1 0 0,1 0 0 0 0,-1-1 1 0 0,0 1-1 0 0,-4-1 0 0 0,-10-4-561 0 0,0 1 0 0 0,-1 1-1 0 0,1 0 1 0 0,-1 2 0 0 0,0 0-1 0 0,0 1 1 0 0,-37 1-1 0 0,48 2-1686 0 0,3-1 3116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7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82 260 0 0,'-35'-81'15956'0'0,"54"96"-13268"0"0,8 14-1967 0 0,-1 2 0 0 0,-1 1-1 0 0,-1 1 1 0 0,-3 1 0 0 0,0 1-1 0 0,-2 1 1 0 0,-2 0 0 0 0,21 63-1 0 0,-22-46-385 0 0,-3 1 0 0 0,-1 0 0 0 0,-3 0 0 0 0,-3 1 0 0 0,0 100 0 0 0,-9-98-199 0 0,-3-1 0 0 0,-1 0 0 0 0,-4 0 0 0 0,-1-1 0 0 0,-3 0 0 0 0,-44 102 0 0 0,30-95-688 0 0,-3-2-1 0 0,-2 0 1 0 0,-3-3 0 0 0,-3-1 0 0 0,-63 69-1 0 0,90-109-636 0 0,-24 23-2245 0 0,10-16-4815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7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59 1436 0 0,'-75'-29'12887'0'0,"54"20"-9118"0"0,55 2-3637 0 0,0 2 1 0 0,1 1-1 0 0,53 2 0 0 0,-16 0-779 0 0,41 4-5173 0 0,-84-1 1363 0 0,-8-1-836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29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192 688 1824 0 0,'-60'19'6552'0'0,"-60"26"0"0"0,119-45-6501 0 0,1 1 0 0 0,-1-1 0 0 0,0 0-1 0 0,0 1 1 0 0,1-1 0 0 0,-1 1 0 0 0,0-1 0 0 0,0 1 0 0 0,1-1-1 0 0,-1 1 1 0 0,1 0 0 0 0,-1-1 0 0 0,0 1 0 0 0,1 0 0 0 0,-1 1 0 0 0,1-2-20 0 0,-1 0 1 0 0,1 1-1 0 0,0-1 1 0 0,0 0-1 0 0,0 1 1 0 0,0-1 0 0 0,0 1-1 0 0,0-1 1 0 0,0 0-1 0 0,0 1 1 0 0,1-1-1 0 0,-1 0 1 0 0,0 1 0 0 0,0-1-1 0 0,0 0 1 0 0,0 1-1 0 0,0-1 1 0 0,1 0-1 0 0,-1 1 1 0 0,0-1 0 0 0,0 0-1 0 0,0 0 1 0 0,1 1-1 0 0,-1-1 1 0 0,2 2 30 0 0,0-1 0 0 0,0 1 0 0 0,0-1 0 0 0,0 0 0 0 0,0 0 0 0 0,0 0 0 0 0,1 0 0 0 0,1 1 0 0 0,14 1 23 0 0,0 1 0 0 0,0-2 0 0 0,0-1-1 0 0,0 0 1 0 0,23-3 0 0 0,-19 2-55 0 0,220-13-1902 0 0,-83-9-5223 0 0,-95 9 838 0 0</inkml:trace>
  <inkml:trace contextRef="#ctx0" brushRef="#br0" timeOffset="1">1736 128 164 0 0,'2'-8'1284'0'0,"-1"0"-1"0"0,0 0 1 0 0,0 0-1 0 0,-1 0 1 0 0,0 0 0 0 0,0 0-1 0 0,-1 0 1 0 0,0 0 0 0 0,-1 0-1 0 0,1 0 1 0 0,-6-13-1 0 0,6 20-1205 0 0,1 0-1 0 0,-1 0 1 0 0,0 0-1 0 0,0 1 1 0 0,1-1-1 0 0,-1 0 1 0 0,0 0-1 0 0,0 1 0 0 0,0-1 1 0 0,0 1-1 0 0,0-1 1 0 0,0 1-1 0 0,0-1 1 0 0,0 1-1 0 0,0 0 0 0 0,0-1 1 0 0,0 1-1 0 0,0 0 1 0 0,0 0-1 0 0,0 0 1 0 0,0 0-1 0 0,0 0 1 0 0,0 0-1 0 0,0 0 0 0 0,0 0 1 0 0,0 0-1 0 0,0 0 1 0 0,0 1-1 0 0,-1-1 1 0 0,1 0-1 0 0,0 1 1 0 0,1-1-1 0 0,-1 1 0 0 0,0-1 1 0 0,0 1-1 0 0,0 0 1 0 0,-1 0-1 0 0,-34 24 1198 0 0,11-2-656 0 0,0 2 0 0 0,2 0-1 0 0,1 1 1 0 0,0 1 0 0 0,-24 43 0 0 0,33-47-433 0 0,0 0 1 0 0,2 1 0 0 0,1 0-1 0 0,1 1 1 0 0,1 0-1 0 0,1 0 1 0 0,-6 48-1 0 0,12-65-145 0 0,1 1-1 0 0,0 0 0 0 0,0-1 0 0 0,1 1 1 0 0,0-1-1 0 0,0 1 0 0 0,1-1 0 0 0,0 1 1 0 0,1-1-1 0 0,0 0 0 0 0,0 0 0 0 0,1 0 1 0 0,-1-1-1 0 0,2 1 0 0 0,-1-1 0 0 0,1 0 1 0 0,0 0-1 0 0,1 0 0 0 0,8 8 1 0 0,-4-7-10 0 0,0 0 1 0 0,0-1-1 0 0,0 0 1 0 0,1 0-1 0 0,-1-1 1 0 0,2-1-1 0 0,-1 0 1 0 0,1-1 0 0 0,-1 0-1 0 0,1 0 1 0 0,0-1-1 0 0,24 2 1 0 0,-16-3 82 0 0,-1-1-1 0 0,1-1 1 0 0,0 0 0 0 0,0-2 0 0 0,0 0 0 0 0,-1-1 0 0 0,38-12-1 0 0,-41 9 17 0 0,-1 0-1 0 0,0-1 0 0 0,0-1 0 0 0,0 0 0 0 0,-1-1 0 0 0,-1-1 0 0 0,1 0 1 0 0,-2-1-1 0 0,23-23 0 0 0,-21 17-46 0 0,0 0 1 0 0,-1-1-1 0 0,-1 0 1 0 0,-1-1-1 0 0,-1 0 1 0 0,0-1-1 0 0,-1 0 1 0 0,-1-1-1 0 0,-1 0 0 0 0,6-34 1 0 0,-11 44-66 0 0,0 0 1 0 0,-1 0 0 0 0,0 0-1 0 0,-1 0 1 0 0,-1 0 0 0 0,1 0-1 0 0,-2 0 1 0 0,0 1-1 0 0,0-1 1 0 0,-1 0 0 0 0,0 1-1 0 0,0-1 1 0 0,-1 1-1 0 0,-1 0 1 0 0,0 0 0 0 0,0 0-1 0 0,-1 1 1 0 0,0 0 0 0 0,-1 0-1 0 0,0 1 1 0 0,0-1-1 0 0,-16-13 1 0 0,7 11-37 0 0,0 0 0 0 0,-1 1 0 0 0,0 0-1 0 0,0 1 1 0 0,-1 1 0 0 0,0 1 0 0 0,-1 1 0 0 0,1 0 0 0 0,-1 2-1 0 0,0 0 1 0 0,-22-2 0 0 0,5 3-520 0 0,0 2 0 0 0,0 1 0 0 0,0 1 0 0 0,1 3 0 0 0,-40 7 0 0 0,43-3-1116 0 0,0 1 0 0 0,-53 22 0 0 0,-7 14-6749 0 0,26-8-2136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1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670 100 1132 0 0,'62'-62'8682'0'0,"-28"30"-2700"0"0,-24 26-2577 0 0,-9 11-3071 0 0,0-1 0 0 0,1 0-1 0 0,-2 1 1 0 0,1-1 0 0 0,0 1 0 0 0,-1 0 0 0 0,0-1-1 0 0,0 1 1 0 0,0 0 0 0 0,-1-1 0 0 0,-1 9-1 0 0,0 9 251 0 0,-7 175-118 0 0,-22 320 1014 0 0,19-405-1158 0 0,12-112-324 0 0,0 1 0 0 0,0-1 0 0 0,0 0 0 0 0,0 0 0 0 0,0 0 0 0 0,0 1 0 0 0,0-1 0 0 0,0 0 1 0 0,0 0-1 0 0,0 0 0 0 0,0 1 0 0 0,0-1 0 0 0,0 0 0 0 0,0 0 0 0 0,-1 0 0 0 0,1 1 0 0 0,0-1 0 0 0,0 0 0 0 0,0 0 0 0 0,0 0 0 0 0,0 0 0 0 0,0 1 0 0 0,-1-1 0 0 0,1 0 0 0 0,0 0 0 0 0,0 0 0 0 0,0 0 0 0 0,0 0 0 0 0,-1 0 0 0 0,1 0 0 0 0,0 1 0 0 0,0-1 0 0 0,0 0 0 0 0,-1 0 0 0 0,1 0 0 0 0,0 0 0 0 0,0 0 0 0 0,0 0 0 0 0,-1 0 0 0 0,1 0 0 0 0,0 0 0 0 0,0 0 0 0 0,-1 0 0 0 0,-10-6-436 0 0,-5-9-317 0 0,12 10 527 0 0,1 0 1 0 0,0-1-1 0 0,1 1 1 0 0,-1-1-1 0 0,1 1 1 0 0,0-1-1 0 0,0 0 1 0 0,1 0-1 0 0,0 0 1 0 0,0 0-1 0 0,0-10 1 0 0,1-4-334 0 0,1-1-1 0 0,5-22 1 0 0,0-24-21 0 0,-5 63 571 0 0,-1 1 0 0 0,0-1 0 0 0,0 0 0 0 0,0 1-1 0 0,-1-1 1 0 0,1 1 0 0 0,-1-1 0 0 0,0 0 0 0 0,0 1-1 0 0,-2-4 1 0 0,3 6 17 0 0,-1 1 1 0 0,1-1-1 0 0,-1 1 0 0 0,1-1 1 0 0,-1 1-1 0 0,1-1 0 0 0,-1 1 1 0 0,1 0-1 0 0,-1-1 0 0 0,0 1 1 0 0,1 0-1 0 0,-1-1 0 0 0,0 1 0 0 0,1 0 1 0 0,-1 0-1 0 0,0 0 0 0 0,1 0 1 0 0,-1-1-1 0 0,0 1 0 0 0,0 0 1 0 0,-25 6 237 0 0,-38 20 345 0 0,0 4 0 0 0,-60 38 1 0 0,32-17-267 0 0,-180 91-651 0 0,254-131-2013 0 0,18-9 1491 0 0,39-7-9378 0 0,-19-3 4252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1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27 1264 0 0,'-3'0'4535'0'0,"-39"3"5198"0"0,35-3-9505 0 0,4 0 658 0 0,-19 4 3359 0 0,156-14-3507 0 0,-31 1-625 0 0,-57 4-86 0 0,18-2-2342 0 0,-61 7 1317 0 0,6-2-693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1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92 1408 0 0,'-1'-2'2467'0'0,"0"-4"-1234"0"0,0 1 1 0 0,0-1-1 0 0,1 1 1 0 0,0-1-1 0 0,0 1 1 0 0,0-1-1 0 0,1 0 1 0 0,-1 1-1 0 0,1-1 0 0 0,1 1 1 0 0,2-9-1 0 0,-2 12-1123 0 0,0 1 0 0 0,0-1-1 0 0,0 1 1 0 0,0 0 0 0 0,0 0-1 0 0,1-1 1 0 0,-1 1-1 0 0,0 1 1 0 0,1-1 0 0 0,-1 0-1 0 0,1 1 1 0 0,-1-1 0 0 0,1 1-1 0 0,-1 0 1 0 0,1-1-1 0 0,-1 1 1 0 0,1 0 0 0 0,-1 1-1 0 0,1-1 1 0 0,3 1 0 0 0,3 1-74 0 0,0 1 1 0 0,0 0-1 0 0,0 1 0 0 0,0-1 1 0 0,0 2-1 0 0,-1-1 1 0 0,0 1-1 0 0,0 1 1 0 0,0-1-1 0 0,-1 1 1 0 0,0 0-1 0 0,0 1 1 0 0,0 0-1 0 0,-1 0 1 0 0,0 1-1 0 0,0-1 1 0 0,8 17-1 0 0,-9-14 29 0 0,0 0 1 0 0,-1 0-1 0 0,0 1 1 0 0,-1 0-1 0 0,0 0 0 0 0,0 0 1 0 0,-2 0-1 0 0,1 0 1 0 0,-1 1-1 0 0,-1-1 0 0 0,0 0 1 0 0,0 1-1 0 0,-1-1 1 0 0,-1 0-1 0 0,-3 13 0 0 0,-1-4 225 0 0,-1 0 0 0 0,-1 0-1 0 0,-1-1 1 0 0,-1 0-1 0 0,0 0 1 0 0,-1-1-1 0 0,-20 23 1 0 0,-105 107 2348 0 0,114-127-2104 0 0,2 3 251 0 0,19-22-488 0 0,1-2-290 0 0,0 1 0 0 0,0-1 1 0 0,0 0-1 0 0,0 0 0 0 0,0 1 0 0 0,0-1 0 0 0,0 0 0 0 0,0 0 1 0 0,0 1-1 0 0,0-1 0 0 0,0 0 0 0 0,1 0 0 0 0,-1 1 0 0 0,0-1 1 0 0,0 0-1 0 0,0 0 0 0 0,0 0 0 0 0,0 1 0 0 0,1-1 1 0 0,-1 0-1 0 0,0 0 0 0 0,0 0 0 0 0,0 0 0 0 0,1 1 0 0 0,-1-1 1 0 0,0 0-1 0 0,0 0 0 0 0,0 0 0 0 0,1 0 0 0 0,-1 0 0 0 0,0 0 1 0 0,0 0-1 0 0,1 0 0 0 0,-1 0 0 0 0,0 1 0 0 0,0-1 1 0 0,1 0-1 0 0,-1 0 0 0 0,0 0 0 0 0,0-1 0 0 0,1 1 0 0 0,199-42-1181 0 0,1-14-4949 0 0,-179 50 5164 0 0,81-26-8181 0 0,-52 11-613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2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75 348 0 0,'-96'-74'15977'0'0,"119"95"-13408"0"0,8 6-1236 0 0,-1 1 1 0 0,-2 1-1 0 0,47 64 1 0 0,-50-58-983 0 0,-2 1 0 0 0,-2 2-1 0 0,-2 0 1 0 0,-1 1 0 0 0,-2 1 0 0 0,17 64 0 0 0,-26-70-276 0 0,-1 0 0 0 0,-2 0 1 0 0,-1 1-1 0 0,-2-1 0 0 0,-2 1 0 0 0,-1-1 1 0 0,-1 1-1 0 0,-2-1 0 0 0,-1 0 1 0 0,-2-1-1 0 0,-16 43 0 0 0,4-24-237 0 0,-2 0-1 0 0,-3-1 1 0 0,-2-2-1 0 0,-2 0 1 0 0,-2-2-1 0 0,-44 50 1 0 0,52-70-688 0 0,-1-1 1 0 0,-1-1-1 0 0,-1-1 0 0 0,-1-2 1 0 0,-59 37-1 0 0,60-44-1218 0 0,0-2 0 0 0,-2 0-1 0 0,1-2 1 0 0,-38 10 0 0 0,-5-5-6539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2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693 68 2124 0 0,'13'-52'6374'0'0,"-12"52"-6317"0"0,-1-1 0 0 0,0 1-1 0 0,0 0 1 0 0,0-1 0 0 0,1 1 0 0 0,-1-1-1 0 0,0 1 1 0 0,0 0 0 0 0,0-1 0 0 0,0 1 0 0 0,0-1-1 0 0,0 1 1 0 0,0-1 0 0 0,0 1 0 0 0,0 0-1 0 0,0-1 1 0 0,0 1 0 0 0,0-1 0 0 0,0 1-1 0 0,0 0 1 0 0,-1-1 0 0 0,1 1 0 0 0,0-1-1 0 0,0 1 1 0 0,0 0 0 0 0,-1-1 0 0 0,1 1 0 0 0,0 0-1 0 0,0-1 1 0 0,-1 1 0 0 0,1 0 0 0 0,0-1-1 0 0,-1 1 1 0 0,1 0 0 0 0,0 0 0 0 0,-1-1-1 0 0,1 1 1 0 0,0 0 0 0 0,-1 0 0 0 0,1 0 0 0 0,-1-1-1 0 0,1 1 1 0 0,0 0 0 0 0,-1 0 0 0 0,1 0-1 0 0,-1 0 1 0 0,-1 0 42 0 0,1 0 0 0 0,-1 0-1 0 0,0 0 1 0 0,1 0 0 0 0,-1 0-1 0 0,1 1 1 0 0,-1-1 0 0 0,1 0-1 0 0,-1 1 1 0 0,1 0 0 0 0,-2 0-1 0 0,-10 8 314 0 0,0 1 0 0 0,0 0-1 0 0,1 1 1 0 0,1 1-1 0 0,0 0 1 0 0,-10 14-1 0 0,6-8-57 0 0,-41 53 987 0 0,-63 104 0 0 0,-31 91 94 0 0,98-164-971 0 0,-56 157 0 0 0,88-199-364 0 0,2 2 0 0 0,3 0-1 0 0,3 1 1 0 0,-5 75 0 0 0,15-108-73 0 0,2 0 1 0 0,1-1-1 0 0,1 1 1 0 0,1-1-1 0 0,2 1 1 0 0,11 37-1 0 0,-10-50-20 0 0,0 1-1 0 0,2-1 1 0 0,0 0-1 0 0,0 0 1 0 0,2-1-1 0 0,0 0 1 0 0,1 0-1 0 0,0-2 1 0 0,2 1-1 0 0,-1-1 1 0 0,18 14-1 0 0,-5-10-250 0 0,0 0 0 0 0,1-1 0 0 0,1-2 0 0 0,0-1 0 0 0,1-1 0 0 0,1-1-1 0 0,0-2 1 0 0,1 0 0 0 0,48 8 0 0 0,-1-6-3018 0 0,1-4 1 0 0,130-1-1 0 0,-88-8-3507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3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662 51 1944 0 0,'0'0'1718'0'0,"13"-29"7675"0"0,-5 13-4502 0 0,-4 10-4086 0 0,-1 18-403 0 0,-1-1 1 0 0,0 0-1 0 0,-1 1 0 0 0,0 0 0 0 0,-1-1 1 0 0,-2 21-1 0 0,1 2 142 0 0,-21 232 1775 0 0,9-158-2076 0 0,0-24 442 0 0,15-113-684 0 0,1-9-33 0 0,-4-69 1 0 0,1 106 26 0 0,0-1-1 0 0,-1 1 0 0 0,1-1 1 0 0,0 1-1 0 0,-1-1 0 0 0,1 1 1 0 0,-1 0-1 0 0,1-1 0 0 0,-1 1 1 0 0,0 0-1 0 0,1-1 1 0 0,-1 1-1 0 0,0 0 0 0 0,0 0 1 0 0,0 0-1 0 0,0-1 0 0 0,0 1 1 0 0,0 0-1 0 0,0 0 0 0 0,0 1 1 0 0,-1-1-1 0 0,1 0 0 0 0,0 0 1 0 0,0 1-1 0 0,-1-1 1 0 0,1 0-1 0 0,0 1 0 0 0,-1-1 1 0 0,1 1-1 0 0,-1 0 0 0 0,1 0 1 0 0,-1-1-1 0 0,1 1 0 0 0,-1 0 1 0 0,1 0-1 0 0,-1 0 0 0 0,1 0 1 0 0,-1 1-1 0 0,1-1 0 0 0,-2 1 1 0 0,-7 1-3 0 0,-1 0 0 0 0,1 1 0 0 0,0 1 0 0 0,-13 6 0 0 0,18-8 10 0 0,-139 68-103 0 0,-138 92 0 0 0,234-134-46 0 0,-6 3-3466 0 0,47-25 1372 0 0,23-3-4547 0 0,-3-9 2813 0 0,4-1-1682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3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476 135 2484 0 0,'50'-87'10421'0'0,"-25"40"-4034"0"0,-37 60-5813 0 0,11-11-477 0 0,-27 39 796 0 0,1 2 1 0 0,-29 62-1 0 0,24-42-303 0 0,-195 407 1442 0 0,185-363-1755 0 0,4 2-1 0 0,-37 175 1 0 0,71-263-309 0 0,1-1 1 0 0,0 1-1 0 0,2 0 0 0 0,0 0 1 0 0,3 26-1 0 0,-2-41-135 0 0,1 1 1 0 0,0-1-1 0 0,1 1 1 0 0,0-1-1 0 0,0 0 1 0 0,0 0-1 0 0,1 0 1 0 0,0 0-1 0 0,0 0 0 0 0,0 0 1 0 0,1-1-1 0 0,-1 0 1 0 0,1 0-1 0 0,1 0 1 0 0,-1 0-1 0 0,1 0 1 0 0,0-1-1 0 0,0 0 0 0 0,0 0 1 0 0,11 6-1 0 0,-4-4-556 0 0,0-1 0 0 0,0 0 0 0 0,1-1 0 0 0,0 0 1 0 0,0-1-1 0 0,17 2 0 0 0,-9-3-2947 0 0,33 0 1 0 0,-6-3-3935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4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776 146 2940 0 0,'-4'-146'18137'0'0,"-7"283"-13403"0"0,1-38-3635 0 0,-5 72-194 0 0,-4 68-177 0 0,16-161-825 0 0,3-77-7 0 0,1-1 85 0 0,0 0 1 0 0,0-1-1 0 0,0 1 0 0 0,0-1 1 0 0,1 1-1 0 0,-1-1 1 0 0,0 1-1 0 0,0-1 0 0 0,0 0 1 0 0,-1 1-1 0 0,1-1 1 0 0,0 0-1 0 0,0 0 0 0 0,0 0 1 0 0,0 0-1 0 0,-1 0 1 0 0,1 1-1 0 0,0-2 0 0 0,-1 1 1 0 0,1 0-1 0 0,-1 0 1 0 0,1 0-1 0 0,-1 0 0 0 0,1-1 1 0 0,8-32-233 0 0,-8 31 200 0 0,2-11-14 0 0,0-1 0 0 0,-1 1 0 0 0,0-1 0 0 0,-1 1-1 0 0,-1-1 1 0 0,-1 0 0 0 0,0 1 0 0 0,0-1 0 0 0,-2 0 0 0 0,-4-16-1 0 0,6 27 53 0 0,0 1-1 0 0,-1 0 0 0 0,1 0 0 0 0,-1 0 0 0 0,0 0 0 0 0,0 0 0 0 0,0 0 0 0 0,0 1 0 0 0,0-1 0 0 0,0 1 0 0 0,-1-1 0 0 0,1 1 0 0 0,-1 0 0 0 0,0 0 0 0 0,1 0 0 0 0,-1 0 0 0 0,-6-2 0 0 0,4 2 8 0 0,0 0-1 0 0,0 1 0 0 0,-1 0 1 0 0,1 0-1 0 0,0 1 0 0 0,-1-1 1 0 0,1 1-1 0 0,-1 0 0 0 0,1 0 1 0 0,-7 2-1 0 0,-10 3 26 0 0,0 1 0 0 0,1 0-1 0 0,-1 2 1 0 0,-23 12 0 0 0,43-19-17 0 0,-422 228 818 0 0,413-222-816 0 0,-3 1 6 0 0,-36 24-2770 0 0,60-24-1215 0 0,-7-8 3525 0 0,-1 1 0 0 0,1 0 0 0 0,-1-1 0 0 0,1 1 0 0 0,0-1-1 0 0,-1 0 1 0 0,1 0 0 0 0,0 0 0 0 0,-1 0 0 0 0,1-1 0 0 0,-1 1 0 0 0,1-1 0 0 0,4-1 0 0 0,7 0-3165 0 0,14-3-4794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4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65 121 328 0 0,'-12'-10'7691'0'0,"-24"-4"2623"0"0,35 14-9851 0 0,0 0 0 0 0,-1-1 0 0 0,1 1 1 0 0,-8-6 3704 0 0,6 3-3705 0 0,17-1-63 0 0,-1 0 1 0 0,1 0-1 0 0,0 2 0 0 0,0-1 1 0 0,24 1-1 0 0,10-3-129 0 0,48-7-20 0 0,-11 2-787 0 0,-29 1-2592 0 0,-10-1-2322 0 0,-1-4-3423 0 0,-26 7 1523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5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41 2572 0 0,'18'-22'10986'0'0,"-7"3"-5443"0"0,-28 24-4551 0 0,-4 5-515 0 0,0 0 0 0 0,2 1 0 0 0,-1 1 1 0 0,1 0-1 0 0,-19 18 0 0 0,13-10-232 0 0,20-17-212 0 0,-13 10 90 0 0,1 1 0 0 0,-22 23-1 0 0,36-34-109 0 0,-1 1 0 0 0,1 0-1 0 0,0 0 1 0 0,0 0 0 0 0,0 0-1 0 0,0 1 1 0 0,1-1 0 0 0,0 1-1 0 0,0 0 1 0 0,0-1 0 0 0,1 1-1 0 0,-1 0 1 0 0,1 0 0 0 0,0 0-1 0 0,1 0 1 0 0,-1 9 0 0 0,2-10 29 0 0,0 0 1 0 0,0 0-1 0 0,0 0 1 0 0,0 0 0 0 0,1 0-1 0 0,0 0 1 0 0,0-1-1 0 0,0 1 1 0 0,0-1-1 0 0,1 1 1 0 0,-1-1 0 0 0,1 0-1 0 0,0 0 1 0 0,0 0-1 0 0,0 0 1 0 0,0 0 0 0 0,5 2-1 0 0,8 7 180 0 0,1-2-1 0 0,25 12 1 0 0,-22-12-57 0 0,75 33 462 0 0,-67-31-406 0 0,0 0-1 0 0,-1 2 1 0 0,0 1 0 0 0,40 30-1 0 0,-65-43-151 0 0,0-1 0 0 0,0 1-1 0 0,0 0 1 0 0,0 0 0 0 0,-1 0-1 0 0,1 0 1 0 0,-1 0-1 0 0,1 0 1 0 0,-1 0 0 0 0,0 0-1 0 0,0 0 1 0 0,0 1-1 0 0,0-1 1 0 0,0 0 0 0 0,0 1-1 0 0,-1-1 1 0 0,1 1-1 0 0,-1-1 1 0 0,1 1 0 0 0,-1-1-1 0 0,0 1 1 0 0,0-1-1 0 0,0 1 1 0 0,-1 3 0 0 0,-1-2 10 0 0,1 0 0 0 0,0-1-1 0 0,-1 1 1 0 0,0-1 0 0 0,0 1 0 0 0,0-1 0 0 0,0 0 0 0 0,-1 0 0 0 0,1 0 0 0 0,-1 0 0 0 0,1 0 0 0 0,-1 0 0 0 0,0-1 0 0 0,0 1 0 0 0,-5 2 0 0 0,-3 1 9 0 0,0 0 0 0 0,-1-1 0 0 0,1-1 0 0 0,-1 1 0 0 0,0-2 0 0 0,0 0 0 0 0,0 0 0 0 0,0-1 0 0 0,-1 0 0 0 0,-17-1 0 0 0,9-1-18 0 0,1-1 0 0 0,0-1 0 0 0,0 0 0 0 0,0-2-1 0 0,-33-10 1 0 0,49 13-47 0 0,0-1-1 0 0,1 1 1 0 0,-1-1-1 0 0,0 0 1 0 0,0 0 0 0 0,1 0-1 0 0,-1-1 1 0 0,1 1-1 0 0,-1-1 1 0 0,1 0-1 0 0,0 0 1 0 0,0 0-1 0 0,-4-6 1 0 0,5 6-19 0 0,1 0 0 0 0,0 1 0 0 0,0-1 0 0 0,0 0 0 0 0,0 1 0 0 0,0-1 0 0 0,1 0 0 0 0,-1 0 0 0 0,1 0 0 0 0,0 0 0 0 0,0 1 0 0 0,0-1 0 0 0,0 0 0 0 0,0 0 0 0 0,1 0 0 0 0,-1 0 0 0 0,1 0 0 0 0,0 1 0 0 0,0-1 0 0 0,2-4 0 0 0,3-6-1 0 0,1 1 1 0 0,0 0 0 0 0,0 0-1 0 0,1 1 1 0 0,11-11 0 0 0,52-51-12 0 0,-37 40 14 0 0,31-26 35 0 0,-42 39 58 0 0,0 0-1 0 0,-2-2 1 0 0,0 0 0 0 0,20-31-1 0 0,-38 49-97 0 0,0 0-1 0 0,-1 0 1 0 0,0-1-1 0 0,0 1 1 0 0,0-1-1 0 0,0 0 1 0 0,-1 1-1 0 0,0-1 1 0 0,0 0-1 0 0,0 0 1 0 0,0 0-1 0 0,-1 0 1 0 0,0-6-1 0 0,-1 8-4 0 0,1 0 0 0 0,-1 0 0 0 0,0 0 0 0 0,1 0 0 0 0,-2 0 0 0 0,1 1 0 0 0,0-1 0 0 0,0 0 0 0 0,-1 0 0 0 0,0 1 0 0 0,1-1 0 0 0,-1 1 0 0 0,0-1 0 0 0,0 1 0 0 0,-1 0 0 0 0,1 0 0 0 0,0 0 0 0 0,-1 0-1 0 0,1 0 1 0 0,-1 0 0 0 0,0 1 0 0 0,-3-2 0 0 0,-5-3-226 0 0,-1 1 1 0 0,0 1-1 0 0,-1 0 0 0 0,1 1 0 0 0,-1 0 0 0 0,0 1 1 0 0,-14-1-1 0 0,18 2-906 0 0,1 1 0 0 0,-1 0 0 0 0,0 1 0 0 0,0 0-1 0 0,0 1 1 0 0,-13 3 0 0 0,21-4 925 0 0,1-1 0 0 0,-1 0 0 0 0,1 1 0 0 0,-1-1 0 0 0,0 0 0 0 0,1 1 0 0 0,-1-1 0 0 0,1 1 0 0 0,-1-1 0 0 0,1 1 0 0 0,-1-1 0 0 0,1 1 0 0 0,-1-1 0 0 0,1 1 0 0 0,0 0 0 0 0,-1-1 0 0 0,1 1 0 0 0,0 0 0 0 0,0-1 0 0 0,-1 1 0 0 0,1 0 0 0 0,0-1 0 0 0,0 1 0 0 0,0 0 0 0 0,0 0 0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5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49 2836 0 0,'2'-10'2209'0'0,"0"4"-605"0"0,-1 0 0 0 0,1 1 1 0 0,-1-1-1 0 0,7-9 1407 0 0,9 15-154 0 0,-14 1-2518 0 0,1 0 1 0 0,-1 1-1 0 0,0-1 1 0 0,0 1-1 0 0,0-1 1 0 0,0 1-1 0 0,0 0 1 0 0,0 0-1 0 0,0 0 1 0 0,3 4-1 0 0,24 26 1782 0 0,-23-24-1661 0 0,17 22 252 0 0,-1 1 0 0 0,-1 1 1 0 0,-2 1-1 0 0,-1 1 0 0 0,-1 1 0 0 0,-3 0 0 0 0,13 40 1 0 0,-13-28-521 0 0,-2 2 0 0 0,-3 0 0 0 0,-1 0 0 0 0,3 100 0 0 0,-13-103-110 0 0,-1 0-1 0 0,-3 0 1 0 0,-2 0-1 0 0,-1 0 1 0 0,-3-1-1 0 0,-1 0 1 0 0,-33 74-1 0 0,23-70-1129 0 0,-3-2-1 0 0,-1-1 1 0 0,-53 70-1 0 0,66-100-600 0 0,0-1-1 0 0,-26 23 1 0 0,-11-1-8514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6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80 792 0 0,'-24'-3'7186'0'0,"-44"-11"1"0"0,66 14-6511 0 0,-3-1-138 0 0,-3-1 1796 0 0,15-2-965 0 0,18-1-983 0 0,1 1 1 0 0,47-3 0 0 0,-6 2-206 0 0,32-3 99 0 0,8-1-695 0 0,-35-5-7466 0 0,-61 10 3489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6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60 2664 0 0,'0'-3'2527'0'0,"12"-39"9195"0"0,-12 39-10846 0 0,0 3-840 0 0,0-1-1 0 0,0 1 0 0 0,0 0 0 0 0,0-1 1 0 0,0 1-1 0 0,0 0 0 0 0,0-1 1 0 0,0 1-1 0 0,0 0 0 0 0,0 0 1 0 0,0-1-1 0 0,0 1 0 0 0,0 0 1 0 0,0-1-1 0 0,1 1 0 0 0,-1 0 1 0 0,0 0-1 0 0,0-1 0 0 0,0 1 1 0 0,0 0-1 0 0,0 0 0 0 0,1-1 1 0 0,-1 1-1 0 0,0 0 0 0 0,0 0 1 0 0,0-1-1 0 0,1 1 0 0 0,-1 0 1 0 0,1 0-1 0 0,3-1 39 0 0,1 0 1 0 0,0 0-1 0 0,0 1 0 0 0,-1-1 1 0 0,1 1-1 0 0,0 1 0 0 0,0-1 1 0 0,-1 0-1 0 0,1 1 1 0 0,0 0-1 0 0,0 0 0 0 0,-1 1 1 0 0,1-1-1 0 0,-1 1 0 0 0,0 0 1 0 0,1 0-1 0 0,-1 1 0 0 0,0-1 1 0 0,5 5-1 0 0,0 0 4 0 0,1 0 0 0 0,-1 1 1 0 0,0 0-1 0 0,-1 0 0 0 0,1 1 0 0 0,12 18 0 0 0,-18-20 28 0 0,1-1-1 0 0,-1 1 1 0 0,0 0-1 0 0,0 0 1 0 0,-1 0-1 0 0,0 1 1 0 0,0-1-1 0 0,-1 1 1 0 0,0-1 0 0 0,0 1-1 0 0,0-1 1 0 0,-1 1-1 0 0,-1-1 1 0 0,1 1-1 0 0,-1-1 1 0 0,0 1-1 0 0,-1-1 1 0 0,0 1-1 0 0,0-1 1 0 0,0 0-1 0 0,-7 12 1 0 0,-2 3 306 0 0,-2 0 1 0 0,0-1 0 0 0,-1 0-1 0 0,-1-1 1 0 0,-23 23-1 0 0,-69 64 1513 0 0,107-107-1912 0 0,-1 0 0 0 0,1 0 0 0 0,0 0 0 0 0,-1 1 0 0 0,1-1 0 0 0,0 0 0 0 0,-1 0 0 0 0,1 1 0 0 0,0-1 0 0 0,-1 0 0 0 0,1 1 0 0 0,0-1 0 0 0,0 0 0 0 0,-1 1 0 0 0,1-1 0 0 0,0 0 0 0 0,0 1 0 0 0,0-1 0 0 0,0 0 0 0 0,-1 1 0 0 0,1-1 0 0 0,0 1 0 0 0,0-1 0 0 0,0 1 0 0 0,0-1 0 0 0,0 0 0 0 0,0 1 0 0 0,0-1 0 0 0,0 1 0 0 0,0-1 0 0 0,0 0 0 0 0,0 1 0 0 0,0-1 0 0 0,1 1 0 0 0,-1-1 0 0 0,0 0 0 0 0,0 1 0 0 0,0-1 0 0 0,0 1 0 0 0,1-1 0 0 0,-1 0 0 0 0,1 1 0 0 0,0 0 5 0 0,1 0 0 0 0,0-1 0 0 0,0 1 0 0 0,0 0 0 0 0,0-1 0 0 0,0 0 0 0 0,0 1 0 0 0,0-1 0 0 0,3 0 0 0 0,56-3 34 0 0,-58 2-25 0 0,321-24-41 0 0,-110 10-802 0 0,-188 13 270 0 0,8 0-1655 0 0,-13-2-2092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7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860 33 1308 0 0,'-43'-13'5156'0'0,"21"7"-1176"0"0,-41-8 1 0 0,61 14-3905 0 0,0 0 0 0 0,0 0 0 0 0,-1 1-1 0 0,1-1 1 0 0,0 1 0 0 0,0-1 0 0 0,0 1 0 0 0,0-1 0 0 0,0 1 0 0 0,-1 0 0 0 0,1 0 0 0 0,0 0 0 0 0,1 1 0 0 0,-1-1 0 0 0,-2 2 0 0 0,-25 25 780 0 0,24-23-671 0 0,-28 34 1065 0 0,-50 75 1 0 0,-18 54 362 0 0,70-115-1215 0 0,-181 345 1509 0 0,160-282-1377 0 0,-58 189 1 0 0,100-271-471 0 0,1 0-1 0 0,2 0 1 0 0,1 1 0 0 0,2-1 0 0 0,-1 54-1 0 0,6-77-68 0 0,0 0 0 0 0,1 0-1 0 0,0 0 1 0 0,0 0-1 0 0,1-1 1 0 0,1 1-1 0 0,0-1 1 0 0,0 1 0 0 0,7 10-1 0 0,-6-14-78 0 0,0 0 0 0 0,0 0 0 0 0,1 0 0 0 0,0-1 0 0 0,0 1 0 0 0,1-2 0 0 0,0 1 0 0 0,0-1 0 0 0,0 0-1 0 0,0 0 1 0 0,1-1 0 0 0,0 0 0 0 0,8 3 0 0 0,3 0-537 0 0,0-1-1 0 0,1-1 1 0 0,-1-1-1 0 0,1 0 1 0 0,0-2-1 0 0,25 1 1 0 0,-10-3-2457 0 0,0-2-1 0 0,61-11 1 0 0,-28-2-4081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7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954 173 540 0 0,'36'-172'21003'0'0,"-96"454"-16390"0"0,12-64-4021 0 0,28-77-438 0 0,18-79-2564 0 0,2-62 2391 0 0,0-1 0 0 0,0 1 0 0 0,0 0 1 0 0,0 0-1 0 0,0 0 0 0 0,0-1 1 0 0,0 1-1 0 0,0 0 0 0 0,0 0 1 0 0,0 0-1 0 0,0 0 0 0 0,0-1 1 0 0,0 1-1 0 0,1 0 0 0 0,-1 0 0 0 0,0 0 1 0 0,0 0-1 0 0,0-1 0 0 0,0 1 1 0 0,0 0-1 0 0,0 0 0 0 0,1 0 1 0 0,-1 0-1 0 0,0 0 0 0 0,0 0 0 0 0,0 0 1 0 0,1 0-1 0 0,-1-1 0 0 0,0 1 1 0 0,0 0-1 0 0,0 0 0 0 0,0 0 1 0 0,1 0-1 0 0,-1 0 0 0 0,1 0-4 0 0,-1 0 0 0 0,0 0 1 0 0,1 0-1 0 0,-1 0 0 0 0,1-1 0 0 0,-1 1 0 0 0,0 0 0 0 0,1 0 0 0 0,-1 0 1 0 0,0-1-1 0 0,1 1 0 0 0,-1 0 0 0 0,0 0 0 0 0,1-1 0 0 0,-1 1 0 0 0,0 0 1 0 0,0-1-1 0 0,1 1 0 0 0,-1 0 0 0 0,0-1 0 0 0,0 1 0 0 0,0 0 0 0 0,1-1 0 0 0,-1 1 1 0 0,0-1-1 0 0,0 1 0 0 0,0-1 0 0 0,0 0 0 0 0,2-9-102 0 0,-1 0 0 0 0,-1-1 0 0 0,0 1 1 0 0,0 0-1 0 0,-1-1 0 0 0,0 1 0 0 0,-1 0 0 0 0,0 0 0 0 0,-1 0 0 0 0,0 0 0 0 0,-1 0 0 0 0,-8-17 0 0 0,9 20 130 0 0,-1 1 0 0 0,0 0-1 0 0,0 0 1 0 0,0 0 0 0 0,-1 1-1 0 0,1 0 1 0 0,-1-1 0 0 0,-1 2-1 0 0,1-1 1 0 0,-1 0 0 0 0,0 1-1 0 0,0 0 1 0 0,0 1-1 0 0,0-1 1 0 0,-1 1 0 0 0,1 0-1 0 0,-1 1 1 0 0,0 0 0 0 0,-12-3-1 0 0,0 3 82 0 0,0 1 0 0 0,0 1 0 0 0,0 0 0 0 0,0 2 0 0 0,0 0 0 0 0,-27 7 0 0 0,-109 40 374 0 0,87-23-343 0 0,1 2 0 0 0,1 4 0 0 0,-93 60 0 0 0,153-88-376 0 0,0 0 1 0 0,0 1-1 0 0,0 0 0 0 0,1 0 1 0 0,-1 0-1 0 0,1 1 1 0 0,-7 9-1 0 0,12-14 146 0 0,0-1 0 0 0,1 1 0 0 0,-1-1 0 0 0,0 0 0 0 0,1 1 0 0 0,-1-1 0 0 0,0 1-1 0 0,1-1 1 0 0,-1 0 0 0 0,0 1 0 0 0,1-1 0 0 0,-1 0 0 0 0,0 1 0 0 0,1-1 0 0 0,-1 0 0 0 0,1 0 0 0 0,-1 1 0 0 0,1-1 0 0 0,-1 0 0 0 0,1 0 0 0 0,-1 0 0 0 0,1 0 0 0 0,-1 0 0 0 0,1 1 0 0 0,-1-1 0 0 0,1 0-1 0 0,-1 0 1 0 0,1 0 0 0 0,-1 0 0 0 0,1-1 0 0 0,-1 1 0 0 0,1 0 0 0 0,-1 0 0 0 0,1 0 0 0 0,18 0-1495 0 0,19-6-3814 0 0,-29 4 3952 0 0,22-5-4773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7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3036 0 0,'11'-23'18867'0'0,"-11"22"-18816"0"0,14-2 1005 0 0,25 0-1358 0 0,-29 2 634 0 0,221-28-2279 0 0,-155 13-2601 0 0,-1-4-3548 0 0,-45 11 2051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8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45 904 0 0,'0'-2'521'0'0,"0"0"1"0"0,0 0-1 0 0,-1 0 0 0 0,1 0 0 0 0,0 0 1 0 0,-1 0-1 0 0,1 0 0 0 0,-1 0 0 0 0,0 0 1 0 0,0 0-1 0 0,0 0 0 0 0,0 0 0 0 0,0 0 1 0 0,0 1-1 0 0,0-1 0 0 0,0 0 1 0 0,-1 1-1 0 0,1-1 0 0 0,-1 1 0 0 0,1-1 1 0 0,-3 0-1 0 0,2 1-358 0 0,0 0 1 0 0,0 1 0 0 0,0-1-1 0 0,0 1 1 0 0,0 0 0 0 0,1 0-1 0 0,-1 0 1 0 0,0 0 0 0 0,0 0 0 0 0,0 0-1 0 0,0 0 1 0 0,0 1 0 0 0,-3 0-1 0 0,-2 0 339 0 0,-20 6 249 0 0,1 0 0 0 0,0 2 1 0 0,0 0-1 0 0,1 2 0 0 0,0 1 1 0 0,-30 19-1 0 0,53-29-718 0 0,-11 4 82 0 0,1 2 1 0 0,1-1-1 0 0,-1 2 0 0 0,1-1 0 0 0,-9 12 0 0 0,18-19-96 0 0,0 1 1 0 0,0 0-1 0 0,1 0 0 0 0,-1 0 0 0 0,1 0 0 0 0,-1 0 1 0 0,1 0-1 0 0,0 1 0 0 0,0-1 0 0 0,0 0 0 0 0,0 1 1 0 0,0-1-1 0 0,1 1 0 0 0,-1-1 0 0 0,1 1 0 0 0,0-1 1 0 0,-1 1-1 0 0,1-1 0 0 0,0 1 0 0 0,1-1 0 0 0,-1 1 1 0 0,0 0-1 0 0,1-1 0 0 0,-1 1 0 0 0,1-1 0 0 0,0 0 1 0 0,0 1-1 0 0,0-1 0 0 0,0 0 0 0 0,0 1 0 0 0,0-1 1 0 0,1 0-1 0 0,-1 0 0 0 0,1 0 0 0 0,2 2 0 0 0,5 6 23 0 0,1 0 0 0 0,0-1 0 0 0,1-1 0 0 0,0 0 0 0 0,16 10 0 0 0,66 30 72 0 0,-67-36-108 0 0,46 24 240 0 0,92 61 0 0 0,-162-96-123 0 0,0 1 0 0 0,1 0 1 0 0,-1-1-1 0 0,0 1 0 0 0,0 0 1 0 0,0 0-1 0 0,0 0 0 0 0,0 1 1 0 0,0-1-1 0 0,0 0 0 0 0,-1 1 1 0 0,1-1-1 0 0,-1 1 1 0 0,0-1-1 0 0,0 1 0 0 0,0 0 1 0 0,0-1-1 0 0,0 1 0 0 0,0 3 1 0 0,-1-3-22 0 0,0-1 1 0 0,-1 1 0 0 0,1-1 0 0 0,-1 1 0 0 0,0-1-1 0 0,1 0 1 0 0,-1 1 0 0 0,0-1 0 0 0,0 0 0 0 0,-1 0-1 0 0,1 0 1 0 0,0 0 0 0 0,-1 0 0 0 0,1 0-1 0 0,-1 0 1 0 0,0 0 0 0 0,0 0 0 0 0,0-1 0 0 0,1 1-1 0 0,-1-1 1 0 0,-1 1 0 0 0,-1 0 0 0 0,-7 4 89 0 0,-1 0 0 0 0,1-1 1 0 0,-1 0-1 0 0,0-1 0 0 0,0 0 0 0 0,-1-1 1 0 0,1 0-1 0 0,-1-1 0 0 0,-17 0 0 0 0,-16 0 212 0 0,-55-7 1 0 0,91 5-339 0 0,-5-1 64 0 0,-46-6 466 0 0,58 7-564 0 0,0-1 0 0 0,0 1 0 0 0,-1-1 0 0 0,1 0 0 0 0,0 0 0 0 0,0-1 0 0 0,0 1-1 0 0,1-1 1 0 0,-1 1 0 0 0,0-1 0 0 0,0 0 0 0 0,1 0 0 0 0,-1 0 0 0 0,1 0 0 0 0,-3-3 0 0 0,5 3-27 0 0,-1 0 1 0 0,0 1 0 0 0,1-1 0 0 0,0 1 0 0 0,-1-1 0 0 0,1 0 0 0 0,0 0 0 0 0,0 1 0 0 0,0-1 0 0 0,0 0 0 0 0,0 1 0 0 0,0-1 0 0 0,0 0-1 0 0,1 0 1 0 0,-1 1 0 0 0,1-1 0 0 0,-1 1 0 0 0,1-1 0 0 0,-1 0 0 0 0,1 1 0 0 0,0-1 0 0 0,0 1 0 0 0,0-1 0 0 0,0 1 0 0 0,0 0 0 0 0,0-1-1 0 0,0 1 1 0 0,1 0 0 0 0,1-1 0 0 0,5-6-11 0 0,0 0-1 0 0,18-12 1 0 0,-25 19 4 0 0,134-80-78 0 0,-94 58 67 0 0,-1-1 0 0 0,69-54 0 0 0,-103 73 35 0 0,0 0 0 0 0,-1-1 0 0 0,0 0 0 0 0,0 0 0 0 0,0 0 0 0 0,0-1 0 0 0,-1 1 0 0 0,0-1 0 0 0,-1 0 0 0 0,5-11 0 0 0,-7 14-16 0 0,-1 1 0 0 0,1 0 0 0 0,-1 0 0 0 0,1 0 0 0 0,-1-1 1 0 0,0 1-1 0 0,0 0 0 0 0,0 0 0 0 0,-1 0 0 0 0,1-1 0 0 0,-1 1 0 0 0,0 0 0 0 0,0 0 0 0 0,0 0 0 0 0,0 0 0 0 0,0 0 1 0 0,-1 0-1 0 0,1 0 0 0 0,-1 1 0 0 0,0-1 0 0 0,0 0 0 0 0,0 1 0 0 0,0-1 0 0 0,0 1 0 0 0,0 0 0 0 0,-1 0 0 0 0,1 0 1 0 0,-5-3-1 0 0,-3-2-43 0 0,-1 1 1 0 0,0 0-1 0 0,-1 1 0 0 0,1 0 1 0 0,-1 0-1 0 0,0 1 1 0 0,-14-3-1 0 0,-87-10-3852 0 0,106 16 3349 0 0,3 1 16 0 0,1 0 0 0 0,-1 0 1 0 0,0 0-1 0 0,0 0 0 0 0,1 0 1 0 0,-1 1-1 0 0,-7 1 0 0 0,-1 6-3835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8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83 1872 0 0,'-12'-82'16995'0'0,"15"82"-16096"0"0,1 2-612 0 0,1 0 0 0 0,-1 0 1 0 0,0 0-1 0 0,0 1 0 0 0,0-1 1 0 0,0 1-1 0 0,0 0 0 0 0,-1 0 1 0 0,1 0-1 0 0,-1 1 0 0 0,0-1 1 0 0,5 8-1 0 0,37 56 1682 0 0,-40-60-1758 0 0,26 45 597 0 0,-2 2 0 0 0,-2 1-1 0 0,-2 1 1 0 0,25 90 0 0 0,-41-113-691 0 0,-1 1 0 0 0,-1 1 0 0 0,-3-1 1 0 0,0 1-1 0 0,-3 0 0 0 0,0 0 0 0 0,-3 0 0 0 0,-1-1 0 0 0,-10 51 1 0 0,5-56-107 0 0,-1-1 1 0 0,-1 0-1 0 0,-1-1 1 0 0,-2 0-1 0 0,-1-1 1 0 0,0 0-1 0 0,-2-1 1 0 0,-2-1-1 0 0,0 0 1 0 0,-1-2-1 0 0,-26 25 1 0 0,32-35-462 0 0,-1-1 1 0 0,0-1 0 0 0,-1 0-1 0 0,-19 10 1 0 0,25-16-561 0 0,1-1-1 0 0,-1 0 1 0 0,0 0-1 0 0,0 0 1 0 0,-13 1-1 0 0,8-6-3196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8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34 112 0 0,'-157'5'21497'0'0,"158"-6"-21470"0"0,-1 1-1 0 0,0-1 1 0 0,0 0 0 0 0,1 1-1 0 0,-1-1 1 0 0,1 1-1 0 0,-1-1 1 0 0,0 0 0 0 0,1 1-1 0 0,-1-1 1 0 0,1 1-1 0 0,-1-1 1 0 0,1 1-1 0 0,-1-1 1 0 0,1 1 0 0 0,0 0-1 0 0,-1-1 1 0 0,1 1-1 0 0,-1 0 1 0 0,1-1-1 0 0,0 1 1 0 0,-1 0 0 0 0,1 0-1 0 0,0 0 1 0 0,0-1-1 0 0,23-3 121 0 0,-20 3-71 0 0,145-19 142 0 0,-121 18-1824 0 0,43 4-1 0 0,-35 4-1756 0 0,-13 1-3467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39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48 1784 0 0,'-45'22'6655'0'0,"28"-14"-1428"0"0,-31 19 0 0 0,28-15 112 0 0,33-13-4447 0 0,215-25-1001 0 0,0-6-3988 0 0,-102 14 321 0 0,16-6-4042 0 0,-61 8 898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461 121 564 0 0,'31'-47'10184'0'0,"-31"47"-10019"0"0,1-1 0 0 0,-1 0-1 0 0,1 1 1 0 0,-1-1-1 0 0,0 0 1 0 0,1 0 0 0 0,-1 1-1 0 0,0-1 1 0 0,1 0 0 0 0,-1 0-1 0 0,0 0 1 0 0,0 1-1 0 0,0-1 1 0 0,0 0 0 0 0,0 0-1 0 0,0 0 1 0 0,0 0-1 0 0,0 1 1 0 0,0-1 0 0 0,0 0-1 0 0,0 0 1 0 0,0 0 0 0 0,-1 1-1 0 0,1-1 1 0 0,0 0-1 0 0,-1 0 1 0 0,1 0 0 0 0,-1 0-1 0 0,0 0-30 0 0,0 0-1 0 0,-1 1 1 0 0,1-1 0 0 0,0 1-1 0 0,0 0 1 0 0,0-1-1 0 0,-1 1 1 0 0,1 0 0 0 0,0 0-1 0 0,-1 0 1 0 0,1 0-1 0 0,0 0 1 0 0,0 0 0 0 0,-1 0-1 0 0,1 0 1 0 0,-2 0-1 0 0,-5 2 253 0 0,0 0 0 0 0,0 0-1 0 0,0 1 1 0 0,-10 4 0 0 0,-12 10 70 0 0,1 1 1 0 0,1 1 0 0 0,0 2-1 0 0,2 0 1 0 0,0 2-1 0 0,2 1 1 0 0,0 0 0 0 0,2 2-1 0 0,1 1 1 0 0,1 1-1 0 0,-32 57 1 0 0,48-75-352 0 0,-1 0 0 0 0,2 0 0 0 0,-1 0 0 0 0,1 0 1 0 0,1 0-1 0 0,0 1 0 0 0,0-1 0 0 0,1 1 0 0 0,0 0 0 0 0,1 14 0 0 0,1-20-43 0 0,0 1 0 0 0,0-1 0 0 0,0 1 0 0 0,1-1 0 0 0,-1 0 0 0 0,1 1 0 0 0,1-1 0 0 0,-1 0 0 0 0,1 0 0 0 0,0-1 0 0 0,0 1 0 0 0,0 0-1 0 0,0-1 1 0 0,1 0 0 0 0,0 0 0 0 0,0 0 0 0 0,0 0 0 0 0,1-1 0 0 0,-1 1 0 0 0,1-1 0 0 0,7 4 0 0 0,-2-3-8 0 0,0 0 1 0 0,0 0-1 0 0,1-1 1 0 0,-1 0-1 0 0,1-1 1 0 0,0 0-1 0 0,0-1 1 0 0,0 0-1 0 0,0-1 1 0 0,0 0-1 0 0,0-1 1 0 0,0 0-1 0 0,0 0 1 0 0,-1-1-1 0 0,1-1 1 0 0,0 0-1 0 0,18-8 1 0 0,-8 3-10 0 0,-2-2 0 0 0,1 0 1 0 0,-1-1-1 0 0,0-1 0 0 0,-1-1 1 0 0,-1-1-1 0 0,0 0 0 0 0,14-17 1 0 0,-17 16-14 0 0,-1 0 0 0 0,-1-2-1 0 0,-1 1 1 0 0,0-2 0 0 0,-2 1 0 0 0,14-33 0 0 0,-18 37-18 0 0,-1 1 0 0 0,0-1 0 0 0,-1 0 0 0 0,0 0 0 0 0,-1-1 0 0 0,-1 1 0 0 0,0 0 0 0 0,-1-1 0 0 0,0 1-1 0 0,-1 0 1 0 0,-2-15 0 0 0,0 20-12 0 0,0 0-1 0 0,0 0 1 0 0,0 0-1 0 0,-1 0 0 0 0,0 1 1 0 0,0-1-1 0 0,-1 1 1 0 0,0 0-1 0 0,-1 1 1 0 0,1-1-1 0 0,-1 1 0 0 0,0 0 1 0 0,-1 0-1 0 0,1 1 1 0 0,-1 0-1 0 0,0 0 1 0 0,-1 1-1 0 0,1 0 0 0 0,-9-4 1 0 0,-7-2-245 0 0,-1 1 1 0 0,0 1 0 0 0,0 1-1 0 0,-1 1 1 0 0,-30-3-1 0 0,25 5-926 0 0,1 2-1 0 0,-1 2 1 0 0,0 0-1 0 0,-39 7 0 0 0,36-2-4534 0 0,-57 18-1 0 0,54-10-2707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812 114 2048 0 0,'14'-36'6330'0'0,"20"-41"1250"0"0,-30 79-6412 0 0,-4-2-1135 0 0,0 0 0 0 0,1 0-1 0 0,-1 0 1 0 0,0 0 0 0 0,0 0 0 0 0,1 0 0 0 0,-1 0-1 0 0,0 0 1 0 0,0 0 0 0 0,1 0 0 0 0,-1 0 0 0 0,0 0-1 0 0,0 1 1 0 0,1-1 0 0 0,-1 0 0 0 0,0 0 0 0 0,0 0-1 0 0,0 0 1 0 0,1 0 0 0 0,-1 1 0 0 0,0-1 0 0 0,0 0-1 0 0,0 0 1 0 0,0 0 0 0 0,1 0 0 0 0,-1 1 0 0 0,0-1-1 0 0,0 0 1 0 0,0 0 0 0 0,0 1 0 0 0,0-1 0 0 0,0 0-1 0 0,0 0 1 0 0,0 0 0 0 0,0 1 0 0 0,0-1 0 0 0,0 1-1 0 0,0 18 846 0 0,-2 0 0 0 0,0-1 0 0 0,-2 1 0 0 0,-5 20 0 0 0,-29 75 677 0 0,16-51-870 0 0,-33 87 190 0 0,-25 84-267 0 0,37-107-395 0 0,42-124-303 0 0,-5-24-856 0 0,7-12 502 0 0,-1 10 145 0 0,-3-42 0 0 0,2 58 285 0 0,0 0-1 0 0,0 0 1 0 0,-1 0 0 0 0,0 1-1 0 0,-1-1 1 0 0,1 1 0 0 0,-1-1-1 0 0,-1 1 1 0 0,1 0 0 0 0,-7-8-1 0 0,8 12 5 0 0,0 0 0 0 0,-1 0 0 0 0,0 0 0 0 0,1 0 0 0 0,-1 1 1 0 0,0-1-1 0 0,0 1 0 0 0,0 0 0 0 0,0 0 0 0 0,0 0 0 0 0,0 0 0 0 0,0 0 0 0 0,0 1 0 0 0,0 0 0 0 0,0-1 0 0 0,0 1 0 0 0,-1 0 0 0 0,1 0 0 0 0,0 1 0 0 0,-5 0 0 0 0,-7 2 37 0 0,0 0 1 0 0,-28 9-1 0 0,-69 32-416 0 0,-175 94 0 0 0,283-135-203 0 0,-1-1 0 0 0,1 0 0 0 0,0 1 0 0 0,1 0 0 0 0,-1 0 0 0 0,0 1 1 0 0,-3 4-1 0 0,37-4-10068 0 0,-15-9 4902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2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34 232 0 0,'5'-7'16760'0'0,"-20"11"-12603"0"0,28 0-2748 0 0,32 0-942 0 0,118-23 425 0 0,-32 2-5577 0 0,-122 16 3148 0 0,9 0-1430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3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99 2764 0 0,'0'-1'106'0'0,"-2"-4"1808"0"0,0-1-1 0 0,0 1 1 0 0,1-1-1 0 0,0 0 1 0 0,-1-11-1 0 0,2 15-1673 0 0,0 1 0 0 0,1-1 0 0 0,-1 0 1 0 0,0 0-1 0 0,1 1 0 0 0,-1-1 0 0 0,1 0 0 0 0,0 1 0 0 0,0-1 0 0 0,-1 1 0 0 0,1-1 0 0 0,0 1 0 0 0,0-1 0 0 0,0 1 0 0 0,1 0 1 0 0,-1-1-1 0 0,0 1 0 0 0,0 0 0 0 0,1 0 0 0 0,-1 0 0 0 0,1 0 0 0 0,-1 0 0 0 0,4-1 0 0 0,1-1-44 0 0,0 0 0 0 0,0 1 0 0 0,0-1-1 0 0,1 2 1 0 0,-1-1 0 0 0,1 1 0 0 0,-1 0 0 0 0,1 0 0 0 0,0 1-1 0 0,-1-1 1 0 0,1 2 0 0 0,0-1 0 0 0,-1 1 0 0 0,1 0 0 0 0,-1 0-1 0 0,1 1 1 0 0,7 2 0 0 0,-10-2-125 0 0,1 0 0 0 0,-1 0 0 0 0,0 0 0 0 0,0 0-1 0 0,0 0 1 0 0,-1 1 0 0 0,1 0 0 0 0,-1 0 0 0 0,1 0 0 0 0,-1 0 0 0 0,0 0 0 0 0,0 1 0 0 0,0 0-1 0 0,-1-1 1 0 0,1 1 0 0 0,-1 0 0 0 0,0 0 0 0 0,0 0 0 0 0,0 0 0 0 0,-1 1 0 0 0,0-1-1 0 0,1 0 1 0 0,-1 1 0 0 0,-1-1 0 0 0,1 8 0 0 0,-1 6 134 0 0,0 0 0 0 0,-2 0 1 0 0,0-1-1 0 0,-2 1 0 0 0,0 0 0 0 0,0-1 0 0 0,-2 0 0 0 0,0 0 1 0 0,-15 28-1 0 0,-8 8 752 0 0,-56 75 1 0 0,61-94-523 0 0,19-28-339 0 0,4-5-74 0 0,-1 1-1 0 0,1-1 0 0 0,0 1 1 0 0,0-1-1 0 0,0 1 1 0 0,0 0-1 0 0,0-1 1 0 0,0 1-1 0 0,0 0 0 0 0,0 0 1 0 0,1-1-1 0 0,-1 1 1 0 0,1 0-1 0 0,0 0 0 0 0,-1 0 1 0 0,1 0-1 0 0,0 0 1 0 0,0 2-1 0 0,1-3-19 0 0,0-1 1 0 0,0 1-1 0 0,-1-1 1 0 0,1 1-1 0 0,0-1 0 0 0,0 0 1 0 0,0 1-1 0 0,0-1 0 0 0,0 0 1 0 0,0 0-1 0 0,0 0 0 0 0,0 0 1 0 0,0 0-1 0 0,0 0 1 0 0,0 0-1 0 0,1 0 0 0 0,-2 0 5 0 0,26-1-455 0 0,-1-1-1 0 0,0-1 1 0 0,0-1 0 0 0,43-13 0 0 0,-17 4-889 0 0,155-41-5609 0 0,-164 39 1889 0 0,47-22-1 0 0,-47 15-2332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3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633 119 1276 0 0,'-25'-43'6090'0'0,"-10"-15"1620"0"0,35 58-7595 0 0,-1 0 0 0 0,1-1 0 0 0,0 1 0 0 0,-1-1 0 0 0,1 1 0 0 0,0-1 0 0 0,-1 1 0 0 0,1-1 0 0 0,0 1 0 0 0,0-1 0 0 0,-1 1 0 0 0,1-1 0 0 0,0 1 1 0 0,0-1-1 0 0,0 1 0 0 0,0-1 0 0 0,0 0 0 0 0,0 1 0 0 0,0-1 0 0 0,0 1 0 0 0,0-1 0 0 0,0 1 0 0 0,0-1 0 0 0,0-1 0 0 0,1 2-27 0 0,-1 0 1 0 0,0-1 0 0 0,1 1-1 0 0,-1-1 1 0 0,1 1-1 0 0,-1 0 1 0 0,1 0-1 0 0,0-1 1 0 0,-1 1-1 0 0,1 0 1 0 0,-1 0-1 0 0,1 0 1 0 0,-1-1 0 0 0,1 1-1 0 0,0 0 1 0 0,-1 0-1 0 0,1 0 1 0 0,1 0-1 0 0,28 5 1653 0 0,-12 2-1320 0 0,-1 0 1 0 0,0 2-1 0 0,0 0 1 0 0,-1 0-1 0 0,0 1 1 0 0,-1 1-1 0 0,0 1 1 0 0,23 24-1 0 0,-21-18-197 0 0,-2 0-1 0 0,0 1 1 0 0,-2 1-1 0 0,0 1 1 0 0,-1 0-1 0 0,13 31 1 0 0,-13-22-136 0 0,-2 1 0 0 0,-1 0 1 0 0,-1 1-1 0 0,-2 0 0 0 0,-1 0 1 0 0,-1 0-1 0 0,-2 1 0 0 0,-2-1 1 0 0,0 1-1 0 0,-9 52 1 0 0,-1-36-52 0 0,-2 0 0 0 0,-2-1 0 0 0,-2-1 0 0 0,-2 0 0 0 0,-28 51 0 0 0,16-44-137 0 0,-1-2 0 0 0,-4-1-1 0 0,-76 87 1 0 0,82-107-642 0 0,-3-1 0 0 0,0-2 1 0 0,-2-1-1 0 0,-1-1 0 0 0,0-2 0 0 0,-70 34 1 0 0,62-39-2063 0 0,0-2 0 0 0,-1-1 0 0 0,-63 13 0 0 0,32-17-5910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3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510 143 48 0 0,'4'-22'3121'0'0,"4"-39"2675"0"0,-8 57-5508 0 0,1 1 1 0 0,-1-1 0 0 0,0 1 0 0 0,-1-1 0 0 0,1 1 0 0 0,-1-1 0 0 0,0 1 0 0 0,1-1 0 0 0,-2 1 0 0 0,1-1 0 0 0,0 1 0 0 0,-1 0 0 0 0,-1-4 0 0 0,2 6-254 0 0,0 0 0 0 0,0 1 0 0 0,1-1-1 0 0,-1 1 1 0 0,0-1 0 0 0,0 0 0 0 0,0 1 0 0 0,0 0 0 0 0,0-1 0 0 0,0 1 0 0 0,0-1 0 0 0,0 1 0 0 0,0 0 0 0 0,0 0-1 0 0,0 0 1 0 0,0-1 0 0 0,0 1 0 0 0,0 0 0 0 0,0 0 0 0 0,0 1 0 0 0,0-1 0 0 0,0 0 0 0 0,0 0 0 0 0,0 0-1 0 0,0 1 1 0 0,0-1 0 0 0,-1 1 0 0 0,-2 0 21 0 0,0 1-1 0 0,0 0 1 0 0,1-1 0 0 0,-1 1-1 0 0,1 1 1 0 0,-4 2 0 0 0,-13 12 188 0 0,1 2 1 0 0,0 1 0 0 0,2 0-1 0 0,0 1 1 0 0,-14 24 0 0 0,-64 121 580 0 0,48-72-487 0 0,-46 130 1 0 0,68-152-244 0 0,4 2 1 0 0,-19 118-1 0 0,35-153-61 0 0,2 1 0 0 0,1-1 0 0 0,2 1 0 0 0,2-1 0 0 0,2 0 0 0 0,1 1 0 0 0,2-1 0 0 0,19 60 0 0 0,-17-72-36 0 0,2 0 1 0 0,1-1-1 0 0,0-1 1 0 0,2 0-1 0 0,1-1 0 0 0,1 0 1 0 0,1-1-1 0 0,1-1 1 0 0,1-1-1 0 0,1-1 0 0 0,1 0 1 0 0,39 28-1 0 0,-34-31-286 0 0,2-1 0 0 0,0-1 0 0 0,0-1 0 0 0,1-2 0 0 0,1 0 0 0 0,50 11 0 0 0,-28-13-1596 0 0,0-1 0 0 0,0-3-1 0 0,65-1 1 0 0,-5-6-4077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4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57 196 0 0,'-15'-47'11504'0'0,"15"46"-11419"0"0,0 1-1 0 0,-1-1 0 0 0,1 1 1 0 0,0-1-1 0 0,0 1 0 0 0,-1-1 0 0 0,1 1 1 0 0,0-1-1 0 0,-1 1 0 0 0,1-1 1 0 0,0 1-1 0 0,-1 0 0 0 0,1-1 0 0 0,-1 1 1 0 0,1 0-1 0 0,-1-1 0 0 0,1 1 0 0 0,-1 0 1 0 0,1 0-1 0 0,-1-1 0 0 0,1 1 1 0 0,-1 0-1 0 0,1 0 0 0 0,-1 0 0 0 0,1 0 1 0 0,-1 0-1 0 0,1 0 0 0 0,-1 0 1 0 0,1 0-1 0 0,-1 0 0 0 0,0 0 0 0 0,1 0 1 0 0,-1 0-1 0 0,-18 7 1215 0 0,1 8-449 0 0,1 1-1 0 0,0 0 1 0 0,-27 35 0 0 0,-35 62 381 0 0,43-54-994 0 0,3 1 1 0 0,2 1 0 0 0,3 2-1 0 0,2 0 1 0 0,4 2 0 0 0,-19 86 0 0 0,37-132-208 0 0,1 1 0 0 0,1 0 0 0 0,1-1 0 0 0,1 1 0 0 0,0 0 0 0 0,6 36 0 0 0,-4-47-132 0 0,0-1 1 0 0,0 0 0 0 0,1 0 0 0 0,-1 0-1 0 0,2 0 1 0 0,-1 0 0 0 0,1-1 0 0 0,1 1 0 0 0,-1-1-1 0 0,1 0 1 0 0,0-1 0 0 0,1 1 0 0 0,0-1-1 0 0,0 0 1 0 0,0 0 0 0 0,0-1 0 0 0,1 0-1 0 0,10 6 1 0 0,-6-5-459 0 0,0-1-1 0 0,0-1 0 0 0,1 0 1 0 0,-1-1-1 0 0,1 0 1 0 0,0 0-1 0 0,21 1 0 0 0,-12-3-2803 0 0,37-3 0 0 0,-10-4-3464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4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797 145 2872 0 0,'6'-28'4676'0'0,"-1"1"-1"0"0,1-51 1 0 0,-8 66-3535 0 0,-4 14 315 0 0,-5 13-55 0 0,1 12-591 0 0,1 0 0 0 0,2 1 1 0 0,0-1-1 0 0,2 2 1 0 0,-2 50-1 0 0,3-38-317 0 0,-22 363 1411 0 0,26-401-1879 0 0,0-1 1 0 0,0 1 0 0 0,-1 0-1 0 0,1-1 1 0 0,-1 1-1 0 0,1-1 1 0 0,-1 1-1 0 0,0-1 1 0 0,0 1-1 0 0,0-1 1 0 0,0 0-1 0 0,-3 5 1 0 0,3-6 19 0 0,-19-8-14 0 0,-24-30-7 0 0,25 20-31 0 0,-1 1 0 0 0,-1 0-1 0 0,-28-15 1 0 0,43 27 0 0 0,-1 1 1 0 0,0 0-1 0 0,0 0 0 0 0,0 1 0 0 0,0 0 0 0 0,0 0 0 0 0,0 1 0 0 0,-1 0 1 0 0,1 0-1 0 0,0 0 0 0 0,-1 1 0 0 0,1 0 0 0 0,0 1 0 0 0,-1 0 0 0 0,1 0 0 0 0,-8 2 1 0 0,-11 6 1 0 0,1 1 0 0 0,1 0 0 0 0,0 2 0 0 0,1 1 0 0 0,-28 20 0 0 0,-101 88-629 0 0,147-116 436 0 0,-41 38-1731 0 0,43-39 1498 0 0,-1-1 0 0 0,1 1 0 0 0,0 0 1 0 0,1 0-1 0 0,-1 0 0 0 0,1 0 0 0 0,0 0 0 0 0,0 0 0 0 0,0 1 0 0 0,-2 5 1 0 0,4-9 168 0 0,0-1 0 0 0,0 1 1 0 0,0 0-1 0 0,0-1 1 0 0,0 1-1 0 0,0 0 0 0 0,0 0 1 0 0,0-1-1 0 0,1 1 1 0 0,-1 0-1 0 0,0-1 0 0 0,0 1 1 0 0,0 0-1 0 0,1-1 1 0 0,-1 1-1 0 0,0 0 0 0 0,1-1 1 0 0,11 8-5233 0 0,-11-8 5233 0 0,0 0-1 0 0,0 0 0 0 0,1-1 1 0 0,-2 1 192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5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2696 0 0,'69'-41'14773'0'0,"-67"39"-14425"0"0,0 0-1 0 0,1 1 1 0 0,0 0 0 0 0,-1-1 0 0 0,1 1-1 0 0,0 0 1 0 0,0 0 0 0 0,0 0 0 0 0,-1 1-1 0 0,6-1 1 0 0,34 6 123 0 0,84-2 0 0 0,-30-1-5728 0 0,-63-2-2053 0 0,-16-1 45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5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56 244 0 0,'-42'-45'21073'0'0,"42"45"-21027"0"0,-1 0 1 0 0,1 0-1 0 0,0 0 0 0 0,0 0 1 0 0,0-1-1 0 0,-1 1 0 0 0,1 0 1 0 0,0 0-1 0 0,0-1 1 0 0,0 1-1 0 0,0 0 0 0 0,0 0 1 0 0,0-1-1 0 0,-1 1 0 0 0,1 0 1 0 0,0 0-1 0 0,0-1 1 0 0,0 1-1 0 0,0 0 0 0 0,0 0 1 0 0,0-1-1 0 0,0 1 0 0 0,0 0 1 0 0,0 0-1 0 0,0-1 0 0 0,0 1 1 0 0,0 0-1 0 0,1 0 1 0 0,-1-1-1 0 0,0 1 0 0 0,0 0 1 0 0,0 0-1 0 0,0-1 0 0 0,0 1 1 0 0,0 0-1 0 0,1 0 1 0 0,-1-1-1 0 0,0 1 0 0 0,0 0 1 0 0,0 0-1 0 0,1 0 0 0 0,-1 0 1 0 0,0-1-1 0 0,0 1 1 0 0,0 0-1 0 0,1 0 0 0 0,-1 0 1 0 0,0 0-1 0 0,0 0 0 0 0,1 0 1 0 0,-1 0-1 0 0,0 0 0 0 0,0-1 1 0 0,1 1-1 0 0,-1 0 1 0 0,0 0-1 0 0,0 0 0 0 0,1 0 1 0 0,-1 0-1 0 0,0 0 0 0 0,1 1 1 0 0,-1-1-1 0 0,0 0 1 0 0,1 0-1 0 0,16 0 257 0 0,1 1 0 0 0,-1 0 0 0 0,0 2 0 0 0,0 0-1 0 0,0 1 1 0 0,0 0 0 0 0,20 9 0 0 0,-31-11-252 0 0,-1 1 1 0 0,0 0-1 0 0,1 0 0 0 0,-1 1 0 0 0,-1-1 0 0 0,1 1 1 0 0,0 0-1 0 0,-1 0 0 0 0,0 1 0 0 0,7 8 0 0 0,-9-9 15 0 0,0 0-1 0 0,1 0 0 0 0,-2 0 0 0 0,1 1 1 0 0,0-1-1 0 0,-1 1 0 0 0,0-1 1 0 0,0 1-1 0 0,0 0 0 0 0,-1 0 0 0 0,1-1 1 0 0,-1 1-1 0 0,0 0 0 0 0,-1 0 1 0 0,0 6-1 0 0,-3 4 66 0 0,1 0 0 0 0,-2 0-1 0 0,0-1 1 0 0,0 1 0 0 0,-1-1 0 0 0,-1-1 0 0 0,-16 24-1 0 0,-6 4 364 0 0,-37 38-1 0 0,-4 5 190 0 0,45-50-383 0 0,25-33-295 0 0,0-1 0 0 0,0 0 0 0 0,0 1 0 0 0,0-1 1 0 0,0 0-1 0 0,1 1 0 0 0,-1-1 0 0 0,0 0 1 0 0,0 1-1 0 0,0-1 0 0 0,1 0 0 0 0,-1 0 1 0 0,0 1-1 0 0,0-1 0 0 0,1 0 0 0 0,-1 0 1 0 0,0 1-1 0 0,1-1 0 0 0,-1 0 0 0 0,0 0 1 0 0,1 0-1 0 0,-1 1 0 0 0,0-1 0 0 0,1 0 0 0 0,-1 0 1 0 0,0 0-1 0 0,1 0 0 0 0,-1 0 0 0 0,0 0 1 0 0,1 0-1 0 0,-1 0 0 0 0,0 0 0 0 0,1 0 1 0 0,-1 0-1 0 0,1 0 0 0 0,-1 0 0 0 0,1 0 1 0 0,13 0-15 0 0,27-3-977 0 0,-1-3 1 0 0,1-1 0 0 0,61-19 0 0 0,112-54-9594 0 0,-167 57 4807 0 0,-1-3-3100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5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84 3064 0 0,'-91'-84'17649'0'0,"148"146"-12812"0"0,-30-34-3443 0 0,44 58 0 0 0,-43-41-1176 0 0,-2 1 0 0 0,-2 1 0 0 0,-2 0 0 0 0,-3 2 0 0 0,-1 1 0 0 0,-3 0-1 0 0,-1 1 1 0 0,-3 1 0 0 0,-3-1 0 0 0,-1 2 0 0 0,-3-1 0 0 0,-2 1 0 0 0,-3-1 0 0 0,-8 61 0 0 0,2-68-267 0 0,-3 0 0 0 0,-1 0 1 0 0,-3-1-1 0 0,-1 0 0 0 0,-3-2 0 0 0,-1 0 0 0 0,-28 45 1 0 0,24-49-1178 0 0,-2-2 1 0 0,-2 0-1 0 0,-1-2 1 0 0,-43 40-1 0 0,51-55-1516 0 0,-42 28 0 0 0,2-12-4603 0 0,9-12-2511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6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623 71 476 0 0,'1'-4'770'0'0,"-1"-1"-1"0"0,0 1 1 0 0,-1 0 0 0 0,1 0-1 0 0,-1 0 1 0 0,0-1 0 0 0,0 1-1 0 0,0 0 1 0 0,0 0 0 0 0,-1 0-1 0 0,1 0 1 0 0,-1 1 0 0 0,0-1-1 0 0,0 0 1 0 0,-4-4 0 0 0,4 7-651 0 0,0 1 1 0 0,0 0 0 0 0,0 0 0 0 0,0 0 0 0 0,0 0 0 0 0,0 0 0 0 0,0 0-1 0 0,0 1 1 0 0,0-1 0 0 0,0 0 0 0 0,0 1 0 0 0,0 0 0 0 0,0-1 0 0 0,0 1 0 0 0,-2 1-1 0 0,3-1 25 0 0,-20 9 312 0 0,0 0 1 0 0,1 2-1 0 0,0 0 0 0 0,1 1 1 0 0,-27 24-1 0 0,11-4 169 0 0,-51 61 0 0 0,47-44-426 0 0,3 2 0 0 0,1 1 0 0 0,3 1 0 0 0,2 2 0 0 0,3 1-1 0 0,2 1 1 0 0,-31 114 0 0 0,50-149-164 0 0,1-1-1 0 0,2 1 1 0 0,0 0-1 0 0,1 0 1 0 0,1 0-1 0 0,5 44 1 0 0,-2-57-41 0 0,-1 1 0 0 0,2 0-1 0 0,0-1 1 0 0,0 0 0 0 0,1 0 0 0 0,0 0 0 0 0,0 0 0 0 0,1 0 0 0 0,1-1 0 0 0,0 0 0 0 0,0 0 0 0 0,1 0 0 0 0,0-1-1 0 0,0 0 1 0 0,1 0 0 0 0,15 11 0 0 0,-6-8-308 0 0,1 0-1 0 0,0-2 0 0 0,1 0 0 0 0,0-2 1 0 0,0 0-1 0 0,0 0 0 0 0,1-2 1 0 0,0-1-1 0 0,23 3 0 0 0,-9-4-1589 0 0,0-1-1 0 0,-1-1 0 0 0,1-2 0 0 0,60-9 0 0 0,-35-3-3589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6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914 169 2572 0 0,'12'-51'7277'0'0,"8"-66"1798"0"0,-19 124-8614 0 0,-1 1 0 0 0,0 0 0 0 0,0-1 0 0 0,-1 1 0 0 0,0-1 0 0 0,-4 14-1 0 0,1-3 69 0 0,-38 303 2207 0 0,24-165-2341 0 0,-8 26-1428 0 0,26-180 579 0 0,-19-23-1884 0 0,13 12 2175 0 0,-7-15-142 0 0,-1 1 1 0 0,-28-34-1 0 0,36 51 294 0 0,0-1 1 0 0,0 1-1 0 0,-1 1 1 0 0,0-1 0 0 0,0 1-1 0 0,0 0 1 0 0,0 1-1 0 0,-1 0 1 0 0,1 0-1 0 0,-1 0 1 0 0,0 1-1 0 0,-13-3 1 0 0,0 2 39 0 0,0 2 1 0 0,-1 0-1 0 0,1 1 0 0 0,-1 1 1 0 0,1 1-1 0 0,0 1 0 0 0,0 1 1 0 0,-29 7-1 0 0,1 4 117 0 0,0 1 1 0 0,-62 30-1 0 0,109-44-152 0 0,-113 55 223 0 0,101-47-376 0 0,-1-1 0 0 0,2 2 0 0 0,-1 0 0 0 0,1 1 0 0 0,-17 18 0 0 0,29-29 70 0 0,1 0-1 0 0,0 1 1 0 0,-1-1 0 0 0,1 0 0 0 0,0 1-1 0 0,-1-1 1 0 0,1 0 0 0 0,0 1 0 0 0,-1-1 0 0 0,1 0-1 0 0,0 1 1 0 0,0-1 0 0 0,-1 1 0 0 0,1-1-1 0 0,0 0 1 0 0,0 1 0 0 0,0-1 0 0 0,0 1-1 0 0,0-1 1 0 0,0 1 0 0 0,0-1 0 0 0,0 0-1 0 0,0 1 1 0 0,0-1 0 0 0,0 1 0 0 0,0-1-1 0 0,0 1 1 0 0,0-1 0 0 0,0 1 0 0 0,0-1 0 0 0,0 0-1 0 0,0 1 1 0 0,1-1 0 0 0,-1 1 0 0 0,0-1-1 0 0,0 0 1 0 0,1 1 0 0 0,-1-1 0 0 0,0 1-1 0 0,0-1 1 0 0,1 0 0 0 0,-1 0 0 0 0,0 1-1 0 0,1-1 1 0 0,-1 0 0 0 0,0 1 0 0 0,1-1 0 0 0,-1 0-1 0 0,1 0 1 0 0,-1 0 0 0 0,1 1 0 0 0,-1-1-1 0 0,0 0 1 0 0,1 0 0 0 0,-1 0 0 0 0,1 0-1 0 0,29 3-6522 0 0,-9-6-17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7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2940 0 0,'17'-20'9883'0'0,"8"-4"-687"0"0,-24 23-8918 0 0,16-1 306 0 0,106 6-190 0 0,-20-1-3629 0 0,0-5-7629 0 0,-76 1 4092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7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56 2380 0 0,'1'-8'2001'0'0,"0"6"-1491"0"0,0 0 0 0 0,-1 0 1 0 0,1 0-1 0 0,-1-1 0 0 0,1 1 0 0 0,-1 0 1 0 0,0 0-1 0 0,0 0 0 0 0,0 0 1 0 0,0 0-1 0 0,-1 0 0 0 0,1 0 1 0 0,0-1-1 0 0,-1 1 0 0 0,0 0 0 0 0,1 0 1 0 0,-1 0-1 0 0,0 1 0 0 0,-1-4 1 0 0,0 4-369 0 0,1 1 1 0 0,0-1 0 0 0,0 1 0 0 0,-1-1-1 0 0,1 1 1 0 0,0 0 0 0 0,-1 0 0 0 0,1-1-1 0 0,0 1 1 0 0,-1 0 0 0 0,1 0-1 0 0,0 0 1 0 0,-1 0 0 0 0,1 1 0 0 0,0-1-1 0 0,-1 0 1 0 0,1 0 0 0 0,-2 2 0 0 0,-25 7 965 0 0,28-9-1101 0 0,-26 11 478 0 0,0 2-1 0 0,2 0 0 0 0,0 2 0 0 0,0 1 1 0 0,1 0-1 0 0,1 2 0 0 0,1 0 0 0 0,-22 26 1 0 0,40-41-455 0 0,0 0-1 0 0,1 0 1 0 0,-1 1 0 0 0,1-1 0 0 0,0 0-1 0 0,0 1 1 0 0,0 0 0 0 0,1-1 0 0 0,-1 1 0 0 0,1 0-1 0 0,0 0 1 0 0,0-1 0 0 0,0 1 0 0 0,1 0-1 0 0,-1 8 1 0 0,2-9-11 0 0,-1 0 1 0 0,1 0-1 0 0,0 0 0 0 0,0 0 1 0 0,0 0-1 0 0,0 0 0 0 0,1 0 1 0 0,-1 0-1 0 0,1 0 0 0 0,0-1 1 0 0,0 1-1 0 0,0-1 0 0 0,0 1 1 0 0,0-1-1 0 0,0 0 0 0 0,1 0 1 0 0,-1 0-1 0 0,1 0 0 0 0,-1 0 1 0 0,4 2-1 0 0,29 15 121 0 0,0-2-1 0 0,61 22 1 0 0,18 8 46 0 0,-111-46-175 0 0,29 15 158 0 0,38 24-1 0 0,-62-35-26 0 0,-1 0-1 0 0,1 1 0 0 0,-2 0 0 0 0,1 0 0 0 0,0 0 1 0 0,-1 1-1 0 0,0 0 0 0 0,-1 0 0 0 0,0 1 0 0 0,8 13 1 0 0,-12-19-50 0 0,0 1 0 0 0,0 0 0 0 0,0 0 0 0 0,-1 0 1 0 0,1 0-1 0 0,0 0 0 0 0,-1 0 0 0 0,0 0 0 0 0,0 0 1 0 0,0 0-1 0 0,0 0 0 0 0,0 0 0 0 0,-1 0 0 0 0,1 0 1 0 0,-1 0-1 0 0,-2 5 0 0 0,1-4 25 0 0,0 1 0 0 0,-1-1-1 0 0,1 0 1 0 0,-1 0 0 0 0,0 0 0 0 0,0 0 0 0 0,-1-1 0 0 0,1 1 0 0 0,-6 4-1 0 0,-2 0 64 0 0,-1-1-1 0 0,1 0 1 0 0,-1 0-1 0 0,0-1 1 0 0,0-1-1 0 0,-20 6 0 0 0,14-5-53 0 0,-1-2 0 0 0,0 0-1 0 0,0-2 1 0 0,-23 1-1 0 0,31-2-105 0 0,1-2 0 0 0,0 1 0 0 0,-1-1 0 0 0,1-1 0 0 0,0 0 0 0 0,0-1 0 0 0,0 1-1 0 0,0-2 1 0 0,-13-5 0 0 0,21 7-22 0 0,-1 1-1 0 0,1-1 0 0 0,0 1 1 0 0,0-1-1 0 0,0 0 0 0 0,0 1 1 0 0,0-1-1 0 0,0 0 0 0 0,1 0 1 0 0,-1-1-1 0 0,0 1 1 0 0,1 0-1 0 0,0 0 0 0 0,0-1 1 0 0,-1 1-1 0 0,2-1 0 0 0,-1 1 1 0 0,0-1-1 0 0,0 1 0 0 0,1-1 1 0 0,-1 0-1 0 0,1 1 1 0 0,0-1-1 0 0,0 0 0 0 0,0 1 1 0 0,0-1-1 0 0,0 0 0 0 0,1 1 1 0 0,-1-1-1 0 0,1 0 0 0 0,-1 1 1 0 0,1-1-1 0 0,2-2 1 0 0,1-7-24 0 0,1 1 0 0 0,1-1 0 0 0,0 1 0 0 0,0 1 0 0 0,15-18 0 0 0,12-11-35 0 0,3 3 0 0 0,1 1 0 0 0,58-43-1 0 0,-43 36 50 0 0,53-53-1 0 0,-98 87 7 0 0,0 0 1 0 0,0 0 0 0 0,0-1-1 0 0,-1 1 1 0 0,0-1 0 0 0,-1-1-1 0 0,6-13 1 0 0,-10 20 3 0 0,0 0 0 0 0,0 0 0 0 0,0 0 0 0 0,-1 0 0 0 0,1 0 0 0 0,-1 0 0 0 0,0 0 0 0 0,0 0 0 0 0,0 0 0 0 0,0 0 0 0 0,0 0 0 0 0,-1 0 0 0 0,1 0 0 0 0,-1 1 0 0 0,0-1 0 0 0,0 0 0 0 0,0 0 0 0 0,0 0 0 0 0,-1 1 1 0 0,1-1-1 0 0,-1 0 0 0 0,1 1 0 0 0,-1 0 0 0 0,0-1 0 0 0,0 1 0 0 0,0 0 0 0 0,0 0 0 0 0,0 0 0 0 0,-1 0 0 0 0,-3-2 0 0 0,-3-2-5 0 0,0 2-1 0 0,0 0 1 0 0,0 0 0 0 0,-1 0 0 0 0,1 1-1 0 0,-1 0 1 0 0,0 1 0 0 0,1 0 0 0 0,-1 1-1 0 0,-18 0 1 0 0,7 0-478 0 0,0 2 0 0 0,1 1 0 0 0,-1 0-1 0 0,-24 7 1 0 0,-1 6-2000 0 0,43-13 2113 0 0,1-1 0 0 0,-1 1 1 0 0,0-1-1 0 0,1 1 0 0 0,-1 0 0 0 0,1 0 0 0 0,0 0 0 0 0,0 0 0 0 0,-1 0 0 0 0,1 0 1 0 0,1 1-1 0 0,-4 4 0 0 0,4-6 30 0 0,1 0 1 0 0,0 0 0 0 0,-1 0-1 0 0,1 0 1 0 0,0 0-1 0 0,0 0 1 0 0,0 0-1 0 0,0 0 1 0 0,0 1 0 0 0,0-1-1 0 0,0 0 1 0 0,0 0-1 0 0,0 0 1 0 0,0 0 0 0 0,0 0-1 0 0,1 0 1 0 0,-1 1-1 0 0,1-1 1 0 0,-1 0-1 0 0,1 0 1 0 0,-1 0 0 0 0,1 0-1 0 0,-1 0 1 0 0,1-1-1 0 0,0 1 1 0 0,-1 0-1 0 0,1 0 1 0 0,0 0 0 0 0,0 0-1 0 0,0-1 1 0 0,0 1-1 0 0,0 0 1 0 0,1 0-1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7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62 1452 0 0,'18'-62'12168'0'0,"-4"69"-10039"0"0,-11-3-1826 0 0,1-1-1 0 0,-1 1 0 0 0,0 0 1 0 0,0 0-1 0 0,0 0 0 0 0,-1 0 1 0 0,1 0-1 0 0,-1 0 0 0 0,0 1 1 0 0,2 8-1 0 0,3 3 395 0 0,38 83 2351 0 0,56 180-1 0 0,-88-232-2835 0 0,-2 1 0 0 0,-2 0 1 0 0,-2 0-1 0 0,-3 1 0 0 0,-1 0 0 0 0,-5 62 0 0 0,-3-76-154 0 0,0 0 0 0 0,-3 0 0 0 0,-1-1 0 0 0,-1 0 0 0 0,-2-1 0 0 0,-1 0 0 0 0,-2 0 0 0 0,-21 33 0 0 0,0-10-656 0 0,-2-1 0 0 0,-2-2 1 0 0,-65 66-1 0 0,10-28-3243 0 0,61-64-62 0 0,-1-4-3494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8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0 1812 0 0,'-227'16'18064'0'0,"343"-28"-17263"0"0,20 13-1159 0 0,-68 8-2825 0 0,-53-5 200 0 0,0-1 1 0 0,19 9-1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4 2904 0 0,'-101'32'11397'0'0,"63"-19"-5311"0"0,128-20-5442 0 0,-26 0-844 0 0,-16 4-461 0 0,133-9-3836 0 0,-60 0-2843 0 0,-63 5 1411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48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517 136 1484 0 0,'0'-6'686'0'0,"1"1"1"0"0,-1 0-1 0 0,-1-1 0 0 0,1 1 1 0 0,-1 0-1 0 0,0 0 0 0 0,0-1 0 0 0,0 1 1 0 0,-1 0-1 0 0,1 0 0 0 0,-1 0 1 0 0,-3-5-1 0 0,2 6-285 0 0,0-1-1 0 0,0 1 1 0 0,0 0 0 0 0,0 1 0 0 0,-1-1 0 0 0,0 0 0 0 0,1 1 0 0 0,-1 0-1 0 0,0 0 1 0 0,-1 0 0 0 0,-5-3 0 0 0,3 3-156 0 0,0 1 0 0 0,0-1 0 0 0,0 1 0 0 0,0 0 0 0 0,0 1 0 0 0,0 0 0 0 0,-1 0 0 0 0,1 0 0 0 0,-1 1 0 0 0,1 0 0 0 0,0 0 0 0 0,-1 1 0 0 0,1 0 0 0 0,0 1 0 0 0,-1-1 0 0 0,1 1 0 0 0,-10 5 0 0 0,-6 4-9 0 0,1 1-1 0 0,0 1 1 0 0,1 1-1 0 0,1 1 0 0 0,0 0 1 0 0,1 2-1 0 0,1 0 0 0 0,0 1 1 0 0,1 1-1 0 0,1 1 0 0 0,1 0 1 0 0,1 1-1 0 0,1 1 0 0 0,-19 41 1 0 0,28-53-209 0 0,0 1-1 0 0,0-1 1 0 0,1 1 0 0 0,1 0 0 0 0,-1 1-1 0 0,2-1 1 0 0,0 0 0 0 0,0 0 0 0 0,1 1 0 0 0,0-1-1 0 0,1 0 1 0 0,1 1 0 0 0,-1-1 0 0 0,2 0-1 0 0,0 0 1 0 0,0 0 0 0 0,1 0 0 0 0,0-1 0 0 0,1 1-1 0 0,0-1 1 0 0,0 0 0 0 0,1-1 0 0 0,1 1-1 0 0,-1-1 1 0 0,2-1 0 0 0,-1 1 0 0 0,1-1 0 0 0,0 0-1 0 0,1-1 1 0 0,11 8 0 0 0,1-1-12 0 0,1-1 0 0 0,0-1 0 0 0,1 0 0 0 0,0-2 0 0 0,1-1 0 0 0,0 0 0 0 0,37 6 1 0 0,-22-7 36 0 0,2-2 0 0 0,-1-2 0 0 0,81-3 0 0 0,-97-2-38 0 0,1-2 0 0 0,-1 0 1 0 0,0-2-1 0 0,0-1 0 0 0,-1 0 1 0 0,0-2-1 0 0,0-1 0 0 0,0 0 0 0 0,-1-2 1 0 0,37-24-1 0 0,-48 27-13 0 0,0 0-1 0 0,-1-1 1 0 0,1-1 0 0 0,-2 1-1 0 0,1-1 1 0 0,-2-1 0 0 0,1 0-1 0 0,-1 0 1 0 0,-1-1 0 0 0,0 0-1 0 0,-1 0 1 0 0,0-1 0 0 0,0 1-1 0 0,-2-1 1 0 0,0 0 0 0 0,0-1-1 0 0,-1 1 1 0 0,-1-1 0 0 0,0 1-1 0 0,0-23 1 0 0,-2 23 8 0 0,-1 0-1 0 0,0 0 1 0 0,-1 0 0 0 0,-1 0 0 0 0,0 0 0 0 0,0 0-1 0 0,-1 1 1 0 0,-1 0 0 0 0,0-1 0 0 0,-1 2-1 0 0,0-1 1 0 0,-9-12 0 0 0,5 11 73 0 0,-1 0 0 0 0,0 1 0 0 0,0 0 0 0 0,-1 0 0 0 0,-1 2 0 0 0,0-1 0 0 0,-1 2 0 0 0,-27-16 0 0 0,19 14-308 0 0,-1 2 0 0 0,0 0 0 0 0,0 1 0 0 0,-1 1-1 0 0,1 2 1 0 0,-2 0 0 0 0,1 1 0 0 0,0 2 0 0 0,-1 0-1 0 0,1 2 1 0 0,-1 1 0 0 0,1 0 0 0 0,-31 7 0 0 0,-49 22-3984 0 0,34-3-2291 0 0,3 3-2557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52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1044 106 860 0 0,'0'-2'1688'0'0,"5"-94"10120"0"0,-5 95-11469 0 0,0-5 1498 0 0,10 295 3498 0 0,-23-4-4247 0 0,4-163-902 0 0,2-43 121 0 0,3-145-291 0 0,-4-31-97 0 0,7 87 66 0 0,-1 0 0 0 0,-1 0 0 0 0,0 0 0 0 0,0 1 0 0 0,-1-1-1 0 0,0 1 1 0 0,-7-12 0 0 0,9 18 11 0 0,0 0 1 0 0,0 0-1 0 0,-1 1 0 0 0,1-1 1 0 0,-1 1-1 0 0,1-1 0 0 0,-1 1 1 0 0,0 0-1 0 0,0 0 0 0 0,0 0 1 0 0,0 0-1 0 0,0 1 0 0 0,-1-1 1 0 0,-3-1-1 0 0,0 2 3 0 0,1-1 0 0 0,0 1 0 0 0,0 0 0 0 0,-1 1 0 0 0,1-1 0 0 0,-1 1 1 0 0,-8 2-1 0 0,-7 1-8 0 0,1 2 1 0 0,0 0-1 0 0,-32 13 1 0 0,-18 11-8 0 0,-81 45-1 0 0,-62 50-37 0 0,102-58 67 0 0,53-30-15 0 0,23-13 32 0 0,-44 20 1 0 0,54-27-21 0 0,26-16-249 0 0,-1 0 0 0 0,0 1 0 0 0,0-1 0 0 0,0 0-1 0 0,0 1 1 0 0,0-1 0 0 0,0 1 0 0 0,1-1 0 0 0,-1 1 0 0 0,0-1 0 0 0,0 1 0 0 0,1-1 0 0 0,-1 1 0 0 0,0 0 0 0 0,1-1 0 0 0,-1 1 0 0 0,1 0 0 0 0,-1-1 0 0 0,0 2 0 0 0,17-2-2609 0 0,34-11-4023 0 0,-19 3 614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52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0 341 2840 0 0,'0'0'16360'0'0,"3"-1"-16006"0"0,13-3 58 0 0,1 1 1 0 0,30-2 0 0 0,4-1-237 0 0,11-3-1529 0 0,105-2 1 0 0,-159 11 612 0 0,1 0 1 0 0,-1 1-1 0 0,13 2 1 0 0,-19-2 314 0 0,0-1 0 0 0,0 0 0 0 0,0 1 0 0 0,0 0-1 0 0,-1 0 1 0 0,1-1 0 0 0,0 1 0 0 0,0 0 0 0 0,0 0 0 0 0,-1 0 0 0 0,1 1 0 0 0,-1-1 0 0 0,1 0 0 0 0,-1 1 0 0 0,1-1 0 0 0,-1 1 0 0 0,0-1-1 0 0,0 1 1 0 0,2 3 0 0 0</inkml:trace>
  <inkml:trace contextRef="#ctx0" brushRef="#br0" timeOffset="1">325 473 564 0 0,'-41'22'3154'0'0,"-219"124"11480"0"0,265-144-14550 0 0,0-1 0 0 0,-1 0 1 0 0,1-1-1 0 0,0 1 1 0 0,-1-1-1 0 0,1 0 1 0 0,0 0-1 0 0,0 0 0 0 0,-1-1 1 0 0,1 0-1 0 0,0 0 1 0 0,6-2-1 0 0,10-1 70 0 0,235-30-1531 0 0,-84 14-5961 0 0,-149 17 5601 0 0,40-3-5010 0 0</inkml:trace>
  <inkml:trace contextRef="#ctx0" brushRef="#br0" timeOffset="2">1572 110 1556 0 0,'-10'-3'1681'0'0,"-1"-1"1"0"0,1 0-1 0 0,0 0 0 0 0,0-2 0 0 0,0 1 1 0 0,1-1-1 0 0,0 0 0 0 0,-12-11 1 0 0,21 16-1628 0 0,-1 1 0 0 0,0-1 1 0 0,1 1-1 0 0,-1-1 0 0 0,1 0 1 0 0,-1 1-1 0 0,1-1 0 0 0,0 0 1 0 0,-1 0-1 0 0,1 1 1 0 0,0-1-1 0 0,-1 0 0 0 0,1 0 1 0 0,0 1-1 0 0,0-1 0 0 0,0 0 1 0 0,0 0-1 0 0,-1 0 0 0 0,1 1 1 0 0,0-1-1 0 0,1 0 1 0 0,-1 0-1 0 0,0 0 0 0 0,0 1 1 0 0,0-1-1 0 0,0 0 0 0 0,1 0 1 0 0,-1 0-1 0 0,0 1 0 0 0,1-1 1 0 0,-1 0-1 0 0,0 1 1 0 0,1-1-1 0 0,-1 0 0 0 0,1 1 1 0 0,-1-1-1 0 0,1 0 0 0 0,0 1 1 0 0,-1-1-1 0 0,1 1 1 0 0,-1-1-1 0 0,1 1 0 0 0,0-1 1 0 0,0 1-1 0 0,-1 0 0 0 0,1-1 1 0 0,0 1-1 0 0,0 0 0 0 0,5-4 1 0 0,0 2 0 0 0,0-1 0 0 0,0 1-1 0 0,9-3 1 0 0,-4 3-35 0 0,0 0 0 0 0,0 1-1 0 0,0 0 1 0 0,1 1 0 0 0,-1 0 0 0 0,0 1-1 0 0,0 0 1 0 0,0 1 0 0 0,0 0-1 0 0,0 0 1 0 0,0 1 0 0 0,0 1 0 0 0,-1 0-1 0 0,20 10 1 0 0,-24-10-17 0 0,0-1 0 0 0,0 1 0 0 0,0 0 0 0 0,-1 1 0 0 0,1-1 0 0 0,-1 1 0 0 0,0 0 0 0 0,0 0 0 0 0,-1 1-1 0 0,0 0 1 0 0,0-1 0 0 0,0 1 0 0 0,-1 1 0 0 0,1-1 0 0 0,-2 0 0 0 0,1 1 0 0 0,-1 0 0 0 0,0-1 0 0 0,0 1 0 0 0,0 0 0 0 0,-1 0 0 0 0,0 0 0 0 0,-1 0 0 0 0,0 12 0 0 0,-3 3 108 0 0,0-1 0 0 0,-2 0 0 0 0,-1 0 0 0 0,0-1 0 0 0,-1 1 0 0 0,-1-1 0 0 0,-2-1 0 0 0,1 0 0 0 0,-2 0 0 0 0,-1-1 0 0 0,-23 30 0 0 0,-15 8 1190 0 0,-110 99 0 0 0,154-150-1217 0 0,-81 67 1297 0 0,86-72-1372 0 0,1 1 1 0 0,-1-1 0 0 0,1 1-1 0 0,-1-1 1 0 0,1 0 0 0 0,-1 1-1 0 0,1-1 1 0 0,-1 1 0 0 0,1-1-1 0 0,0 1 1 0 0,-1-1 0 0 0,1 1-1 0 0,0-1 1 0 0,0 1 0 0 0,-1 0-1 0 0,1-1 1 0 0,0 1 0 0 0,0-1-1 0 0,0 2 1 0 0,6 3 168 0 0,19-4-18 0 0,-23-1-167 0 0,238-30 273 0 0,-79 7-218 0 0,-4 1-644 0 0,-141 20-454 0 0,16 0-8894 0 0</inkml:trace>
  <inkml:trace contextRef="#ctx0" brushRef="#br0" timeOffset="3">2856 671 528 0 0,'21'-11'7316'0'0,"1"-1"2300"0"0,-18 14-8538 0 0,-5 5-379 0 0,-2 6-166 0 0,-21 33 1096 0 0,-48 72 0 0 0,-42 35-1254 0 0,62-85-190 0 0,24-31-146 0 0,-44 64-1632 0 0,64-85 613 0 0,6-6-1860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53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4 201 2308 0 0,'-2'-16'2010'0'0,"1"1"0"0"0,1-1-1 0 0,0 0 1 0 0,1 1 0 0 0,5-26-1 0 0,-5 37-1851 0 0,0 0 0 0 0,0 0-1 0 0,1 0 1 0 0,0 0-1 0 0,0 0 1 0 0,0 0 0 0 0,0 0-1 0 0,0 1 1 0 0,1-1-1 0 0,-1 1 1 0 0,1 0 0 0 0,0-1-1 0 0,0 1 1 0 0,1 1 0 0 0,-1-1-1 0 0,0 0 1 0 0,1 1-1 0 0,0 0 1 0 0,-1 0 0 0 0,1 0-1 0 0,0 0 1 0 0,0 0 0 0 0,0 1-1 0 0,0 0 1 0 0,6-1-1 0 0,0 0-84 0 0,1 0 0 0 0,-1 1 0 0 0,0 1 0 0 0,0 0 0 0 0,1 0 0 0 0,-1 1 0 0 0,0 0 0 0 0,0 1 0 0 0,0 0 0 0 0,0 0 0 0 0,0 1 0 0 0,0 1 0 0 0,-1 0 0 0 0,1 0 0 0 0,10 7 0 0 0,-14-7-22 0 0,0 0 1 0 0,0 0-1 0 0,0 1 0 0 0,0 0 0 0 0,-1 1 0 0 0,0-1 1 0 0,0 1-1 0 0,0 0 0 0 0,-1 0 0 0 0,1 0 1 0 0,-2 1-1 0 0,1-1 0 0 0,-1 1 0 0 0,0 0 1 0 0,0 0-1 0 0,-1 0 0 0 0,0 1 0 0 0,0-1 1 0 0,0 1-1 0 0,-1-1 0 0 0,0 9 0 0 0,-1 1 111 0 0,-2 0 0 0 0,1 1 0 0 0,-2-1 0 0 0,0 0 0 0 0,-1-1 0 0 0,-1 1 0 0 0,0 0 0 0 0,-2-1 0 0 0,0 0-1 0 0,-10 16 1 0 0,-13 19 956 0 0,-60 75 0 0 0,50-72-365 0 0,-9 9 478 0 0,48-61-1045 0 0,1 2 94 0 0,0-4-273 0 0,0 0 1 0 0,0 1 0 0 0,0-1 0 0 0,0 0 0 0 0,0 1 0 0 0,0-1 0 0 0,0 0 0 0 0,0 0 0 0 0,0 1 0 0 0,0-1 0 0 0,0 0 0 0 0,0 1 0 0 0,0-1 0 0 0,0 0 0 0 0,0 1 0 0 0,0-1 0 0 0,0 0 0 0 0,1 0 0 0 0,-1 1 0 0 0,0-1-1 0 0,0 0 1 0 0,0 0 0 0 0,0 1 0 0 0,1-1 0 0 0,-1 0 0 0 0,0 0 0 0 0,0 1 0 0 0,0-1 0 0 0,1 0 0 0 0,-1 0 0 0 0,0 0 0 0 0,1 1 0 0 0,9 0 83 0 0,1 1-1 0 0,-1-1 1 0 0,1-1 0 0 0,-1 0 0 0 0,22-3 0 0 0,55-15 26 0 0,-26 5-47 0 0,58-16 44 0 0,-12 2-335 0 0,-96 24-1825 0 0,0 1 0 0 0,20-9 0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53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630 78 1212 0 0,'-3'-13'4016'0'0,"0"1"1"0"0,-2-1-1 0 0,-8-18 738 0 0,12 22-2551 0 0,1 9-2168 0 0,0 0 1 0 0,0 0 0 0 0,-1 0-1 0 0,1 0 1 0 0,0 0 0 0 0,0 0-1 0 0,0 0 1 0 0,0 0 0 0 0,0 0-1 0 0,-1 1 429 0 0,1-1-429 0 0,-16 20 1713 0 0,-14 26-1 0 0,-9 12-456 0 0,-63 63-326 0 0,-207 191 1 0 0,279-284-1105 0 0,-17 15-1550 0 0,18-15-2426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2:54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288 151 684 0 0,'-3'-5'778'0'0,"0"1"0"0"0,1-1-1 0 0,0 0 1 0 0,0 0 0 0 0,0 0 0 0 0,0 0-1 0 0,1 0 1 0 0,0 0 0 0 0,0-1 0 0 0,0-6 0 0 0,0-2 1348 0 0,2 0 1 0 0,3-23-1 0 0,-4 35-1567 0 0,0-12 1227 0 0,0 14-1771 0 0,0-1 1 0 0,0 1 0 0 0,0 0 0 0 0,0-1 0 0 0,-1 1 0 0 0,1 0-1 0 0,0-1 1 0 0,0 1 0 0 0,0 0 0 0 0,0-1 0 0 0,-1 1 0 0 0,1 0-1 0 0,0-1 1 0 0,0 1 0 0 0,-1 0 0 0 0,1 0 0 0 0,0 0-1 0 0,-1-1 1 0 0,1 1 0 0 0,0 0 0 0 0,-1 0 0 0 0,1 0 0 0 0,0-1-1 0 0,-1 1 1 0 0,1 0 0 0 0,0 0 0 0 0,-1 0 0 0 0,1 0 0 0 0,0 0-1 0 0,-1 0 1 0 0,1 0 0 0 0,0 0 0 0 0,-1 0 0 0 0,1 0-1 0 0,-1 0 1 0 0,1 0 0 0 0,-22 6 164 0 0,-20 18-89 0 0,27-14-47 0 0,-1-1-5 0 0,0 1 1 0 0,1 1-1 0 0,0 0 1 0 0,1 1-1 0 0,0 0 1 0 0,1 2-1 0 0,-23 28 1 0 0,35-41-35 0 0,0 1 0 0 0,0 0 0 0 0,0 0 0 0 0,0 0 0 0 0,0-1 0 0 0,1 1 0 0 0,-1 0 0 0 0,1 0 0 0 0,-1 0 0 0 0,1 0 0 0 0,0 0 0 0 0,0 1 0 0 0,0-1 0 0 0,0 0 0 0 0,0 0 0 0 0,0 0 0 0 0,0 0 0 0 0,1 2 0 0 0,0-1 13 0 0,1 1 0 0 0,-1-1 0 0 0,1 0 0 0 0,-1 0 0 0 0,1 0 0 0 0,0 0 0 0 0,0-1 0 0 0,1 1 0 0 0,-1-1 0 0 0,3 4 0 0 0,8 4 92 0 0,0-1 1 0 0,0 0 0 0 0,27 13-1 0 0,-25-14-40 0 0,52 27 279 0 0,-18-10 23 0 0,-2 2 0 0 0,69 51 0 0 0,-104-69-142 0 0,0 1 0 0 0,-1 0-1 0 0,-1 1 1 0 0,0 0 0 0 0,0 0 0 0 0,-1 1 0 0 0,0 1-1 0 0,-1-1 1 0 0,-1 1 0 0 0,0 0 0 0 0,-1 1 0 0 0,0 0-1 0 0,-1 0 1 0 0,4 18 0 0 0,-8-27-29 0 0,0 1 1 0 0,0 0-1 0 0,-1-1 1 0 0,0 1-1 0 0,0 0 0 0 0,0-1 1 0 0,0 1-1 0 0,-1 0 1 0 0,0-1-1 0 0,0 1 1 0 0,-1-1-1 0 0,0 1 0 0 0,0-1 1 0 0,0 1-1 0 0,0-1 1 0 0,-1 0-1 0 0,0 0 0 0 0,0 0 1 0 0,0-1-1 0 0,-1 1 1 0 0,1-1-1 0 0,-1 0 1 0 0,-8 7-1 0 0,5-6-64 0 0,-1 1-1 0 0,0-1 1 0 0,0-1 0 0 0,-1 1-1 0 0,1-2 1 0 0,-1 1 0 0 0,0-1-1 0 0,0 0 1 0 0,0-1 0 0 0,0 0-1 0 0,0 0 1 0 0,-1-1 0 0 0,-15 0-1 0 0,4-2-37 0 0,1 0 0 0 0,-1-1 0 0 0,-28-7 0 0 0,39 6-41 0 0,0 0 0 0 0,0 0 0 0 0,0-1-1 0 0,0 0 1 0 0,1-1 0 0 0,-1 0 0 0 0,1 0 0 0 0,-12-10-1 0 0,19 13-49 0 0,0 0-1 0 0,0 0 0 0 0,0-1 0 0 0,0 1 0 0 0,1-1 1 0 0,-1 1-1 0 0,1-1 0 0 0,-1 0 0 0 0,1 0 1 0 0,0 1-1 0 0,0-1 0 0 0,0 0 0 0 0,0 0 0 0 0,1 0 1 0 0,-1 0-1 0 0,1 0 0 0 0,0 0 0 0 0,0 0 1 0 0,0 0-1 0 0,0 0 0 0 0,1 0 0 0 0,-1 0 0 0 0,1 0 1 0 0,-1 0-1 0 0,3-5 0 0 0,1-4-17 0 0,1 1-1 0 0,0 0 1 0 0,0 1-1 0 0,1-1 1 0 0,8-10 0 0 0,19-23-140 0 0,2 2 0 0 0,49-48 1 0 0,90-69-387 0 0,-106 100 573 0 0,-48 41-14 0 0,86-82-71 0 0,-103 97 29 0 0,0-1 1 0 0,0 0-1 0 0,0 1 1 0 0,0-1-1 0 0,-1-1 1 0 0,0 1-1 0 0,3-8 1 0 0,-4 11-7 0 0,-1 0 0 0 0,1 0 1 0 0,-1 0-1 0 0,0 0 0 0 0,0 0 1 0 0,0-1-1 0 0,1 1 0 0 0,-1 0 1 0 0,0 0-1 0 0,0 0 0 0 0,-1 0 1 0 0,1-1-1 0 0,0 1 0 0 0,0 0 1 0 0,-1 0-1 0 0,1 0 0 0 0,0 0 1 0 0,-1 0-1 0 0,1-1 0 0 0,-1 1 1 0 0,0 0-1 0 0,1 0 0 0 0,-1 0 1 0 0,0 1-1 0 0,1-1 0 0 0,-1 0 1 0 0,0 0-1 0 0,0 0 0 0 0,0 0 1 0 0,0 1-1 0 0,0-1 0 0 0,0 0 1 0 0,0 1-1 0 0,0-1 0 0 0,0 1 1 0 0,-2-1-1 0 0,-4-2-194 0 0,-1 1 0 0 0,0 0 0 0 0,0 0 0 0 0,0 1 0 0 0,0 0 0 0 0,0 0 0 0 0,-13 1 0 0 0,-59 8-1345 0 0,49-3 908 0 0,-36 5-1738 0 0,-83 24 0 0 0,-64 31-7758 0 0,112-33 816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06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27 177 1036 0 0,'-10'6'9099'0'0,"-1"1"-5467"0"0,11-6-3592 0 0,0-1 0 0 0,0 0 1 0 0,-1 0-1 0 0,1 0 0 0 0,0 0 1 0 0,0 0-1 0 0,0 0 0 0 0,0 0 1 0 0,-1 0-1 0 0,1 0 0 0 0,0 0 1 0 0,0 0-1 0 0,0 0 0 0 0,0 0 0 0 0,-1 0 1 0 0,1 0-1 0 0,0 0 0 0 0,0 0 1 0 0,0-1-1 0 0,0 1 0 0 0,-1 0 1 0 0,1 0-1 0 0,0 0 0 0 0,0 0 1 0 0,0 0-1 0 0,0 0 0 0 0,0 0 1 0 0,-1 0-1 0 0,1-1 0 0 0,0 1 1 0 0,0 0-1 0 0,0 0 0 0 0,0 0 1 0 0,0 0-1 0 0,0-1 0 0 0,0 1 1 0 0,0 0-1 0 0,-1 0 0 0 0,1 0 1 0 0,0 0-1 0 0,0-1 0 0 0,0 1 1 0 0,0 0-1 0 0,0 0 0 0 0,0 0 1 0 0,0 0-1 0 0,0-1 0 0 0,0 1 1 0 0,0 0-1 0 0,0 0 0 0 0,0 0 1 0 0,0-1-1 0 0,1 1 0 0 0,-1 0 1 0 0,0 0-1 0 0,0 0 0 0 0,0 0 1 0 0,0 0-1 0 0,0-1 0 0 0,0 1 1 0 0,1-1-35 0 0,0 0 0 0 0,-1 1 0 0 0,1-1 0 0 0,0 0 1 0 0,0 1-1 0 0,-1-1 0 0 0,1 0 0 0 0,0 1 0 0 0,0-1 0 0 0,0 1 1 0 0,0-1-1 0 0,0 1 0 0 0,0-1 0 0 0,0 1 0 0 0,2 0 0 0 0,-3-1 4 0 0,78-37 14 0 0,1 2-1 0 0,116-34 1 0 0,-181 65-198 0 0,6-1-972 0 0,0 0 1 0 0,0 1-1 0 0,29-2 1 0 0,-33 6-2244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0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137 269 2200 0 0,'-121'-1'8176'0'0,"120"1"-8154"0"0,1 0 0 0 0,0 0-1 0 0,-1 0 1 0 0,1 0 0 0 0,-1 0-1 0 0,1 0 1 0 0,-1 0-1 0 0,1 0 1 0 0,-1 0 0 0 0,1 0-1 0 0,-1 0 1 0 0,1 0 0 0 0,-1 0-1 0 0,1 0 1 0 0,-1-1 0 0 0,1 1-1 0 0,-1 0 1 0 0,1 0 0 0 0,-1-1-1 0 0,1 1 1 0 0,0 0 0 0 0,-1 0-1 0 0,1-1 1 0 0,-1 1 0 0 0,1 0-1 0 0,0-1 1 0 0,-1 1 0 0 0,1-1-1 0 0,0 1 1 0 0,0 0-1 0 0,-1-1 1 0 0,1 1 0 0 0,0-1-1 0 0,0 1 1 0 0,-1-1 0 0 0,1 1-1 0 0,0-1 1 0 0,0 1 0 0 0,0-1-1 0 0,0 1 1 0 0,0-1 0 0 0,0 1-1 0 0,0-1 1 0 0,0 1 0 0 0,0-1-1 0 0,0 1 1 0 0,0 0 0 0 0,0-1-1 0 0,0 1 1 0 0,0-1 0 0 0,1 1-1 0 0,-1-1 1 0 0,0 1-1 0 0,0-1 1 0 0,1 1 0 0 0,-1-1-1 0 0,0 1 1 0 0,1-1 0 0 0,18-21 286 0 0,4 4-219 0 0,1 1-1 0 0,0 0 1 0 0,38-17-1 0 0,85-32-1567 0 0,-136 61 1233 0 0,102-40-4135 0 0,-58 21 575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17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81 1516 0 0,'-10'-7'6481'0'0,"-7"-2"-1534"0"0,10 3-2945 0 0,8 4-1987 0 0,-1 1 0 0 0,1 0 0 0 0,0 0-1 0 0,0-1 1 0 0,0 1 0 0 0,-1 0 0 0 0,1 0 0 0 0,0 0-1 0 0,1 0 1 0 0,-1 0 0 0 0,0 0 0 0 0,0 0 0 0 0,0 1 0 0 0,0-1-1 0 0,1 0 1 0 0,-1 1 0 0 0,0-1 0 0 0,4 0 0 0 0,32-10 71 0 0,-32 9-71 0 0,30-4 8 0 0,1 1 0 0 0,0 1 0 0 0,0 2 0 0 0,0 1 0 0 0,38 5 0 0 0,-36-6-9 0 0,-35 1 56 0 0,-12-8 262 0 0,7 9-312 0 0,0 0 0 0 0,0 0 0 0 0,0 0 0 0 0,1 0 1 0 0,-1 0-1 0 0,0 0 0 0 0,0 1 0 0 0,1-1 0 0 0,-1 0 0 0 0,0 1 0 0 0,0 0 0 0 0,1-1 0 0 0,-1 1 0 0 0,0 0 0 0 0,1 0 0 0 0,-1 0 0 0 0,1 0 0 0 0,-1 0 0 0 0,1 0 0 0 0,0 0 0 0 0,-2 3 0 0 0,-1 0-12 0 0,1 0 1 0 0,0 1-1 0 0,1-1 1 0 0,-1 1-1 0 0,1 0 1 0 0,-3 9-1 0 0,-8 27 177 0 0,2 2-1 0 0,-7 49 0 0 0,-2 90 501 0 0,10-89-336 0 0,1 12 61 0 0,-11 76 516 0 0,15-150-632 0 0,-2-1 1 0 0,-1 0 0 0 0,-21 52 0 0 0,22-64-11 0 0,-2-1 1 0 0,-16 26-1 0 0,21-38-202 0 0,1-1-1 0 0,0 1 1 0 0,-1-1-1 0 0,0 0 1 0 0,0 0 0 0 0,0-1-1 0 0,0 1 1 0 0,0-1 0 0 0,-1 0-1 0 0,0 0 1 0 0,0 0-1 0 0,1-1 1 0 0,-9 3 0 0 0,9-4-58 0 0,1-1 1 0 0,-1 0-1 0 0,1 0 1 0 0,-1 0-1 0 0,1 0 0 0 0,0 0 1 0 0,-1-1-1 0 0,1 1 1 0 0,-1-1-1 0 0,1 0 1 0 0,0 0-1 0 0,0 0 1 0 0,-1-1-1 0 0,1 1 1 0 0,0-1-1 0 0,0 1 1 0 0,-4-5-1 0 0,-5-3 15 0 0,0 0 1 0 0,-15-17-1 0 0,10 9-43 0 0,1-1-1 0 0,1 0 0 0 0,-17-28 0 0 0,27 40-240 0 0,1-2 0 0 0,0 1 0 0 0,0 0 0 0 0,1-1-1 0 0,0 0 1 0 0,0 0 0 0 0,1 1 0 0 0,0-2 0 0 0,1 1 0 0 0,-1 0-1 0 0,2 0 1 0 0,-1 0 0 0 0,1-12 0 0 0,2 14-250 0 0,-1-1 0 0 0,1 1 0 0 0,0 0 0 0 0,0 0 0 0 0,1 0 0 0 0,-1 1 0 0 0,1-1 0 0 0,1 0 0 0 0,5-7 1 0 0,2 0-2091 0 0,-1 1 1 0 0,21-17-1 0 0,-17 14-1896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18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11 119 372 0 0,'-10'-13'7200'0'0,"10"12"-6840"0"0,0 1 0 0 0,0-1 0 0 0,0 0 0 0 0,0 0 0 0 0,0-1-1 0 0,1 1-295 0 0,0 0-1 0 0,1 0 1 0 0,-1 0-1 0 0,0 1 1 0 0,1-1-1 0 0,-1 0 1 0 0,1 1-1 0 0,-1-1 1 0 0,1 1-1 0 0,0 0 1 0 0,-1-1-1 0 0,3 1 1 0 0,573-91-569 0 0,-576 91 504 0 0,0 0-1 0 0,0 0 1 0 0,0 0 0 0 0,1 0 0 0 0,-1 0 0 0 0,0 0 0 0 0,0 0 0 0 0,0 0 0 0 0,1 0 0 0 0,-1 1 0 0 0,0-1 0 0 0,0 1 0 0 0,1 0 0 0 0,-1-1 5 0 0,-1 0 0 0 0,0 0 0 0 0,1 1 1 0 0,-1-1-1 0 0,0 0 0 0 0,0 1 1 0 0,1-1-1 0 0,-1 0 0 0 0,0 1 1 0 0,0-1-1 0 0,0 1 0 0 0,1-1 1 0 0,-1 0-1 0 0,0 1 0 0 0,0-1 1 0 0,0 1-1 0 0,0-1 0 0 0,0 1 1 0 0,0-1-1 0 0,0 0 0 0 0,0 1 0 0 0,0-1 1 0 0,0 1-1 0 0,0 0 0 0 0,-1 2 52 0 0,0 1-1 0 0,0-1 0 0 0,-1 1 0 0 0,0-1 0 0 0,1 1 0 0 0,-4 4 0 0 0,-3 5 141 0 0,5-4-50 0 0,-59 163 2947 0 0,56-151-2809 0 0,1 0 0 0 0,1 0 0 0 0,1 0 0 0 0,1 1 0 0 0,0-1 0 0 0,3 32 0 0 0,0-48-259 0 0,-1 0-1 0 0,1 0 0 0 0,0 0 1 0 0,0 0-1 0 0,0 0 1 0 0,0 0-1 0 0,1-1 0 0 0,0 1 1 0 0,0 0-1 0 0,1-1 0 0 0,-1 1 1 0 0,1-1-1 0 0,0 0 0 0 0,0 0 1 0 0,0 0-1 0 0,1 0 0 0 0,-1-1 1 0 0,1 1-1 0 0,0-1 0 0 0,0 0 1 0 0,0 0-1 0 0,1 0 0 0 0,-1-1 1 0 0,0 1-1 0 0,1-1 0 0 0,0 0 1 0 0,0 0-1 0 0,-1-1 0 0 0,1 0 1 0 0,0 1-1 0 0,0-2 0 0 0,0 1 1 0 0,1 0-1 0 0,-1-1 1 0 0,0 0-1 0 0,0 0 0 0 0,0-1 1 0 0,9-1-1 0 0,-1 0-22 0 0,-1-1-1 0 0,1 0 1 0 0,-1-1 0 0 0,1-1-1 0 0,-1 1 1 0 0,-1-2 0 0 0,1 0-1 0 0,-1 0 1 0 0,0-1 0 0 0,0 0-1 0 0,-1-1 1 0 0,0 0 0 0 0,0-1-1 0 0,-1 0 1 0 0,0 0 0 0 0,-1-1-1 0 0,0 0 1 0 0,0-1 0 0 0,-1 0-1 0 0,0 0 1 0 0,-1 0 0 0 0,-1-1-1 0 0,0 0 1 0 0,0 0 0 0 0,-1 0-1 0 0,-1-1 1 0 0,0 0 0 0 0,0 1-1 0 0,-2-1 1 0 0,1 0 0 0 0,-2 0-1 0 0,1 0 1 0 0,-2 0 0 0 0,0 0-1 0 0,-3-15 1 0 0,2 20-6 0 0,1-1 1 0 0,-2 1 0 0 0,1 0-1 0 0,-1 0 1 0 0,0 0-1 0 0,-1 1 1 0 0,0-1-1 0 0,-5-6 1 0 0,7 11 1 0 0,1 1 0 0 0,-1-1 0 0 0,0 1 1 0 0,-1 0-1 0 0,1 0 0 0 0,0 0 0 0 0,-1 1 0 0 0,1-1 0 0 0,-1 0 0 0 0,1 1 0 0 0,-1 0 1 0 0,0-1-1 0 0,1 1 0 0 0,-1 0 0 0 0,0 0 0 0 0,0 1 0 0 0,0-1 0 0 0,0 1 1 0 0,0-1-1 0 0,0 1 0 0 0,0 0 0 0 0,0 0 0 0 0,0 0 0 0 0,0 0 0 0 0,-5 2 1 0 0,0 0 4 0 0,1 1 0 0 0,-1 0 0 0 0,1 0 1 0 0,0 1-1 0 0,0-1 0 0 0,0 2 1 0 0,1-1-1 0 0,-1 1 0 0 0,1 0 1 0 0,0 0-1 0 0,-7 8 0 0 0,10-9 2 0 0,-1-1-1 0 0,1 1 0 0 0,0 0 1 0 0,0 1-1 0 0,0-1 0 0 0,0 0 1 0 0,1 1-1 0 0,0-1 1 0 0,0 1-1 0 0,0 0 0 0 0,0 0 1 0 0,1 0-1 0 0,0 0 0 0 0,0 0 1 0 0,0 0-1 0 0,1 0 0 0 0,-1 0 1 0 0,1 7-1 0 0,1-10-1 0 0,-1 0-1 0 0,1 0 1 0 0,-1 0-1 0 0,1 0 1 0 0,0 0-1 0 0,-1 0 1 0 0,1-1 0 0 0,0 1-1 0 0,0 0 1 0 0,1 0-1 0 0,-1-1 1 0 0,0 1-1 0 0,0-1 1 0 0,1 1-1 0 0,-1-1 1 0 0,1 1-1 0 0,-1-1 1 0 0,4 2 0 0 0,-1-1 0 0 0,-1-1 1 0 0,1 1-1 0 0,-1-1 1 0 0,1 0-1 0 0,0 0 1 0 0,0 0-1 0 0,0 0 1 0 0,-1-1-1 0 0,6 1 1 0 0,4-2 2 0 0,0 0 0 0 0,-1 0 0 0 0,0-1 0 0 0,1 0 0 0 0,13-5 0 0 0,101-43-13 0 0,3-1-26 0 0,-112 46 32 0 0,1 0-1 0 0,0 0 1 0 0,0 2-1 0 0,0 1 1 0 0,21-1 0 0 0,-31 3 24 0 0,0 0 0 0 0,1 1 1 0 0,-1 0-1 0 0,0 0 1 0 0,0 1-1 0 0,0 1 0 0 0,0-1 1 0 0,0 1-1 0 0,0 1 1 0 0,-1-1-1 0 0,0 2 0 0 0,0-1 1 0 0,0 1-1 0 0,0 0 1 0 0,0 1-1 0 0,-1-1 0 0 0,0 2 1 0 0,-1-1-1 0 0,1 1 1 0 0,-1 0-1 0 0,0 0 0 0 0,-1 1 1 0 0,0-1-1 0 0,0 1 1 0 0,0 1-1 0 0,-1-1 1 0 0,-1 0-1 0 0,1 1 0 0 0,-1 0 1 0 0,-1 0-1 0 0,0 0 1 0 0,0 0-1 0 0,-1 0 0 0 0,0 0 1 0 0,0 1-1 0 0,-1-1 1 0 0,-1 15-1 0 0,-1-10 291 0 0,-1 1 0 0 0,0 0 0 0 0,-1-1 0 0 0,-1 0 0 0 0,0 0 0 0 0,-1 0 0 0 0,0 0 0 0 0,-1-1 0 0 0,-1 0 0 0 0,0-1 0 0 0,-1 0 0 0 0,0 0 0 0 0,-12 12 0 0 0,19-23-214 0 0,1 1 1 0 0,-1-1 0 0 0,1 1-1 0 0,-1-1 1 0 0,0 0-1 0 0,1 0 1 0 0,-1 0-1 0 0,0 0 1 0 0,0 0 0 0 0,0 0-1 0 0,0 0 1 0 0,-4 0-1 0 0,5-1-65 0 0,0 1-1 0 0,0-1 0 0 0,0 0 0 0 0,-1-1 0 0 0,1 1 0 0 0,0 0 0 0 0,0 0 0 0 0,0 0 0 0 0,0-1 0 0 0,0 1 0 0 0,0 0 0 0 0,0-1 0 0 0,0 1 0 0 0,0-1 0 0 0,0 0 1 0 0,0 1-1 0 0,0-1 0 0 0,-1 0 0 0 0,0-2-8 0 0,0 1 1 0 0,0-1 0 0 0,0 0-1 0 0,1 0 1 0 0,-1 0 0 0 0,1 1-1 0 0,-1-1 1 0 0,1-1 0 0 0,0 1-1 0 0,0 0 1 0 0,0 0 0 0 0,1 0-1 0 0,-1 0 1 0 0,1-6 0 0 0,-1-1-28 0 0,1 1 0 0 0,1-1 0 0 0,-1 0 0 0 0,2 1 1 0 0,-1-1-1 0 0,1 1 0 0 0,1 0 0 0 0,0-1 0 0 0,0 1 1 0 0,1 0-1 0 0,0 1 0 0 0,0-1 0 0 0,1 1 0 0 0,0-1 1 0 0,1 1-1 0 0,0 1 0 0 0,11-12 0 0 0,-7 9-604 0 0,0 1-1 0 0,1 1 0 0 0,0 0 1 0 0,1 0-1 0 0,0 1 1 0 0,0 1-1 0 0,0 0 1 0 0,1 0-1 0 0,0 1 0 0 0,0 1 1 0 0,25-5-1 0 0,94-10-9133 0 0,-93 14 4446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18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48 464 0 0,'0'-2'2709'0'0,"-3"-44"10389"0"0,3 79-9925 0 0,-2 128 354 0 0,4 162-2543 0 0,-1-302-953 0 0,0 13-972 0 0,8 51-1 0 0,-8-84 816 0 0,-2-10-77 0 0,0 0 122 0 0,0 0-1 0 0,-1 0 0 0 0,0 0 1 0 0,-6-17-1 0 0,7 24 78 0 0,1 1 0 0 0,-1-1 1 0 0,1 1-1 0 0,-1-1 0 0 0,0 1 0 0 0,0-1 0 0 0,0 1 0 0 0,0-1 1 0 0,0 1-1 0 0,0 0 0 0 0,0 0 0 0 0,-1 0 0 0 0,1 0 1 0 0,0 0-1 0 0,-1 0 0 0 0,1 0 0 0 0,-3-1 0 0 0,3 1 4 0 0,0 0-1 0 0,0 1 1 0 0,0-1 0 0 0,-1 1-1 0 0,1-1 1 0 0,0 1-1 0 0,0-1 1 0 0,-1 1 0 0 0,1 0-1 0 0,0 0 1 0 0,-1 0 0 0 0,1 0-1 0 0,0 0 1 0 0,-1 0-1 0 0,1 0 1 0 0,0 0 0 0 0,-1 0-1 0 0,1 0 1 0 0,0 1-1 0 0,-1-1 1 0 0,0 1 0 0 0,-2 1 0 0 0,-9 2 9 0 0,0 0-1 0 0,1 1 1 0 0,0 0 0 0 0,0 1 0 0 0,-16 11 0 0 0,-51 40 210 0 0,34-23-84 0 0,-11 9 0 0 0,-54 53-1 0 0,67-59-2311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18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 1176 0 0,'16'-1'17688'0'0,"-15"2"-17485"0"0,0-1 0 0 0,0 1-1 0 0,0 0 1 0 0,0 0 0 0 0,0 0-1 0 0,0 0 1 0 0,0 0-1 0 0,0 0 1 0 0,-1 0 0 0 0,1 0-1 0 0,0 0 1 0 0,-1 0 0 0 0,1 0-1 0 0,-1 0 1 0 0,1 1-1 0 0,-1-1 1 0 0,0 0 0 0 0,1 0-1 0 0,-1 1 1 0 0,0-1 0 0 0,0 0-1 0 0,0 0 1 0 0,0 1-1 0 0,0-1 1 0 0,0 0 0 0 0,0 1-1 0 0,-1 1 1 0 0,-6 48 2707 0 0,6-44-2734 0 0,-39 156 2544 0 0,7-34-3974 0 0,18-44-7037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76 468 0 0,'2'-23'20205'0'0,"-2"22"-20175"0"0,0 1 1 0 0,1-1-1 0 0,-1 1 1 0 0,1-1-1 0 0,-1 1 1 0 0,1 0-1 0 0,0-1 1 0 0,-1 1-1 0 0,1 0 1 0 0,-1 0-1 0 0,1-1 1 0 0,-1 1-1 0 0,1 0 1 0 0,0 0-1 0 0,-1 0 1 0 0,1 0-1 0 0,0 0 1 0 0,-1 0-1 0 0,1 0 1 0 0,0 0-1 0 0,14-2 332 0 0,5-2-363 0 0,114-24-404 0 0,-43 15-7081 0 0,-78 12 2931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19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 1776 0 0,'-21'18'3622'0'0,"10"-9"-1447"0"0,0 0 0 0 0,0 1 0 0 0,1 0 0 0 0,-10 14 0 0 0,19-22-1525 0 0,1-1-600 0 0,0-1 0 0 0,0 1-1 0 0,0 0 1 0 0,0-1 0 0 0,0 1 0 0 0,1 0 0 0 0,-1-1 0 0 0,0 1 0 0 0,0-1-1 0 0,1 1 1 0 0,-1 0 0 0 0,0-1 0 0 0,1 1 0 0 0,-1-1 0 0 0,1 1 0 0 0,-1-1-1 0 0,1 1 1 0 0,-1-1 0 0 0,1 0 0 0 0,-1 1 0 0 0,1-1 0 0 0,-1 0 0 0 0,1 1-1 0 0,-1-1 1 0 0,1 0 0 0 0,0 1 0 0 0,-1-1 0 0 0,1 0 0 0 0,0 0 0 0 0,-1 0-1 0 0,1 0 1 0 0,0 0 0 0 0,-1 0 0 0 0,2 0 0 0 0,28-1 202 0 0,-21 0-87 0 0,217-27-2303 0 0,-80-6-5827 0 0,-94 19 1387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20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349 103 2024 0 0,'1'-10'3010'0'0,"-1"1"1"0"0,1-1-1 0 0,-2 1 0 0 0,1-1 1 0 0,-2 1-1 0 0,-2-14 0 0 0,4 22-2934 0 0,0 0-1 0 0,-1 0 1 0 0,1 0-1 0 0,0 0 1 0 0,-1 0-1 0 0,1 0 1 0 0,0 0-1 0 0,-1 0 1 0 0,0 0-1 0 0,1 0 1 0 0,-1 0-1 0 0,0 0 1 0 0,1 0-1 0 0,-1 1 1 0 0,0-1-1 0 0,0 0 1 0 0,0 0-1 0 0,1 1 0 0 0,-1-1 1 0 0,0 0-1 0 0,0 1 1 0 0,0-1-1 0 0,0 1 1 0 0,0-1-1 0 0,0 1 1 0 0,0 0-1 0 0,-1-1 1 0 0,1 1-1 0 0,0 0 1 0 0,0 0-1 0 0,0 0 1 0 0,0 0-1 0 0,0 0 1 0 0,0 0-1 0 0,0 0 1 0 0,-1 0-1 0 0,1 0 1 0 0,0 0-1 0 0,0 1 1 0 0,0-1-1 0 0,0 1 1 0 0,0-1-1 0 0,0 0 1 0 0,-2 2-1 0 0,-5 1-13 0 0,1 1 0 0 0,-1 0-1 0 0,1 1 1 0 0,-10 7 0 0 0,-11 9-25 0 0,1 2 1 0 0,1 1-1 0 0,1 1 1 0 0,1 1-1 0 0,1 1 1 0 0,2 1-1 0 0,-29 48 1 0 0,48-72-36 0 0,0 0 1 0 0,0 0-1 0 0,0 0 1 0 0,1 0-1 0 0,-1 1 1 0 0,1-1-1 0 0,0 0 1 0 0,0 1-1 0 0,0-1 1 0 0,1 1-1 0 0,0 0 1 0 0,0-1-1 0 0,1 9 0 0 0,-1-10 5 0 0,1 1 0 0 0,1-1 0 0 0,-1 0 0 0 0,0 0-1 0 0,1 0 1 0 0,0-1 0 0 0,0 1 0 0 0,-1 0 0 0 0,2-1-1 0 0,-1 1 1 0 0,0-1 0 0 0,0 1 0 0 0,1-1 0 0 0,-1 0-1 0 0,1 0 1 0 0,0 0 0 0 0,0-1 0 0 0,0 1 0 0 0,4 1-1 0 0,89 38 52 0 0,-71-32-45 0 0,-1 1 0 0 0,0 0 0 0 0,-1 2 0 0 0,0 1-1 0 0,24 18 1 0 0,-41-27 44 0 0,-1 0-1 0 0,0 1 0 0 0,0 0 1 0 0,0 0-1 0 0,-1 0 0 0 0,0 0 1 0 0,0 1-1 0 0,0 0 0 0 0,0 0 1 0 0,-1 0-1 0 0,4 11 0 0 0,-6-13 35 0 0,0 0-1 0 0,0 0 0 0 0,-1 0 0 0 0,0 0 0 0 0,1 0 1 0 0,-2 0-1 0 0,1 0 0 0 0,0 0 0 0 0,-1 0 0 0 0,1 0 1 0 0,-1 0-1 0 0,-1 0 0 0 0,1 0 0 0 0,0 0 0 0 0,-1-1 0 0 0,0 1 1 0 0,1-1-1 0 0,-2 1 0 0 0,1-1 0 0 0,-5 7 0 0 0,1-3 92 0 0,0-1 0 0 0,0 0 0 0 0,-1 0 0 0 0,0 0 0 0 0,0-1 0 0 0,-1 1 0 0 0,1-2-1 0 0,-1 1 1 0 0,0-1 0 0 0,0-1 0 0 0,0 1 0 0 0,-1-1 0 0 0,1-1 0 0 0,-12 3 0 0 0,13-5-130 0 0,3 0-52 0 0,1-1 0 0 0,-1 1 1 0 0,1-1-1 0 0,-1 1 0 0 0,1-1 1 0 0,-1-1-1 0 0,1 1 0 0 0,0 0 1 0 0,-1-1-1 0 0,1 1 0 0 0,0-1 1 0 0,0 0-1 0 0,0 0 0 0 0,0 0 1 0 0,1-1-1 0 0,-1 1 0 0 0,0-1 1 0 0,1 1-1 0 0,0-1 0 0 0,0 0 1 0 0,0 0-1 0 0,0 0 0 0 0,0 0 1 0 0,0 0-1 0 0,1 0 0 0 0,-1-1 1 0 0,1 1-1 0 0,0-1 0 0 0,0 1 1 0 0,0 0-1 0 0,1-1 0 0 0,-1 0 1 0 0,1 1-1 0 0,0-5 0 0 0,1-5 0 0 0,0 1 0 0 0,1 0-1 0 0,0-1 1 0 0,1 1 0 0 0,1 0 0 0 0,0 0-1 0 0,6-13 1 0 0,17-29-52 0 0,3 0-1 0 0,61-83 1 0 0,13-23-60 0 0,-100 153 22 0 0,-1 1-1 0 0,1-2 0 0 0,-1 1 0 0 0,-1 0 1 0 0,1 0-1 0 0,-1-1 0 0 0,1-9 0 0 0,-3 15 25 0 0,1 1 0 0 0,-1 0 0 0 0,0 0 0 0 0,0 0-1 0 0,0 0 1 0 0,-1 0 0 0 0,1-1 0 0 0,0 1 0 0 0,0 0 0 0 0,-1 0-1 0 0,1 0 1 0 0,0 0 0 0 0,-1 0 0 0 0,1 0 0 0 0,-1 0-1 0 0,0 0 1 0 0,1 0 0 0 0,-1 0 0 0 0,0 0 0 0 0,1 0 0 0 0,-1 0-1 0 0,0 0 1 0 0,-1 0 0 0 0,0-1-107 0 0,-1 1 0 0 0,1 0 0 0 0,0 0 1 0 0,-1 0-1 0 0,1 0 0 0 0,0 1 0 0 0,-1-1 0 0 0,1 1 0 0 0,-1-1 0 0 0,-3 1 0 0 0,-4 0-509 0 0,0 0-1 0 0,0 1 0 0 0,0 0 0 0 0,-13 4 0 0 0,-52 17-4866 0 0,-82 37-1 0 0,115-43 2201 0 0,-36 15-4667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37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58 1500 0 0,'-19'-17'5503'0'0,"15"12"-4085"0"0,-2 0 0 0 0,1 0 0 0 0,0 0-1 0 0,-1 1 1 0 0,0 0 0 0 0,0 0 0 0 0,-11-5 0 0 0,14 10-1264 0 0,-1-1 0 0 0,1 0 0 0 0,-1 1 0 0 0,1 0 0 0 0,0 0 0 0 0,-1 0 0 0 0,1 0 0 0 0,0 0 1 0 0,0 1-1 0 0,0-1 0 0 0,0 1 0 0 0,0 0 0 0 0,0 0 0 0 0,-2 3 0 0 0,-11 8 210 0 0,0 0 0 0 0,1 2 0 0 0,1 0 0 0 0,0 0 0 0 0,-12 20-1 0 0,0 4 113 0 0,-24 47-1 0 0,38-63-346 0 0,1 0 0 0 0,0 1 1 0 0,-12 46-1 0 0,21-63-111 0 0,1 0 0 0 0,-1 1 1 0 0,1-1-1 0 0,0 1 0 0 0,1-1 1 0 0,0 1-1 0 0,0-1 0 0 0,0 0 1 0 0,1 1-1 0 0,0-1 0 0 0,1 1 0 0 0,0-1 1 0 0,0 0-1 0 0,0 0 0 0 0,1 0 1 0 0,0 0-1 0 0,0-1 0 0 0,5 7 1 0 0,-4-7 2 0 0,1-1 1 0 0,0-1 0 0 0,0 1 0 0 0,1-1 0 0 0,-1 0 0 0 0,1 0 0 0 0,0 0-1 0 0,0-1 1 0 0,0 0 0 0 0,0 0 0 0 0,1-1 0 0 0,-1 0 0 0 0,1 0-1 0 0,0 0 1 0 0,-1-1 0 0 0,1 0 0 0 0,0 0 0 0 0,0-1 0 0 0,11 0-1 0 0,4-1 44 0 0,-1-1 0 0 0,1-1 0 0 0,-1 0 0 0 0,40-13-1 0 0,-41 9 19 0 0,0-1-1 0 0,0 0 0 0 0,0-2 0 0 0,-1 0 0 0 0,-1-1 1 0 0,1-1-1 0 0,-2-1 0 0 0,0-1 0 0 0,27-27 1 0 0,-36 32-40 0 0,0-1 1 0 0,0 0 0 0 0,-1-1 0 0 0,0 1 0 0 0,-1-1 0 0 0,-1-1 0 0 0,9-22-1 0 0,-11 25-29 0 0,-1 0 0 0 0,0-1 0 0 0,-1 1-1 0 0,0-1 1 0 0,0 1 0 0 0,-1-1-1 0 0,0 0 1 0 0,-1 1 0 0 0,0-1-1 0 0,0 1 1 0 0,-5-13 0 0 0,5 16-17 0 0,-1 0 1 0 0,-1 0-1 0 0,1 0 1 0 0,-1 0-1 0 0,0 1 1 0 0,0-1-1 0 0,-1 1 1 0 0,0 0 0 0 0,0 0-1 0 0,0 0 1 0 0,0 1-1 0 0,-1-1 1 0 0,-8-5-1 0 0,5 4 22 0 0,-1 1 0 0 0,0 0 1 0 0,0 1-1 0 0,0 0 0 0 0,0 0 0 0 0,-1 1 0 0 0,-19-4 0 0 0,7 4-184 0 0,-1 1-1 0 0,0 1 1 0 0,1 0 0 0 0,-1 2-1 0 0,0 1 1 0 0,-44 9-1 0 0,51-7-602 0 0,0 1 0 0 0,0 0-1 0 0,0 1 1 0 0,1 1-1 0 0,-27 16 1 0 0,27-13-2455 0 0,0 1 0 0 0,-24 22 1 0 0,14-7-5810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23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198 191 2036 0 0,'6'-32'5948'0'0,"-3"-7"-2314"0"0,-3 37-3294 0 0,-1-7 469 0 0,-7 24-767 0 0,1 1 0 0 0,1 0-1 0 0,-7 30 1 0 0,0-4 25 0 0,-139 393 1985 0 0,147-424-478 0 0,4-19-1197 0 0,3-19-328 0 0,30-87 11 0 0,5 2 1 0 0,57-119-1 0 0,-46 132-45 0 0,-41 86-30 0 0,1 0 1 0 0,0 1 0 0 0,1 0-1 0 0,1 0 1 0 0,13-12 0 0 0,-22 22 6 0 0,0 1-1 0 0,1 0 1 0 0,-1 0 0 0 0,0 0-1 0 0,1 0 1 0 0,-1 1 0 0 0,1-1-1 0 0,-1 0 1 0 0,1 0 0 0 0,-1 1-1 0 0,1-1 1 0 0,-1 1-1 0 0,1 0 1 0 0,0-1 0 0 0,-1 1-1 0 0,1 0 1 0 0,0 0 0 0 0,-1 0-1 0 0,1 0 1 0 0,2 1 0 0 0,-1-1-1 0 0,-1 1 1 0 0,1 0-1 0 0,-1 0 1 0 0,1 1-1 0 0,-1-1 1 0 0,1 0-1 0 0,-1 1 1 0 0,0-1-1 0 0,1 1 1 0 0,-1 0-1 0 0,2 2 1 0 0,2 3-4 0 0,0 0 1 0 0,-1 0 0 0 0,0 0 0 0 0,0 0-1 0 0,-1 1 1 0 0,7 16 0 0 0,-2 4 20 0 0,-1 0 0 0 0,-1 1 0 0 0,-2 0 1 0 0,0 1-1 0 0,-2-1 0 0 0,-2 56 0 0 0,-4-35 9 0 0,-3 1-1 0 0,-2-1 1 0 0,-16 58 0 0 0,23-103-336 0 0,-12 35-2002 0 0,-2-18-4523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23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64 2120 0 0,'-75'-22'12441'0'0,"73"21"-12069"0"0,-6-2 970 0 0,239-20-826 0 0,-153 16-3238 0 0,0 1-4218 0 0,-57 4 2215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23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 2124 0 0,'-13'4'7434'0'0,"12"-3"-7239"0"0,-24 14 8988 0 0,39-15-9791 0 0,21-3 559 0 0,85-10-714 0 0,-40 0-8508 0 0,-60 10 3430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24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194 137 2724 0 0,'14'-35'14518'0'0,"-13"31"-13738"0"0,-1 0 1 0 0,1 0-1 0 0,-1 0 0 0 0,0-1 0 0 0,0 1 0 0 0,-1 0 0 0 0,1 0 0 0 0,-1 0 0 0 0,-1-5 1 0 0,-19-22 368 0 0,20 29-1105 0 0,-14-7 18 0 0,13 8-58 0 0,0-1-7 0 0,0 1 0 0 0,0-1 0 0 0,0 1 0 0 0,-1 0 0 0 0,1 0 0 0 0,0 0 0 0 0,0 0 0 0 0,-1 0 0 0 0,1 0 0 0 0,-1 1 0 0 0,-2-1 0 0 0,3 2 2 0 0,-1 1-1 0 0,1-1 1 0 0,-1 1 0 0 0,1 0-1 0 0,0 0 1 0 0,0 0 0 0 0,0 0-1 0 0,0 0 1 0 0,0 0 0 0 0,1 0-1 0 0,-3 3 1 0 0,-19 35 71 0 0,10-17 1 0 0,1-3-61 0 0,1-1 1 0 0,1 1-1 0 0,0 1 1 0 0,2 0 0 0 0,0 0-1 0 0,-6 30 1 0 0,13-47-20 0 0,1 0 0 0 0,0 0 0 0 0,0 0 0 0 0,0 0 0 0 0,1-1 0 0 0,-1 1 0 0 0,1 0 0 0 0,0 0-1 0 0,0 0 1 0 0,0 0 0 0 0,1-1 0 0 0,0 1 0 0 0,-1-1 0 0 0,1 1 0 0 0,0-1 0 0 0,0 1 0 0 0,1-1 0 0 0,-1 0 0 0 0,1 0 0 0 0,-1 0 0 0 0,1-1 0 0 0,5 5 0 0 0,8 4 15 0 0,-1 0-1 0 0,1-1 1 0 0,27 12 0 0 0,-14-7-28 0 0,-7-3 31 0 0,85 50-5 0 0,-93-52 3 0 0,0 0 1 0 0,0 1-1 0 0,-1 0 0 0 0,-1 1 0 0 0,12 14 0 0 0,-21-23-4 0 0,-1 0-1 0 0,0 1 1 0 0,0-1-1 0 0,0 1 1 0 0,0-1-1 0 0,0 1 1 0 0,-1-1-1 0 0,0 1 1 0 0,1 0 0 0 0,-1 0-1 0 0,-1 0 1 0 0,1 0-1 0 0,0-1 1 0 0,-1 1-1 0 0,0 0 1 0 0,0 0-1 0 0,0 0 1 0 0,-1 0 0 0 0,1 0-1 0 0,-1 0 1 0 0,0 0-1 0 0,-2 5 1 0 0,1-3-1 0 0,-1 1 0 0 0,-1-1 0 0 0,1 0 0 0 0,-1-1 0 0 0,0 1 0 0 0,0 0 0 0 0,-1-1 0 0 0,1 0 0 0 0,-1 0 0 0 0,0-1 0 0 0,-1 1 0 0 0,-6 4 0 0 0,-3 0 21 0 0,0 0 0 0 0,-1-1 1 0 0,0 0-1 0 0,0-2 0 0 0,0 0 0 0 0,-25 6 0 0 0,32-10 7 0 0,0 0 1 0 0,0 0-1 0 0,-1-1 1 0 0,1-1-1 0 0,0 1 1 0 0,0-2-1 0 0,0 1 1 0 0,-1-1 0 0 0,1-1-1 0 0,0 1 1 0 0,0-1-1 0 0,0-1 1 0 0,1 0-1 0 0,-11-4 1 0 0,17 5-15 0 0,0 1 0 0 0,0 0 0 0 0,0-1-1 0 0,0 1 1 0 0,0-1 0 0 0,0 0 0 0 0,0 1 0 0 0,1-1 0 0 0,-1 0 0 0 0,1 0 0 0 0,-1 0 0 0 0,1 0 0 0 0,-1-1 0 0 0,1 1-1 0 0,0 0 1 0 0,0 0 0 0 0,-1-5 0 0 0,2 3-7 0 0,-1 0 0 0 0,0-1 0 0 0,1 1 0 0 0,0-1 0 0 0,0 1 0 0 0,0-1 0 0 0,1 1 0 0 0,0-1 0 0 0,1-4 0 0 0,2-6-10 0 0,2 1 1 0 0,-1 0 0 0 0,2 0-1 0 0,14-23 1 0 0,131-169 104 0 0,-49 74-47 0 0,-97 124-52 0 0,-1-1 0 0 0,0 1 1 0 0,0-1-1 0 0,0 0 1 0 0,-1-1-1 0 0,5-15 0 0 0,-9 22-11 0 0,1 1 0 0 0,0-1-1 0 0,-1 0 1 0 0,1 1-1 0 0,-1-1 1 0 0,0 0-1 0 0,0 0 1 0 0,0 1-1 0 0,0-1 1 0 0,-1 0-1 0 0,1 1 1 0 0,-1-1 0 0 0,0 0-1 0 0,1 1 1 0 0,-1-1-1 0 0,0 1 1 0 0,-1-1-1 0 0,1 1 1 0 0,0-1-1 0 0,-1 1 1 0 0,1 0-1 0 0,-1-1 1 0 0,0 1-1 0 0,0 0 1 0 0,0 0 0 0 0,0 1-1 0 0,0-1 1 0 0,-4-2-1 0 0,0 0-33 0 0,0 1-1 0 0,0 1 0 0 0,-1-1 1 0 0,1 1-1 0 0,-1 0 0 0 0,0 1 1 0 0,1-1-1 0 0,-1 1 0 0 0,0 1 1 0 0,0-1-1 0 0,-12 2 0 0 0,11-1-388 0 0,-1 1 0 0 0,1 0-1 0 0,0 1 1 0 0,-1 0 0 0 0,1 0-1 0 0,0 1 1 0 0,0 0 0 0 0,0 0-1 0 0,-10 7 1 0 0,16-9 165 0 0,0 0 0 0 0,1 0 0 0 0,-1 0 0 0 0,1 0-1 0 0,-1 1 1 0 0,1-1 0 0 0,-1 1 0 0 0,1-1 0 0 0,0 1 0 0 0,-1-1 0 0 0,1 1 0 0 0,0 0 0 0 0,0-1-1 0 0,0 1 1 0 0,1 0 0 0 0,-1 0 0 0 0,0 0 0 0 0,1 0 0 0 0,-1-1 0 0 0,1 1 0 0 0,-1 0-1 0 0,1 3 1 0 0,0-4-73 0 0,1 1-1 0 0,-1 0 0 0 0,1-1 0 0 0,-1 1 0 0 0,1-1 0 0 0,0 1 1 0 0,-1-1-1 0 0,1 1 0 0 0,0-1 0 0 0,0 1 0 0 0,0-1 0 0 0,0 0 1 0 0,0 1-1 0 0,1-1 0 0 0,-1 0 0 0 0,0 0 0 0 0,0 0 0 0 0,1 0 1 0 0,-1 0-1 0 0,1 0 0 0 0,-1 0 0 0 0,1 0 0 0 0,-1-1 1 0 0,1 1-1 0 0,0-1 0 0 0,2 1 0 0 0,12 3-4686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25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2196 0 0,'16'-2'6193'0'0,"87"-11"2715"0"0,3 0-5016 0 0,22-1-4271 0 0,59-3-6489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25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5 2156 0 0,'-14'-2'8292'0'0,"10"2"-7593"0"0,4-1-461 0 0,-1 1 0 0 0,0 0-1 0 0,0-1 1 0 0,0 1 0 0 0,0 0 0 0 0,0 0-1 0 0,0 0 1 0 0,0 0 0 0 0,1 0 0 0 0,-1 0-1 0 0,0 0 1 0 0,0 0 0 0 0,0 0 0 0 0,0 1-1 0 0,0-1 1 0 0,0 0 0 0 0,1 1 0 0 0,-1-1-1 0 0,0 0 1 0 0,0 1 0 0 0,0-1 0 0 0,1 1-1 0 0,-1-1 1 0 0,0 1 0 0 0,0-1 0 0 0,1 1-1 0 0,-1 0 1 0 0,1-1 0 0 0,-1 1 0 0 0,0 0-1 0 0,1 0 1 0 0,0-1 0 0 0,-1 1 0 0 0,1 0-1 0 0,-1 0 1 0 0,1 1 0 0 0,-31 112 4840 0 0,8 4-3632 0 0,-14 54-4096 0 0,32-150-217 0 0,-18 40 1 0 0,19-52 481 0 0,-1 0 0 0 0,-1-1 0 0 0,-9 13 0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27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91 112 2004 0 0,'-2'0'1938'0'0,"-45"3"7269"0"0,43-2-7965 0 0,-25 2 4049 0 0,21-1-3198 0 0,85-5-1870 0 0,113-18 0 0 0,-11-12-4196 0 0,-157 28 1605 0 0,-1-1-1 0 0,0 0 0 0 0,40-19 0 0 0,-18 3-4000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27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438 128 2272 0 0,'-52'-119'17412'0'0,"51"117"-16868"0"0,3 0 397 0 0,-2 2-914 0 0,0-1-1 0 0,0 1 1 0 0,0 0-1 0 0,0 0 1 0 0,0 0-1 0 0,0 0 1 0 0,0-1-1 0 0,0 1 1 0 0,0 0-1 0 0,0 0 1 0 0,0 0-1 0 0,1 0 1 0 0,-1-1-1 0 0,0 1 1 0 0,0 0-1 0 0,0 0 1 0 0,0 0-1 0 0,0 0 1 0 0,0 0-1 0 0,1 0 1 0 0,-1-1-1 0 0,0 1 1 0 0,0 0-1 0 0,0 0 1 0 0,0 0-1 0 0,1 0 1 0 0,-1 0-1 0 0,0 0 1 0 0,0 0-1 0 0,0 0 1 0 0,0 0-1 0 0,1 0 1 0 0,-1 0-1 0 0,0 0 1 0 0,0 0-1 0 0,0 0 1 0 0,0 0-1 0 0,1 0 1 0 0,-1 0-1 0 0,0 0 1 0 0,0 0-1 0 0,0 0 1 0 0,0 0-1 0 0,1 0 1 0 0,-1 0-1 0 0,0 1 1 0 0,11 3 392 0 0,-1 2 1 0 0,0-1-1 0 0,0 1 1 0 0,0 1-1 0 0,-1 0 1 0 0,0 0 0 0 0,-1 1-1 0 0,9 9 1 0 0,9 11 324 0 0,25 37 0 0 0,-33-38-597 0 0,-1 1 0 0 0,-1 0 0 0 0,-1 2 0 0 0,-1-1 1 0 0,-2 2-1 0 0,-1-1 0 0 0,-1 2 0 0 0,-2-1 1 0 0,-2 1-1 0 0,6 52 0 0 0,-10-43-123 0 0,-2 0-1 0 0,-1-1 0 0 0,-2 1 1 0 0,-2-1-1 0 0,-2 1 1 0 0,-2-2-1 0 0,-1 1 0 0 0,-17 41 1 0 0,9-34-538 0 0,-2-2 1 0 0,-2 0 0 0 0,-3-2 0 0 0,-1 0-1 0 0,-1-2 1 0 0,-51 57 0 0 0,49-67-846 0 0,0-3 1 0 0,-2 0-1 0 0,-37 25 0 0 0,36-32-1096 0 0,0-1 0 0 0,-1-1-1 0 0,-58 22 1 0 0,9-11-5801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35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28 996 0 0,'0'0'1332'0'0,"0"-3"-346"0"0,0 1-1 0 0,-1-1 1 0 0,1 1-1 0 0,-1-1 1 0 0,0 1-1 0 0,0 0 1 0 0,0-1-1 0 0,0 1 1 0 0,-2-4-1 0 0,-7 16-746 0 0,0 0 0 0 0,1 1 0 0 0,0 0 0 0 0,1 0-1 0 0,0 1 1 0 0,-7 15 0 0 0,-36 83 519 0 0,34-70-429 0 0,-39 90 958 0 0,-68 243-1 0 0,106-301-1060 0 0,4 1 1 0 0,2 0-1 0 0,4 0 0 0 0,3 1 1 0 0,5 91-1 0 0,3-130-162 0 0,2 0-1 0 0,0 1 1 0 0,3-2 0 0 0,1 1-1 0 0,1-1 1 0 0,2-1-1 0 0,22 44 1 0 0,-21-53-242 0 0,1 0 0 0 0,1-1 0 0 0,1 0 1 0 0,2-1-1 0 0,0-1 0 0 0,1-1 0 0 0,1 0 0 0 0,0-2 0 0 0,45 32 1 0 0,-43-37-926 0 0,1 0 1 0 0,31 13 0 0 0,-35-18-1826 0 0,34 8 0 0 0,-7-8-3109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3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56 80 0 0,'-3'0'2287'0'0,"-40"0"6803"0"0,35 0-8902 0 0,6 0 635 0 0,-15 1 2258 0 0,56-12-2624 0 0,42-7 0 0 0,34-2-4556 0 0,-82 15-948 0 0,-20 3 134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36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89 1204 0 0,'-82'49'10212'0'0,"84"-49"-10157"0"0,1 0 1 0 0,-1 0-1 0 0,1 0 0 0 0,-1 0 1 0 0,0 0-1 0 0,1 0 1 0 0,-1-1-1 0 0,0 1 1 0 0,1-1-1 0 0,3-1 1 0 0,-4 2-17 0 0,225-61-1097 0 0,2 4-4617 0 0,-162 41 2747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48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43 64 0 0,'-8'-9'6034'0'0,"6"6"-5114"0"0,0 0 1 0 0,0 0 0 0 0,-1 0-1 0 0,1 1 1 0 0,-14-11 5853 0 0,10 8-5416 0 0,6 5-1331 0 0,-1-1 1 0 0,1 1-1 0 0,0 0 0 0 0,0 0 1 0 0,0 0-1 0 0,0 0 0 0 0,-1 0 1 0 0,1 0-1 0 0,0 0 0 0 0,0 0 1 0 0,0 0-1 0 0,-1 0 0 0 0,1 0 1 0 0,0 0-1 0 0,0 0 0 0 0,0 0 1 0 0,-1 0-1 0 0,1 0 1 0 0,0 0-1 0 0,0 0 0 0 0,0 0 1 0 0,-1 0-1 0 0,1 0 0 0 0,0 0 1 0 0,0 0-1 0 0,0 0 0 0 0,0 0 1 0 0,-1 0-1 0 0,1 0 0 0 0,0 1 1 0 0,0-1-1 0 0,0 0 0 0 0,0 0 1 0 0,0 0-1 0 0,-1 0 0 0 0,1 0 1 0 0,0 0-1 0 0,0 1 1 0 0,0-1-1 0 0,0 0 0 0 0,0 0 1 0 0,0 0-1 0 0,0 1 0 0 0,0-1 1 0 0,-1 0-1 0 0,1 0 0 0 0,0 0 1 0 0,0 0-1 0 0,0 1 0 0 0,0-1 1 0 0,0 0-1 0 0,0 0 0 0 0,0 0 1 0 0,0 1-1 0 0,0-1 0 0 0,0 0 1 0 0,1 1-1 0 0,0 14 63 0 0,2 1 0 0 0,0 0 0 0 0,0-1-1 0 0,2 0 1 0 0,9 24 0 0 0,5 15 135 0 0,48 152 287 0 0,101 215 0 0 0,-121-336-277 0 0,-45-81-226 0 0,11 14 303 0 0,-11-17-318 0 0,-3-39-6898 0 0,-2 14 74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50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836 91 1912 0 0,'0'-3'1690'0'0,"0"-5"-125"0"0,0-7 1491 0 0,0 0 1 0 0,-3-18 742 0 0,1 28-1883 0 0,2 5-1819 0 0,0-1 1 0 0,0 1 0 0 0,0-1-1 0 0,0 1 1 0 0,0-1-1 0 0,0 1 1 0 0,0-1 0 0 0,0 1-1 0 0,0 0 1 0 0,0-1 0 0 0,0 1-1 0 0,0-1 1 0 0,0 1-1 0 0,-1-1 1 0 0,1 1 0 0 0,0 0-1 0 0,0-1 1 0 0,-1 1-1 0 0,1 0 1 0 0,0-1 0 0 0,0 1-1 0 0,-1 0 1 0 0,1-1 0 0 0,0 1-1 0 0,-1 0 1 0 0,1-1-1 0 0,0 1 1 0 0,-1 0 0 0 0,0 0-1 0 0,-1 1-75 0 0,1 0 1 0 0,-1 0-1 0 0,0 0 0 0 0,0 0 1 0 0,0 1-1 0 0,1-1 0 0 0,-1 1 1 0 0,1-1-1 0 0,-1 1 0 0 0,1-1 1 0 0,0 1-1 0 0,-1 0 0 0 0,-1 3 1 0 0,-16 34 130 0 0,11-21-90 0 0,-339 532 915 0 0,9-15-1267 0 0,285-416-2558 0 0,28-38-4487 0 0,15-40-1222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50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0 388 0 0,'-22'7'1944'0'0,"6"0"-1728"0"0,-1-5-1024 0 0,5 1 244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3:57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27 1576 0 0,'24'-4'13110'0'0,"-33"0"-13255"0"0,-7-1 263 0 0,0 1 0 0 0,0 1 0 0 0,0 0-1 0 0,-1 1 1 0 0,1 1 0 0 0,-1 0 0 0 0,1 1 0 0 0,-32 5-1 0 0,41-4-118 0 0,-1 0 0 0 0,1 0-1 0 0,0 1 1 0 0,0 0 0 0 0,0 1-1 0 0,0-1 1 0 0,0 1-1 0 0,0 1 1 0 0,1-1 0 0 0,-1 1-1 0 0,1 0 1 0 0,0 1-1 0 0,-6 5 1 0 0,7-4-1 0 0,1 1 0 0 0,0 0 0 0 0,0 0 0 0 0,0 0-1 0 0,1 0 1 0 0,0 0 0 0 0,1 1 0 0 0,-1-1 0 0 0,1 1 0 0 0,-1 8 0 0 0,-5 31 213 0 0,1 0-1 0 0,3 1 1 0 0,1 63 0 0 0,20 147 1102 0 0,-8-145-1056 0 0,44 862 2792 0 0,-62-162-1316 0 0,-4-518-1135 0 0,-4 371-248 0 0,26-488 138 0 0,57 303 0 0 0,-63-463-469 0 0,0-1-1 0 0,1 1 0 0 0,2-1 1 0 0,-1 1-1 0 0,10 17 0 0 0,-13-32-19 0 0,0-1-1 0 0,0 0 1 0 0,-1 0-1 0 0,1 0 1 0 0,1 0-1 0 0,-1 0 1 0 0,0 0-1 0 0,0 0 1 0 0,1-1-1 0 0,-1 1 1 0 0,1-1-1 0 0,-1 0 1 0 0,1 1-1 0 0,0-1 1 0 0,-1 0-1 0 0,1-1 1 0 0,0 1-1 0 0,0 0 1 0 0,0-1-1 0 0,0 0 1 0 0,0 1-1 0 0,-1-1 1 0 0,7-1-1 0 0,5 0 0 0 0,1-1 0 0 0,0 0 0 0 0,19-7 0 0 0,-20 5 10 0 0,267-81-1794 0 0,-6-20-3761 0 0,-117 35-2147 0 0,-79 32 373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02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1316 0 0,'0'0'16550'0'0,"11"4"-14830"0"0,11-4-1428 0 0,-1-1-1 0 0,1 0 0 0 0,0-2 0 0 0,22-5 0 0 0,3 0-268 0 0,-2 3-19 0 0,-42 5 2 0 0,13-2-4 0 0,-4 0-3 0 0,13 1 76 0 0,-7-1-342 0 0,-5-1-4229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04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97 117 2196 0 0,'-7'-6'3499'0'0,"3"3"-1750"0"0,0 1 1 0 0,-1-1-1 0 0,1 1 1 0 0,-9-3 753 0 0,-20-11 3168 0 0,17 7-4504 0 0,15 8-760 0 0,0 0-345 0 0,-1 0 0 0 0,1-1 0 0 0,0 0-1 0 0,1 1 1 0 0,-1-1 0 0 0,0 1 0 0 0,0-1-1 0 0,1 0 1 0 0,-1-3 0 0 0,4 1-61 0 0,0 0-1 0 0,1 0 1 0 0,0 0 0 0 0,-1 1-1 0 0,2-1 1 0 0,-1 1 0 0 0,0 0 0 0 0,1 0-1 0 0,-1 0 1 0 0,1 1 0 0 0,0 0 0 0 0,0-1-1 0 0,0 2 1 0 0,0-1 0 0 0,0 1-1 0 0,0-1 1 0 0,0 1 0 0 0,1 1 0 0 0,-1-1-1 0 0,0 1 1 0 0,1 0 0 0 0,-1 0 0 0 0,0 1-1 0 0,1-1 1 0 0,-1 1 0 0 0,6 2 0 0 0,-4-2 1 0 0,-1 1 0 0 0,1 0 0 0 0,-1 0 0 0 0,1 1 0 0 0,-1 0 0 0 0,0 0 0 0 0,0 0 0 0 0,0 1 0 0 0,-1 0 0 0 0,1 0 0 0 0,-1 0 0 0 0,0 1 1 0 0,0 0-1 0 0,-1 0 0 0 0,1 0 0 0 0,-1 0 0 0 0,0 1 0 0 0,0-1 0 0 0,-1 1 0 0 0,4 8 0 0 0,-3-1 8 0 0,-1-1-1 0 0,-1 1 0 0 0,0 0 1 0 0,-1 0-1 0 0,0-1 0 0 0,-1 1 1 0 0,0 0-1 0 0,-1 0 1 0 0,0 0-1 0 0,-1 0 0 0 0,-1-1 1 0 0,0 1-1 0 0,0-1 1 0 0,-8 17-1 0 0,-8 13 38 0 0,-1 0-1 0 0,-41 61 1 0 0,12-32 140 0 0,-9 14-93 0 0,57-83-88 0 0,1-1-2 0 0,0-1 0 0 0,0 0 0 0 0,0 1 0 0 0,0-1 0 0 0,0 1 0 0 0,0-1 0 0 0,0 0 1 0 0,0 1-1 0 0,0-1 0 0 0,0 0 0 0 0,0 1 0 0 0,1-1 0 0 0,-1 0 0 0 0,0 1 1 0 0,0-1-1 0 0,0 0 0 0 0,1 1 0 0 0,-1-1 0 0 0,0 0 0 0 0,0 0 0 0 0,1 1 1 0 0,-1-1-1 0 0,0 0 0 0 0,1 0 0 0 0,-1 1 0 0 0,0-1 0 0 0,1 0 0 0 0,-1 0 1 0 0,0 0-1 0 0,1 0 0 0 0,-1 0 0 0 0,0 1 0 0 0,1-1 0 0 0,-1 0 0 0 0,1 0 1 0 0,-1 0-1 0 0,0 0 0 0 0,1 0 0 0 0,-1 0 0 0 0,16-1 24 0 0,-15 1-33 0 0,29-7 10 0 0,1 0 1 0 0,49-20-1 0 0,-31 10 5 0 0,317-96 265 0 0,-364 112-253 0 0,23-5-889 0 0,-49 24 631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05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0 508 0 0,'16'24'15948'0'0,"-15"-23"-15809"0"0,-1 0 0 0 0,1 0 0 0 0,-1 1 0 0 0,1-1 0 0 0,0 0 0 0 0,0 0 0 0 0,-1 0 0 0 0,1-1-1 0 0,0 1 1 0 0,0 0 0 0 0,0 0 0 0 0,0 0 0 0 0,0-1 0 0 0,0 1 0 0 0,1 0 0 0 0,-1-1 0 0 0,0 1 0 0 0,0-1 0 0 0,0 1 0 0 0,0-1-1 0 0,1 0 1 0 0,-1 1 0 0 0,0-1 0 0 0,0 0 0 0 0,3 0 0 0 0,38 1 202 0 0,-32-1-64 0 0,77-5 131 0 0,18 0-243 0 0,-102 5-143 0 0,12 0-8 0 0,-11 0 46 0 0,14-2 17 0 0,-17 2-345 0 0,1 0 0 0 0,-1 0 0 0 0,1 0 1 0 0,-1-1-1 0 0,1 1 0 0 0,-1 0 0 0 0,1-1 0 0 0,-1 1 0 0 0,1-1 0 0 0,-1 0 1 0 0,3-1-1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05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54 680 0 0,'-2'-10'13279'0'0,"2"10"-13122"0"0,0-1 0 0 0,0 1 1 0 0,0-1-1 0 0,0 0 0 0 0,0 1 0 0 0,1-1 0 0 0,-1 1 0 0 0,0-1 0 0 0,0 1 0 0 0,0-1 0 0 0,1 1 0 0 0,-1-1 0 0 0,0 1 0 0 0,0 0 0 0 0,1-1 1 0 0,-1 1-1 0 0,0-1 0 0 0,1 1 0 0 0,-1 0 0 0 0,1-1 0 0 0,-1 1 0 0 0,0 0 0 0 0,1-1 0 0 0,-1 1 0 0 0,1 0 0 0 0,-1 0 0 0 0,1-1 0 0 0,-1 1 1 0 0,1 0-1 0 0,-1 0 0 0 0,1 0 0 0 0,-1 0 0 0 0,1 0 0 0 0,-1 0 0 0 0,1 0 0 0 0,0 0 0 0 0,31-3-84 0 0,-7 2 256 0 0,126-24-576 0 0,-129 22-2877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06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6 2380 0 0,'-14'-2'2838'0'0,"-59"-2"7987"0"0,70 4-10316 0 0,-10 20 1318 0 0,10-3-1440 0 0,1-1 0 0 0,0 1 0 0 0,1-1 0 0 0,2 20 0 0 0,-1-18-254 0 0,0-13-113 0 0,6 41 167 0 0,-6-44-173 0 0,1 1-1 0 0,-1-1 1 0 0,0 0 0 0 0,1 0 0 0 0,-1 0-1 0 0,1 0 1 0 0,0 0 0 0 0,0 0 0 0 0,-1 0 0 0 0,1-1-1 0 0,1 1 1 0 0,-1 0 0 0 0,0 0 0 0 0,0-1-1 0 0,1 1 1 0 0,-1-1 0 0 0,1 1 0 0 0,-1-1-1 0 0,1 0 1 0 0,-1 1 0 0 0,1-1 0 0 0,0 0-1 0 0,0 0 1 0 0,0 0 0 0 0,0 0 0 0 0,0 0 0 0 0,0-1-1 0 0,0 1 1 0 0,0-1 0 0 0,0 1 0 0 0,0-1-1 0 0,0 0 1 0 0,0 0 0 0 0,0 1 0 0 0,0-2-1 0 0,0 1 1 0 0,0 0 0 0 0,0 0 0 0 0,0-1-1 0 0,0 1 1 0 0,3-1 0 0 0,18-4 304 0 0,0 0-123 0 0,0 1 0 0 0,29-2 0 0 0,-45 6-75 0 0,0 1 1 0 0,0 0-1 0 0,0 0 1 0 0,0 1-1 0 0,0 0 1 0 0,0 0-1 0 0,0 0 1 0 0,-1 1-1 0 0,1 0 1 0 0,-1 0-1 0 0,0 1 1 0 0,0 0-1 0 0,0 0 1 0 0,0 0-1 0 0,-1 1 1 0 0,1 0-1 0 0,-1 0 1 0 0,-1 0-1 0 0,1 1 1 0 0,5 7-1 0 0,-5-6 92 0 0,-1 1-1 0 0,0-1 1 0 0,0 1-1 0 0,-1-1 1 0 0,1 1-1 0 0,-2 0 1 0 0,1 0-1 0 0,-1 0 1 0 0,0 1-1 0 0,-1-1 1 0 0,0 0-1 0 0,0 1 1 0 0,-1-1-1 0 0,0 1 1 0 0,-1-1-1 0 0,-1 13 1 0 0,-3-2 145 0 0,0-1 1 0 0,-2 1 0 0 0,0-1 0 0 0,-15 29 0 0 0,16-37-112 0 0,0 0 0 0 0,0 0 0 0 0,-1-1-1 0 0,-1 0 1 0 0,0 0 0 0 0,0-1 0 0 0,0 0 0 0 0,-17 12 0 0 0,23-19-219 0 0,0 1 0 0 0,0-1 0 0 0,0 0 0 0 0,0-1 0 0 0,0 1 1 0 0,0 0-1 0 0,0 0 0 0 0,0-1 0 0 0,0 0 0 0 0,0 1 0 0 0,0-1 0 0 0,-1 0 0 0 0,1 0 0 0 0,0 0 0 0 0,0 0 1 0 0,-3-1-1 0 0,-9-2 8 0 0,10 2-70 0 0,1 1 0 0 0,0-1 0 0 0,0 0 0 0 0,-1 0 0 0 0,1-1 0 0 0,0 1 0 0 0,0-1 0 0 0,0 1 0 0 0,0-1 0 0 0,1 0 0 0 0,-1 0 0 0 0,0 0 0 0 0,1 0 0 0 0,0-1 0 0 0,-1 1 0 0 0,1-1 0 0 0,-3-3 0 0 0,2 1-236 0 0,1 2-207 0 0,0 0 0 0 0,0 0 0 0 0,1 0 0 0 0,-1-1 0 0 0,1 1-1 0 0,0 0 1 0 0,0-1 0 0 0,0 1 0 0 0,0 0 0 0 0,1-1 0 0 0,-1 1 0 0 0,1-1-1 0 0,0 1 1 0 0,0-1 0 0 0,1-6 0 0 0,0 4-1389 0 0,0 1-1 0 0,0 0 1 0 0,1-1 0 0 0,0 1-1 0 0,0 0 1 0 0,3-6-1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11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4 348 0 0,'-3'0'3693'0'0,"-12"-2"355"0"0,-15 0 178 0 0,26 2-3035 0 0,2 1-689 0 0,-25 2 1520 0 0,36 3-1266 0 0,14-3-485 0 0,1 0-1 0 0,-1-1 1 0 0,1-1-1 0 0,24-3 1 0 0,-1 1-120 0 0,-11-1 47 0 0,-33 2-166 0 0,0 0-8 0 0,7 0 7 0 0,-7 0-11 0 0,-1 0-117 0 0,23-6-3520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11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73 1020 0 0,'-6'-22'7158'0'0,"4"20"-6421"0"0,2 0 0 0 0,-1-1 0 0 0,0 1 1 0 0,0-1-1 0 0,1 1 0 0 0,-1-1 0 0 0,1 1 0 0 0,0-1 1 0 0,-1 1-1 0 0,1-1 0 0 0,1-3 0 0 0,-1 5-672 0 0,1 0-1 0 0,0 0 1 0 0,-1 0-1 0 0,1 0 1 0 0,0 0 0 0 0,0 0-1 0 0,0 0 1 0 0,-1 0-1 0 0,1 0 1 0 0,0 0-1 0 0,0 1 1 0 0,0-1 0 0 0,0 0-1 0 0,1 1 1 0 0,-1-1-1 0 0,0 1 1 0 0,0-1-1 0 0,0 1 1 0 0,0-1 0 0 0,1 1-1 0 0,-1 0 1 0 0,0 0-1 0 0,0-1 1 0 0,2 1-1 0 0,1 0-17 0 0,-1 0 1 0 0,0-1-1 0 0,0 2 0 0 0,0-1 0 0 0,1 0 0 0 0,-1 0 0 0 0,0 1 1 0 0,0 0-1 0 0,0 0 0 0 0,4 1 0 0 0,0 1 25 0 0,0 0 0 0 0,-1 1 0 0 0,1 0-1 0 0,-1 0 1 0 0,0 1 0 0 0,11 9 0 0 0,-15-11-43 0 0,1 0 0 0 0,-1 0-1 0 0,1 0 1 0 0,-1 0 0 0 0,0 1 0 0 0,0-1 0 0 0,-1 1 0 0 0,1 0 0 0 0,-1-1-1 0 0,0 1 1 0 0,0 0 0 0 0,0 0 0 0 0,0 0 0 0 0,-1 0 0 0 0,1 0 0 0 0,-1 4 0 0 0,-1 5 22 0 0,0 0 0 0 0,-1-1 1 0 0,-1 1-1 0 0,0 0 1 0 0,0-1-1 0 0,-1 0 1 0 0,-1 0-1 0 0,-10 20 1 0 0,-62 90 447 0 0,53-86-314 0 0,19-29-169 0 0,4-6-8 0 0,0 0-1 0 0,0 0 1 0 0,0 0 0 0 0,1 0 0 0 0,-1 0 0 0 0,0 0 0 0 0,0 0 0 0 0,1 0 0 0 0,-1 0 0 0 0,1 0 0 0 0,-1 0 0 0 0,1 0 0 0 0,-1 1-1 0 0,1-1 1 0 0,0 0 0 0 0,0 0 0 0 0,-1 1 0 0 0,1-1 0 0 0,0 0 0 0 0,0 1 0 0 0,0-1 0 0 0,0 0 0 0 0,1 0 0 0 0,-1 1-1 0 0,0-1 1 0 0,1 2 0 0 0,0-2 11 0 0,1 0-1 0 0,0 0 1 0 0,0 0-1 0 0,-1 0 1 0 0,1 0-1 0 0,0 0 1 0 0,0 0-1 0 0,0-1 0 0 0,0 1 1 0 0,0-1-1 0 0,0 1 1 0 0,0-1-1 0 0,0 0 1 0 0,0 0-1 0 0,0 0 1 0 0,0 0-1 0 0,0 0 1 0 0,2-1-1 0 0,184-20 233 0 0,-171 18-73 0 0,17-2-2833 0 0,-30 5 1733 0 0,1 0 0 0 0,-1 0 0 0 0,1 0 0 0 0,-1 0-1 0 0,0 1 1 0 0,1 0 0 0 0,-1 0 0 0 0,7 3 0 0 0,2 0-2756 0 0,1-1-1593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17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15 140 0 0,'-107'1'9642'0'0,"57"4"-6193"0"0,47-5-3080 0 0,-11 4 732 0 0,13-4-1031 0 0,0 0 0 0 0,1 0 0 0 0,-1 0-1 0 0,0 0 1 0 0,0 0 0 0 0,1 0 0 0 0,-1 0 0 0 0,0 0-1 0 0,1 0 1 0 0,-1 0 0 0 0,0 0 0 0 0,1 1-1 0 0,-1-1 1 0 0,1 0 0 0 0,-1 0 0 0 0,0 1 0 0 0,1-1-1 0 0,-1 0 1 0 0,1 1 0 0 0,-1-1 0 0 0,1 1-1 0 0,-2 0 1 0 0,16 4 1212 0 0,26 0-510 0 0,47-5-216 0 0,122-17-1 0 0,-94 5-290 0 0,-87 9-109 0 0,-26 3-156 0 0,11-8-1329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17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99 120 552 0 0,'0'-36'9299'0'0,"0"32"-9098"0"0,1 0-1 0 0,0 0 1 0 0,-1 0-1 0 0,2 1 1 0 0,-1-1 0 0 0,0 0-1 0 0,1 1 1 0 0,-1-1-1 0 0,1 1 1 0 0,0-1 0 0 0,0 1-1 0 0,0 0 1 0 0,1 0-1 0 0,-1 0 1 0 0,1 0 0 0 0,0 0-1 0 0,0 0 1 0 0,0 1-1 0 0,0-1 1 0 0,0 1 0 0 0,0 0-1 0 0,1 0 1 0 0,-1 0-1 0 0,1 1 1 0 0,-1-1 0 0 0,1 1-1 0 0,0 0 1 0 0,-1 0-1 0 0,1 0 1 0 0,0 0 0 0 0,7 0-1 0 0,-9 1-153 0 0,1 0 0 0 0,0 0 0 0 0,-1 1 0 0 0,1-1 0 0 0,0 1 0 0 0,-1-1 0 0 0,1 1 0 0 0,0 0 0 0 0,-1 0 0 0 0,1 0 0 0 0,-1 1 0 0 0,0-1 0 0 0,1 0 0 0 0,-1 1 0 0 0,0 0 0 0 0,0-1 0 0 0,0 1 0 0 0,0 0 0 0 0,0 0 0 0 0,0 0-1 0 0,0 0 1 0 0,-1 0 0 0 0,1 1 0 0 0,-1-1 0 0 0,0 1 0 0 0,0-1 0 0 0,1 0 0 0 0,-1 1 0 0 0,-1 0 0 0 0,1-1 0 0 0,0 1 0 0 0,-1 0 0 0 0,1-1 0 0 0,-1 1 0 0 0,0 3 0 0 0,0 8 77 0 0,0 1 1 0 0,-1-1-1 0 0,0 0 1 0 0,-1 0-1 0 0,-1-1 1 0 0,0 1-1 0 0,-1 0 1 0 0,-1-1-1 0 0,0 0 1 0 0,-7 14-1 0 0,-12 19 336 0 0,-39 57-1 0 0,18-37-64 0 0,-34 54 32 0 0,79-120-425 0 0,0 1 0 0 0,-1-1 0 0 0,1 1 0 0 0,0 0 0 0 0,0-1 0 0 0,-1 1 0 0 0,1-1 0 0 0,0 1 0 0 0,0 0 0 0 0,0-1 0 0 0,0 1 1 0 0,0-1-1 0 0,0 1 0 0 0,0 0 0 0 0,0-1 0 0 0,0 1 0 0 0,0-1 0 0 0,0 1 0 0 0,0 0 0 0 0,0-1 0 0 0,0 1 0 0 0,1-1 0 0 0,-1 1 1 0 0,0-1-1 0 0,0 1 0 0 0,1 0 0 0 0,-1-1 0 0 0,0 1 0 0 0,1-1 0 0 0,-1 1 0 0 0,1-1 0 0 0,-1 0 0 0 0,0 1 0 0 0,1-1 0 0 0,-1 1 0 0 0,1-1 1 0 0,-1 0-1 0 0,1 1 0 0 0,-1-1 0 0 0,1 0 0 0 0,0 0 0 0 0,0 1 0 0 0,24 5 44 0 0,-2-7-37 0 0,0-1 0 0 0,0-1 0 0 0,-1-1 0 0 0,1-1 0 0 0,36-13 0 0 0,-7 3 10 0 0,-4 2-40 0 0,178-55-110 0 0,-224 67-140 0 0,9 0-320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19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80 388 0 0,'-8'-6'6109'0'0,"6"5"-5639"0"0,0-1 1 0 0,0 0-1 0 0,-1 0 0 0 0,2 0 0 0 0,-1 0 1 0 0,0 0-1 0 0,0-1 0 0 0,1 1 0 0 0,-1 0 1 0 0,-1-5-1 0 0,2 6-222 0 0,6-11 398 0 0,-4 9-606 0 0,1 1-1 0 0,0 0 0 0 0,0-1 0 0 0,-1 1 0 0 0,2 0 0 0 0,-1 0 0 0 0,0 0 0 0 0,0 0 0 0 0,1 1 1 0 0,-1-1-1 0 0,0 0 0 0 0,1 1 0 0 0,0 0 0 0 0,-1 0 0 0 0,1 0 0 0 0,0 0 0 0 0,0 0 0 0 0,0 0 1 0 0,-1 1-1 0 0,1-1 0 0 0,0 1 0 0 0,0 0 0 0 0,0 0 0 0 0,0 0 0 0 0,0 0 0 0 0,0 0 0 0 0,0 1 1 0 0,3 0-1 0 0,1 0 18 0 0,0 1 1 0 0,-1 0 0 0 0,1 0-1 0 0,0 0 1 0 0,-1 1 0 0 0,0 0-1 0 0,0 0 1 0 0,0 1 0 0 0,0 0-1 0 0,0 0 1 0 0,7 6 0 0 0,-10-6 29 0 0,-1-1 1 0 0,1 1 0 0 0,-1 0 0 0 0,1 0-1 0 0,-1 0 1 0 0,0 0 0 0 0,0 0 0 0 0,-1 0-1 0 0,0 1 1 0 0,1-1 0 0 0,-1 1 0 0 0,-1-1-1 0 0,1 1 1 0 0,-1-1 0 0 0,1 1-1 0 0,-1-1 1 0 0,-1 1 0 0 0,1-1 0 0 0,-1 1-1 0 0,1-1 1 0 0,-1 1 0 0 0,-1-1 0 0 0,-1 7-1 0 0,-4 8 278 0 0,-1 0 0 0 0,0-1 0 0 0,-20 31 0 0 0,12-25-136 0 0,-2-1 1 0 0,0-1-1 0 0,-1-1 1 0 0,-23 19 0 0 0,10-8-21 0 0,24-26-174 0 0,6-4-36 0 0,1-1 1 0 0,-1 0-1 0 0,1 0 0 0 0,-1 0 1 0 0,1 1-1 0 0,-1-1 1 0 0,1 1-1 0 0,0-1 0 0 0,0 1 1 0 0,0-1-1 0 0,0 1 1 0 0,0 0-1 0 0,0-1 1 0 0,1 1-1 0 0,-1 0 0 0 0,0 2 1 0 0,4-2-3 0 0,15-2 8 0 0,0-1-1 0 0,0-1 1 0 0,0-1-1 0 0,31-8 1 0 0,2-1-1 0 0,137-15-1922 0 0,-126 23-1603 0 0,0 2-3396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19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1476 0 0,'2'-11'20482'0'0,"21"4"-20426"0"0,1 0 1 0 0,34-3-1 0 0,12-3-34 0 0,102-22 18 0 0,-159 33-22 0 0,19-2 80 0 0,-30 4-76 0 0,18-4-24 0 0,-15 1-93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2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129 101 760 0 0,'5'-9'4265'0'0,"-4"6"-3199"0"0,0 1 1 0 0,0-1-1 0 0,0 1 0 0 0,0-5 0 0 0,1-36 8003 0 0,-2 31-5631 0 0,-4-7 2127 0 0,-1 28-5220 0 0,0 1 0 0 0,0 0 1 0 0,2 1-1 0 0,-1-1 0 0 0,1 1 0 0 0,1 0 1 0 0,-2 15-1 0 0,-3 5-11 0 0,-9 39-174 0 0,-42 201 847 0 0,35-88-3993 0 0,22-167 1374 0 0,1 1 1 0 0,2 21 0 0 0,2-15-2817 0 0,2-2-4007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08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20 880 0 0,'0'0'3009'0'0,"-3"0"-1752"0"0,-37-1 4573 0 0,14 0-3382 0 0,23 1-1771 0 0,0 0 13 0 0,-25 2 1706 0 0,26-2-1503 0 0,-14 2 598 0 0,8 0-1364 0 0,8 0-38 0 0,17 6 8 0 0,25 3 8 0 0,-25-9-33 0 0,1 0 0 0 0,28-1 0 0 0,26 1 204 0 0,-69-2-253 0 0,9-4-163 0 0,-1 1-1053 0 0,0-1 1 0 0,-1 0-1 0 0,15-9 1 0 0,12-10-6663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08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76 568 0 0,'-14'-27'13532'0'0,"13"26"-13456"0"0,1 1 1 0 0,0 0-1 0 0,0 0 1 0 0,0 0-1 0 0,0-1 0 0 0,0 1 1 0 0,0 0-1 0 0,-1-1 1 0 0,1 1-1 0 0,0 0 0 0 0,0 0 1 0 0,0-1-1 0 0,0 1 1 0 0,0 0-1 0 0,0 0 0 0 0,0-1 1 0 0,0 1-1 0 0,0 0 1 0 0,0-1-1 0 0,0 1 0 0 0,1 0 1 0 0,-1 0-1 0 0,0-1 1 0 0,0 1-1 0 0,0 0 0 0 0,0 0 1 0 0,0-1-1 0 0,0 1 1 0 0,1 0-1 0 0,-1 0 1 0 0,0-1-1 0 0,0 1 0 0 0,0 0 1 0 0,1 0-1 0 0,-1 0 1 0 0,0 0-1 0 0,0-1 0 0 0,1 1 1 0 0,14-5 1622 0 0,23 3-523 0 0,-33 2-1054 0 0,200-17 1341 0 0,-87 6-1458 0 0,-101 9-149 0 0,-15 2-100 0 0,1-1 0 0 0,-1 1-1 0 0,0 0 1 0 0,1 0 0 0 0,-1 0 0 0 0,1 0 0 0 0,-1 0-1 0 0,0 0 1 0 0,5 2 0 0 0,-5-1-621 0 0,-5 8-2710 0 0,-16 1-3443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09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3 228 0 0,'-3'0'2293'0'0,"-23"-1"2934"0"0,18 0-3879 0 0,-1 1 1 0 0,1 0-1 0 0,-1 0 1 0 0,-8 2-1 0 0,16-2-1224 0 0,-1 1 0 0 0,1-1 0 0 0,-1 1 1 0 0,1 0-1 0 0,0 0 0 0 0,-1-1 0 0 0,1 1 0 0 0,0 0 0 0 0,-1 0 0 0 0,1 0 1 0 0,0 0-1 0 0,0 1 0 0 0,0-1 0 0 0,0 0 0 0 0,-2 3 0 0 0,-10 22 1069 0 0,9-19-884 0 0,-3 9-61 0 0,1-1-1 0 0,0 1 1 0 0,1 1 0 0 0,0-1 0 0 0,2 1 0 0 0,0-1 0 0 0,0 1 0 0 0,2 0 0 0 0,0 0 0 0 0,1 0 0 0 0,1 0 0 0 0,3 21 0 0 0,-3-36-227 0 0,-1 0 0 0 0,1-1 1 0 0,0 1-1 0 0,0 0 0 0 0,0 0 0 0 0,0-1 1 0 0,0 1-1 0 0,0-1 0 0 0,0 1 1 0 0,0-1-1 0 0,0 1 0 0 0,1-1 1 0 0,-1 0-1 0 0,1 0 0 0 0,-1 1 0 0 0,1-1 1 0 0,-1 0-1 0 0,1-1 0 0 0,2 3 1 0 0,-2-3 130 0 0,2 0-20 0 0,46-8 383 0 0,-33 5-358 0 0,33-3 1 0 0,-43 7-112 0 0,0-1 0 0 0,0 1 0 0 0,0 1 1 0 0,0 0-1 0 0,0 0 0 0 0,0 0 0 0 0,0 0 1 0 0,-1 1-1 0 0,1 0 0 0 0,6 5 0 0 0,1 1 255 0 0,-1 0 0 0 0,25 23 0 0 0,-32-27-134 0 0,0 1 0 0 0,-1 0 1 0 0,1 0-1 0 0,-1 1 1 0 0,-1 0-1 0 0,1 0 0 0 0,-1 0 1 0 0,0 0-1 0 0,-1 0 1 0 0,0 1-1 0 0,0 0 0 0 0,0-1 1 0 0,-1 1-1 0 0,0 0 1 0 0,-1 0-1 0 0,1 15 0 0 0,-2-13 28 0 0,-1 0 0 0 0,0-1 0 0 0,-1 1 0 0 0,0 0 0 0 0,0-1 0 0 0,-1 1-1 0 0,0-1 1 0 0,-1 0 0 0 0,0 0 0 0 0,0 0 0 0 0,-1-1 0 0 0,0 1 0 0 0,-11 11-1 0 0,9-10-37 0 0,-1 0 0 0 0,-1-1 0 0 0,0 0 0 0 0,0-1 0 0 0,-1 0 0 0 0,0-1 0 0 0,0 0 0 0 0,-14 7 0 0 0,17-10-125 0 0,1-1 1 0 0,-1-1-1 0 0,0 1 1 0 0,0-1 0 0 0,0-1-1 0 0,-1 1 1 0 0,1-1-1 0 0,0 0 1 0 0,-1-1-1 0 0,1 0 1 0 0,0 0-1 0 0,-1 0 1 0 0,1-1-1 0 0,0 0 1 0 0,-9-3-1 0 0,9 2-315 0 0,1 0 0 0 0,-1-1-1 0 0,1 1 1 0 0,0-1 0 0 0,0-1 0 0 0,1 1 0 0 0,-1-1-1 0 0,1 0 1 0 0,0 0 0 0 0,-1-1 0 0 0,-4-6-1 0 0,-7-12-5753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14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91 948 0 0,'0'0'2692'0'0,"-22"-26"7442"0"0,21 24-9650 0 0,11-18 171 0 0,-3 15-615 0 0,0 0-1 0 0,-1 1 1 0 0,2 0 0 0 0,-1 0 0 0 0,0 0 0 0 0,1 1 0 0 0,0 0 0 0 0,-1 0 0 0 0,1 1-1 0 0,0 0 1 0 0,1 1 0 0 0,-1 0 0 0 0,0 0 0 0 0,11 0 0 0 0,-15 1-28 0 0,0 1 1 0 0,-1-1-1 0 0,1 1 0 0 0,-1 0 1 0 0,1 0-1 0 0,-1 0 0 0 0,0 0 1 0 0,1 1-1 0 0,-1 0 1 0 0,0-1-1 0 0,0 1 0 0 0,0 0 1 0 0,0 0-1 0 0,0 1 1 0 0,0-1-1 0 0,-1 0 0 0 0,1 1 1 0 0,-1 0-1 0 0,0 0 1 0 0,4 5-1 0 0,-3-2 41 0 0,-1-1 0 0 0,0 0 1 0 0,0 1-1 0 0,0-1 0 0 0,-1 1 0 0 0,0 0 0 0 0,0 0 0 0 0,0-1 1 0 0,-1 11-1 0 0,0-5 76 0 0,-1 1 1 0 0,0-1-1 0 0,-1 1 1 0 0,-1-1-1 0 0,0 0 1 0 0,0 0 0 0 0,-1 0-1 0 0,0 0 1 0 0,-7 12-1 0 0,-7 7 649 0 0,-36 47 1 0 0,21-32 38 0 0,25-33-591 0 0,6-9-194 0 0,0 1-1 0 0,0-1 0 0 0,-1 0 0 0 0,1 1 0 0 0,-1-1 0 0 0,-4 3 1 0 0,5-5-14 0 0,2 0-15 0 0,0 0 0 0 0,1 0 0 0 0,-1 0 1 0 0,0-1-1 0 0,0 1 0 0 0,1 0 0 0 0,-1-1 0 0 0,0 1 0 0 0,1 0 0 0 0,-1-1 0 0 0,1 1 0 0 0,-1 0 0 0 0,0-1 0 0 0,1 1 0 0 0,0-1 0 0 0,-1 1 1 0 0,1-1-1 0 0,-1 1 0 0 0,1-1 0 0 0,0 1 0 0 0,-1-1 0 0 0,1 1 0 0 0,0-1 0 0 0,-1 0 0 0 0,1 0 0 0 0,0 1 0 0 0,0-1 0 0 0,-1 0 0 0 0,1 0 1 0 0,0 0-1 0 0,0 0 0 0 0,0 0 0 0 0,-1 0 0 0 0,1 0 0 0 0,0 0 0 0 0,1 0 0 0 0,39-5 44 0 0,-31 3-38 0 0,296-49 31 0 0,-239 39-3437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14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28 600 0 0,'0'0'12855'0'0,"0"0"-12740"0"0,-1 0 1 0 0,1 0 0 0 0,-1 0 0 0 0,1 0 0 0 0,0 0 0 0 0,-1 1 0 0 0,1-1 0 0 0,-1 0 0 0 0,1 0 0 0 0,0 0 0 0 0,-1 0 0 0 0,1 0 0 0 0,0 1 0 0 0,-1-1-1 0 0,1 0 1 0 0,0 0 0 0 0,-1 1 0 0 0,1-1 0 0 0,0 0 0 0 0,-1 0 0 0 0,1 1 0 0 0,0-1 0 0 0,-1 1 0 0 0,4 1 17 0 0,-1 0-1 0 0,1-1 1 0 0,-1 1 0 0 0,1-1-1 0 0,0 0 1 0 0,0 0 0 0 0,0 0 0 0 0,-1 0-1 0 0,1 0 1 0 0,0 0 0 0 0,0-1-1 0 0,0 0 1 0 0,0 1 0 0 0,5-1 0 0 0,53-4 483 0 0,-45 2-452 0 0,184-27 1125 0 0,-158 22-283 0 0,-40 7-901 0 0,0 0-85 0 0,8-2 4 0 0,-8 2-72 0 0,7-4-1142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14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54 2268 0 0,'2'-14'6548'0'0,"-2"-17"4483"0"0,-2 22-7335 0 0,0 20-3256 0 0,1 0-1 0 0,0-1 0 0 0,0 1 0 0 0,1 0 1 0 0,1 0-1 0 0,1 11 0 0 0,1 12 263 0 0,-3 51-1292 0 0,-10 115 4770 0 0,2-85-7882 0 0,6-57-2350 0 0,1-1-3839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21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30 1832 0 0,'1'-9'13915'0'0,"150"-1"-12593"0"0,8 0-212 0 0,-157 10-1102 0 0,0 0 0 0 0,0 0 1 0 0,0 1-1 0 0,0-1 0 0 0,-1 1 0 0 0,1-1 1 0 0,0 1-1 0 0,0 0 0 0 0,0 0 0 0 0,-1 0 0 0 0,1 0 1 0 0,0 0-1 0 0,-1 0 0 0 0,1 0 0 0 0,-1 0 1 0 0,1 1-1 0 0,-1-1 0 0 0,0 1 0 0 0,0-1 0 0 0,1 1 1 0 0,-1-1-1 0 0,0 1 0 0 0,0 0 0 0 0,0 2 1 0 0,3 5 82 0 0,0 0 0 0 0,-1 1 0 0 0,4 14 0 0 0,-4-10 21 0 0,17 67 334 0 0,-4 2 0 0 0,9 136 0 0 0,-16 171 16 0 0,-26 58 411 0 0,2-118-302 0 0,8-126-425 0 0,-2 169 17 0 0,30 330 1325 0 0,-16-587-1361 0 0,-5 1 1 0 0,-15 124 0 0 0,10-206 195 0 0,-1 0 0 0 0,-20 65 0 0 0,23-92-276 0 0,0-1 0 0 0,-1 0 0 0 0,0 0 0 0 0,-1 0 0 0 0,1-1 1 0 0,-1 1-1 0 0,0-1 0 0 0,-1 0 0 0 0,0-1 0 0 0,0 1 0 0 0,0-1 0 0 0,0 0 1 0 0,-14 7-1 0 0,-2 0-5 0 0,-1 0 1 0 0,-1-1 0 0 0,-25 7-1 0 0,11-7-877 0 0,0-1-1 0 0,-1-2 0 0 0,-66 5 0 0 0,-119-10-6148 0 0,159-7 1734 0 0,2-3-2853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22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420 103 104 0 0,'0'0'1377'0'0,"9"-29"8370"0"0,-9 27-9461 0 0,0 1-1 0 0,0-1 0 0 0,1 0 0 0 0,-1 1 1 0 0,-1-1-1 0 0,1 0 0 0 0,0 1 1 0 0,0-1-1 0 0,-1 0 0 0 0,1 1 0 0 0,0-1 1 0 0,-1 0-1 0 0,0 1 0 0 0,1-1 1 0 0,-1 1-1 0 0,0-1 0 0 0,0 1 0 0 0,0 0 1 0 0,-2-2-1 0 0,1 0-111 0 0,-1 1-1 0 0,0-1 1 0 0,1 1-1 0 0,-1 0 1 0 0,0 0-1 0 0,-1 1 1 0 0,1-1-1 0 0,-6-2 1 0 0,-6 0-159 0 0,-1 0 1 0 0,1 0-1 0 0,-21-1 0 0 0,36 5-8 0 0,-15-1-1 0 0,1 0 0 0 0,0 1 0 0 0,-1 0 0 0 0,1 1-1 0 0,0 1 1 0 0,-19 4 0 0 0,23-5-19 0 0,4 1 5 0 0,0-1-1 0 0,0 1 1 0 0,0 0 0 0 0,0 0 0 0 0,1 1 0 0 0,-1-1 0 0 0,0 1 0 0 0,1 1-1 0 0,0-1 1 0 0,0 1 0 0 0,0 0 0 0 0,0 0 0 0 0,1 0 0 0 0,-1 1-1 0 0,1-1 1 0 0,0 1 0 0 0,1 0 0 0 0,-1 1 0 0 0,1-1 0 0 0,-4 8 0 0 0,-2 8 10 0 0,0 1-1 0 0,2 0 1 0 0,-10 44 0 0 0,7-9 295 0 0,1 1 0 0 0,0 71 0 0 0,11 117 774 0 0,-1-204-976 0 0,24 651 1194 0 0,0 164 265 0 0,-31-188-882 0 0,-16-360-570 0 0,-1 113 85 0 0,24-382-136 0 0,5 77 92 0 0,-5-101-122 0 0,2 0-1 0 0,0 0 1 0 0,1 0-1 0 0,11 29 1 0 0,-14-42-21 0 0,1 0 0 0 0,-1 0 0 0 0,1 0 0 0 0,0 0 0 0 0,0-1 0 0 0,0 1 0 0 0,1-1 0 0 0,-1 1 0 0 0,1-1 0 0 0,-1 0 0 0 0,1 0 0 0 0,0 0 0 0 0,-1 0 0 0 0,1-1 0 0 0,0 1 0 0 0,0-1 0 0 0,0 1 0 0 0,1-1 0 0 0,-1 0 0 0 0,0 0 0 0 0,0-1 0 0 0,1 1 0 0 0,-1-1 1 0 0,0 1-1 0 0,0-1 0 0 0,1 0 0 0 0,5-1 0 0 0,8-1-178 0 0,-1-1 0 0 0,0 0 0 0 0,0-1 0 0 0,19-8 0 0 0,-28 10 77 0 0,48-19-1174 0 0,-1-2 0 0 0,0-2 1 0 0,52-35-1 0 0,59-53-6924 0 0,-82 52 305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23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53 1964 0 0,'-22'-24'8999'0'0,"17"16"-6061"0"0,5 7-2879 0 0,0 0 0 0 0,0 0 0 0 0,0 0 1 0 0,1 0-1 0 0,-1 0 0 0 0,1 0 0 0 0,-1 0 0 0 0,0 0 0 0 0,1 0 0 0 0,0 1 0 0 0,-1-1 0 0 0,1 0 0 0 0,-1 0 0 0 0,1 0 0 0 0,0 1 0 0 0,0-1 1 0 0,0 0-1 0 0,-1 1 0 0 0,1-1 0 0 0,0 1 0 0 0,0-1 0 0 0,0 1 0 0 0,0-1 0 0 0,0 1 0 0 0,0 0 0 0 0,0-1 0 0 0,0 1 0 0 0,0 0 0 0 0,0 0 0 0 0,0 0 1 0 0,0 0-1 0 0,0 0 0 0 0,0 0 0 0 0,0 0 0 0 0,1 0 0 0 0,3 0 44 0 0,-1 0 1 0 0,1 0 0 0 0,-1 1-1 0 0,1 0 1 0 0,-1-1 0 0 0,1 2-1 0 0,4 1 1 0 0,1 1 58 0 0,-1 1 0 0 0,1 0 0 0 0,-1 0 0 0 0,-1 1 0 0 0,1 0 0 0 0,-1 1 0 0 0,0 0-1 0 0,11 13 1 0 0,-14-15-104 0 0,-1 1-1 0 0,0-1 0 0 0,-1 1 1 0 0,1 0-1 0 0,-1 0 0 0 0,0 0 1 0 0,0 1-1 0 0,-1-1 0 0 0,0 1 1 0 0,0 0-1 0 0,-1-1 0 0 0,0 1 1 0 0,0 0-1 0 0,0 8 0 0 0,-1 2 14 0 0,-2-1 0 0 0,0 1 0 0 0,-1-1 0 0 0,0 0 0 0 0,-1 0 0 0 0,-9 21-1 0 0,7-19 144 0 0,6-18-211 0 0,0 0 0 0 0,0 0 0 0 0,0 0 0 0 0,0 0 0 0 0,0 0 0 0 0,0 0-1 0 0,0-1 1 0 0,0 1 0 0 0,0 0 0 0 0,1 0 0 0 0,-1 0 0 0 0,0 0 0 0 0,0 0 0 0 0,0 0-1 0 0,0 0 1 0 0,0 0 0 0 0,0 0 0 0 0,0 0 0 0 0,0 0 0 0 0,0 0 0 0 0,0 0 0 0 0,0 0 0 0 0,0 0-1 0 0,0 0 1 0 0,0 0 0 0 0,1 0 0 0 0,-1 0 0 0 0,0 0 0 0 0,0 0 0 0 0,0 0 0 0 0,0 0-1 0 0,0 0 1 0 0,0 0 0 0 0,0 0 0 0 0,0 0 0 0 0,0 0 0 0 0,0 0 0 0 0,0 0 0 0 0,1 0-1 0 0,-1 0 1 0 0,0 0 0 0 0,0 0 0 0 0,0 0 0 0 0,0 0 0 0 0,0 0 0 0 0,0 0 0 0 0,0 0-1 0 0,0 0 1 0 0,0 0 0 0 0,0 0 0 0 0,0 0 0 0 0,0 0 0 0 0,0 0 0 0 0,0 0 0 0 0,0 0 0 0 0,1 0-1 0 0,-1 0 1 0 0,0 1 0 0 0,0-1 0 0 0,0 0 0 0 0,19-27 176 0 0,-10 15-203 0 0,50-61 2 0 0,15-21 80 0 0,-72 92-55 0 0,-1 1-1 0 0,0-1 1 0 0,0 0 0 0 0,0 0-1 0 0,0 0 1 0 0,0 0-1 0 0,0 0 1 0 0,-1 0 0 0 0,1 0-1 0 0,-1 0 1 0 0,1 0 0 0 0,-1 0-1 0 0,0 0 1 0 0,1 0-1 0 0,-1 0 1 0 0,-1 0 0 0 0,1 0-1 0 0,0 0 1 0 0,0 0-1 0 0,-1 0 1 0 0,1 0 0 0 0,-2-4-1 0 0,1 5-18 0 0,-2 1 2 0 0,-1 1 5 0 0,1-1 0 0 0,-1 0 1 0 0,1 1-1 0 0,-1 0 0 0 0,1 0 1 0 0,-1 0-1 0 0,1 0 1 0 0,0 1-1 0 0,-1-1 0 0 0,1 1 1 0 0,0 0-1 0 0,0 0 0 0 0,-5 4 1 0 0,2-1 5 0 0,1 0 0 0 0,0 1 0 0 0,0-1 0 0 0,1 1-1 0 0,0 0 1 0 0,-7 12 0 0 0,7-11 2 0 0,1 0 0 0 0,0 0 0 0 0,0 0 0 0 0,0 1 0 0 0,1-1 1 0 0,0 1-1 0 0,1 0 0 0 0,-1-1 0 0 0,2 1 0 0 0,-1 0 0 0 0,1 0 0 0 0,0 0 0 0 0,1-1 0 0 0,1 12 0 0 0,1-13-68 0 0,-1 0 0 0 0,1 0-1 0 0,0-1 1 0 0,0 1 0 0 0,1-1 0 0 0,-1 0 0 0 0,1 0 0 0 0,0 0 0 0 0,1-1 0 0 0,-1 0-1 0 0,1 1 1 0 0,0-1 0 0 0,0-1 0 0 0,0 1 0 0 0,1-1 0 0 0,-1 0 0 0 0,1 0-1 0 0,-1-1 1 0 0,1 1 0 0 0,10 1 0 0 0,7 3-686 0 0,0-2 1 0 0,1-1-1 0 0,-1-1 0 0 0,27 1 1 0 0,68-6-6318 0 0,-80-2 1649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25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63 1024 0 0,'-4'-13'5924'0'0,"-4"-29"3921"0"0,6 35-8658 0 0,4 16-742 0 0,3 12-172 0 0,15 51 365 0 0,-17-63-594 0 0,0-1 0 0 0,1 0 0 0 0,0 0 1 0 0,0 0-1 0 0,1 0 0 0 0,7 9 0 0 0,-10-14-31 0 0,0-1-1 0 0,0 0 1 0 0,0 0-1 0 0,0 0 1 0 0,1 0 0 0 0,-1 0-1 0 0,1-1 1 0 0,-1 1-1 0 0,1 0 1 0 0,-1-1-1 0 0,1 0 1 0 0,0 0 0 0 0,0 0-1 0 0,-1 0 1 0 0,1 0-1 0 0,0 0 1 0 0,0-1-1 0 0,0 0 1 0 0,0 1 0 0 0,0-1-1 0 0,0 0 1 0 0,0 0-1 0 0,0-1 1 0 0,0 1 0 0 0,0-1-1 0 0,0 1 1 0 0,5-3-1 0 0,-2 1-4 0 0,-1-1-1 0 0,1 0 1 0 0,-1 0-1 0 0,0-1 1 0 0,0 0-1 0 0,0 0 1 0 0,0 0 0 0 0,-1 0-1 0 0,1-1 1 0 0,-1 1-1 0 0,0-1 1 0 0,5-9-1 0 0,1-4 3 0 0,-1-1-1 0 0,8-23 0 0 0,5-10 510 0 0,-29 89 823 0 0,-9 26-280 0 0,-70 217 1546 0 0,64-224-1863 0 0,-1-1-1 0 0,-59 97 1 0 0,74-139-497 0 0,-1 0 0 0 0,0-1 1 0 0,-1 0-1 0 0,0-1 0 0 0,-13 11 0 0 0,23-21-228 0 0,-1 0 1 0 0,0 0-1 0 0,0 0 0 0 0,0-1 0 0 0,0 1 0 0 0,0-1 0 0 0,0 1 0 0 0,0-1 0 0 0,0 1 0 0 0,-1-1 0 0 0,1 1 1 0 0,0-1-1 0 0,0 0 0 0 0,0 0 0 0 0,0 1 0 0 0,-1-1 0 0 0,1 0 0 0 0,0 0 0 0 0,0 0 0 0 0,0 0 0 0 0,-1-1 0 0 0,1 1 1 0 0,-2-1-1 0 0,2 1-9 0 0,-1-1 1 0 0,1 0 0 0 0,-1 0-1 0 0,1 0 1 0 0,-1-1 0 0 0,1 1-1 0 0,0 0 1 0 0,0 0 0 0 0,0-1-1 0 0,0 1 1 0 0,0-1 0 0 0,0 1-1 0 0,0-1 1 0 0,-1-2 0 0 0,0 0-24 0 0,0-1 1 0 0,1 0 0 0 0,-1 0 0 0 0,1 0-1 0 0,0 0 1 0 0,0 0 0 0 0,1 0 0 0 0,-1 0-1 0 0,1 0 1 0 0,1-6 0 0 0,2-3-140 0 0,1 1-1 0 0,1 0 1 0 0,0 0 0 0 0,1 0 0 0 0,0 1 0 0 0,1-1 0 0 0,1 2-1 0 0,-1-1 1 0 0,2 1 0 0 0,0 0 0 0 0,0 1 0 0 0,21-18 0 0 0,-11 11-638 0 0,2 2 0 0 0,0 0 1 0 0,1 1-1 0 0,0 1 0 0 0,1 1 0 0 0,27-10 1 0 0,-28 14-894 0 0,1 1 0 0 0,34-6 0 0 0,-39 10-2569 0 0,34 0-1 0 0,-28 3-2220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25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4 109 1056 0 0,'-3'-22'18971'0'0,"3"21"-18913"0"0,0 0 1 0 0,0 0 0 0 0,0 0 0 0 0,0 0 0 0 0,1 1 0 0 0,-1-1 0 0 0,0 0 0 0 0,1 0 0 0 0,-1 0 0 0 0,1 1 0 0 0,-1-1 0 0 0,1 0 0 0 0,-1 0 0 0 0,1 1 0 0 0,-1-1 0 0 0,1 1 0 0 0,0-1 0 0 0,-1 0 0 0 0,1 1 0 0 0,0-1 0 0 0,0 1 0 0 0,-1 0 0 0 0,1-1 0 0 0,0 1 0 0 0,0 0 0 0 0,0-1 0 0 0,0 1 0 0 0,1 0 0 0 0,34-11-247 0 0,-23 8 340 0 0,78-17-102 0 0,159-14 0 0 0,-249 34-48 0 0,-1 0-1 0 0,1-1 1 0 0,0 1 0 0 0,-1 0 0 0 0,1 0 0 0 0,-1 0 0 0 0,1 0 0 0 0,0 0 0 0 0,-1 0 0 0 0,1 0 0 0 0,0 0 0 0 0,-1 0-1 0 0,1 0 1 0 0,-1 1 0 0 0,1-1 0 0 0,0 0 0 0 0,-1 0 0 0 0,1 0 0 0 0,-1 1 0 0 0,1-1 0 0 0,-1 0 0 0 0,1 1 0 0 0,-1-1-1 0 0,1 0 1 0 0,-1 1 0 0 0,1-1 0 0 0,-1 1 0 0 0,1-1 0 0 0,0 1 0 0 0,-1 0 2 0 0,0 0 0 0 0,-1 0-1 0 0,1 0 1 0 0,0 0 0 0 0,0 0 0 0 0,0 0 0 0 0,0 0 0 0 0,-1 0 0 0 0,1 0 0 0 0,-1 0-1 0 0,1 0 1 0 0,0 0 0 0 0,-1 0 0 0 0,0-1 0 0 0,1 1 0 0 0,-1 1 0 0 0,-30 31 91 0 0,29-32-91 0 0,-134 115 828 0 0,11-12-200 0 0,115-95-621 0 0,8-8-6 0 0,0 0 0 0 0,0 1 0 0 0,1-1 0 0 0,-1 0-1 0 0,0 1 1 0 0,1 0 0 0 0,-1-1 0 0 0,1 1 0 0 0,-1 0-1 0 0,1 0 1 0 0,0 0 0 0 0,0 0 0 0 0,0 0 0 0 0,0 0-1 0 0,0 0 1 0 0,0 0 0 0 0,0 1 0 0 0,0 2 0 0 0,2-4-1 0 0,-1 0 0 0 0,1-1 0 0 0,0 1 0 0 0,-1-1 0 0 0,1 1 0 0 0,0-1 0 0 0,-1 1 0 0 0,1-1 0 0 0,0 0 0 0 0,0 1 0 0 0,-1-1 0 0 0,1 0 0 0 0,0 0 0 0 0,0 0 0 0 0,0 1 0 0 0,-1-1 0 0 0,1 0 0 0 0,1 0 0 0 0,-1 0 4 0 0,8 0 22 0 0,0 1 0 0 0,0-2 0 0 0,0 1 0 0 0,0-1 0 0 0,0 0 0 0 0,14-5 0 0 0,6 0-12 0 0,375-91-1228 0 0,-140 10-5685 0 0,-214 69 1662 0 0,-2-2-2927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27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86 1440 0 0,'-19'-18'5856'0'0,"16"16"-4793"0"0,-17-14 1654 0 0,17 9-1561 0 0,4 6-1090 0 0,-1 1 0 0 0,1-1 0 0 0,-1 1 0 0 0,1 0 0 0 0,-1-1 0 0 0,0 1 0 0 0,1 0 0 0 0,-1-1 0 0 0,1 1 0 0 0,-1 0 0 0 0,1 0 0 0 0,0 0 0 0 0,-1-1 0 0 0,1 1 0 0 0,-1 0 0 0 0,1 0 0 0 0,-1 0 0 0 0,1 0 0 0 0,0 0 0 0 0,261-33 806 0 0,-246 32-878 0 0,-1-1 86 0 0,1 1-1 0 0,20 1 0 0 0,-33 0-45 0 0,1 0 1 0 0,-1 1-1 0 0,1 0 0 0 0,-1-1 0 0 0,1 1 1 0 0,-1 1-1 0 0,0-1 0 0 0,0 0 1 0 0,0 1-1 0 0,1 0 0 0 0,-1-1 0 0 0,-1 1 1 0 0,1 0-1 0 0,0 1 0 0 0,0-1 1 0 0,-1 0-1 0 0,1 1 0 0 0,-1 0 0 0 0,0-1 1 0 0,0 1-1 0 0,3 5 0 0 0,-2-1 28 0 0,1 1 0 0 0,-2-1 0 0 0,1 1 0 0 0,-1 0 0 0 0,0 0 0 0 0,0 0 0 0 0,-1 0 0 0 0,0 15-1 0 0,-2 40 236 0 0,-14 99-1 0 0,2-42 530 0 0,9 599 2119 0 0,12-263-2558 0 0,-17-165-222 0 0,4-163-133 0 0,4-121-30 0 0,-2 141 13 0 0,1 13-7 0 0,-1 161 6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29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555 7 1620 0 0,'-7'-7'12132'0'0,"6"15"-11758"0"0,1-1 1 0 0,0 1-1 0 0,0 0 1 0 0,1-1-1 0 0,-1 1 1 0 0,5 14-1 0 0,1 11 314 0 0,6 145 940 0 0,-15 270 0 0 0,-9-286-1433 0 0,11-156-164 0 0,-1 0 1 0 0,1 0-1 0 0,-1 0 1 0 0,0 0-1 0 0,0 0 1 0 0,-1 0-1 0 0,-3 5 1 0 0,1-1 89 0 0,4-8-81 0 0,-1 1 1 0 0,0-1 0 0 0,0 1 0 0 0,1-1 0 0 0,-1 0 0 0 0,-1 0 0 0 0,1 0 0 0 0,0 0 0 0 0,0 0-1 0 0,-1 0 1 0 0,1-1 0 0 0,-1 1 0 0 0,0-1 0 0 0,-4 2 0 0 0,-39 9 70 0 0,35-9-87 0 0,-36 4-66 0 0,0-2 1 0 0,0-2-1 0 0,0-2 0 0 0,-53-5 0 0 0,80 3-930 0 0,1-1 0 0 0,0-1 0 0 0,0 0 1 0 0,-30-10-1 0 0,47 12 602 0 0,1 1 0 0 0,0 0 1 0 0,-1-1-1 0 0,1 0 0 0 0,0 1 1 0 0,0-1-1 0 0,0 0 0 0 0,-1 0 0 0 0,1 1 1 0 0,0-1-1 0 0,0 0 0 0 0,0 0 1 0 0,0 0-1 0 0,1 0 0 0 0,-1-1 0 0 0,0 1 1 0 0,0 0-1 0 0,1 0 0 0 0,-1 0 1 0 0,0-1-1 0 0,1 1 0 0 0,-1-2 0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2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58 1036 0 0,'-3'1'2250'0'0,"-17"2"905"0"0,-17 4 2652 0 0,24-7-2468 0 0,16-1-2697 0 0,16-6-415 0 0,1 1 1 0 0,22-5-1 0 0,-15 5-239 0 0,92-20-2126 0 0,-43 14-6501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29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24 120 0 0,'-23'21'4726'0'0,"-17"12"2202"0"0,38-31-6593 0 0,0-1 0 0 0,0 1-1 0 0,0 0 1 0 0,0 0-1 0 0,0-1 1 0 0,0 1-1 0 0,1 1 1 0 0,-1-1 0 0 0,0 0-1 0 0,-2 6 503 0 0,4-7-801 0 0,1-1 0 0 0,-1 0 0 0 0,0 1-1 0 0,1-1 1 0 0,-1 0 0 0 0,0 1-1 0 0,1-1 1 0 0,-1 0 0 0 0,1 1 0 0 0,-1-1-1 0 0,1 0 1 0 0,-1 0 0 0 0,0 0-1 0 0,1 1 1 0 0,-1-1 0 0 0,1 0 0 0 0,-1 0-1 0 0,1 0 1 0 0,-1 0 0 0 0,1 0-1 0 0,-1 0 1 0 0,1 0 0 0 0,-1 0 0 0 0,1 0-1 0 0,-1 0 1 0 0,1 0 0 0 0,-1 0-1 0 0,1 0 1 0 0,0-1 0 0 0,17-1 156 0 0,-17 2-175 0 0,54-12-1352 0 0,63-21 1 0 0,-5-7-5149 0 0,-57 18 801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30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728 87 348 0 0,'1'-10'7155'0'0,"-1"8"-6879"0"0,1-1-1 0 0,-1 1 1 0 0,0 0 0 0 0,0 0-1 0 0,-1 0 1 0 0,1-1-1 0 0,0 1 1 0 0,-1 0-1 0 0,0 0 1 0 0,1 0-1 0 0,-1 0 1 0 0,0 0-1 0 0,0 0 1 0 0,0 0-1 0 0,0 0 1 0 0,0 0 0 0 0,-1 0-1 0 0,1 0 1 0 0,-1 1-1 0 0,1-1 1 0 0,-1 0-1 0 0,1 1 1 0 0,-1 0-1 0 0,0-1 1 0 0,0 1-1 0 0,0 0 1 0 0,0 0 0 0 0,-3-2-1 0 0,-4-1-106 0 0,0 1 1 0 0,0 0-1 0 0,-1 0 1 0 0,0 0-1 0 0,1 1 1 0 0,-1 1-1 0 0,0 0 0 0 0,0 0 1 0 0,0 1-1 0 0,-12 1 1 0 0,11-1-142 0 0,0 1 1 0 0,0 1-1 0 0,1-1 1 0 0,-1 2 0 0 0,1 0-1 0 0,-1 0 1 0 0,1 0 0 0 0,0 2-1 0 0,0-1 1 0 0,1 1-1 0 0,-1 0 1 0 0,1 1 0 0 0,0 0-1 0 0,1 1 1 0 0,-1 0 0 0 0,2 0-1 0 0,-13 14 1 0 0,8-5 91 0 0,0 0 0 0 0,2 1 0 0 0,0 1 1 0 0,1 0-1 0 0,0 0 0 0 0,1 1 0 0 0,2 0 0 0 0,-8 29 0 0 0,-2 30 261 0 0,2 2-1 0 0,-4 105 1 0 0,13 162-40 0 0,5-252-288 0 0,1 91 43 0 0,-14 478 1016 0 0,-95 213-635 0 0,11-144-239 0 0,65-169 737 0 0,32-544-915 0 0,1 1 0 0 0,1-1 0 0 0,1 1 0 0 0,9 31 0 0 0,-10-44-38 0 0,1 1 0 0 0,0-1-1 0 0,1 0 1 0 0,-1 0 0 0 0,1 0-1 0 0,1-1 1 0 0,0 1 0 0 0,0-1 0 0 0,0 0-1 0 0,1 0 1 0 0,0-1 0 0 0,0 0-1 0 0,11 8 1 0 0,-9-9-35 0 0,1-1 0 0 0,0 0 0 0 0,0 0 1 0 0,0-1-1 0 0,0 0 0 0 0,0-1 0 0 0,1 0 0 0 0,-1 0 0 0 0,1-1 0 0 0,0 0 0 0 0,-1-1 0 0 0,1 0 0 0 0,0-1 0 0 0,15-2 1 0 0,10-4-507 0 0,0 0 1 0 0,52-20 0 0 0,-47 12-443 0 0,0-2 1 0 0,-1-1-1 0 0,-1-2 1 0 0,45-32-1 0 0,-46 25-3004 0 0,65-61 1 0 0,-45 28-3144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31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286 324 1528 0 0,'-1'-10'2166'0'0,"-1"1"-1"0"0,-1-1 1 0 0,1 1-1 0 0,-5-11 1 0 0,5 17-1890 0 0,0 0 0 0 0,0-1 0 0 0,0 1 0 0 0,0 0 0 0 0,0 0 0 0 0,-1 0 0 0 0,1 0 0 0 0,-1 0 0 0 0,0 1 0 0 0,0-1 0 0 0,0 1 0 0 0,0 0 0 0 0,0 0 0 0 0,-4-2 0 0 0,4 3-237 0 0,1 0 1 0 0,0 0 0 0 0,-1 0-1 0 0,1 0 1 0 0,-1 1 0 0 0,1-1-1 0 0,-1 1 1 0 0,1-1 0 0 0,-1 1 0 0 0,1 0-1 0 0,-1 0 1 0 0,1 0 0 0 0,-1 1-1 0 0,1-1 1 0 0,-1 0 0 0 0,1 1-1 0 0,-1 0 1 0 0,1-1 0 0 0,-1 1 0 0 0,1 0-1 0 0,0 0 1 0 0,0 1 0 0 0,-1-1-1 0 0,1 0 1 0 0,0 1 0 0 0,0-1-1 0 0,0 1 1 0 0,0 0 0 0 0,1 0 0 0 0,-1-1-1 0 0,0 1 1 0 0,-1 3 0 0 0,-10 12 53 0 0,0 0 1 0 0,1 1 0 0 0,1 0-1 0 0,1 1 1 0 0,0 0 0 0 0,2 0-1 0 0,0 1 1 0 0,1 0 0 0 0,1 1-1 0 0,1 0 1 0 0,-5 42 0 0 0,10-59-74 0 0,-1 1 0 0 0,1 0 0 0 0,0 0 0 0 0,0 0 0 0 0,1 0 0 0 0,0 0 0 0 0,0 0 0 0 0,0 0 0 0 0,0 0 0 0 0,1 0 0 0 0,-1-1 0 0 0,1 1 0 0 0,1-1 0 0 0,-1 1 0 0 0,0-1 0 0 0,1 0 0 0 0,0 0 1 0 0,0 0-1 0 0,0 0 0 0 0,6 5 0 0 0,-3-5 3 0 0,-1-1 1 0 0,1 1-1 0 0,-1-1 1 0 0,1 0-1 0 0,0 0 1 0 0,0 0-1 0 0,0-1 1 0 0,1 0-1 0 0,-1-1 1 0 0,1 1-1 0 0,-1-1 1 0 0,1 0 0 0 0,-1-1-1 0 0,1 1 1 0 0,6-2-1 0 0,2 1 51 0 0,-1-1-1 0 0,0-1 1 0 0,0-1-1 0 0,0 0 1 0 0,0 0 0 0 0,0-1-1 0 0,-1-1 1 0 0,0-1-1 0 0,0 0 1 0 0,0 0 0 0 0,-1-1-1 0 0,0-1 1 0 0,0 0-1 0 0,0 0 1 0 0,-1-2-1 0 0,-1 1 1 0 0,0-1 0 0 0,0-1-1 0 0,-1 0 1 0 0,0 0-1 0 0,-1 0 1 0 0,0-1 0 0 0,-1-1-1 0 0,0 1 1 0 0,-1-1-1 0 0,0 0 1 0 0,-1-1 0 0 0,-1 1-1 0 0,5-24 1 0 0,-6 12-11 0 0,0-1-1 0 0,-1 1 1 0 0,-2-1 0 0 0,-1 0 0 0 0,-6-43 0 0 0,5 58-58 0 0,0 1 1 0 0,0 0-1 0 0,-1-1 0 0 0,0 1 1 0 0,-1 0-1 0 0,0 1 0 0 0,-1-1 0 0 0,0 1 1 0 0,0 0-1 0 0,-1 0 0 0 0,0 0 1 0 0,0 1-1 0 0,-1 0 0 0 0,-1 0 0 0 0,1 1 1 0 0,-14-11-1 0 0,17 16-21 0 0,0 0-1 0 0,0 0 1 0 0,0 1 0 0 0,0-1-1 0 0,0 1 1 0 0,0 0 0 0 0,-1 0-1 0 0,1 0 1 0 0,0 0-1 0 0,-1 1 1 0 0,1 0 0 0 0,-1 0-1 0 0,1 0 1 0 0,0 0 0 0 0,-1 1-1 0 0,1 0 1 0 0,0 0-1 0 0,0 0 1 0 0,-1 0 0 0 0,1 1-1 0 0,0-1 1 0 0,0 1 0 0 0,0 0-1 0 0,0 0 1 0 0,-6 6 0 0 0,-3 1-202 0 0,1 1 0 0 0,-1 1 1 0 0,2 0-1 0 0,0 0 1 0 0,-18 24-1 0 0,7-3-666 0 0,2 1-1 0 0,1 0 0 0 0,1 2 1 0 0,-20 53-1 0 0,14-15-3512 0 0,-21 96-1 0 0,33-105-651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31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51 293 1248 0 0,'-4'-12'5949'0'0,"3"9"-5298"0"0,1 1 0 0 0,-1 0 0 0 0,0 0-1 0 0,0 0 1 0 0,0 0 0 0 0,0 0 0 0 0,0 0-1 0 0,-1 1 1 0 0,-2-4 0 0 0,4 5-586 0 0,0 0 1 0 0,0-1 0 0 0,0 1-1 0 0,-1 0 1 0 0,1 0-1 0 0,0 0 1 0 0,0 0-1 0 0,0 0 1 0 0,-1 0-1 0 0,1 0 1 0 0,0 0-1 0 0,0 0 1 0 0,-1 0-1 0 0,1 0 1 0 0,0 0-1 0 0,0 0 1 0 0,-1 0-1 0 0,1 0 1 0 0,0 0-1 0 0,0 0 1 0 0,-1 0-1 0 0,1 0 1 0 0,0 0-1 0 0,0 0 1 0 0,-1 0-1 0 0,1 0 1 0 0,0 0-1 0 0,0 0 1 0 0,-1 0-1 0 0,1 1 1 0 0,0-1-1 0 0,-8 15 402 0 0,3 3-276 0 0,1 0-1 0 0,0 0 1 0 0,2 0-1 0 0,0 1 1 0 0,1-1-1 0 0,1 1 1 0 0,0-1-1 0 0,2 1 1 0 0,0-1-1 0 0,1 0 1 0 0,1 0 0 0 0,9 28-1 0 0,-11-41-150 0 0,0 0 0 0 0,1-1 0 0 0,-1 1 0 0 0,1-1 0 0 0,0 1 0 0 0,0-1 0 0 0,1 0-1 0 0,-1 0 1 0 0,1-1 0 0 0,-1 1 0 0 0,1-1 0 0 0,1 1 0 0 0,-1-1 0 0 0,8 4 0 0 0,-5-4 13 0 0,0 0-1 0 0,0 0 1 0 0,1-1-1 0 0,-1 0 1 0 0,1 0 0 0 0,0-1-1 0 0,-1 0 1 0 0,1 0-1 0 0,8-1 1 0 0,1-1 92 0 0,1-1-1 0 0,-1 0 1 0 0,0-1 0 0 0,0-1 0 0 0,-1-1-1 0 0,1 0 1 0 0,-1-1 0 0 0,18-10 0 0 0,-21 9-61 0 0,-1-1 0 0 0,0 0 0 0 0,-1-1 0 0 0,0 0 0 0 0,0-1 0 0 0,-1 0 0 0 0,0-1 0 0 0,-1 0 1 0 0,0 0-1 0 0,-1-1 0 0 0,0 0 0 0 0,-1-1 0 0 0,0 0 0 0 0,-1 0 0 0 0,-1 0 0 0 0,0-1 0 0 0,-1 0 0 0 0,0 1 1 0 0,2-18-1 0 0,-3 16-55 0 0,-1-1 1 0 0,-1 1 0 0 0,-1 0-1 0 0,0-1 1 0 0,-1 1-1 0 0,0 0 1 0 0,-1 0 0 0 0,-1 0-1 0 0,-1 0 1 0 0,0 0 0 0 0,0 0-1 0 0,-2 1 1 0 0,0 0-1 0 0,0 0 1 0 0,-2 1 0 0 0,1-1-1 0 0,-2 2 1 0 0,-9-13-1 0 0,15 21-33 0 0,-1 0-1 0 0,0 0 0 0 0,1 1 0 0 0,-1-1 1 0 0,0 1-1 0 0,-1 0 0 0 0,1 1 0 0 0,0-1 0 0 0,-1 1 1 0 0,0-1-1 0 0,1 1 0 0 0,-1 1 0 0 0,0-1 0 0 0,0 1 1 0 0,0-1-1 0 0,0 1 0 0 0,0 1 0 0 0,0-1 0 0 0,0 1 1 0 0,-1 0-1 0 0,-8 1 0 0 0,5 1-64 0 0,0 0-1 0 0,0 1 1 0 0,0 0-1 0 0,1 0 1 0 0,-1 1-1 0 0,1 0 1 0 0,0 0-1 0 0,0 1 1 0 0,0 0-1 0 0,1 1 1 0 0,-10 9-1 0 0,2-1-426 0 0,2 0 0 0 0,0 1 1 0 0,0 1-1 0 0,2 0 0 0 0,0 1 0 0 0,0 0 0 0 0,2 1 0 0 0,-10 25 1 0 0,6-9-2037 0 0,2 1 0 0 0,2 0 0 0 0,-9 63 0 0 0,14-52-2952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32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136 141 2176 0 0,'-7'-20'4222'0'0,"-7"-14"2705"0"0,2 38-5716 0 0,9-1-1022 0 0,0 0 1 0 0,0 0-1 0 0,0-1 1 0 0,0 2-1 0 0,1-1 1 0 0,0 0-1 0 0,0 0 1 0 0,-1 1-1 0 0,2-1 1 0 0,-1 1-1 0 0,-2 7 1 0 0,-3 3 260 0 0,-5 11 110 0 0,1-1 1 0 0,1 2-1 0 0,-10 40 0 0 0,17-52-455 0 0,0 1 0 0 0,0 0 1 0 0,2 0-1 0 0,0 0 0 0 0,0 0 1 0 0,2 0-1 0 0,0 0 0 0 0,3 15 1 0 0,-3-25-54 0 0,0 1 0 0 0,1-1 1 0 0,-1 0-1 0 0,2 0 0 0 0,-1 0 1 0 0,0 0-1 0 0,1 0 0 0 0,0 0 1 0 0,0-1-1 0 0,0 0 0 0 0,1 1 1 0 0,-1-1-1 0 0,1 0 1 0 0,0-1-1 0 0,0 1 0 0 0,1-1 1 0 0,-1 1-1 0 0,1-1 0 0 0,-1-1 1 0 0,1 1-1 0 0,9 3 0 0 0,-3-2 7 0 0,0-2 0 0 0,0 1 0 0 0,0-1 0 0 0,0-1 0 0 0,1 0 0 0 0,-1 0 0 0 0,0-1 0 0 0,1-1-1 0 0,18-2 1 0 0,-8-1 6 0 0,0-1-1 0 0,0 0 0 0 0,0-2 1 0 0,-1 0-1 0 0,0-2 0 0 0,0 0 1 0 0,-1-1-1 0 0,-1-1 0 0 0,1-1 1 0 0,23-20-1 0 0,-34 25-47 0 0,0-1 1 0 0,-1 0-1 0 0,0-1 0 0 0,-1 0 1 0 0,0 0-1 0 0,0 0 0 0 0,-1-1 1 0 0,0 0-1 0 0,0 0 0 0 0,-1-1 1 0 0,-1 1-1 0 0,0-1 0 0 0,0 0 1 0 0,-1-1-1 0 0,-1 1 0 0 0,1 0 1 0 0,-2-1-1 0 0,0 1 0 0 0,0-1 0 0 0,-1 0 1 0 0,-3-21-1 0 0,2 25-19 0 0,0 0 0 0 0,-1 0 0 0 0,0 0 0 0 0,-1 1 0 0 0,0-1 0 0 0,0 1 0 0 0,0-1 0 0 0,-1 1 0 0 0,0 0 0 0 0,-1 0 0 0 0,1 1 0 0 0,-1-1 0 0 0,-9-8 0 0 0,6 8 16 0 0,0 0 0 0 0,-1 1 1 0 0,0-1-1 0 0,-1 2 0 0 0,1-1 0 0 0,-1 1 0 0 0,0 1 1 0 0,0 0-1 0 0,-11-3 0 0 0,-5 1-753 0 0,-1 1 0 0 0,0 1 1 0 0,0 1-1 0 0,0 2 0 0 0,0 0 0 0 0,0 2 0 0 0,-32 5 1 0 0,26-1-2548 0 0,17-1-2991 0 0,4-1 762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33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768 89 212 0 0,'-2'-12'7072'0'0,"-1"-9"352"0"0,3 20-7104 0 0,-1 0 1 0 0,1 1-1 0 0,0-1 1 0 0,-1 0-1 0 0,1 0 1 0 0,0 0-1 0 0,0 0 1 0 0,0 0-1 0 0,0 0 0 0 0,0 0 1 0 0,0 0-1 0 0,0 1 1 0 0,0-1-1 0 0,0 0 1 0 0,0 0-1 0 0,0 0 0 0 0,1-2 1 0 0,65-8 332 0 0,82-4 0 0 0,-42 6-466 0 0,-99 8-166 0 0,0 0 0 0 0,1 1 0 0 0,-1 0 0 0 0,0 0 0 0 0,1 1 0 0 0,-1 0 0 0 0,10 2 0 0 0,-14-2 12 0 0,0 0 0 0 0,0 1 1 0 0,0-1-1 0 0,0 1 0 0 0,-1-1 0 0 0,1 1 1 0 0,0 0-1 0 0,-1 0 0 0 0,0 0 0 0 0,1 0 1 0 0,-1 1-1 0 0,0-1 0 0 0,0 1 0 0 0,0-1 1 0 0,0 1-1 0 0,-1-1 0 0 0,1 1 1 0 0,1 5-1 0 0,4 9 109 0 0,-1 1 0 0 0,-1 0 1 0 0,-1 0-1 0 0,4 30 0 0 0,0 77 518 0 0,-7-93-500 0 0,20 1167 1127 0 0,-18-742-840 0 0,-37 852 328 0 0,26-1118-549 0 0,-13 181 1223 0 0,9-171-583 0 0,2-70 382 0 0,10-129-1109 0 0,-2 10 1816 0 0,-3-5-1880 0 0,-13-7-75 0 0,-89-11-665 0 0,-133 3 0 0 0,-76 28-6028 0 0,-1 13-5123 0 0,148-12 1292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38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0 260 0 0,'-11'8'11156'0'0,"8"-6"-10535"0"0,1-2-222 0 0,1 1 0 0 0,-1-1 0 0 0,1 1 0 0 0,-1-1 0 0 0,1 1 0 0 0,-1 0 0 0 0,1 0 0 0 0,-1 0 0 0 0,1 0 0 0 0,0 0-1 0 0,-1 0 1 0 0,1 0 0 0 0,0 0 0 0 0,0 0 0 0 0,0 1 0 0 0,0-1 0 0 0,0 0 0 0 0,0 1 0 0 0,1-1 0 0 0,-2 3 0 0 0,4-2-301 0 0,-1 0 0 0 0,1 0 0 0 0,0 0 0 0 0,1-1 1 0 0,-1 1-1 0 0,0-1 0 0 0,0 1 0 0 0,1-1 0 0 0,-1 0 0 0 0,1 0 0 0 0,2 2 0 0 0,-3-3-53 0 0,21 8 149 0 0,-1-1 0 0 0,2-1 0 0 0,-1-1 1 0 0,0-1-1 0 0,37 1 0 0 0,-25-2-99 0 0,115 5 72 0 0,17 1 222 0 0,-165-9-305 0 0,15-3-194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39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321 160 744 0 0,'-13'-5'2718'0'0,"0"-1"0"0"0,1-1 1 0 0,-19-13-1 0 0,27 17-2198 0 0,0-1 1 0 0,0 1-1 0 0,0-1 1 0 0,0 0-1 0 0,1 0 1 0 0,-1 0-1 0 0,1-1 1 0 0,0 1-1 0 0,0-1 0 0 0,1 0 1 0 0,-4-8-1 0 0,6 12-470 0 0,0 0 1 0 0,0 0-1 0 0,0-1 0 0 0,0 1 0 0 0,0 0 0 0 0,0 0 0 0 0,0 0 0 0 0,0 0 1 0 0,1 0-1 0 0,-1 0 0 0 0,0 0 0 0 0,1 0 0 0 0,-1 0 0 0 0,1 0 0 0 0,-1 0 1 0 0,1 0-1 0 0,0 0 0 0 0,-1 0 0 0 0,2-1 0 0 0,15-14 431 0 0,-12 13-442 0 0,0 0-1 0 0,0 0 1 0 0,1 0-1 0 0,-1 0 0 0 0,1 1 1 0 0,0 0-1 0 0,0 1 0 0 0,0-1 1 0 0,0 1-1 0 0,0 0 0 0 0,0 0 1 0 0,0 1-1 0 0,0 0 0 0 0,0 0 1 0 0,0 1-1 0 0,1-1 0 0 0,-1 1 1 0 0,0 0-1 0 0,0 1 0 0 0,-1 0 1 0 0,1 0-1 0 0,0 0 1 0 0,0 0-1 0 0,-1 1 0 0 0,7 4 1 0 0,-5-2-29 0 0,0-1 1 0 0,0 1 0 0 0,-1 0 0 0 0,0 0 0 0 0,0 1 0 0 0,0 0-1 0 0,-1 0 1 0 0,1 0 0 0 0,-1 1 0 0 0,-1-1 0 0 0,0 1-1 0 0,0 1 1 0 0,0-1 0 0 0,-1 0 0 0 0,1 1 0 0 0,-2 0 0 0 0,1-1-1 0 0,1 13 1 0 0,-3-7-3 0 0,0-1-1 0 0,-1 1 0 0 0,-1 0 1 0 0,0 0-1 0 0,-1-1 1 0 0,0 1-1 0 0,-1-1 0 0 0,-7 21 1 0 0,3-14 55 0 0,-1 0 0 0 0,-2-1 0 0 0,0 0-1 0 0,-22 30 1 0 0,0-10 235 0 0,-2 0 0 0 0,-1-2 0 0 0,-62 47 0 0 0,-88 55 821 0 0,184-137-1108 0 0,0-1 1 0 0,0 1-1 0 0,0 0 1 0 0,0-1-1 0 0,0 1 0 0 0,0 0 1 0 0,1-1-1 0 0,-1 1 1 0 0,0 0-1 0 0,1 0 1 0 0,-1 0-1 0 0,0 0 0 0 0,1-1 1 0 0,-1 1-1 0 0,1 0 1 0 0,-1 0-1 0 0,1 0 1 0 0,0 0-1 0 0,-1 0 0 0 0,1 0 1 0 0,0 0-1 0 0,0 2 1 0 0,0-3-6 0 0,1 1 1 0 0,-1 0 0 0 0,1-1 0 0 0,-1 1 0 0 0,1 0-1 0 0,-1-1 1 0 0,1 1 0 0 0,-1-1 0 0 0,1 1 0 0 0,0-1-1 0 0,-1 0 1 0 0,1 1 0 0 0,0-1 0 0 0,0 0-1 0 0,-1 1 1 0 0,1-1 0 0 0,0 0 0 0 0,0 0 0 0 0,-1 1-1 0 0,1-1 1 0 0,1 0 0 0 0,7 1 9 0 0,0-1 0 0 0,0 1 0 0 0,15-3 1 0 0,260-31 221 0 0,-282 32-221 0 0,17 0 30 0 0,-2-3-886 0 0,-10 2-1163 0 0,1 0-1 0 0,-1 0 1 0 0,0-1-1 0 0,0 0 1 0 0,0 0-1 0 0,0-1 1 0 0,11-6-1 0 0,-7 2-2754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80 1728 0 0,'0'-2'2170'0'0,"0"-5"-764"0"0,0 1 1 0 0,0 0-1 0 0,1-1 1 0 0,0 1-1 0 0,1 0 1 0 0,-1 0 0 0 0,5-11-1 0 0,-5 16-1296 0 0,-1-1 0 0 0,1 1 0 0 0,0 0 0 0 0,0 0 0 0 0,0 0 0 0 0,0 0 0 0 0,0 0 0 0 0,0 0-1 0 0,0 1 1 0 0,0-1 0 0 0,0 0 0 0 0,0 0 0 0 0,0 1 0 0 0,0-1 0 0 0,1 1 0 0 0,-1-1 0 0 0,0 1 0 0 0,1-1 0 0 0,-1 1 0 0 0,0 0 0 0 0,1 0 0 0 0,-1-1 0 0 0,0 1-1 0 0,1 0 1 0 0,-1 0 0 0 0,3 1 0 0 0,28 6 728 0 0,-26-4-753 0 0,0 0 1 0 0,0 0-1 0 0,0 0 1 0 0,0 1-1 0 0,0 0 0 0 0,-1 0 1 0 0,1 1-1 0 0,-1-1 1 0 0,-1 1-1 0 0,1 0 1 0 0,0 1-1 0 0,-1-1 1 0 0,0 1-1 0 0,-1 0 0 0 0,4 7 1 0 0,-3-5-35 0 0,-1 1 0 0 0,0 0 1 0 0,-1-1-1 0 0,0 1 0 0 0,0 0 0 0 0,-1 0 1 0 0,0 0-1 0 0,-1 0 0 0 0,0 0 0 0 0,-2 15 1 0 0,1-11 34 0 0,-2 1 1 0 0,0-1-1 0 0,0 0 1 0 0,-1 0-1 0 0,-1 0 1 0 0,0-1-1 0 0,-1 0 1 0 0,0 0 0 0 0,-1 0-1 0 0,0-1 1 0 0,-1 1-1 0 0,0-2 1 0 0,-1 1-1 0 0,0-1 1 0 0,-14 11-1 0 0,-27 16 816 0 0,48-36-741 0 0,-4-2-9 0 0,6 2-149 0 0,-1-1 1 0 0,1 0-1 0 0,-1 0 0 0 0,1 0 0 0 0,-1 0 0 0 0,0 0 0 0 0,1 0 1 0 0,-1 0-1 0 0,1 0 0 0 0,-1 0 0 0 0,1 0 0 0 0,-1-1 1 0 0,1 1-1 0 0,-1 0 0 0 0,1 0 0 0 0,-1 0 0 0 0,1-1 0 0 0,-1 1 1 0 0,1 0-1 0 0,-1 0 0 0 0,0-1 0 0 0,1-2-3 0 0,-1 1 0 0 0,0 0 0 0 0,1 0 0 0 0,0-1 0 0 0,0 1 0 0 0,-1 0 0 0 0,1-1 0 0 0,1 1 0 0 0,-1 0 0 0 0,0-1 0 0 0,1 1 0 0 0,-1 0 0 0 0,1-1 0 0 0,-1 1 0 0 0,1 0 0 0 0,0 0 0 0 0,0 0 0 0 0,0 0 0 0 0,0 0 0 0 0,1 0 0 0 0,-1 0 0 0 0,3-2 0 0 0,2-6-3 0 0,10-15 16 0 0,1 1 0 0 0,2 2-1 0 0,0-1 1 0 0,1 2-1 0 0,25-20 1 0 0,30-34-7 0 0,-59 60-5 0 0,5-6-63 0 0,-20 19 9 0 0,-4 3-35 0 0,0 0 82 0 0,1 0 0 0 0,-1 0 0 0 0,0 0 0 0 0,1 0 0 0 0,-1 0 0 0 0,1 1 0 0 0,-1-1-1 0 0,1 1 1 0 0,0 0 0 0 0,-3 2 0 0 0,-25 28-45 0 0,19-19 25 0 0,-3 2-8 0 0,1 0 0 0 0,-15 24 0 0 0,25-33 30 0 0,-1 0-1 0 0,1 0 0 0 0,-1 0 0 0 0,2 1 0 0 0,-1-1 1 0 0,1 1-1 0 0,0 0 0 0 0,0-1 0 0 0,1 1 1 0 0,-1 10-1 0 0,2-14 9 0 0,0 1 0 0 0,1 0 0 0 0,-1 0-1 0 0,1-1 1 0 0,0 1 0 0 0,1 0 0 0 0,-1-1 0 0 0,1 1 0 0 0,-1-1 0 0 0,1 0 0 0 0,0 1 0 0 0,0-1 0 0 0,0 0 0 0 0,1 0-1 0 0,-1 0 1 0 0,1 0 0 0 0,-1-1 0 0 0,1 1 0 0 0,0-1 0 0 0,0 0 0 0 0,1 1 0 0 0,-1-1 0 0 0,0-1 0 0 0,0 1 0 0 0,1 0-1 0 0,4 1 1 0 0,9 3-63 0 0,1-1-1 0 0,-1 0 1 0 0,1-1-1 0 0,19 1 1 0 0,11 0-1349 0 0,1-2 0 0 0,85-5 0 0 0,18-16-7635 0 0,-104 9 1771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0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61 68 0 0,'-17'-2'6905'0'0,"-17"2"-2627"0"0,30 0-3423 0 0,-23 6 4115 0 0,15-6-4100 0 0,20 1 291 0 0,20-1-289 0 0,356-56 358 0 0,-347 49-1115 0 0,-34 7-92 0 0,8-2-243 0 0,-17 1 206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1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107 117 2212 0 0,'0'-3'2150'0'0,"2"-14"1257"0"0,-2 10-2421 0 0,0 1 1 0 0,1-1-1 0 0,0 0 0 0 0,0 0 0 0 0,3-6 1 0 0,-3 10-882 0 0,0 1 0 0 0,0-1 0 0 0,1 1 0 0 0,-1-1 0 0 0,1 1 1 0 0,-1 0-1 0 0,1 0 0 0 0,0 0 0 0 0,0 0 0 0 0,0 0 0 0 0,0 0 1 0 0,0 0-1 0 0,0 1 0 0 0,0-1 0 0 0,1 1 0 0 0,-1-1 0 0 0,4-1 0 0 0,2 1-43 0 0,0-1 0 0 0,1 1-1 0 0,-1 1 1 0 0,0-1-1 0 0,1 1 1 0 0,-1 1-1 0 0,1 0 1 0 0,-1 0 0 0 0,0 0-1 0 0,1 1 1 0 0,-1 1-1 0 0,0-1 1 0 0,1 1-1 0 0,-1 1 1 0 0,0-1 0 0 0,0 1-1 0 0,-1 1 1 0 0,1-1-1 0 0,-1 1 1 0 0,1 1-1 0 0,10 8 1 0 0,-12-8-35 0 0,0-1 1 0 0,0 1-1 0 0,0 0 0 0 0,-1 0 1 0 0,0 1-1 0 0,0 0 0 0 0,-1 0 0 0 0,0 0 1 0 0,0 0-1 0 0,0 1 0 0 0,0 0 1 0 0,-1-1-1 0 0,0 1 0 0 0,-1 1 0 0 0,0-1 1 0 0,0 0-1 0 0,0 0 0 0 0,-1 1 1 0 0,0-1-1 0 0,0 1 0 0 0,-1-1 0 0 0,0 1 1 0 0,-1-1-1 0 0,-1 13 0 0 0,-4-2 44 0 0,0 0-1 0 0,-1-1 1 0 0,0 0-1 0 0,-2 0 1 0 0,0 0-1 0 0,-1-1 1 0 0,0-1-1 0 0,-2 0 1 0 0,-20 22-1 0 0,1-5 310 0 0,-2-2 0 0 0,-69 50 0 0 0,68-56-111 0 0,-69 52 536 0 0,101-74-759 0 0,2-1-37 0 0,1 0 0 0 0,0 0 0 0 0,0-1 0 0 0,0 1 1 0 0,-1 0-1 0 0,1 0 0 0 0,0-1 0 0 0,0 1 0 0 0,0 0 0 0 0,0-1 0 0 0,0 1 0 0 0,1-1 0 0 0,-1 0 0 0 0,0 1 0 0 0,0-1 0 0 0,0 0 0 0 0,0 1 0 0 0,0-1 0 0 0,1 0 0 0 0,-1 0 1 0 0,0 0-1 0 0,0 0 0 0 0,0 0 0 0 0,0 0 0 0 0,1-1 0 0 0,0 1 0 0 0,300-17 177 0 0,-246 17-153 0 0,-3-4-399 0 0,-50 4-3 0 0,5 0-2164 0 0,5 0-1401 0 0,-7-1 2507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1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41 2320 0 0,'0'-41'18078'0'0,"0"56"-17308"0"0,-1 6-391 0 0,2-1 0 0 0,1 1 0 0 0,0-1 1 0 0,1 1-1 0 0,1-1 0 0 0,8 21 0 0 0,-10-34-352 0 0,1-1 0 0 0,0 1 0 0 0,0-1 1 0 0,0 0-1 0 0,1 0 0 0 0,0 0 0 0 0,0 0 0 0 0,1-1 0 0 0,0 1 1 0 0,-1-1-1 0 0,2 0 0 0 0,-1-1 0 0 0,1 1 0 0 0,-1-1 0 0 0,1 0 1 0 0,0-1-1 0 0,1 1 0 0 0,-1-1 0 0 0,1 0 0 0 0,-1-1 0 0 0,13 4 1 0 0,-14-5-15 0 0,1 0 0 0 0,-1 0 0 0 0,0-1-1 0 0,1 1 1 0 0,-1-1 0 0 0,0 0 0 0 0,1-1 0 0 0,-1 1 0 0 0,0-1 0 0 0,1 0 0 0 0,-1 0 0 0 0,0-1 0 0 0,0 0 0 0 0,0 0 0 0 0,0 0 0 0 0,0 0 0 0 0,0-1 0 0 0,6-4 0 0 0,-5 2-7 0 0,-1 0-1 0 0,0 0 0 0 0,0 0 1 0 0,-1 0-1 0 0,1-1 0 0 0,-1 0 1 0 0,0 0-1 0 0,0 0 0 0 0,-1 0 1 0 0,0-1-1 0 0,0 1 0 0 0,-1-1 1 0 0,4-12-1 0 0,9-66-122 0 0,-15 83 75 0 0,-1-6-113 0 0,-19 71 248 0 0,-18 108 0 0 0,25-109-122 0 0,11-50 30 0 0,-24 111 36 0 0,-42 123 1 0 0,55-209-13 0 0,-1-1-1 0 0,-2-1 1 0 0,-1 0-1 0 0,-2-1 0 0 0,-2-1 1 0 0,0-1-1 0 0,-47 53 1 0 0,56-73 2 0 0,0-1 1 0 0,-19 14-1 0 0,25-21-10 0 0,1-1-1 0 0,-1 1 0 0 0,0-1 0 0 0,0 0 0 0 0,0 0 0 0 0,0-1 0 0 0,-1 0 0 0 0,-9 2 0 0 0,15-4-16 0 0,-1 1-1 0 0,0-1 1 0 0,0 0 0 0 0,0 0-1 0 0,0 0 1 0 0,0 0 0 0 0,1 0-1 0 0,-1 0 1 0 0,0-1 0 0 0,0 1-1 0 0,0 0 1 0 0,0-1 0 0 0,1 0 0 0 0,-1 1-1 0 0,0-1 1 0 0,1 0 0 0 0,-1 0-1 0 0,0 0 1 0 0,1 0 0 0 0,-1 0-1 0 0,1 0 1 0 0,0-1 0 0 0,-1 1-1 0 0,1 0 1 0 0,0-1 0 0 0,0 1-1 0 0,0-1 1 0 0,0 1 0 0 0,0-1-1 0 0,0 0 1 0 0,0 1 0 0 0,0-1-1 0 0,1 0 1 0 0,-1 0 0 0 0,1 1 0 0 0,-1-1-1 0 0,1 0 1 0 0,0 0 0 0 0,-1-3-1 0 0,1-2-61 0 0,0 0-1 0 0,0 0 1 0 0,0-1-1 0 0,1 1 1 0 0,0 0-1 0 0,0 0 1 0 0,1 1-1 0 0,0-1 1 0 0,3-8 0 0 0,5-6-706 0 0,0 1 1 0 0,2 0 0 0 0,1 0 0 0 0,19-23-1 0 0,0 6-4766 0 0,38-33-1 0 0,-41 43-1601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2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39 288 0 0,'-3'0'5067'0'0,"-6"1"-3931"0"0,-20 2 7134 0 0,20-2-6436 0 0,17 7 131 0 0,10-4-1540 0 0,0 0 1 0 0,0-1-1 0 0,0-1 1 0 0,0-1-1 0 0,32-2 0 0 0,-23 1-230 0 0,454-21-181 0 0,-445 15-1584 0 0,-33 5 1159 0 0,-1 0 1 0 0,0 0-1 0 0,1 0 1 0 0,-1 0 0 0 0,0 0-1 0 0,0-1 1 0 0,0 1-1 0 0,0 0 1 0 0,0-1-1 0 0,0 0 1 0 0,2-2-1 0 0,-4 3 93 0 0,1 0 0 0 0,-1 0 0 0 0,0 1 0 0 0,-1-1 0 0 0,1 0 0 0 0,0 0 0 0 0,0 0-1 0 0,0 0 1 0 0,0 0 0 0 0,-1 0 0 0 0,1 1 0 0 0,0-1 0 0 0,-1 0 0 0 0,1 0 0 0 0,-1 0-1 0 0,1 1 1 0 0,-1-1 0 0 0,-2-3-1272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2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14 1028 0 0,'-14'-7'6501'0'0,"9"5"-5760"0"0,3 1 81 0 0,-1 1-1 0 0,0-1 0 0 0,1 0 0 0 0,-1 1 1 0 0,1-1-1 0 0,-1 1 0 0 0,0 0 1 0 0,0-1-1 0 0,1 2 0 0 0,-1-1 0 0 0,-4 1 1 0 0,6-1-679 0 0,0 1-1 0 0,0-1 1 0 0,1 1 0 0 0,-1 0 0 0 0,0 0 0 0 0,1-1 0 0 0,-1 1-1 0 0,1 0 1 0 0,-1 0 0 0 0,1 0 0 0 0,-1-1 0 0 0,1 1 0 0 0,0 0 0 0 0,-1 0-1 0 0,1 0 1 0 0,0 0 0 0 0,0 0 0 0 0,-1 0 0 0 0,1 0 0 0 0,0 0-1 0 0,0 1 1 0 0,-1 6 740 0 0,-7 29 312 0 0,3 0 1 0 0,-2 44-1 0 0,4-37-896 0 0,-6 48 86 0 0,-3 49-3353 0 0,12-138 2037 0 0,0 25-1047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3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77 364 0 0,'-4'-19'6052'0'0,"2"14"-4672"0"0,1 0-1 0 0,0 0 1 0 0,0 0-1 0 0,0 0 1 0 0,1 0-1 0 0,0-9 1 0 0,0 13-1304 0 0,0 1 1 0 0,0-1 0 0 0,1 0-1 0 0,-1 1 1 0 0,0-1-1 0 0,1 0 1 0 0,-1 1 0 0 0,1-1-1 0 0,-1 1 1 0 0,1-1-1 0 0,-1 1 1 0 0,1-1 0 0 0,-1 1-1 0 0,1-1 1 0 0,-1 1-1 0 0,1 0 1 0 0,-1-1 0 0 0,1 1-1 0 0,0 0 1 0 0,-1 0-1 0 0,1-1 1 0 0,0 1 0 0 0,1 0-1 0 0,20-3 842 0 0,-2 4-777 0 0,1 1-1 0 0,0 1 0 0 0,-1 1 1 0 0,0 1-1 0 0,0 0 1 0 0,0 2-1 0 0,-1 0 1 0 0,0 1-1 0 0,0 1 0 0 0,0 1 1 0 0,-2 0-1 0 0,1 2 1 0 0,28 24-1 0 0,-42-33-126 0 0,0 1 1 0 0,0 0-1 0 0,-1 0 0 0 0,0 0 0 0 0,0 0 0 0 0,0 0 1 0 0,0 0-1 0 0,-1 1 0 0 0,0 0 0 0 0,0-1 0 0 0,0 1 1 0 0,0 0-1 0 0,-1 0 0 0 0,0 0 0 0 0,0 0 0 0 0,0 0 1 0 0,0 6-1 0 0,-2-4-2 0 0,1 0 1 0 0,-1 0 0 0 0,-1 0-1 0 0,1 0 1 0 0,-1 0 0 0 0,0 0-1 0 0,-1-1 1 0 0,0 1 0 0 0,0-1-1 0 0,0 0 1 0 0,-5 7 0 0 0,-8 8 4 0 0,0-1 1 0 0,-2-1 0 0 0,0-1 0 0 0,-1 0 0 0 0,-33 24 0 0 0,-146 87 116 0 0,138-93-163 0 0,58-35 61 0 0,0 1 0 0 0,-1-1 0 0 0,1 1-1 0 0,0-1 1 0 0,-1 1 0 0 0,1 0 0 0 0,0 0 0 0 0,0 0-1 0 0,0 0 1 0 0,1 0 0 0 0,-1 0 0 0 0,0 0-1 0 0,1 1 1 0 0,0-1 0 0 0,-1 1 0 0 0,1-1 0 0 0,0 1-1 0 0,0 0 1 0 0,0-1 0 0 0,0 4 0 0 0,1-4-2 0 0,1-1 1 0 0,-1 0 0 0 0,1 0 0 0 0,-1 0 0 0 0,1 0 0 0 0,-1 0-1 0 0,1 0 1 0 0,0 0 0 0 0,0 0 0 0 0,-1 0 0 0 0,1 0-1 0 0,0 0 1 0 0,0 0 0 0 0,0 0 0 0 0,0 0 0 0 0,0-1-1 0 0,0 1 1 0 0,0 0 0 0 0,0-1 0 0 0,0 1 0 0 0,0-1-1 0 0,2 1 1 0 0,25 9 316 0 0,-27-9-328 0 0,39 8 341 0 0,0 0-1 0 0,48 2 0 0 0,85-1-78 0 0,-65-5-175 0 0,35-1 266 0 0,-126-7-389 0 0,-16 2-8 0 0,-1 1 0 0 0,0 0 0 0 0,0 0 0 0 0,1 0 0 0 0,-1-1 0 0 0,0 1 0 0 0,0 0 0 0 0,1 0-1 0 0,-1-1 1 0 0,0 1 0 0 0,0 0 0 0 0,0 0 0 0 0,1-1 0 0 0,-1 1 0 0 0,0 0 0 0 0,0-1 0 0 0,0 1 0 0 0,0 0-1 0 0,0 0 1 0 0,0-1 0 0 0,0 1 0 0 0,0 0 0 0 0,0-1 0 0 0,0 1 0 0 0,0 0 0 0 0,0-1 0 0 0,0-1-353 0 0,-1-1 0 0 0,0 1 0 0 0,0 0 0 0 0,0 0 0 0 0,0 0 0 0 0,-1 1 0 0 0,1-1 0 0 0,-3-3 0 0 0,3 4 25 0 0,0-1-441 0 0,1 0 0 0 0,-1-1 0 0 0,1 1 0 0 0,-1 0-1 0 0,1 0 1 0 0,0 0 0 0 0,0 0 0 0 0,0 0 0 0 0,0-1 0 0 0,0 1-1 0 0,0 0 1 0 0,1 0 0 0 0,-1 0 0 0 0,2-4 0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3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40 3072 0 0,'-18'-9'5485'0'0,"0"0"0"0"0,-37-11 3465 0 0,69 19-8254 0 0,23 2-670 0 0,24 4 65 0 0,0 3 0 0 0,-1 2-1 0 0,76 24 1 0 0,-134-34-89 0 0,0 0-1 0 0,-1 1 1 0 0,1-1 0 0 0,-1 1-1 0 0,1-1 1 0 0,-1 1 0 0 0,1 0 0 0 0,-1-1-1 0 0,1 1 1 0 0,-1 0 0 0 0,0 0 0 0 0,0 0-1 0 0,1 0 1 0 0,-1 0 0 0 0,0 0-1 0 0,0 0 1 0 0,0 1 0 0 0,0-1 0 0 0,0 0-1 0 0,0 1 1 0 0,0-1 0 0 0,-1 1 0 0 0,1-1-1 0 0,0 0 1 0 0,-1 1 0 0 0,1 0-1 0 0,-1-1 1 0 0,0 1 0 0 0,1-1 0 0 0,-1 1-1 0 0,0-1 1 0 0,0 1 0 0 0,0 2-1 0 0,-1 0 5 0 0,-1 0-1 0 0,1 0 0 0 0,-1-1 0 0 0,1 1 0 0 0,-1-1 1 0 0,0 1-1 0 0,0-1 0 0 0,-1 0 0 0 0,1 0 0 0 0,-1 0 1 0 0,0 0-1 0 0,-5 5 0 0 0,-24 16 48 0 0,-1-1 0 0 0,-1-1 0 0 0,-1-2 0 0 0,-42 17 0 0 0,1 1 15 0 0,-13 6-69 0 0,88-44 3 0 0,1 1 1 0 0,-1-1 0 0 0,1 0-1 0 0,0 0 1 0 0,-1 0-1 0 0,1 1 1 0 0,-1-1-1 0 0,1 0 1 0 0,0 1-1 0 0,-1-1 1 0 0,1 0-1 0 0,0 1 1 0 0,-1-1-1 0 0,1 0 1 0 0,0 1 0 0 0,-1-1-1 0 0,1 0 1 0 0,0 1-1 0 0,0-1 1 0 0,0 1-1 0 0,-1-1 1 0 0,1 1-1 0 0,0-1 1 0 0,0 1-1 0 0,7 5 29 0 0,18-1 0 0 0,-23-5-24 0 0,23 2-211 0 0,0 0 1 0 0,0-2 0 0 0,1-1-1 0 0,32-6 1 0 0,97-25-3576 0 0,-141 29 3328 0 0,8-2-297 0 0,65-16-2595 0 0,-28 5-1772 0 0,-3-2-2695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3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 2520 0 0,'-138'8'16890'0'0,"139"-7"-16844"0"0,-1 0 0 0 0,0-1-1 0 0,1 1 1 0 0,-1 0 0 0 0,1-1-1 0 0,-1 1 1 0 0,1 0 0 0 0,-1-1-1 0 0,1 1 1 0 0,0-1 0 0 0,-1 1-1 0 0,1-1 1 0 0,-1 1 0 0 0,1-1-1 0 0,0 1 1 0 0,0-1 0 0 0,-1 0-1 0 0,1 1 1 0 0,0-1 0 0 0,0 0-1 0 0,0 0 1 0 0,-1 1 0 0 0,1-1-1 0 0,0 0 1 0 0,0 0 0 0 0,0 0-1 0 0,-1 0 1 0 0,1 0 0 0 0,1 0-1 0 0,1 0-14 0 0,151 8 798 0 0,-56-5-1346 0 0,-65-2-567 0 0,30 4-1776 0 0,-18-1-6724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4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0 1044 0 0,'-26'8'2892'0'0,"0"1"1"0"0,1 1-1 0 0,0 1 1 0 0,-30 17-1 0 0,55-27-2828 0 0,-1-1 0 0 0,1 0 1 0 0,0 0-1 0 0,-1 0 0 0 0,1 0 0 0 0,0 1 0 0 0,-1-1 0 0 0,1 0 1 0 0,-1 0-1 0 0,1 1 0 0 0,0-1 0 0 0,0 0 0 0 0,-1 1 0 0 0,1-1 0 0 0,0 0 1 0 0,0 1-1 0 0,-1-1 0 0 0,1 0 0 0 0,0 1 0 0 0,0-1 0 0 0,0 0 1 0 0,-1 1-1 0 0,1-1 0 0 0,0 1 0 0 0,0-1 0 0 0,0 1 0 0 0,0-1 1 0 0,0 0-1 0 0,0 1 0 0 0,0-1 0 0 0,0 1 0 0 0,0-1 0 0 0,0 1 0 0 0,0-1 1 0 0,0 0-1 0 0,0 1 0 0 0,0-1 0 0 0,1 1 0 0 0,-1-1 0 0 0,0 0 1 0 0,0 1-1 0 0,0-1 0 0 0,1 0 0 0 0,-1 1 0 0 0,0-1 0 0 0,0 0 1 0 0,1 1-1 0 0,-1-1 0 0 0,0 0 0 0 0,1 1 0 0 0,17 9 1083 0 0,-1-6-929 0 0,0-1 1 0 0,1-1-1 0 0,-1-1 0 0 0,0 0 1 0 0,28-3-1 0 0,-13 0-135 0 0,318-11-3219 0 0,-120-10-6479 0 0,-178 15 3452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4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434 228 2628 0 0,'-10'-15'5950'0'0,"-21"-27"0"0"0,24 35-5183 0 0,0-1 0 0 0,0 1 0 0 0,0 1 0 0 0,-1-1 0 0 0,0 1 0 0 0,0 1 0 0 0,-1 0 0 0 0,-11-6 0 0 0,17 10-677 0 0,-1 0 0 0 0,1 0 0 0 0,-1 1 0 0 0,1-1 0 0 0,-1 1 0 0 0,1 0-1 0 0,-1-1 1 0 0,0 2 0 0 0,1-1 0 0 0,-1 0 0 0 0,1 1 0 0 0,-1 0 0 0 0,1 0 0 0 0,-1 0 0 0 0,1 0 0 0 0,0 0 0 0 0,-1 1 0 0 0,1-1 0 0 0,0 1 0 0 0,0 0 0 0 0,0 0 0 0 0,0 0 0 0 0,0 0 0 0 0,-3 4 0 0 0,-5 5 131 0 0,0 1-1 0 0,0-1 0 0 0,1 2 1 0 0,-8 13-1 0 0,2-2-25 0 0,0 0-1 0 0,2 2 1 0 0,1-1 0 0 0,1 2-1 0 0,1 0 1 0 0,1 0 0 0 0,-8 40-1 0 0,16-56-142 0 0,1 0-1 0 0,0 0 1 0 0,0 0 0 0 0,1 0-1 0 0,1 0 1 0 0,0 0 0 0 0,1 0-1 0 0,-1 0 1 0 0,7 18 0 0 0,-4-21-11 0 0,-1 0 1 0 0,1 1 0 0 0,1-1 0 0 0,0-1 0 0 0,0 1-1 0 0,0-1 1 0 0,1 0 0 0 0,0 0 0 0 0,1 0-1 0 0,-1-1 1 0 0,1 0 0 0 0,1 0 0 0 0,8 5 0 0 0,1-1 30 0 0,0-1 1 0 0,0-1 0 0 0,1 0-1 0 0,0-2 1 0 0,1 0 0 0 0,-1 0-1 0 0,1-2 1 0 0,0-1 0 0 0,1 0-1 0 0,-1-1 1 0 0,34-1 0 0 0,-31-2-40 0 0,0-1-1 0 0,0-1 1 0 0,0-1 0 0 0,0 0 0 0 0,-1-2 0 0 0,1-1 0 0 0,-1 0 0 0 0,-1-2-1 0 0,38-20 1 0 0,-43 19-12 0 0,-1-1 1 0 0,0 0-1 0 0,0-1 0 0 0,-1-1 0 0 0,-1 0 0 0 0,0 0 0 0 0,-1-1 0 0 0,-1-1 1 0 0,0 0-1 0 0,-1 0 0 0 0,0-1 0 0 0,-1 0 0 0 0,11-34 0 0 0,-15 38-33 0 0,-1 0-1 0 0,0 0 1 0 0,-1 0-1 0 0,0 0 1 0 0,-1-1 0 0 0,0 1-1 0 0,-1-1 1 0 0,0 1-1 0 0,-1-1 1 0 0,-1 1-1 0 0,0 0 1 0 0,0-1-1 0 0,-1 1 1 0 0,-1 0 0 0 0,0 1-1 0 0,-1-1 1 0 0,0 1-1 0 0,-1 0 1 0 0,0 0-1 0 0,-13-18 1 0 0,5 13-87 0 0,-1 1-1 0 0,0 1 1 0 0,-1 0 0 0 0,0 1 0 0 0,-1 0-1 0 0,0 2 1 0 0,-1 0 0 0 0,-1 1 0 0 0,-35-14-1 0 0,29 15-290 0 0,0 0 0 0 0,0 2 0 0 0,-1 2 0 0 0,0 0 0 0 0,0 1 0 0 0,0 2 0 0 0,-39 1 0 0 0,42 3-446 0 0,-1 0 0 0 0,0 3 1 0 0,1 0-1 0 0,0 1 0 0 0,0 1 0 0 0,-28 13 1 0 0,20-6-4012 0 0,-53 34 0 0 0,54-27-1768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7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16 2312 0 0,'-3'-1'2110'0'0,"-6"-1"-982"0"0,-26-8 8414 0 0,25 8-7290 0 0,8 1-1603 0 0,63 5 3651 0 0,22-2-3438 0 0,96 5-2086 0 0,-72 4-2023 0 0,-71-4-631 0 0,0 3-3673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9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71 1700 0 0,'-9'-23'9124'0'0,"9"20"-8010"0"0,-1 2-983 0 0,1 0-1 0 0,-1 1 1 0 0,1-1-1 0 0,0 0 1 0 0,0 0-1 0 0,0 0 1 0 0,-1 0 0 0 0,1 0-1 0 0,0 0 1 0 0,0 0-1 0 0,0 0 1 0 0,1 0-1 0 0,-1 0 1 0 0,0 0-1 0 0,0 0 1 0 0,0 0-1 0 0,1 0 1 0 0,-1 0-1 0 0,0 0 1 0 0,1 0-1 0 0,-1 0 1 0 0,1 0 0 0 0,-1 0-1 0 0,1 0 1 0 0,0 1-1 0 0,-1-1 1 0 0,1 0-1 0 0,0 0 1 0 0,0 1-1 0 0,-1-1 1 0 0,1 1-1 0 0,0-1 1 0 0,0 0-1 0 0,0 1 1 0 0,0 0-1 0 0,0-1 1 0 0,0 1 0 0 0,-1-1-1 0 0,3 1 1 0 0,12-4 93 0 0,1 1 0 0 0,-1 1 0 0 0,0 0 0 0 0,1 1 0 0 0,0 1 0 0 0,-1 0 0 0 0,1 1 0 0 0,28 6 0 0 0,-24-3-115 0 0,1 2 1 0 0,-1 0-1 0 0,0 1 0 0 0,-1 0 0 0 0,0 2 0 0 0,23 14 1 0 0,-35-19-79 0 0,0 0 1 0 0,0 1 0 0 0,-1 0-1 0 0,0 1 1 0 0,0-1 0 0 0,0 1-1 0 0,-1 0 1 0 0,0 0 0 0 0,0 1-1 0 0,-1-1 1 0 0,1 1 0 0 0,-1 0 0 0 0,-1 1-1 0 0,1-1 1 0 0,-1 0 0 0 0,-1 1-1 0 0,1 0 1 0 0,-1 0 0 0 0,-1 0-1 0 0,0 0 1 0 0,0 0 0 0 0,0 0-1 0 0,-1 0 1 0 0,0 0 0 0 0,0 0 0 0 0,-1 0-1 0 0,-3 11 1 0 0,-2 5 69 0 0,-2 0 1 0 0,0-1-1 0 0,-2 0 0 0 0,0 0 1 0 0,-2-1-1 0 0,0 0 0 0 0,-1-1 1 0 0,-2-1-1 0 0,-28 32 0 0 0,-13 6 379 0 0,-105 83-1 0 0,85-78 6 0 0,26-20-244 0 0,48-41-19 0 0,2-2-214 0 0,0 1 1 0 0,0-1-1 0 0,0 0 1 0 0,0 1-1 0 0,0-1 1 0 0,0 0 0 0 0,0 1-1 0 0,1-1 1 0 0,-1 0-1 0 0,0 1 1 0 0,0-1-1 0 0,0 0 1 0 0,0 0 0 0 0,0 1-1 0 0,1-1 1 0 0,-1 0-1 0 0,0 0 1 0 0,0 1-1 0 0,0-1 1 0 0,1 0 0 0 0,-1 0-1 0 0,0 1 1 0 0,0-1-1 0 0,1 0 1 0 0,-1 0-1 0 0,0 0 1 0 0,1 0 0 0 0,-1 1-1 0 0,0-1 1 0 0,0 0-1 0 0,1 0 1 0 0,-1 0-1 0 0,0 0 1 0 0,1 0 0 0 0,-1 0-1 0 0,0 0 1 0 0,1 0-1 0 0,12-1 90 0 0,-11 1-92 0 0,169-41 504 0 0,-95 20-1265 0 0,67-21-3745 0 0,-49 11-5311 0 0,-65 23 2594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9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54 215 1848 0 0,'-29'-22'10106'0'0,"4"2"-1478"0"0,29 21-8283 0 0,1 1-278 0 0,0 1 0 0 0,1 0 0 0 0,-1 0 0 0 0,0 0 0 0 0,-1 1 0 0 0,1-1-1 0 0,0 1 1 0 0,-1 1 0 0 0,0-1 0 0 0,0 0 0 0 0,-1 1 0 0 0,1 0 0 0 0,-1 0 0 0 0,0 0-1 0 0,0 0 1 0 0,0 1 0 0 0,-1-1 0 0 0,0 1 0 0 0,0-1 0 0 0,1 7 0 0 0,1 1-15 0 0,-2 0 1 0 0,1-1 0 0 0,-2 1-1 0 0,0 0 1 0 0,0 0 0 0 0,-1 0-1 0 0,-1 0 1 0 0,-3 21-1 0 0,-3-9 162 0 0,-1 0-1 0 0,-1 0 1 0 0,-1 0-1 0 0,-1-1 1 0 0,-1-1-1 0 0,-17 26 1 0 0,28-48 4 0 0,2-3-134 0 0,11-16-85 0 0,1 0 1 0 0,0 0 0 0 0,2 2-1 0 0,29-28 1 0 0,-25 25-50 0 0,43-40-77 0 0,44-47 41 0 0,-106 105 83 0 0,1 0 1 0 0,0 0-1 0 0,-1 1 0 0 0,1-1 0 0 0,-1 0 1 0 0,1 0-1 0 0,-1 0 0 0 0,1 0 1 0 0,-1 0-1 0 0,0 0 0 0 0,1 0 1 0 0,-1 0-1 0 0,0 0 0 0 0,0 0 1 0 0,0 0-1 0 0,0 0 0 0 0,0 0 1 0 0,0 0-1 0 0,0-2 0 0 0,-6-1-41 0 0,-7 8 29 0 0,-1 5 76 0 0,0 1 1 0 0,1 0-1 0 0,0 0 0 0 0,1 1 1 0 0,1 1-1 0 0,-19 22 1 0 0,25-27-48 0 0,0 0-1 0 0,0 0 1 0 0,1 1-1 0 0,0-1 1 0 0,0 1 0 0 0,1 0-1 0 0,0 0 1 0 0,0 0-1 0 0,1 0 1 0 0,0 1 0 0 0,1-1-1 0 0,0 0 1 0 0,0 1-1 0 0,0 0 1 0 0,2 10 0 0 0,0-15-11 0 0,0 1 0 0 0,0 0 0 0 0,1-1 0 0 0,0 1 0 0 0,0-1 0 0 0,0 1 0 0 0,0-1 1 0 0,1 0-1 0 0,0 0 0 0 0,0 0 0 0 0,0 0 0 0 0,0 0 0 0 0,0-1 0 0 0,1 1 0 0 0,0-1 0 0 0,0 0 1 0 0,-1 0-1 0 0,2-1 0 0 0,-1 1 0 0 0,0-1 0 0 0,8 3 0 0 0,5 2-228 0 0,0 0 1 0 0,1-2-1 0 0,0 0 0 0 0,25 3 0 0 0,-9-3-942 0 0,0-3 0 0 0,0 0-1 0 0,39-4 1 0 0,102-20-9261 0 0,-127 14 4113 0 0</inkml:trace>
  <inkml:trace contextRef="#ctx0" brushRef="#br0" timeOffset="1">1351 351 2048 0 0,'-36'3'4531'0'0,"-63"6"6671"0"0,39 0-5097 0 0,63-9-5853 0 0,43-3 149 0 0,59-10-1 0 0,-26 3-629 0 0,45-10-3395 0 0,-83 11-514 0 0,-1-2-3336 0 0</inkml:trace>
  <inkml:trace contextRef="#ctx0" brushRef="#br0" timeOffset="2">2826 71 1744 0 0,'-72'-31'13819'0'0,"63"26"-12040"0"0,9 5-1729 0 0,0-1-1 0 0,0 1 1 0 0,0 0 0 0 0,0 0-1 0 0,0-1 1 0 0,0 1 0 0 0,0 0-1 0 0,0 0 1 0 0,0-1 0 0 0,0 1 0 0 0,0 0-1 0 0,0 0 1 0 0,0-1 0 0 0,0 1-1 0 0,0 0 1 0 0,0 0 0 0 0,0-1-1 0 0,0 1 1 0 0,0 0 0 0 0,1 0 0 0 0,-1-1-1 0 0,0 1 1 0 0,0 0 0 0 0,0 0-1 0 0,0 0 1 0 0,1-1 0 0 0,-1 1-1 0 0,0 0 1 0 0,0 0 0 0 0,0 0-1 0 0,1 0 1 0 0,-1 0 0 0 0,0 0 0 0 0,0-1-1 0 0,1 1 1 0 0,-1 0 0 0 0,0 0-1 0 0,0 0 1 0 0,1 0 0 0 0,-1 0-1 0 0,0 0 1 0 0,0 0 0 0 0,1 0 0 0 0,-1 0-1 0 0,0 0 1 0 0,0 0 0 0 0,1 0-1 0 0,-1 0 1 0 0,0 0 0 0 0,0 0-1 0 0,1 0 1 0 0,-1 1 0 0 0,243-24 1809 0 0,-82 19-8581 0 0,-147 5 4141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49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 2800 0 0,'-20'0'2915'0'0,"-23"4"5071"0"0,41-3-7763 0 0,0 0 1 0 0,1 0-1 0 0,-1 0 1 0 0,0 0 0 0 0,1 0-1 0 0,-1 0 1 0 0,0 0 0 0 0,1 1-1 0 0,0-1 1 0 0,-1 1-1 0 0,1-1 1 0 0,0 1 0 0 0,0-1-1 0 0,0 1 1 0 0,-2 2-1 0 0,-11 30 1225 0 0,10-23-1064 0 0,-3 6-181 0 0,1 0 0 0 0,0 1-1 0 0,2-1 1 0 0,0 2 0 0 0,0-1 0 0 0,2 0-1 0 0,1 0 1 0 0,0 1 0 0 0,1-1-1 0 0,1 1 1 0 0,4 21 0 0 0,-5-37-190 0 0,1-1 1 0 0,0 0 0 0 0,-1 1 0 0 0,1-1-1 0 0,0 0 1 0 0,0 0 0 0 0,1 0 0 0 0,-1 0 0 0 0,0 0-1 0 0,1 0 1 0 0,-1 0 0 0 0,1 0 0 0 0,-1-1-1 0 0,1 1 1 0 0,0 0 0 0 0,0-1 0 0 0,0 0 0 0 0,0 1-1 0 0,0-1 1 0 0,0 0 0 0 0,0 0 0 0 0,0 0-1 0 0,1 0 1 0 0,-1-1 0 0 0,5 2 0 0 0,15-2 12 0 0,0-2 1 0 0,0 0-1 0 0,1-2 0 0 0,31-8 1 0 0,37-6-5 0 0,-84 18 17 0 0,1 0-1 0 0,-1 0 1 0 0,1 1 0 0 0,-1-1 0 0 0,1 2 0 0 0,-1-1-1 0 0,0 1 1 0 0,0 0 0 0 0,1 1 0 0 0,-1 0 0 0 0,-1 0 0 0 0,1 0-1 0 0,0 1 1 0 0,-1 0 0 0 0,0 0 0 0 0,9 8 0 0 0,-6-5 91 0 0,-1 1 0 0 0,0 0 0 0 0,-1 1 0 0 0,0-1 0 0 0,0 2 0 0 0,-1-1 0 0 0,0 1 0 0 0,0 0 0 0 0,-1 0 0 0 0,4 11 0 0 0,-7-14-22 0 0,0 1-1 0 0,0-1 1 0 0,-1 1 0 0 0,0-1 0 0 0,0 1-1 0 0,-1-1 1 0 0,0 1 0 0 0,-1 0 0 0 0,1-1-1 0 0,-1 1 1 0 0,-1-1 0 0 0,1 1 0 0 0,-1-1 0 0 0,-1 0-1 0 0,1 1 1 0 0,-1-1 0 0 0,0 0 0 0 0,-1-1-1 0 0,0 1 1 0 0,0-1 0 0 0,0 1 0 0 0,-1-1-1 0 0,-8 8 1 0 0,6-7-30 0 0,0 0 1 0 0,-1 0-1 0 0,0-1 0 0 0,0 0 1 0 0,0 0-1 0 0,-1-1 0 0 0,0 0 1 0 0,0-1-1 0 0,0 0 1 0 0,0 0-1 0 0,-1-1 0 0 0,1 0 1 0 0,-1-1-1 0 0,0 0 0 0 0,0 0 1 0 0,0-1-1 0 0,-13 0 0 0 0,7-3-25 0 0,-1 0 0 0 0,0 0 0 0 0,1-2 0 0 0,-20-6 0 0 0,26 7-147 0 0,1 0 0 0 0,0-1 0 0 0,-1-1 0 0 0,2 1 0 0 0,-1-1 0 0 0,0-1 0 0 0,1 0 0 0 0,-10-9 1 0 0,17 14-92 0 0,-1 0 1 0 0,1-1 0 0 0,-1 1 0 0 0,1-1-1 0 0,0 1 1 0 0,0-1 0 0 0,0 1 0 0 0,0-1 0 0 0,0 0-1 0 0,0 0 1 0 0,0 1 0 0 0,0-1 0 0 0,1 0-1 0 0,-1 0 1 0 0,1 0 0 0 0,0 0 0 0 0,-1 0 0 0 0,1 0-1 0 0,0 0 1 0 0,0 0 0 0 0,0 0 0 0 0,0 1-1 0 0,0-1 1 0 0,1 0 0 0 0,0-3 0 0 0,0 1-226 0 0,1 1 1 0 0,0 1 0 0 0,0-1-1 0 0,0 0 1 0 0,0 0 0 0 0,0 1-1 0 0,1-1 1 0 0,-1 1-1 0 0,1 0 1 0 0,-1 0 0 0 0,1 0-1 0 0,0 0 1 0 0,0 0 0 0 0,4-2-1 0 0,52-20-7898 0 0,-36 17 2390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0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47 3164 0 0,'1'-3'2453'0'0,"5"-41"12171"0"0,-6 62-13440 0 0,2 22-29 0 0,2 1 0 0 0,16 73 0 0 0,-15-95-1003 0 0,0 0-1 0 0,1 0 0 0 0,1-1 1 0 0,0 0-1 0 0,2 0 0 0 0,17 27 1 0 0,-25-43-126 0 0,1-1 0 0 0,0 1 1 0 0,-1-1-1 0 0,1 1 1 0 0,0-1-1 0 0,0 0 0 0 0,0 0 1 0 0,0 0-1 0 0,3 2 1 0 0,-1-1-1 0 0,-1-1 30 0 0,0-1 2 0 0,0-1-50 0 0,0 1 0 0 0,-1-1 0 0 0,1 1 0 0 0,-1-1 0 0 0,1 0 0 0 0,-1 0 0 0 0,1 0 0 0 0,-1 0 0 0 0,1-1 0 0 0,-1 1 0 0 0,0-1 0 0 0,0 1 0 0 0,0-1 0 0 0,0 0 0 0 0,0 0-1 0 0,0 0 1 0 0,0 0 0 0 0,-1 0 0 0 0,1 0 0 0 0,-1 0 0 0 0,2-4 0 0 0,2-4 3 0 0,0-1 0 0 0,-1 1 0 0 0,-1-1 0 0 0,3-14 0 0 0,-4 17-10 0 0,3-9 10 0 0,-2 0-1 0 0,3-27 0 0 0,-6 34-23 0 0,2 14 323 0 0,-1 15 267 0 0,-71 475 2173 0 0,44-373-1908 0 0,-5-2 1 0 0,-48 121-1 0 0,59-190-842 0 0,-30 54 0 0 0,39-84 0 0 0,-1 0 0 0 0,-1-1 0 0 0,-1-1 0 0 0,-1 0 0 0 0,-21 21 0 0 0,34-37 0 0 0,0 0 0 0 0,0-1 0 0 0,0 1 0 0 0,0-1 0 0 0,-1 1 0 0 0,1-1 0 0 0,0 0 0 0 0,-1 1 0 0 0,1-1 0 0 0,-1 0 0 0 0,1-1 0 0 0,-1 1 0 0 0,1 0 0 0 0,-1-1 0 0 0,1 1 0 0 0,-1-1 0 0 0,0 0 0 0 0,1 0 0 0 0,-5 0 0 0 0,3-1 0 0 0,1 0 0 0 0,-1-1 0 0 0,1 1 0 0 0,-1 0 0 0 0,1-1 0 0 0,0 0 0 0 0,-1 0 0 0 0,1 0 0 0 0,0 0 0 0 0,0 0 0 0 0,1-1 0 0 0,-5-3 0 0 0,0-3 0 0 0,0 1 0 0 0,1-1 0 0 0,0 0 0 0 0,0-1 0 0 0,1 1 0 0 0,0-1 0 0 0,1 0 0 0 0,-5-16 0 0 0,5 9-484 0 0,1 0-1 0 0,1 0 1 0 0,1 0-1 0 0,0-1 1 0 0,1 1-1 0 0,1 0 1 0 0,0-1-1 0 0,2 1 1 0 0,0 0-1 0 0,0 0 1 0 0,2 0-1 0 0,0 1 1 0 0,1-1-1 0 0,1 1 1 0 0,17-29-1 0 0,-5 14-899 0 0,1 1 0 0 0,1 2-1 0 0,2 0 1 0 0,1 1 0 0 0,1 1-1 0 0,48-38 1 0 0,-42 40-3771 0 0,0 0-2611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0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47 296 0 0,'-69'-25'10876'0'0,"31"16"-6269"0"0,16 5-1251 0 0,38 12-1798 0 0,85 1-134 0 0,152-6 1 0 0,-144-4-1150 0 0,198-4 225 0 0,-302 5-489 0 0,6-2-13 0 0,-9 2-6 0 0,4-1-2265 0 0,0 0 1 0 0,0 0 0 0 0,0 0 0 0 0,0-1-1 0 0,7-3 1 0 0,-2 1-344 0 0,2-1-3048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1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37 1128 0 0,'-3'-1'2242'0'0,"-14"-3"3778"0"0,-33-5 1224 0 0,41 5-5007 0 0,15 1-1521 0 0,21-1-780 0 0,-23 3 276 0 0,281-9 324 0 0,-235 10-536 0 0,-48 0 0 0 0,0 0 0 0 0,1 0 0 0 0,-1 0 0 0 0,0 1 0 0 0,0-1 0 0 0,0 1 0 0 0,0-1 0 0 0,0 1 0 0 0,0 0 0 0 0,0 0 0 0 0,0 0 0 0 0,-1 0 0 0 0,1 0 0 0 0,0 0 0 0 0,0 1 0 0 0,1 1 0 0 0,-2-3 1 0 0,-1 1 0 0 0,0 0 0 0 0,1-1 1 0 0,-1 1-1 0 0,0 0 0 0 0,1-1 1 0 0,-1 1-1 0 0,0 0 0 0 0,0 0 0 0 0,1-1 1 0 0,-1 1-1 0 0,0 0 0 0 0,0 0 1 0 0,0-1-1 0 0,0 1 0 0 0,0 0 0 0 0,0 0 1 0 0,0-1-1 0 0,0 1 0 0 0,-1 0 1 0 0,1 0-1 0 0,0-1 0 0 0,0 1 0 0 0,-1 1 1 0 0,-8 15 21 0 0,0-6-3 0 0,-2 1-1 0 0,1-2 1 0 0,-2 1-1 0 0,1-2 1 0 0,-20 14 0 0 0,-69 36 175 0 0,80-49-167 0 0,-88 49 480 0 0,-78 43 396 0 0,185-101-887 0 0,0-1-1 0 0,1 0 1 0 0,-1 1-1 0 0,0-1 0 0 0,0 1 1 0 0,0-1-1 0 0,1 1 1 0 0,-1 0-1 0 0,0-1 1 0 0,1 1-1 0 0,-1 0 0 0 0,1-1 1 0 0,-1 1-1 0 0,1 0 1 0 0,-1 0-1 0 0,1-1 1 0 0,-1 1-1 0 0,1 0 0 0 0,0 0 1 0 0,-1 0-1 0 0,1 1 1 0 0,0-1-2 0 0,0-1 1 0 0,0 1 0 0 0,1 0 0 0 0,-1-1-1 0 0,0 1 1 0 0,0-1 0 0 0,1 1-1 0 0,-1 0 1 0 0,1-1 0 0 0,-1 1 0 0 0,0-1-1 0 0,1 1 1 0 0,-1-1 0 0 0,1 1 0 0 0,-1-1-1 0 0,1 1 1 0 0,0-1 0 0 0,-1 0-1 0 0,1 1 1 0 0,0 0 0 0 0,4 1 32 0 0,0 0-1 0 0,0 0 1 0 0,0-1-1 0 0,0 1 1 0 0,7 0 0 0 0,43 5-13 0 0,0-4 1 0 0,98-4 0 0 0,109-29-6673 0 0,-146 6-1406 0 0,-75 16 1963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1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31 3032 0 0,'-108'-27'14931'0'0,"106"27"-14420"0"0,-11-3 1884 0 0,198 5-1635 0 0,-65-3-3554 0 0,-2 8-8266 0 0,-104-5 5689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2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0 1692 0 0,'-127'43'12145'0'0,"116"-40"-10843"0"0,9-3-1086 0 0,0 1-1 0 0,0-1 0 0 0,0 1 1 0 0,0 0-1 0 0,0 0 1 0 0,0-1-1 0 0,0 1 1 0 0,0 1-1 0 0,0-1 1 0 0,1 0-1 0 0,-1 0 1 0 0,0 1-1 0 0,1-1 1 0 0,-3 4 536 0 0,10-3-543 0 0,1 1 1 0 0,0-1-1 0 0,0 0 1 0 0,0-1-1 0 0,1 1 1 0 0,-1-1-1 0 0,14-1 1 0 0,58-4-254 0 0,-40 1-220 0 0,157-10-3694 0 0,-66 1-3337 0 0,-71 5 676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2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638 305 860 0 0,'-12'-16'3684'0'0,"-1"-2"1292"0"0,-28-28 1 0 0,36 42-4474 0 0,-1-1 1 0 0,1 1-1 0 0,-1 0 1 0 0,1 0 0 0 0,-1 1-1 0 0,0-1 1 0 0,-1 1-1 0 0,1 1 1 0 0,-13-4-1 0 0,16 5-375 0 0,-1 1-1 0 0,1 0 0 0 0,-1 0 1 0 0,1 0-1 0 0,-1 1 0 0 0,1-1 1 0 0,-1 1-1 0 0,1 0 0 0 0,-1 0 0 0 0,1 0 1 0 0,0 0-1 0 0,-1 0 0 0 0,-4 4 1 0 0,-2 0 147 0 0,1 1 0 0 0,1 0 0 0 0,-10 8 0 0 0,-1 4 83 0 0,1 0 0 0 0,1 1 1 0 0,1 1-1 0 0,1 1 0 0 0,0 0 1 0 0,-13 26-1 0 0,18-27-258 0 0,1 0 1 0 0,0 0 0 0 0,2 1-1 0 0,0 0 1 0 0,1 0-1 0 0,1 1 1 0 0,-3 31 0 0 0,8-44-65 0 0,-1 0 0 0 0,1-1 1 0 0,1 1-1 0 0,-1 0 0 0 0,2 0 0 0 0,-1-1 1 0 0,1 1-1 0 0,0-1 0 0 0,1 1 1 0 0,0-1-1 0 0,0 0 0 0 0,1 0 1 0 0,0 0-1 0 0,0-1 0 0 0,1 1 0 0 0,0-1 1 0 0,0 0-1 0 0,1 0 0 0 0,0-1 1 0 0,0 0-1 0 0,0 0 0 0 0,1 0 1 0 0,0-1-1 0 0,0 0 0 0 0,1 0 0 0 0,-1-1 1 0 0,1 0-1 0 0,0 0 0 0 0,0-1 1 0 0,0 0-1 0 0,1 0 0 0 0,-1-1 1 0 0,1 0-1 0 0,-1 0 0 0 0,18 0 0 0 0,-11-2 21 0 0,1-1-1 0 0,0 0 0 0 0,0-1 0 0 0,-1-1 0 0 0,1 0 0 0 0,-1-1 0 0 0,0-1 0 0 0,0-1 0 0 0,0 0 0 0 0,-1 0 0 0 0,0-2 0 0 0,16-10 0 0 0,-5 1 20 0 0,0-2 0 0 0,-1 0-1 0 0,-1-1 1 0 0,-1-1 0 0 0,27-35-1 0 0,-27 28-37 0 0,-1-2-1 0 0,-1-1 0 0 0,23-48 1 0 0,-35 62 15 0 0,-1 0 0 0 0,0-1 0 0 0,-1 0 1 0 0,-1 0-1 0 0,-1 0 0 0 0,-1-1 0 0 0,0 1 1 0 0,-1-31-1 0 0,-2 41-32 0 0,-1-1-1 0 0,0 0 1 0 0,0 1-1 0 0,-1-1 1 0 0,0 1-1 0 0,-1 0 1 0 0,1-1 0 0 0,-2 1-1 0 0,1 0 1 0 0,-1 1-1 0 0,0-1 1 0 0,-1 1 0 0 0,-10-13-1 0 0,7 11-1 0 0,-1 1 0 0 0,0 0-1 0 0,0 0 1 0 0,-1 1 0 0 0,1 0 0 0 0,-2 1-1 0 0,1 0 1 0 0,-1 1 0 0 0,-12-5-1 0 0,-4 1-267 0 0,0 1 0 0 0,-1 1 0 0 0,0 2 0 0 0,0 1 0 0 0,-1 1 0 0 0,1 1 0 0 0,-48 4 0 0 0,35 2-980 0 0,1 1 0 0 0,-1 3 0 0 0,-63 19 0 0 0,-110 59-10444 0 0,142-52 3337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4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24 0 0,'6'-9'9538'0'0,"-4"8"-9309"0"0,0-1 1 0 0,-1 0-1 0 0,1 0 1 0 0,0 1 0 0 0,0-1-1 0 0,1 1 1 0 0,-1-1 0 0 0,0 1-1 0 0,0 0 1 0 0,1 0-1 0 0,-1 0 1 0 0,1 0 0 0 0,-1 0-1 0 0,1 1 1 0 0,3-1 0 0 0,0 0-69 0 0,1 1 0 0 0,-1 0 0 0 0,0 0 0 0 0,1 1 0 0 0,-1-1 0 0 0,8 3 0 0 0,0 1-96 0 0,0 0 0 0 0,-1 1 0 0 0,1 0 0 0 0,-1 2 0 0 0,14 7 0 0 0,-17-8-20 0 0,0 1-1 0 0,-1 0 0 0 0,0 1 1 0 0,0-1-1 0 0,-1 2 0 0 0,0-1 1 0 0,0 1-1 0 0,-1 0 0 0 0,0 1 1 0 0,-1 0-1 0 0,8 15 0 0 0,-10-16-1 0 0,0 1-1 0 0,-1 0 1 0 0,0 0-1 0 0,-1 0 1 0 0,0 0-1 0 0,0 0 1 0 0,-1 0 0 0 0,-1 1-1 0 0,0-1 1 0 0,0 0-1 0 0,-1 1 1 0 0,0-1-1 0 0,-3 13 1 0 0,-2-1 117 0 0,-1 0 0 0 0,-1 0 0 0 0,-1-1 1 0 0,-1 0-1 0 0,-1 0 0 0 0,0-1 0 0 0,-28 34 0 0 0,-7 2 829 0 0,-61 56-1 0 0,88-93-711 0 0,-5 7-120 0 0,22-25-137 0 0,2 0-16 0 0,0-1 0 0 0,0 1 1 0 0,0-1-1 0 0,0 1 0 0 0,1-1 0 0 0,-1 1 0 0 0,0 0 0 0 0,0-1 0 0 0,0 1 1 0 0,0-1-1 0 0,0 1 0 0 0,1-1 0 0 0,-1 1 0 0 0,0-1 0 0 0,1 1 0 0 0,-1-1 1 0 0,0 1-1 0 0,1 0 0 0 0,7 1 20 0 0,0-1 1 0 0,0 0-1 0 0,1 0 0 0 0,-1-1 1 0 0,0 0-1 0 0,11-1 1 0 0,53-11 18 0 0,-35 6-33 0 0,208-31-3396 0 0,-81 15-5923 0 0,-130 19 4512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4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51 2148 0 0,'-44'-33'11147'0'0,"23"17"-7725"0"0,18 14-2685 0 0,15 7-467 0 0,-3 0-235 0 0,0 1 0 0 0,0 0 0 0 0,0 1 0 0 0,-1-1 0 0 0,0 2 0 0 0,0-1 0 0 0,-1 1 0 0 0,0 1 0 0 0,0-1 0 0 0,-1 1 0 0 0,0 0 0 0 0,-1 1 0 0 0,0-1 0 0 0,4 12 0 0 0,-6-14 45 0 0,0 0 0 0 0,-1 0 0 0 0,0 1 0 0 0,0-1 1 0 0,0 1-1 0 0,-1-1 0 0 0,-1 1 0 0 0,1 0 0 0 0,-1-1 0 0 0,0 1 0 0 0,-1 0 1 0 0,0-1-1 0 0,0 1 0 0 0,0 0 0 0 0,-1-1 0 0 0,-1 0 0 0 0,1 1 0 0 0,-1-1 1 0 0,0 0-1 0 0,-8 12 0 0 0,3-7 368 0 0,-1 0 0 0 0,0 0 0 0 0,-19 17 1 0 0,26-27-174 0 0,-3-4-205 0 0,4 2-69 0 0,1 0 1 0 0,-1 0-1 0 0,0 1 1 0 0,1-2-1 0 0,-1 1 1 0 0,1 0-1 0 0,-1 0 1 0 0,1 0-1 0 0,-1 0 1 0 0,1 0-1 0 0,-1 0 1 0 0,1 0-1 0 0,-1-1 1 0 0,1 1-1 0 0,0 0 1 0 0,-1 0-1 0 0,1-1 1 0 0,-1 1-1 0 0,1 0 1 0 0,0-1-1 0 0,-1 1 1 0 0,0-1-1 0 0,6-13 6 0 0,1-1 0 0 0,0 1 0 0 0,1 1 0 0 0,0-1 0 0 0,1 1 0 0 0,16-20 0 0 0,69-70-10 0 0,-40 46 28 0 0,-39 44 6 0 0,-14 12-37 0 0,1 1 1 0 0,0-1-1 0 0,-1 1 1 0 0,1-1 0 0 0,0 0-1 0 0,-1 1 1 0 0,1-1-1 0 0,-1 0 1 0 0,1 1 0 0 0,-1-1-1 0 0,1 0 1 0 0,-1 0 0 0 0,1 0-1 0 0,-1 1 1 0 0,1-3-1 0 0,-1 3 5 0 0,0 0 0 0 0,0 0 1 0 0,0-1-1 0 0,0 1 0 0 0,0 0 0 0 0,0 0 0 0 0,0 0 0 0 0,-1 0 0 0 0,1 0 0 0 0,0-1 0 0 0,0 1 0 0 0,0 0 0 0 0,0 0 0 0 0,0 0 0 0 0,0 0 0 0 0,0 0 0 0 0,0 0 0 0 0,0 0 0 0 0,0-1 0 0 0,-1 1 1 0 0,1 0-1 0 0,0 0 0 0 0,0 0 0 0 0,0 0 0 0 0,0 0 0 0 0,0 0 0 0 0,0 0 0 0 0,-1 0 0 0 0,1 0 0 0 0,0 0 0 0 0,0 0 0 0 0,0 0 0 0 0,0 0 0 0 0,0 0 0 0 0,-1 0 0 0 0,1 0 0 0 0,0 0 0 0 0,0 0 0 0 0,0 0 1 0 0,0 0-1 0 0,-1 0 0 0 0,1 0 0 0 0,0 0 0 0 0,-11 3-30 0 0,-6 8 0 0 0,7-2 4 0 0,0 0 1 0 0,0 1-1 0 0,1 1 1 0 0,1-1-1 0 0,0 1 1 0 0,0 1-1 0 0,1 0 1 0 0,-6 14-1 0 0,10-20 30 0 0,0 1-1 0 0,0 0 1 0 0,1 0 0 0 0,0 0-1 0 0,0 0 1 0 0,1 0 0 0 0,0 0-1 0 0,0 0 1 0 0,0 0 0 0 0,1 1-1 0 0,0-1 1 0 0,1 0-1 0 0,-1 0 1 0 0,1 0 0 0 0,1 1-1 0 0,4 12 1 0 0,-3-14-26 0 0,1 0-1 0 0,0 0 1 0 0,0 0-1 0 0,1 0 1 0 0,0-1-1 0 0,0 1 1 0 0,0-1-1 0 0,1-1 1 0 0,-1 1 0 0 0,1-1-1 0 0,0 0 1 0 0,0 0-1 0 0,1-1 1 0 0,-1 1-1 0 0,1-2 1 0 0,0 1-1 0 0,8 2 1 0 0,13 3-778 0 0,0-2 0 0 0,54 6 1 0 0,-14-6-4777 0 0,135-7 0 0 0,-136-4 137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5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7 120 0 0,'-103'19'5380'0'0,"-93"21"3199"0"0,181-36-7666 0 0,6-1 2038 0 0,18 1-1818 0 0,-4-4-1010 0 0,0 1 0 0 0,-1-1 0 0 0,1 1-1 0 0,0-1 1 0 0,0-1 0 0 0,0 1 0 0 0,0-1 0 0 0,6-1 0 0 0,4-1 96 0 0,174-30 644 0 0,-81 12-664 0 0,-22 4-487 0 0,-84 16-12 0 0,30 1-12738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5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80 1132 0 0,'-7'-3'895'0'0,"-128"-70"10885"0"0,134 73-11723 0 0,1 0 0 0 0,-1-1 0 0 0,0 1 0 0 0,1-1-1 0 0,-1 1 1 0 0,0 0 0 0 0,0 0 0 0 0,1-1 0 0 0,-1 1 0 0 0,0 0-1 0 0,1 0 1 0 0,-1 0 0 0 0,0 0 0 0 0,0 0 0 0 0,1 0-1 0 0,-1 0 1 0 0,0 0 0 0 0,0 0 0 0 0,1 0 0 0 0,-1 0 0 0 0,0 0-1 0 0,0 1 1 0 0,1-1 0 0 0,-1 0 0 0 0,0 1 0 0 0,1-1 0 0 0,-1 0-1 0 0,0 1 1 0 0,1-1 0 0 0,-1 1 0 0 0,1-1 0 0 0,-1 1 0 0 0,0-1-1 0 0,1 1 1 0 0,-1-1 0 0 0,1 1 0 0 0,0-1 0 0 0,-1 1-1 0 0,1 0 1 0 0,-1-1 0 0 0,1 1 0 0 0,0 0 0 0 0,0-1 0 0 0,-1 1-1 0 0,1 0 1 0 0,0 0 0 0 0,0-1 0 0 0,0 1 0 0 0,0 0 0 0 0,0 0-1 0 0,0-1 1 0 0,0 1 0 0 0,0 0 0 0 0,0 0 0 0 0,0 1 0 0 0,2 22 576 0 0,2 0 1 0 0,0 0 0 0 0,1-1 0 0 0,11 31-1 0 0,-14-49-576 0 0,4 17 75 0 0,2 0 1 0 0,0 0 0 0 0,2 0 0 0 0,0-1 0 0 0,20 28 0 0 0,-26-43-108 0 0,0 0 0 0 0,1-1 0 0 0,0 0-1 0 0,0 0 1 0 0,1 0 0 0 0,-1 0 0 0 0,1-1 0 0 0,0 0-1 0 0,11 6 1 0 0,-12-9-12 0 0,0 1 1 0 0,-1 0-1 0 0,1-1 1 0 0,0 0-1 0 0,1 0 0 0 0,-1 0 1 0 0,0-1-1 0 0,0 0 0 0 0,0 0 1 0 0,0 0-1 0 0,0 0 0 0 0,1-1 1 0 0,-1 0-1 0 0,0 0 1 0 0,5-2-1 0 0,-5 1-2 0 0,-1 0-1 0 0,1 0 1 0 0,-1 0-1 0 0,0 0 1 0 0,0 0-1 0 0,0-1 1 0 0,0 0-1 0 0,0 0 1 0 0,0 0-1 0 0,-1-1 1 0 0,1 1 0 0 0,-1-1-1 0 0,0 0 1 0 0,0 1-1 0 0,4-9 1 0 0,0-2 10 0 0,-1 0 0 0 0,0-1 0 0 0,5-22 0 0 0,-6 20-9 0 0,-2 5-57 0 0,2-3-170 0 0,-4 26 131 0 0,-4 49 474 0 0,-3 0 0 0 0,-14 64 0 0 0,10-70-226 0 0,-20 110 433 0 0,-8-1 0 0 0,-81 218 0 0 0,65-255 508 0 0,47-114-924 0 0,0 1-1 0 0,-1-1 1 0 0,0-1 0 0 0,-1 1-1 0 0,0-2 1 0 0,-1 1-1 0 0,-15 13 1 0 0,21-22-148 0 0,1 1 1 0 0,0-1-1 0 0,-1 1 0 0 0,0-1 1 0 0,0 0-1 0 0,1 0 0 0 0,-1-1 1 0 0,0 1-1 0 0,-1-1 1 0 0,1 0-1 0 0,0 0 0 0 0,0-1 1 0 0,0 1-1 0 0,0-1 1 0 0,-1 0-1 0 0,1 0 0 0 0,-6 0 1 0 0,5-2-16 0 0,-1 1 0 0 0,1-1 0 0 0,0 1 0 0 0,0-1 1 0 0,0-1-1 0 0,1 1 0 0 0,-1-1 0 0 0,0 0 0 0 0,1 0 0 0 0,0 0 1 0 0,0-1-1 0 0,-5-4 0 0 0,2 0-33 0 0,0 0 0 0 0,0 0 0 0 0,1-1 0 0 0,1 0 1 0 0,0 0-1 0 0,0 0 0 0 0,0 0 0 0 0,1-1 0 0 0,1 0 0 0 0,-1 1 0 0 0,2-2 0 0 0,-1 1 0 0 0,-1-18 1 0 0,5 15-101 0 0,0 1 0 0 0,0-1 1 0 0,1 1-1 0 0,1 0 0 0 0,0 0 1 0 0,0 0-1 0 0,1 0 0 0 0,1 1 1 0 0,0 0-1 0 0,1-1 1 0 0,0 2-1 0 0,0-1 0 0 0,1 1 1 0 0,10-12-1 0 0,4-1-526 0 0,0 0 1 0 0,1 2-1 0 0,1 0 1 0 0,41-27-1 0 0,-19 18-2063 0 0,96-45-1 0 0,-9 20-5735 0 0,-85 36 1917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6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74 141 1868 0 0,'-41'-15'10323'0'0,"39"14"-9207"0"0,-9-2-109 0 0,9 2-98 0 0,-12-3 2184 0 0,13 4-3073 0 0,1 0 0 0 0,0 0 0 0 0,0 0 0 0 0,0 0 1 0 0,0 0-1 0 0,0 0 0 0 0,0 0 0 0 0,0 0 0 0 0,-1 0 0 0 0,1-1 1 0 0,0 1-1 0 0,0 0 0 0 0,0 0 0 0 0,0 0 0 0 0,0 0 1 0 0,0 0-1 0 0,0 0 0 0 0,0 0 0 0 0,-1 0 0 0 0,1 0 0 0 0,0 0 1 0 0,0 0-1 0 0,0 0 0 0 0,0 0 0 0 0,0-1 0 0 0,0 1 1 0 0,0 0-1 0 0,0 0 0 0 0,0 0 0 0 0,0 0 0 0 0,0 0 0 0 0,0 0 1 0 0,0 0-1 0 0,0 0 0 0 0,0-1 0 0 0,0 1 0 0 0,-1 0 1 0 0,1 0-1 0 0,0 0 0 0 0,0 0 0 0 0,1 0 0 0 0,-1 0 0 0 0,0 0 1 0 0,0-1-1 0 0,0 1 0 0 0,0 0 0 0 0,0 0 0 0 0,0 0 1 0 0,0 0-1 0 0,0 0 0 0 0,0 0 0 0 0,0 0 0 0 0,0-1 0 0 0,0 1 1 0 0,0 0-1 0 0,0 0 0 0 0,0 0 0 0 0,0 0 0 0 0,0 0 1 0 0,1 0-1 0 0,-1 0 0 0 0,0 0 0 0 0,0 0 0 0 0,13-5 504 0 0,32-4-512 0 0,-26 5 146 0 0,173-31-872 0 0,-72 13-2319 0 0,-1-3-4708 0 0,-77 14 1332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6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59 3420 0 0,'-58'-35'15169'0'0,"56"34"-14370"0"0,2 1-766 0 0,0 0 0 0 0,-1 0 0 0 0,1 0 0 0 0,0 0 0 0 0,0 0 1 0 0,0 0-1 0 0,0 0 0 0 0,-1 0 0 0 0,1 0 0 0 0,0-1 0 0 0,0 1 0 0 0,0 0 0 0 0,0 0 0 0 0,-1 0 1 0 0,1 0-1 0 0,0 0 0 0 0,0 0 0 0 0,0 0 0 0 0,0 0 0 0 0,0-1 0 0 0,0 1 0 0 0,-1 0 1 0 0,1 0-1 0 0,0 0 0 0 0,0 0 0 0 0,0-1 0 0 0,0 1 0 0 0,0 0 0 0 0,0 0 0 0 0,0 0 0 0 0,0 0 1 0 0,0-1-1 0 0,0 1 0 0 0,0 0 0 0 0,0 0 0 0 0,0 0 0 0 0,0 0 0 0 0,0-1 0 0 0,0 1 1 0 0,6-3 68 0 0,1 1 1 0 0,0 0-1 0 0,-1 0 1 0 0,1 1 0 0 0,0 0-1 0 0,10-1 1 0 0,51 1-392 0 0,-29 1-435 0 0,-24-1 234 0 0,65-1-3334 0 0,-32 1-4555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7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1 748 0 0,'-10'2'2446'0'0,"1"0"-1295"0"0,1 0-1 0 0,-1 1 1 0 0,1-1-1 0 0,-1 2 1 0 0,1-1-1 0 0,0 1 1 0 0,-9 6-1 0 0,3 0-286 0 0,0 1 0 0 0,0 1 0 0 0,1 0-1 0 0,0 0 1 0 0,1 1 0 0 0,-15 22-1 0 0,22-29-788 0 0,1 1 0 0 0,0-1-1 0 0,0 2 1 0 0,0-1 0 0 0,1 0-1 0 0,0 1 1 0 0,0-1 0 0 0,1 1-1 0 0,0 0 1 0 0,0 0 0 0 0,1-1-1 0 0,0 1 1 0 0,1 0 0 0 0,-1 1-1 0 0,2-1 1 0 0,1 13 0 0 0,-2-18-55 0 0,1 0 0 0 0,0-1-1 0 0,0 1 1 0 0,0 0 0 0 0,1 0 0 0 0,-1-1 0 0 0,1 1 0 0 0,-1-1 0 0 0,1 1-1 0 0,0-1 1 0 0,0 0 0 0 0,0 0 0 0 0,0 0 0 0 0,0 0 0 0 0,1 0 0 0 0,-1 0-1 0 0,0 0 1 0 0,1-1 0 0 0,0 1 0 0 0,-1-1 0 0 0,1 0 0 0 0,0 0 0 0 0,0 0-1 0 0,-1 0 1 0 0,1 0 0 0 0,0-1 0 0 0,3 1 0 0 0,10 1 142 0 0,-1-1 1 0 0,1-1-1 0 0,-1 0 1 0 0,18-3-1 0 0,-5 1 38 0 0,-22 2-159 0 0,20-2 8 0 0,-1 1 0 0 0,1 2 0 0 0,-1 0 0 0 0,29 7-1 0 0,-47-7-26 0 0,0 1 0 0 0,-1-1 0 0 0,0 2 0 0 0,1-1 0 0 0,-1 1-1 0 0,0 0 1 0 0,0 0 0 0 0,-1 0 0 0 0,1 1 0 0 0,-1 0-1 0 0,1 0 1 0 0,-1 1 0 0 0,0-1 0 0 0,-1 1 0 0 0,1 0-1 0 0,-1 1 1 0 0,0-1 0 0 0,0 1 0 0 0,-1-1 0 0 0,0 1 0 0 0,3 7-1 0 0,-4-8 90 0 0,0 1-1 0 0,0 0 1 0 0,0 0-1 0 0,-1 0 1 0 0,0 0-1 0 0,-1 0 1 0 0,1 1 0 0 0,-1-1-1 0 0,0 0 1 0 0,-1 0-1 0 0,1 0 1 0 0,-1 0-1 0 0,0 0 1 0 0,-3 8-1 0 0,1-6 30 0 0,-1 1 0 0 0,0 0 0 0 0,0-1 0 0 0,-1 0 0 0 0,0 0-1 0 0,0 0 1 0 0,-1-1 0 0 0,-12 13 0 0 0,9-11-51 0 0,-1 0 0 0 0,0-1 1 0 0,0 0-1 0 0,-1-1 0 0 0,1 0 0 0 0,-2-1 0 0 0,1 0 0 0 0,-1 0 1 0 0,0-2-1 0 0,0 1 0 0 0,0-1 0 0 0,-1-1 0 0 0,-25 3 0 0 0,26-5-27 0 0,-1-2 0 0 0,0 1-1 0 0,1-1 1 0 0,-22-5 0 0 0,29 4-280 0 0,0 1 1 0 0,-1-1-1 0 0,1 0 1 0 0,0 0-1 0 0,0 0 1 0 0,0-1-1 0 0,0 0 1 0 0,1 0-1 0 0,-1 0 1 0 0,1 0 0 0 0,0-1-1 0 0,0 1 1 0 0,-5-7-1 0 0,8 9 16 0 0,0 0 0 0 0,1-1 1 0 0,-1 1-1 0 0,1 0 0 0 0,-1 0 0 0 0,1-1 0 0 0,0 1 0 0 0,0 0 1 0 0,-1-1-1 0 0,1 1 0 0 0,0 0 0 0 0,0-1 0 0 0,0 1 0 0 0,0 0 1 0 0,1-1-1 0 0,-1 1 0 0 0,0 0 0 0 0,1-1 0 0 0,-1 1 0 0 0,0 0 1 0 0,1-1-1 0 0,0 1 0 0 0,-1 0 0 0 0,1 0 0 0 0,0 0 0 0 0,-1 0 0 0 0,1 0 1 0 0,0-1-1 0 0,1 0 0 0 0,2-2-1225 0 0,0-1 1 0 0,0 1-1 0 0,1 0 1 0 0,-1 0-1 0 0,8-4 0 0 0,6-2-5030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7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35 872 0 0,'-43'-13'6454'0'0,"33"11"-4623"0"0,-1-1-1 0 0,1-1 1 0 0,-10-4 0 0 0,18 7-1139 0 0,-14-3 1585 0 0,202 19 933 0 0,-102-10-3023 0 0,-72-5-175 0 0,18 2-31 0 0,-1 1 0 0 0,48 10-1 0 0,-76-13 20 0 0,0 0 1 0 0,0 1-1 0 0,-1-1 0 0 0,1 0 0 0 0,0 0 0 0 0,0 1 1 0 0,0-1-1 0 0,0 1 0 0 0,-1-1 0 0 0,1 0 1 0 0,0 1-1 0 0,0 0 0 0 0,-1-1 0 0 0,1 1 0 0 0,0-1 1 0 0,-1 1-1 0 0,1 0 0 0 0,-1-1 0 0 0,1 1 0 0 0,-1 0 1 0 0,1 0-1 0 0,-1 0 0 0 0,1-1 0 0 0,-1 1 0 0 0,0 0 1 0 0,0 0-1 0 0,1 0 0 0 0,-1 0 0 0 0,0 0 0 0 0,0 0 1 0 0,0-1-1 0 0,0 1 0 0 0,0 0 0 0 0,0 0 0 0 0,0 0 1 0 0,0 0-1 0 0,0 0 0 0 0,0 0 0 0 0,-1 0 0 0 0,1-1 1 0 0,0 1-1 0 0,-1 0 0 0 0,1 0 0 0 0,0 0 0 0 0,-1 0 1 0 0,1-1-1 0 0,-1 1 0 0 0,1 0 0 0 0,-1-1 1 0 0,0 2-1 0 0,-4 4 3 0 0,1-1 1 0 0,-1 1 0 0 0,0-1-1 0 0,-9 8 1 0 0,-32 22 213 0 0,-65 37 0 0 0,-18 13 686 0 0,112-74-853 0 0,13-8 16 0 0,0 0 0 0 0,0 0 1 0 0,0 0-1 0 0,1 0 0 0 0,-1 0 0 0 0,1 1 0 0 0,-4 4 0 0 0,6-7-35 0 0,1-1 0 0 0,-1 1 0 0 0,1-1 0 0 0,0 1 0 0 0,0-1 0 0 0,-1 1 0 0 0,1-1 0 0 0,0 1 0 0 0,0-1 0 0 0,-1 1-1 0 0,1-1 1 0 0,0 1 0 0 0,0 0 0 0 0,0-1 0 0 0,0 1 0 0 0,0-1 0 0 0,0 1 0 0 0,0-1 0 0 0,0 1 0 0 0,0 0 0 0 0,0-1 0 0 0,0 1 0 0 0,0-1 0 0 0,1 1 0 0 0,-1-1 0 0 0,0 1 0 0 0,0-1-1 0 0,1 1 1 0 0,-1 0 0 0 0,1 0 13 0 0,1 0 0 0 0,-1 0 0 0 0,0 0 0 0 0,0 0 0 0 0,1 0 0 0 0,-1 0 0 0 0,0 0-1 0 0,1 0 1 0 0,-1-1 0 0 0,3 2 0 0 0,35 6 313 0 0,4-7-235 0 0,-1-2 1 0 0,1-2-1 0 0,79-15 0 0 0,-67 9-233 0 0,258-64-5948 0 0,-108 9-4719 0 0,-154 48 4959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7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73 2512 0 0,'-3'-1'2200'0'0,"-85"-27"12356"0"0,86 28-13908 0 0,-19-8 2573 0 0,51 4-3024 0 0,49-1-1 0 0,9-1-655 0 0,29-5-2710 0 0,-72 8-595 0 0,0-1-3579 0 0,-29 2 952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8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 2196 0 0,'-116'69'15395'0'0,"115"-69"-15329"0"0,0 0-1 0 0,1 0 1 0 0,-1 0 0 0 0,1 1 0 0 0,-1-1-1 0 0,1 0 1 0 0,0 0 0 0 0,-1 1 0 0 0,1-1-1 0 0,-1 0 1 0 0,1 1 0 0 0,-1-1 0 0 0,1 1-1 0 0,0-1 1 0 0,-1 0 0 0 0,1 1 0 0 0,0-1-1 0 0,0 1 1 0 0,-1-1 0 0 0,1 1 0 0 0,0-1-1 0 0,0 1 1 0 0,-1-1 0 0 0,1 1 0 0 0,0-1-1 0 0,0 1 1 0 0,0-1 0 0 0,0 1 0 0 0,0-1 0 0 0,0 1-1 0 0,0-1 1 0 0,0 1 0 0 0,0-1 0 0 0,0 1-1 0 0,0-1 1 0 0,0 1 0 0 0,0 0 0 0 0,1-1-1 0 0,-1 1 1 0 0,0-1 0 0 0,0 1 0 0 0,0-1-1 0 0,1 0 1 0 0,-1 1 0 0 0,0-1 0 0 0,1 1-1 0 0,-1-1 1 0 0,0 1 0 0 0,1-1 0 0 0,-1 0-1 0 0,1 1 1 0 0,-1-1 0 0 0,1 0 0 0 0,-1 0-1 0 0,1 1 1 0 0,26 9 404 0 0,22-5-223 0 0,1-2 1 0 0,93-7 0 0 0,-110 2-321 0 0,232-24-3883 0 0,-208 15-610 0 0,58-17-1 0 0,-61 11-2353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4:58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748 233 328 0 0,'-17'-102'11747'0'0,"4"18"-5877"0"0,2 40-3879 0 0,10 42-1868 0 0,-1 2 1 0 0,-2 0-55 0 0,0 1-1 0 0,0 0 1 0 0,0 0-1 0 0,1 0 1 0 0,-1 1-1 0 0,1-1 1 0 0,-1 1-1 0 0,1 0 0 0 0,-1 0 1 0 0,1 0-1 0 0,0 0 1 0 0,-6 6-1 0 0,-38 39 696 0 0,37-37-624 0 0,-27 29 293 0 0,-144 159 1697 0 0,134-142-1355 0 0,-66 103 0 0 0,104-144-724 0 0,1 1 0 0 0,0-1 0 0 0,1 2 0 0 0,1-1-1 0 0,0 1 1 0 0,1 0 0 0 0,1 0 0 0 0,-3 28 0 0 0,6-39-22 0 0,0-1-1 0 0,1 1 1 0 0,0-1 0 0 0,1 1 0 0 0,-1-1 0 0 0,1 1 0 0 0,0-1 0 0 0,0 1-1 0 0,1-1 1 0 0,0 0 0 0 0,-1 1 0 0 0,2-1 0 0 0,-1 0 0 0 0,1 0 0 0 0,-1-1 0 0 0,2 1-1 0 0,-1 0 1 0 0,0-1 0 0 0,1 0 0 0 0,0 0 0 0 0,0 0 0 0 0,0 0 0 0 0,0-1-1 0 0,0 1 1 0 0,1-1 0 0 0,0 0 0 0 0,0-1 0 0 0,0 1 0 0 0,0-1 0 0 0,10 4 0 0 0,-1-2 89 0 0,0 0 1 0 0,1-1 0 0 0,-1-1 0 0 0,1 0 0 0 0,0-1 0 0 0,0 0 0 0 0,-1-2 0 0 0,28-2-1 0 0,-22-1 7 0 0,0 0 0 0 0,-1-2 0 0 0,1 0-1 0 0,-1-1 1 0 0,34-18 0 0 0,-25 9-51 0 0,-1-2-1 0 0,0 0 1 0 0,-2-2 0 0 0,0-1 0 0 0,-1-1-1 0 0,-1-1 1 0 0,38-51 0 0 0,-45 53-60 0 0,-2-1 1 0 0,-1 0-1 0 0,0-1 1 0 0,-2 0 0 0 0,-1-1-1 0 0,0 0 1 0 0,8-34-1 0 0,-16 47-39 0 0,0 1-1 0 0,-1-1 0 0 0,0 0 1 0 0,-1 0-1 0 0,0 0 0 0 0,-1 1 1 0 0,0-1-1 0 0,-4-19 0 0 0,2 22-25 0 0,1 0-1 0 0,-2 1 1 0 0,1-1-1 0 0,-1 1 1 0 0,0 0-1 0 0,0 0 1 0 0,-1 0 0 0 0,0 0-1 0 0,0 1 1 0 0,0 0-1 0 0,-1 0 1 0 0,-12-10-1 0 0,3 6-270 0 0,0 1-1 0 0,-1 0 1 0 0,0 1-1 0 0,0 0 1 0 0,-1 2-1 0 0,0 0 1 0 0,0 0-1 0 0,-1 2 1 0 0,1 0-1 0 0,-21-1 1 0 0,-19 0-1799 0 0,-105 4 0 0 0,-89 19-7181 0 0,90 4-270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3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230 101 764 0 0,'-3'-17'5105'0'0,"2"12"-4496"0"0,0 0 0 0 0,1 0 0 0 0,0-1 0 0 0,0 1 0 0 0,1 0 0 0 0,-1 0 0 0 0,1 0 0 0 0,0 0 0 0 0,3-9 0 0 0,-3 13-557 0 0,0-1-1 0 0,0 0 1 0 0,0 1-1 0 0,0-1 0 0 0,1 1 1 0 0,-1 0-1 0 0,0-1 1 0 0,0 1-1 0 0,1 0 1 0 0,-1 0-1 0 0,1 0 1 0 0,-1 0-1 0 0,1 0 0 0 0,0 0 1 0 0,-1 0-1 0 0,1 0 1 0 0,0 1-1 0 0,0-1 1 0 0,-1 1-1 0 0,1-1 0 0 0,0 1 1 0 0,0 0-1 0 0,0-1 1 0 0,-1 1-1 0 0,1 0 1 0 0,0 0-1 0 0,0 0 1 0 0,0 1-1 0 0,0-1 0 0 0,2 1 1 0 0,9 2 113 0 0,1 0 0 0 0,-1 1 0 0 0,0 0 0 0 0,0 2 0 0 0,0-1 0 0 0,20 13 0 0 0,-5 0 141 0 0,41 34 0 0 0,-59-45-206 0 0,0 1 0 0 0,-1 1 0 0 0,-1 0-1 0 0,1 0 1 0 0,-1 1 0 0 0,-1 0 0 0 0,0 0 0 0 0,0 0 0 0 0,-1 1 0 0 0,0 0 0 0 0,-1 1 0 0 0,-1-1 0 0 0,1 1 0 0 0,-2 0 0 0 0,0 0 0 0 0,0 0-1 0 0,-1 1 1 0 0,0-1 0 0 0,-1 1 0 0 0,-1-1 0 0 0,0 0 0 0 0,-1 1 0 0 0,-3 21 0 0 0,-3-4 144 0 0,-1 0 0 0 0,-1 0 0 0 0,-1-1 0 0 0,-24 49 0 0 0,-72 102 575 0 0,-1 2-405 0 0,105-177-406 0 0,0-1-1 0 0,-1 1 1 0 0,2 0 0 0 0,-1 0-1 0 0,0 0 1 0 0,1 0 0 0 0,0 0-1 0 0,0 1 1 0 0,1-1 0 0 0,0 0-1 0 0,0 6 1 0 0,0-9-5 0 0,1 1 1 0 0,-1-1-1 0 0,1 0 0 0 0,0 0 0 0 0,-1 0 1 0 0,1 0-1 0 0,0 0 0 0 0,0 0 0 0 0,1-1 1 0 0,-1 1-1 0 0,0 0 0 0 0,1 0 0 0 0,-1-1 1 0 0,1 1-1 0 0,-1-1 0 0 0,1 1 0 0 0,0-1 1 0 0,0 0-1 0 0,-1 0 0 0 0,1 0 1 0 0,0 0-1 0 0,0 0 0 0 0,0 0 0 0 0,0 0 1 0 0,0-1-1 0 0,0 1 0 0 0,1-1 0 0 0,-1 1 1 0 0,3-1-1 0 0,16 3 4 0 0,0-1 1 0 0,0-1-1 0 0,1-1 0 0 0,24-3 1 0 0,83-19 10 0 0,-120 21-6 0 0,-1-1 0 0 0,1 0 0 0 0,0-1 0 0 0,-1 0 1 0 0,0-1-1 0 0,1 0 0 0 0,-1 0 0 0 0,-1 0 0 0 0,12-9 1 0 0,-18 12 0 0 0,0-1 1 0 0,1 1-1 0 0,-1 0 1 0 0,0-1 0 0 0,0 1-1 0 0,0-1 1 0 0,0 1-1 0 0,-1-1 1 0 0,1 0 0 0 0,0 1-1 0 0,-1-1 1 0 0,1-3 0 0 0,-4-1 137 0 0,-9 7-73 0 0,5 3 4 0 0,1 0 0 0 0,0 0-1 0 0,1 0 1 0 0,-1 1-1 0 0,1 0 1 0 0,0 0 0 0 0,0 1-1 0 0,-8 11 1 0 0,10-12-34 0 0,-13 18 134 0 0,1 0 0 0 0,1 1 1 0 0,1 0-1 0 0,1 1 0 0 0,1 1 0 0 0,-11 42 0 0 0,-29 165 744 0 0,50-225-908 0 0,-37 413 868 0 0,29-260-598 0 0,6-111 67 0 0,-11 51-1 0 0,10-84-176 0 0,0 0 0 0 0,-1 0 0 0 0,0-1 0 0 0,-2 0 0 0 0,0 0 0 0 0,-14 25 0 0 0,16-34-87 0 0,-1-1 1 0 0,0 1-1 0 0,0-1 1 0 0,0 1-1 0 0,-1-2 1 0 0,1 1-1 0 0,-1-1 1 0 0,-1 0-1 0 0,1 0 1 0 0,-1-1-1 0 0,0 0 1 0 0,0-1-1 0 0,0 0 1 0 0,0 0-1 0 0,-1 0 1 0 0,-12 1-1 0 0,3-1-218 0 0,0-1-1 0 0,0 0 1 0 0,0-2-1 0 0,0 0 1 0 0,0-1-1 0 0,0-1 1 0 0,-19-4-1 0 0,32 5-256 0 0,0-1 1 0 0,0 1-1 0 0,-1-1 0 0 0,1 0 1 0 0,0 0-1 0 0,0 0 0 0 0,1 0 0 0 0,-1-1 1 0 0,0 0-1 0 0,-5-5 0 0 0,9 7 4 0 0,-1-1 0 0 0,1 1-1 0 0,0 0 1 0 0,0-1 0 0 0,0 1-1 0 0,0-1 1 0 0,0 0 0 0 0,0 1-1 0 0,1-1 1 0 0,-1 0 0 0 0,0 0-1 0 0,1 1 1 0 0,-1-4 0 0 0,1 2-282 0 0,0 1 0 0 0,0-1 0 0 0,0 0 0 0 0,0 1 0 0 0,1-1 0 0 0,-1 1 0 0 0,1-1 0 0 0,0 1 0 0 0,0 0 0 0 0,-1-1 0 0 0,2 1 0 0 0,0-3 0 0 0,10-14-6394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4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2140 0 0,'9'-37'5014'0'0,"-7"26"-3909"0"0,1 0 0 0 0,0 0-1 0 0,0 1 1 0 0,9-18 0 0 0,-11 24-947 0 0,2 1 1 0 0,-1 0-1 0 0,0 0 1 0 0,0 0-1 0 0,1 0 0 0 0,0 0 1 0 0,0 1-1 0 0,-1-1 0 0 0,1 1 1 0 0,1 0-1 0 0,-1 0 1 0 0,0 0-1 0 0,0 0 0 0 0,1 0 1 0 0,-1 1-1 0 0,1-1 1 0 0,0 1-1 0 0,4-1 0 0 0,0 1-4 0 0,1 0 0 0 0,0 1 0 0 0,0 0 0 0 0,0 0 1 0 0,0 1-1 0 0,-1 0 0 0 0,1 1 0 0 0,0-1 0 0 0,-1 2 0 0 0,1-1 0 0 0,-1 1 0 0 0,0 1 0 0 0,15 8 0 0 0,-9-5-41 0 0,-2 1 0 0 0,1 0 0 0 0,-1 1 0 0 0,0 1 1 0 0,-1-1-1 0 0,0 2 0 0 0,14 17 0 0 0,-20-21-8 0 0,0 1 1 0 0,0 0-1 0 0,0 0 0 0 0,-1 0 1 0 0,0 1-1 0 0,-1-1 0 0 0,0 1 0 0 0,0 0 1 0 0,-1 0-1 0 0,0 0 0 0 0,-1 0 1 0 0,0 0-1 0 0,0 18 0 0 0,-2-16 39 0 0,0 0-1 0 0,-1 0 0 0 0,0-1 1 0 0,-1 1-1 0 0,0-1 1 0 0,0 1-1 0 0,-1-1 0 0 0,-1 0 1 0 0,0 0-1 0 0,0-1 1 0 0,-10 14-1 0 0,5-9 199 0 0,0 0 0 0 0,-1-1 0 0 0,0 0 0 0 0,-1-1 1 0 0,0 0-1 0 0,-1-1 0 0 0,-17 11 0 0 0,30-22-333 0 0,0 1-1 0 0,0-1 1 0 0,0 0-1 0 0,-1 0 1 0 0,1 1 0 0 0,0-1-1 0 0,0 0 1 0 0,-1 0 0 0 0,1 0-1 0 0,0 1 1 0 0,0-1-1 0 0,-1 0 1 0 0,1 0 0 0 0,0 0-1 0 0,-1 0 1 0 0,1 0-1 0 0,0 0 1 0 0,-1 1 0 0 0,1-1-1 0 0,0 0 1 0 0,-1 0 0 0 0,1 0-1 0 0,0 0 1 0 0,-1 0-1 0 0,1 0 1 0 0,0-1 0 0 0,0 1-1 0 0,-1 0 1 0 0,1 0 0 0 0,0 0-1 0 0,-1 0 1 0 0,1 0-1 0 0,0 0 1 0 0,-1 0 0 0 0,1-1-1 0 0,0 1 1 0 0,0 0 0 0 0,-1 0-1 0 0,1 0 1 0 0,0-1-1 0 0,0 1 1 0 0,-1 0 0 0 0,1 0-1 0 0,0-1 1 0 0,0 1-1 0 0,0 0 1 0 0,0 0 0 0 0,-1-1-1 0 0,1 1 1 0 0,0 0 0 0 0,0-1-1 0 0,0 1 1 0 0,0 0-1 0 0,0-1 1 0 0,0 0-1 0 0,0-1 0 0 0,0 1-1 0 0,0-1 1 0 0,0 1 0 0 0,0 0 0 0 0,0-1 0 0 0,1 1-1 0 0,-1 0 1 0 0,1 0 0 0 0,-1-1 0 0 0,1 1 0 0 0,0-2-1 0 0,8-9 12 0 0,0 1 0 0 0,1-1 1 0 0,0 2-1 0 0,0-1 0 0 0,20-13 0 0 0,63-40 31 0 0,-82 58-20 0 0,239-136 9 0 0,-18 11 92 0 0,-229 129-138 0 0,0 0 0 0 0,0 0 0 0 0,0 0 0 0 0,-1 0 0 0 0,1 0 0 0 0,-1-1 0 0 0,1 1 0 0 0,-1-1 0 0 0,0 0 0 0 0,4-6 0 0 0,-5 8 30 0 0,-18 1-72 0 0,-11 3 35 0 0,-3 9 7 0 0,1 1 0 0 0,0 1 0 0 0,1 2-1 0 0,1 1 1 0 0,0 1 0 0 0,1 1 0 0 0,-33 32-1 0 0,52-44 25 0 0,0 0 0 0 0,1 1 1 0 0,0-1-1 0 0,0 1 0 0 0,1 1 0 0 0,0-1 0 0 0,1 1 0 0 0,0 1 0 0 0,-7 16 0 0 0,10-22-13 0 0,1 0 0 0 0,0 0 1 0 0,0 0-1 0 0,1 0 0 0 0,-1 0 0 0 0,1 0 1 0 0,0 0-1 0 0,0 0 0 0 0,0 0 0 0 0,1 0 1 0 0,-1 0-1 0 0,1 0 0 0 0,0 0 0 0 0,0 0 1 0 0,0-1-1 0 0,1 1 0 0 0,-1 0 0 0 0,1 0 1 0 0,0-1-1 0 0,0 1 0 0 0,1-1 0 0 0,-1 0 0 0 0,0 0 1 0 0,1 0-1 0 0,0 0 0 0 0,0 0 0 0 0,6 4 1 0 0,2 2 9 0 0,1-2-1 0 0,1 0 1 0 0,-1 0 0 0 0,1-1 0 0 0,0-1 0 0 0,0 0 0 0 0,1-1 0 0 0,0 0-1 0 0,27 3 1 0 0,8-1-331 0 0,72-2 0 0 0,106-12-4450 0 0,-78-11-6430 0 0,-122 15 4325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5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68 3028 0 0,'-114'25'9326'0'0,"-179"64"-1"0"0,291-89-9066 0 0,0 1 0 0 0,0 0 0 0 0,1-1 0 0 0,-1 1 0 0 0,1 0 0 0 0,-1 0 0 0 0,0 0 0 0 0,1 0 0 0 0,0 1 0 0 0,-1-1 0 0 0,1 0 0 0 0,0 1 0 0 0,-2 1 0 0 0,2-2-195 0 0,1-1 1 0 0,0 0-1 0 0,0 0 1 0 0,0 1 0 0 0,0-1-1 0 0,0 0 1 0 0,0 0-1 0 0,0 1 1 0 0,0-1-1 0 0,0 0 1 0 0,0 0 0 0 0,0 1-1 0 0,0-1 1 0 0,0 0-1 0 0,0 0 1 0 0,0 1-1 0 0,1-1 1 0 0,-1 0 0 0 0,0 0-1 0 0,0 1 1 0 0,0-1-1 0 0,0 0 1 0 0,0 0-1 0 0,1 1 1 0 0,-1-1 0 0 0,0 0-1 0 0,0 0 1 0 0,0 0-1 0 0,0 0 1 0 0,1 1 0 0 0,-1-1-1 0 0,0 0 1 0 0,18 5 700 0 0,48-3 41 0 0,-1-2 1 0 0,71-10-1 0 0,-67 4-561 0 0,1073-59 751 0 0,1 29-733 0 0,-1044 33-280 0 0,606-27-37 0 0,-676 27-185 0 0,0-1 0 0 0,35-9 0 0 0,-64 13 188 0 0,0 0 0 0 0,1 0 0 0 0,-1 0 0 0 0,0 0 0 0 0,1 0 0 0 0,-1 0 0 0 0,1 0 0 0 0,-1 0 0 0 0,0 0 0 0 0,1 0 0 0 0,-1 0 0 0 0,0 0 0 0 0,1 0 0 0 0,-1-1 0 0 0,0 1 0 0 0,1 0 0 0 0,-1 0 0 0 0,0 0 0 0 0,1-1 0 0 0,-1 1 0 0 0,0 0 0 0 0,1 0 0 0 0,-1-1 0 0 0,0 1 0 0 0,0 0 0 0 0,1-1 0 0 0,-1 1 0 0 0,0 0 0 0 0,0-1 0 0 0,0 1 0 0 0,0 0 1 0 0,1-1-1 0 0,-1 1 0 0 0,0 0 0 0 0,0-1 0 0 0,0 1 0 0 0,0 0 0 0 0,0-1 0 0 0,0 1 0 0 0,0-1 0 0 0,0 1 0 0 0,0 0 0 0 0,0-1 0 0 0,0 1 0 0 0,0 0 0 0 0,0-1 0 0 0,0 1 0 0 0,0-1 0 0 0,-1 1 0 0 0,1 0 0 0 0,0-1 0 0 0,0 1 0 0 0,0 0 0 0 0,0-1 0 0 0,-1 1 0 0 0,1 0 0 0 0,0 0 0 0 0,0-1 0 0 0,-1 1 0 0 0,1 0 0 0 0,0-1 0 0 0,-1 1 0 0 0,1 0 0 0 0,-1 0 0 0 0,-23-13-2963 0 0,-2 7 330 0 0,0 3 1 0 0,0 0-1 0 0,0 1 0 0 0,-39 3 0 0 0,51-1 908 0 0,-38 2-5633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7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222 181 828 0 0,'0'-3'1803'0'0,"0"-10"-287"0"0,1 0-1 0 0,1 1 1 0 0,0-1-1 0 0,1 1 1 0 0,8-24 0 0 0,-9 31-1260 0 0,0-1 0 0 0,0 1 1 0 0,0 0-1 0 0,1 0 1 0 0,0 0-1 0 0,0 1 1 0 0,0-1-1 0 0,1 1 0 0 0,-1-1 1 0 0,1 1-1 0 0,0 0 1 0 0,0 0-1 0 0,1 1 1 0 0,-1-1-1 0 0,9-4 0 0 0,-10 7-196 0 0,0 1-1 0 0,0-1 1 0 0,0 1-1 0 0,-1-1 1 0 0,1 1-1 0 0,0 0 1 0 0,0 0-1 0 0,0 1 0 0 0,0-1 1 0 0,0 0-1 0 0,0 1 1 0 0,-1 0-1 0 0,1 0 1 0 0,0 0-1 0 0,0 0 1 0 0,-1 0-1 0 0,1 0 0 0 0,-1 1 1 0 0,3 1-1 0 0,2 1 22 0 0,0 1 0 0 0,-1 0 0 0 0,0 0 0 0 0,0 0 0 0 0,7 9 0 0 0,-7-7-42 0 0,-1 0 1 0 0,0 0 0 0 0,0 1 0 0 0,-1-1-1 0 0,0 1 1 0 0,0 0 0 0 0,-1 1 0 0 0,0-1-1 0 0,0 1 1 0 0,-1-1 0 0 0,0 1 0 0 0,0 12-1 0 0,-1-8 60 0 0,-1-1 1 0 0,-1 1-1 0 0,0 0 0 0 0,-1-1 0 0 0,0 1 0 0 0,-1-1 0 0 0,0 0 0 0 0,-5 13 1 0 0,-1-5 83 0 0,0 0 1 0 0,-2 0 0 0 0,0-1 0 0 0,-1-1 0 0 0,0 0-1 0 0,-2-1 1 0 0,0 0 0 0 0,-1-1 0 0 0,-30 25 0 0 0,12-16 340 0 0,-1-2 1 0 0,-1-2 0 0 0,-65 30-1 0 0,77-40-59 0 0,-32 21 0 0 0,53-31-431 0 0,3 0-1 0 0,-1 0-32 0 0,0 0 0 0 0,0-1 0 0 0,0 1 0 0 0,0-1 0 0 0,1 1 1 0 0,-1 0-1 0 0,0-1 0 0 0,1 1 0 0 0,-1-1 0 0 0,0 1 1 0 0,1-1-1 0 0,-1 1 0 0 0,1-1 0 0 0,-1 1 0 0 0,0-1 1 0 0,1 0-1 0 0,0 1 0 0 0,-1-1 0 0 0,1 0 0 0 0,-1 1 0 0 0,1-1 1 0 0,-1 0-1 0 0,1 1 0 0 0,-1-1 0 0 0,1 0 0 0 0,0 0 1 0 0,-1 0-1 0 0,1 0 0 0 0,0 0 0 0 0,-1 0 0 0 0,2 0 1 0 0,-1 0 2 0 0,18 4 6 0 0,1-1 1 0 0,-1-1-1 0 0,1-1 0 0 0,-1 0 0 0 0,32-4 0 0 0,-21 1-5 0 0,401-17-43 0 0,-405 17-312 0 0,18 0-2575 0 0,-5-1-4707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7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29 110 2440 0 0,'-8'-13'6506'0'0,"-13"-20"3738"0"0,60 26-8113 0 0,276-30-1288 0 0,-171 18-9693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7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28 1752 0 0,'-38'-27'13889'0'0,"33"26"-12003"0"0,-4 2 1308 0 0,6 13-903 0 0,-6 193 4158 0 0,-30 106-5361 0 0,34-285-1093 0 0,-13 87-2085 0 0,10-39-4652 0 0,9-65 5124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8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83 2992 0 0,'42'-83'16730'0'0,"-43"88"-16240"0"0,-1 0 1 0 0,1 0-1 0 0,-1-1 0 0 0,0 1 1 0 0,0-1-1 0 0,-4 8 1 0 0,-2 4 197 0 0,-21 60 779 0 0,-18 81 0 0 0,32-105-1230 0 0,6-22-314 0 0,-31 121 356 0 0,23-50-3364 0 0,16-94 2259 0 0,1 0 0 0 0,0 0 0 0 0,0 0 0 0 0,0-1 0 0 0,1 1 1 0 0,1 9-1 0 0,7 6-7634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8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76 152 0 0,'6'-15'4894'0'0,"-2"1"0"0"0,5-20-1 0 0,-9 34-4748 0 0,0-1 0 0 0,0 0-1 0 0,0 1 1 0 0,1-1 0 0 0,-1 1-1 0 0,0-1 1 0 0,0 0 0 0 0,0 1-1 0 0,0-1 1 0 0,0 1 0 0 0,0-1-1 0 0,0 0 1 0 0,0 1 0 0 0,-1-1-1 0 0,1 1 1 0 0,0-1 0 0 0,0 1-1 0 0,0-1 1 0 0,-1 0 0 0 0,1 0-1 0 0,-9 2 2477 0 0,-9 16-303 0 0,4 5-1377 0 0,1 1 0 0 0,1 0 0 0 0,1 1-1 0 0,-14 44 1 0 0,11-21-330 0 0,-11 80 0 0 0,23-115-566 0 0,0-1 0 0 0,2 0 0 0 0,-1 1 1 0 0,2-1-1 0 0,-1 1 0 0 0,2-1 0 0 0,4 22 0 0 0,-5-29-34 0 0,0 0 0 0 0,0-1 0 0 0,1 0 0 0 0,-1 1 0 0 0,1-1 0 0 0,0 0 0 0 0,0 1 0 0 0,0-1 0 0 0,0 0 0 0 0,1 0 0 0 0,-1-1 0 0 0,1 1 0 0 0,0-1 0 0 0,0 1 0 0 0,0-1 0 0 0,0 0 0 0 0,0 0-1 0 0,0 0 1 0 0,0 0 0 0 0,1-1 0 0 0,-1 1 0 0 0,1-1 0 0 0,-1 0 0 0 0,1 0 0 0 0,0 0 0 0 0,-1 0 0 0 0,6 0 0 0 0,1-1 8 0 0,1 0 0 0 0,-1 0 0 0 0,0-1 1 0 0,0 0-1 0 0,0 0 0 0 0,0-1 0 0 0,0-1 0 0 0,0 0 0 0 0,-1 0 0 0 0,14-6 0 0 0,-11 2 17 0 0,1-1-1 0 0,-1 0 1 0 0,0 0-1 0 0,0-1 0 0 0,-1-1 1 0 0,16-16-1 0 0,-8 3-21 0 0,-1-1-1 0 0,-1-1 0 0 0,-1 0 0 0 0,-1-1 1 0 0,-1-1-1 0 0,15-40 0 0 0,-26 58-27 0 0,1 0-1 0 0,-1-1 0 0 0,-1 1 0 0 0,0-1 1 0 0,0 0-1 0 0,-1 1 0 0 0,0-1 0 0 0,-1 0 0 0 0,-1-15 1 0 0,0 20 9 0 0,0 1 1 0 0,0 0-1 0 0,0-1 1 0 0,-1 1 0 0 0,1 0-1 0 0,-1 0 1 0 0,0 0-1 0 0,0 0 1 0 0,-1 0 0 0 0,1 1-1 0 0,-1-1 1 0 0,0 1-1 0 0,0-1 1 0 0,0 1 0 0 0,0 0-1 0 0,0 0 1 0 0,-1 0-1 0 0,0 1 1 0 0,1-1 0 0 0,-1 1-1 0 0,0 0 1 0 0,0 0-1 0 0,-6-2 1 0 0,0 1-145 0 0,0 0 0 0 0,0 0-1 0 0,0 1 1 0 0,0 0 0 0 0,0 1 0 0 0,-1 0-1 0 0,1 1 1 0 0,0 0 0 0 0,-1 1 0 0 0,1 0 0 0 0,-19 4-1 0 0,15-1-1203 0 0,0 0-1 0 0,-26 12 1 0 0,25-8-1473 0 0,1 0 1 0 0,-17 13-1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8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67 2768 0 0,'-104'-17'18596'0'0,"101"17"-17727"0"0,0-1-172 0 0,1 1-610 0 0,-15-4 1342 0 0,15 1-757 0 0,13-2-553 0 0,27-5-397 0 0,0 1 0 0 0,66-5 0 0 0,19 10-4867 0 0,-115 5 4067 0 0,24 2-1084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9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 1044 0 0,'-190'134'19748'0'0,"190"-134"-19708"0"0,-1 0-1 0 0,1 0 1 0 0,0 0 0 0 0,0 0 0 0 0,-1 1-1 0 0,1-1 1 0 0,0 0 0 0 0,0 0-1 0 0,0 0 1 0 0,-1 0 0 0 0,1 1 0 0 0,0-1-1 0 0,0 0 1 0 0,0 0 0 0 0,-1 0-1 0 0,1 1 1 0 0,0-1 0 0 0,0 0 0 0 0,0 0-1 0 0,0 1 1 0 0,0-1 0 0 0,0 0-1 0 0,-1 0 1 0 0,1 1 0 0 0,0-1 0 0 0,0 0-1 0 0,0 1 1 0 0,0-1 0 0 0,0 0-1 0 0,0 0 1 0 0,0 1 0 0 0,0-1 0 0 0,0 1-1 0 0,10 2 280 0 0,16-4-177 0 0,57-13-145 0 0,172-30-3078 0 0,-85 11-6382 0 0,-112 21 1811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09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1628 0 0,'0'-3'1924'0'0,"5"-90"12113"0"0,-5 91-13605 0 0,0-6 1413 0 0,1 42-827 0 0,1 0 0 0 0,9 46 0 0 0,-6-59-926 0 0,-1-2-1 0 0,2 1 1 0 0,1-1-1 0 0,0 0 0 0 0,15 26 1 0 0,-19-39-75 0 0,1-1 1 0 0,0 0 0 0 0,0 0-1 0 0,0 0 1 0 0,1-1-1 0 0,-1 1 1 0 0,1-1 0 0 0,0 0-1 0 0,1 0 1 0 0,-1-1-1 0 0,1 0 1 0 0,6 4 0 0 0,-3-4 7 0 0,0 0 1 0 0,0 0-1 0 0,1 0 1 0 0,-1-1-1 0 0,1 0 1 0 0,-1-1 0 0 0,17 0-1 0 0,-13-1-5 0 0,0-1 0 0 0,0 0 0 0 0,0-1 1 0 0,0 0-1 0 0,0-2 0 0 0,0 1 0 0 0,-1-1 0 0 0,1-1 0 0 0,-1 0 0 0 0,0-1 0 0 0,-1 0 0 0 0,13-9 1 0 0,-4-3-5 0 0,-1 0 0 0 0,-1-1 0 0 0,0-1 0 0 0,-2-1 0 0 0,0 0 0 0 0,24-47 0 0 0,-39 66-43 0 0,-8 22 213 0 0,-56 193 2649 0 0,-22 55-63 0 0,78-250-2560 0 0,-2 0 1 0 0,0 0-1 0 0,-1-1 0 0 0,-1-1 1 0 0,0 0-1 0 0,-15 16 0 0 0,18-24-109 0 0,0 0-1 0 0,0 0 1 0 0,-1-1-1 0 0,0 0 1 0 0,0-1 0 0 0,0 0-1 0 0,-1 0 1 0 0,0-1-1 0 0,0 0 1 0 0,-1-1-1 0 0,-21 6 1 0 0,30-9-102 0 0,0 0-1 0 0,0-1 1 0 0,0 1-1 0 0,-1-1 1 0 0,1 1 0 0 0,0-1-1 0 0,0 0 1 0 0,0 1 0 0 0,-1-1-1 0 0,1-1 1 0 0,0 1-1 0 0,0 0 1 0 0,0 0 0 0 0,-4-2-1 0 0,0 1-1 0 0,-2 0 1 0 0,0 0 0 0 0,1-1 0 0 0,0 1 0 0 0,-1-2 0 0 0,-9-3 0 0 0,14 5 0 0 0,0 0 0 0 0,0-1 0 0 0,0 1 0 0 0,1-1 0 0 0,-1 1 0 0 0,1-1 0 0 0,-1 0 0 0 0,1 0 0 0 0,0 0 0 0 0,-1-1 0 0 0,1 1 0 0 0,0 0 0 0 0,1-1 0 0 0,-1 1 0 0 0,-2-5 0 0 0,3 4-223 0 0,0 0 0 0 0,0 0-1 0 0,0 0 1 0 0,1 0 0 0 0,-1 0 0 0 0,1 0 0 0 0,0 0 0 0 0,0-1-1 0 0,0 1 1 0 0,0 0 0 0 0,0 0 0 0 0,1 0 0 0 0,-1 0 0 0 0,1 0-1 0 0,0 0 1 0 0,0 0 0 0 0,0 0 0 0 0,0 0 0 0 0,1 0 0 0 0,-1 0-1 0 0,1 1 1 0 0,-1-1 0 0 0,1 1 0 0 0,3-4 0 0 0,0 1-589 0 0,1-1 0 0 0,-1 1 0 0 0,2 0 0 0 0,-1 0 1 0 0,0 1-1 0 0,1 0 0 0 0,7-4 0 0 0,18-4-10690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10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1 512 0 0,'-334'154'18546'0'0,"300"-133"-13957"0"0,36-20-4485 0 0,-1 0-1 0 0,0 0 1 0 0,1 0 0 0 0,-1 0-1 0 0,1 0 1 0 0,-1-1 0 0 0,1 1 0 0 0,0-1-1 0 0,-1 1 1 0 0,1-1 0 0 0,0 1 0 0 0,-1-1-1 0 0,1 0 1 0 0,0 0 0 0 0,-1 0-1 0 0,4 0 1 0 0,35-3 630 0 0,-23 1-457 0 0,161-13 777 0 0,395-26-114 0 0,132 19-645 0 0,-163 7-209 0 0,-493 13-95 0 0,193-14-333 0 0,-238 16 83 0 0,-1-1 1 0 0,1 0-1 0 0,0 1 1 0 0,-1-1 0 0 0,1-1-1 0 0,-1 1 1 0 0,1 0 0 0 0,-1-1-1 0 0,0 0 1 0 0,0 0-1 0 0,0 0 1 0 0,5-4 0 0 0,-8 6 189 0 0,0 0 0 0 0,0 0 0 0 0,0 0 0 0 0,1-1 0 0 0,-1 1 0 0 0,0 0 0 0 0,0 0 0 0 0,0-1 0 0 0,0 1 0 0 0,0 0 0 0 0,0 0 0 0 0,0-1 0 0 0,0 1 0 0 0,0 0 0 0 0,1-1 0 0 0,-1 1 0 0 0,0 0 0 0 0,0 0 0 0 0,0-1 0 0 0,-1 1 0 0 0,1 0 0 0 0,0-1 0 0 0,0 1 0 0 0,0 0 0 0 0,0 0 0 0 0,0-1 0 0 0,0 1 0 0 0,0 0 0 0 0,0 0 0 0 0,0-1 0 0 0,-1 1 0 0 0,1 0 0 0 0,0 0 0 0 0,0-1 0 0 0,0 1 0 0 0,-1 0 0 0 0,1 0 0 0 0,0 0 0 0 0,0 0 0 0 0,-1-1 0 0 0,1 1 0 0 0,0 0 0 0 0,0 0 0 0 0,-1 0 0 0 0,1 0 0 0 0,0 0 0 0 0,0 0 0 0 0,-1-1 0 0 0,1 1 0 0 0,-1 0 0 0 0,-11-5-1249 0 0,12 5 1310 0 0,-16-4-1447 0 0,1 1 1 0 0,-1 1 0 0 0,0 0 0 0 0,0 1 0 0 0,-19 1 0 0 0,-5 0-2507 0 0,1-2-1190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14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10 1516 0 0,'0'0'17646'0'0,"-8"2"-16315"0"0,191-8-1305 0 0,-31 2-11 0 0,-76 2 92 0 0,-73 2-91 0 0,0 0 4 0 0,10 0-16 0 0,-10 0 4 0 0,0 0-107 0 0,26 0-3193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15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95 2648 0 0,'1'-32'7295'0'0,"0"19"-4241"0"0,-1 1-1 0 0,-2-26 1700 0 0,-14 61-3253 0 0,6 13-643 0 0,-1 0-258 0 0,-13 74 0 0 0,23-100-576 0 0,0 0 0 0 0,0 1 0 0 0,1-1 0 0 0,0 1 0 0 0,1-1 0 0 0,0 1 0 0 0,1-1 1 0 0,0 0-1 0 0,1 0 0 0 0,0 0 0 0 0,0 0 0 0 0,6 10 0 0 0,-7-15-14 0 0,1 0 1 0 0,0 0-1 0 0,1 0 0 0 0,-1 0 0 0 0,1-1 0 0 0,0 1 0 0 0,0-1 1 0 0,1 0-1 0 0,-1 0 0 0 0,1-1 0 0 0,0 1 0 0 0,0-1 1 0 0,0 0-1 0 0,0 0 0 0 0,0-1 0 0 0,1 0 0 0 0,-1 0 0 0 0,1 0 1 0 0,0 0-1 0 0,0-1 0 0 0,-1 0 0 0 0,1 0 0 0 0,0 0 0 0 0,0-1 1 0 0,0 0-1 0 0,0 0 0 0 0,0-1 0 0 0,0 0 0 0 0,0 0 1 0 0,-1 0-1 0 0,1 0 0 0 0,0-1 0 0 0,-1 0 0 0 0,1 0 0 0 0,-1-1 1 0 0,0 0-1 0 0,9-5 0 0 0,-4 1-13 0 0,-1 0-1 0 0,0-1 1 0 0,-1 0 0 0 0,0 0-1 0 0,0-1 1 0 0,-1 0 0 0 0,9-14-1 0 0,2-6 160 0 0,15-37 0 0 0,-14 27 392 0 0,-5-1 1356 0 0,-14 45-1665 0 0,-1 0 1 0 0,0-1-1 0 0,-1 1 1 0 0,1-1-1 0 0,-4 6 1 0 0,-2 8 333 0 0,-30 131 934 0 0,-22 186 0 0 0,55-309-1486 0 0,-26 169-1518 0 0,29-186 982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15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81 1612 0 0,'-1'-3'3294'0'0,"-1"-9"-528"0"0,-1-34 10506 0 0,5 35-12360 0 0,-2 9-336 0 0,236 11 2893 0 0,-215-8-4919 0 0,0-1 0 0 0,24-3 1 0 0,-33 1-2544 0 0,1 0 0 0 0,21-8 1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16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97 716 0 0,'-10'-28'10245'0'0,"-1"-11"-2611"0"0,11 38-7530 0 0,0 0 0 0 0,0 0 0 0 0,0-1 0 0 0,0 1 1 0 0,1 0-1 0 0,-1 0 0 0 0,0 0 0 0 0,0 0 0 0 0,1 0 0 0 0,-1 0 0 0 0,0 0 0 0 0,1 0 0 0 0,-1 0 0 0 0,1 0 1 0 0,0 0-1 0 0,-1 0 0 0 0,1 0 0 0 0,0 0 0 0 0,-1 0 0 0 0,1 0 0 0 0,0 1 0 0 0,0-1 0 0 0,0 0 1 0 0,0 1-1 0 0,0-1 0 0 0,0 0 0 0 0,0 1 0 0 0,0-1 0 0 0,0 1 0 0 0,0 0 0 0 0,0-1 0 0 0,0 1 0 0 0,0 0 1 0 0,0-1-1 0 0,0 1 0 0 0,0 0 0 0 0,1 0 0 0 0,0 0 0 0 0,5 0 124 0 0,-1-1-1 0 0,1 1 0 0 0,0 0 1 0 0,6 2-1 0 0,-12-2-221 0 0,9 2 189 0 0,0 0 0 0 0,1 0 0 0 0,-1 1-1 0 0,0 1 1 0 0,0-1 0 0 0,-1 2 0 0 0,1-1-1 0 0,-1 1 1 0 0,0 1 0 0 0,0 0 0 0 0,-1 0 0 0 0,0 1-1 0 0,0 0 1 0 0,0 0 0 0 0,-1 1 0 0 0,0 0 0 0 0,0 0-1 0 0,-1 0 1 0 0,0 1 0 0 0,-1 0 0 0 0,0 0 0 0 0,0 1-1 0 0,-1 0 1 0 0,0-1 0 0 0,3 15 0 0 0,-6-16-60 0 0,0 0 0 0 0,-1 0 1 0 0,0 0-1 0 0,-1 0 1 0 0,0 0-1 0 0,0 0 1 0 0,-1 0-1 0 0,1 0 0 0 0,-2 0 1 0 0,1-1-1 0 0,-1 1 1 0 0,0-1-1 0 0,-1 0 1 0 0,0 0-1 0 0,0 0 0 0 0,-7 9 1 0 0,-8 8 245 0 0,-1 0 0 0 0,-40 37 0 0 0,-73 53 22 0 0,83-73-347 0 0,28-26-56 0 0,-19 16 0 0 0,32-20 0 0 0,5-1 0 0 0,9 0 0 0 0,-2-8 0 0 0,1 0 0 0 0,-1-1 0 0 0,0 1 0 0 0,1-1 0 0 0,-1 0 0 0 0,1 0 0 0 0,-1 0 0 0 0,1 0 0 0 0,0-1 0 0 0,-1 1 0 0 0,7-1 0 0 0,48-4 0 0 0,-37 3 0 0 0,51-6 0 0 0,0-3 0 0 0,90-23 0 0 0,-123 19 0 0 0,-24 9 0 0 0,-2-2 0 0 0,-11 6-443 0 0,0-1 0 0 0,1 0 0 0 0,-1 1 0 0 0,0-1 0 0 0,0 0 0 0 0,0 0 0 0 0,0 0 0 0 0,1-2 0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16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21 1508 0 0,'-21'-5'4998'0'0,"0"2"-1"0"0,0 0 1 0 0,-43 1 0 0 0,281-5-4663 0 0,-105 13-2206 0 0,-4 11-3333 0 0,-69-5-1194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16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 2972 0 0,'-60'23'4819'0'0,"22"-9"1019"0"0,-70 37-1 0 0,108-51-5800 0 0,0 0 1 0 0,1 0-1 0 0,-1 0 1 0 0,0 0-1 0 0,0 0 1 0 0,1 0-1 0 0,-1 0 1 0 0,0 0-1 0 0,0 0 1 0 0,1 1-1 0 0,-1-1 1 0 0,0 0-1 0 0,0 0 1 0 0,1 0-1 0 0,-1 0 1 0 0,0 0-1 0 0,0 1 1 0 0,0-1-1 0 0,1 0 1 0 0,-1 0-1 0 0,0 0 1 0 0,0 1-1 0 0,0-1 1 0 0,0 0-1 0 0,0 0 0 0 0,1 0 1 0 0,-1 1-1 0 0,0-1 1 0 0,0 0-1 0 0,0 0 1 0 0,0 1-1 0 0,0-1 1 0 0,0 0-1 0 0,0 1 1 0 0,0-1-1 0 0,0 0 1 0 0,0 0-1 0 0,0 1 1 0 0,0-1-1 0 0,0 0 1 0 0,0 0-1 0 0,0 1 1 0 0,0-1-1 0 0,0 0 1 0 0,0 0-1 0 0,0 1 1 0 0,0-1-1 0 0,-1 0 1 0 0,1 0-1 0 0,0 1 1 0 0,0-1-1 0 0,0 0 1 0 0,0 0-1 0 0,-1 0 1 0 0,1 1-1 0 0,0-1 1 0 0,0 0-1 0 0,0 0 1 0 0,-1 0-1 0 0,1 0 1 0 0,0 1-1 0 0,0-1 1 0 0,-1 0-1 0 0,1 0 1 0 0,0 0-1 0 0,0 0 1 0 0,-1 0-1 0 0,1 0 1 0 0,20 4 609 0 0,23-2-213 0 0,1-2 0 0 0,64-9 0 0 0,-54 4-385 0 0,275-29-4011 0 0,-112-4-6587 0 0,-157 24 3413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17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1 157 684 0 0,'2'-4'966'0'0,"1"0"1"0"0,-1 1-1 0 0,1-1 0 0 0,-1 0 0 0 0,0 0 1 0 0,0 0-1 0 0,-1-1 0 0 0,1 1 0 0 0,-1 0 1 0 0,0-1-1 0 0,0 1 0 0 0,-1-1 1 0 0,1 1-1 0 0,-1-1 0 0 0,0 1 0 0 0,0-1 1 0 0,0 1-1 0 0,-1-1 0 0 0,0 1 0 0 0,1-1 1 0 0,-3-4-1 0 0,-1-2 231 0 0,2 6-559 0 0,0 0 1 0 0,1 0-1 0 0,-1 0 1 0 0,0-10 0 0 0,2 15-625 0 0,0-1 0 0 0,0 1 0 0 0,0 0 0 0 0,0-1 0 0 0,0 1 0 0 0,0-1 0 0 0,1 1 0 0 0,-1-1 0 0 0,0 1 0 0 0,0 0 1 0 0,0-1-1 0 0,1 1 0 0 0,-1-1 0 0 0,0 1 0 0 0,1 0 0 0 0,-1-1 0 0 0,0 1 0 0 0,1 0 0 0 0,-1-1 0 0 0,0 1 0 0 0,1 0 0 0 0,-1 0 0 0 0,1 0 0 0 0,-1-1 0 0 0,0 1 1 0 0,1 0-1 0 0,-1 0 0 0 0,1 0 0 0 0,20-2 118 0 0,70 7-12 0 0,-1 5 0 0 0,141 32 0 0 0,-202-35-124 0 0,-20-6 14 0 0,-1 1 1 0 0,0 0-1 0 0,0 0 0 0 0,0 1 0 0 0,0-1 0 0 0,0 2 1 0 0,0-1-1 0 0,-1 1 0 0 0,0 0 0 0 0,10 8 1 0 0,-16-11-10 0 0,0 0 1 0 0,0 1-1 0 0,0 0 1 0 0,0-1-1 0 0,0 1 1 0 0,0-1 0 0 0,0 1-1 0 0,-1 0 1 0 0,1-1-1 0 0,-1 1 1 0 0,1 0 0 0 0,-1 0-1 0 0,0 0 1 0 0,1-1-1 0 0,-1 1 1 0 0,0 0-1 0 0,0 0 1 0 0,0 0 0 0 0,-1 0-1 0 0,1-1 1 0 0,0 1-1 0 0,-1 0 1 0 0,1 0 0 0 0,-1-1-1 0 0,0 1 1 0 0,1 0-1 0 0,-1-1 1 0 0,0 1 0 0 0,0 0-1 0 0,0-1 1 0 0,-2 3-1 0 0,-4 5 2 0 0,0 0 0 0 0,-1 0-1 0 0,-15 13 1 0 0,17-16 12 0 0,-67 58 1378 0 0,-130 86 0 0 0,148-112-705 0 0,32-23-493 0 0,5-3-14 0 0,1 1 0 0 0,-18 16 1 0 0,34-28-173 0 0,1-1 1 0 0,0 0-1 0 0,-1 0 1 0 0,1 1-1 0 0,0-1 1 0 0,0 1-1 0 0,-1-1 1 0 0,1 0-1 0 0,0 1 1 0 0,0-1-1 0 0,-1 0 1 0 0,1 1-1 0 0,0-1 1 0 0,0 1 0 0 0,0-1-1 0 0,0 1 1 0 0,0-1-1 0 0,0 0 1 0 0,0 1-1 0 0,-1-1 1 0 0,1 1-1 0 0,0-1 1 0 0,1 1-1 0 0,-1-1 1 0 0,0 1-1 0 0,0-1 1 0 0,0 0-1 0 0,0 1 1 0 0,0-1-1 0 0,0 1 1 0 0,0-1 0 0 0,1 0-1 0 0,-1 1 1 0 0,0-1-1 0 0,0 1 1 0 0,1-1-1 0 0,-1 0 1 0 0,0 1-1 0 0,1-1 1 0 0,-1 0-1 0 0,0 1 1 0 0,1-1-1 0 0,-1 0 1 0 0,0 0-1 0 0,1 1 1 0 0,-1-1 0 0 0,0 0-1 0 0,1 0 1 0 0,-1 0-1 0 0,1 0 1 0 0,-1 1-1 0 0,1-1 1 0 0,-1 0-1 0 0,0 0 1 0 0,1 0-1 0 0,29 7 579 0 0,-28-7-572 0 0,69 8-16 0 0,122-4 0 0 0,-102-4 0 0 0,88 2-2349 0 0,89-3-5596 0 0,-26 0 3211 0 0,-232 1 3453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17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 1 2952 0 0,'-496'64'17519'0'0,"451"-59"-15347"0"0,-29 2 2050 0 0,111-21-2628 0 0,53-1-851 0 0,108-3-1 0 0,96 12-449 0 0,-240 6-217 0 0,560 5 82 0 0,-108 1-38 0 0,-478-6-170 0 0,7 1-649 0 0,49-6 1 0 0,-83 5 552 0 0,-1-1 0 0 0,1 1-1 0 0,0 0 1 0 0,0 0 0 0 0,0 0 0 0 0,0-1-1 0 0,-1 1 1 0 0,1-1 0 0 0,0 1 0 0 0,0 0 0 0 0,0-1-1 0 0,-1 1 1 0 0,1-1 0 0 0,0 0 0 0 0,-1 1-1 0 0,1-2 1 0 0,-1 2 49 0 0,0 0-1 0 0,1 0 0 0 0,-1-1 1 0 0,0 1-1 0 0,0 0 1 0 0,0 0-1 0 0,0-1 1 0 0,0 1-1 0 0,-1 0 0 0 0,1-1 1 0 0,0 1-1 0 0,0 0 1 0 0,0 0-1 0 0,0-1 0 0 0,0 1 1 0 0,0 0-1 0 0,0 0 1 0 0,0-1-1 0 0,-1 1 0 0 0,1 0 1 0 0,-3-2-1269 0 0,3 2 1268 0 0,0-1 0 0 0,-1 1 1 0 0,1 0-1 0 0,0 0 1 0 0,-1 0-1 0 0,1 0 0 0 0,0 0 1 0 0,0 0-1 0 0,-1 0 1 0 0,1 0-1 0 0,0 0 0 0 0,0 1 1 0 0,-1-1-1 0 0,1 0 1 0 0,-149-8-12303 0 0,101 6 5425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0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44 2284 0 0,'40'-43'12405'0'0,"-40"43"-12285"0"0,1 0 1 0 0,0 1 0 0 0,-1-1-1 0 0,1 0 1 0 0,0 1-1 0 0,-1-1 1 0 0,1 0 0 0 0,-1 1-1 0 0,1-1 1 0 0,-1 1 0 0 0,1-1-1 0 0,-1 1 1 0 0,0-1-1 0 0,1 1 1 0 0,-1-1 0 0 0,1 1-1 0 0,-1-1 1 0 0,0 1 0 0 0,0 0-1 0 0,1-1 1 0 0,-1 1-1 0 0,0 0 1 0 0,6 19 1336 0 0,-5-18-1248 0 0,7 35 1701 0 0,-1 0 0 0 0,-2 0 0 0 0,0 61 0 0 0,-15 113 2083 0 0,-10-53-2430 0 0,15-128-1540 0 0,-2 0 1 0 0,-1-1-1 0 0,-15 34 0 0 0,12-30-1322 0 0,3-1-3680 0 0,44-43-10618 0 0,-32 8 14105 0 0,13-9-5155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1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43 2772 0 0,'7'-22'4131'0'0,"-7"21"-3908"0"0,0 0 0 0 0,0 0 0 0 0,0 1 0 0 0,0-1 0 0 0,0 0 0 0 0,0 0 0 0 0,0 0 0 0 0,0 1 0 0 0,0-1 1 0 0,-1 0-1 0 0,1 0 0 0 0,0 1 0 0 0,-1-1 0 0 0,1 0 0 0 0,0 1 0 0 0,-1-1 0 0 0,1 0 0 0 0,-1 1 0 0 0,1-1 1 0 0,-1 0-1 0 0,1 1 0 0 0,-1-1 0 0 0,1 1 0 0 0,-1-1 0 0 0,-1 0 0 0 0,1 1-90 0 0,0 0 0 0 0,0-1-1 0 0,0 1 1 0 0,0 0 0 0 0,0 0 0 0 0,0 0-1 0 0,0 0 1 0 0,0 0 0 0 0,0 0 0 0 0,0 0-1 0 0,0 0 1 0 0,1 1 0 0 0,-1-1 0 0 0,0 0-1 0 0,0 0 1 0 0,0 1 0 0 0,0-1-1 0 0,0 1 1 0 0,-1 0 0 0 0,-18 11 1165 0 0,17-10-937 0 0,-11 9-62 0 0,1 0 0 0 0,0 1 1 0 0,1 0-1 0 0,0 1 0 0 0,1 0 0 0 0,0 1 1 0 0,1 0-1 0 0,1 0 0 0 0,0 1 0 0 0,1 1 0 0 0,0-1 1 0 0,2 1-1 0 0,0 1 0 0 0,0-1 0 0 0,-5 32 1 0 0,11-38-282 0 0,-1-1 0 0 0,2 1 0 0 0,-1-1 1 0 0,1 1-1 0 0,1-1 0 0 0,-1 0 0 0 0,2 0 1 0 0,-1 1-1 0 0,1-1 0 0 0,1-1 0 0 0,0 1 0 0 0,0 0 1 0 0,0-1-1 0 0,1 0 0 0 0,1 0 0 0 0,-1 0 1 0 0,1-1-1 0 0,0 0 0 0 0,1 0 0 0 0,0 0 1 0 0,0-1-1 0 0,16 11 0 0 0,-14-11-3 0 0,2 1-1 0 0,-1-2 1 0 0,1 1 0 0 0,0-1-1 0 0,0-1 1 0 0,0 0-1 0 0,1-1 1 0 0,-1 0 0 0 0,1 0-1 0 0,0-1 1 0 0,0-1 0 0 0,0 0-1 0 0,0-1 1 0 0,0 0 0 0 0,0-1-1 0 0,0 0 1 0 0,-1-1-1 0 0,14-3 1 0 0,-18 2-8 0 0,1 0 0 0 0,0-1 0 0 0,-1 0-1 0 0,1 0 1 0 0,-1 0 0 0 0,-1-1 0 0 0,1 0 0 0 0,-1-1 0 0 0,1 1 0 0 0,-1-1-1 0 0,-1 0 1 0 0,1-1 0 0 0,-1 0 0 0 0,0 1 0 0 0,5-11 0 0 0,-2 1-5 0 0,0-1 1 0 0,0 0 0 0 0,-2 0 0 0 0,0 0 0 0 0,-1-1 0 0 0,3-18-1 0 0,-7 26 6 0 0,1 0-1 0 0,-1 1 0 0 0,-1-1 0 0 0,0 0 1 0 0,-1 0-1 0 0,1 0 0 0 0,-2 0 1 0 0,0 1-1 0 0,0-1 0 0 0,0 1 0 0 0,-1-1 1 0 0,-1 1-1 0 0,0 0 0 0 0,0 0 0 0 0,-9-14 1 0 0,8 17-14 0 0,1-1 0 0 0,-2 1 1 0 0,1 0-1 0 0,-1 1 0 0 0,0-1 1 0 0,0 1-1 0 0,0 0 1 0 0,-1 1-1 0 0,0 0 0 0 0,0 0 1 0 0,0 0-1 0 0,0 1 0 0 0,0 0 1 0 0,-1 0-1 0 0,0 1 0 0 0,1 0 1 0 0,-1 0-1 0 0,0 1 0 0 0,-15-1 1 0 0,13 2-226 0 0,-1 0 0 0 0,0 0 1 0 0,0 2-1 0 0,1-1 1 0 0,-1 1-1 0 0,-16 5 0 0 0,21-4-279 0 0,0-1 0 0 0,0 1 0 0 0,0 0 0 0 0,0 0 0 0 0,1 1 0 0 0,-1 0 0 0 0,-5 4 0 0 0,9-5 84 0 0,0-1 0 0 0,1 0 0 0 0,-1 0 1 0 0,0 0-1 0 0,1 1 0 0 0,0-1 0 0 0,-1 1 0 0 0,-1 4 0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1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1536 0 0,'12'-5'11084'0'0,"4"1"-4376"0"0,-11 3-6888 0 0,-2 0 916 0 0,13 1 474 0 0,18-1-406 0 0,0-1 1 0 0,62-13-1 0 0,61-27-1738 0 0,-108 24-3249 0 0,-17 3-4247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2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67 612 0 0,'3'-67'20937'0'0,"-12"73"-19537"0"0,5-1-1151 0 0,0 1 0 0 0,1-1 0 0 0,0 0 0 0 0,0 1 0 0 0,0 0 0 0 0,1 0 0 0 0,-1 0 0 0 0,0 7 0 0 0,-1-1 10 0 0,-6 18 221 0 0,1 1 0 0 0,-7 52 0 0 0,14-66-414 0 0,1 0 1 0 0,0 0 0 0 0,1 0-1 0 0,1 0 1 0 0,0 0 0 0 0,7 27-1 0 0,-7-39-55 0 0,1 0 0 0 0,-1 0 0 0 0,1 0 0 0 0,0 0 1 0 0,1 0-1 0 0,-1 0 0 0 0,1-1 0 0 0,0 1 0 0 0,0-1 0 0 0,0 0 0 0 0,1 0 0 0 0,-1 0 0 0 0,1-1 0 0 0,0 1 0 0 0,0-1 0 0 0,0 0 0 0 0,1 0 0 0 0,-1 0 0 0 0,1 0 0 0 0,8 3 1 0 0,-7-4-5 0 0,1-1 1 0 0,-1 0 0 0 0,0 1 0 0 0,1-2 0 0 0,-1 1 0 0 0,0-1 0 0 0,1 0-1 0 0,-1 0 1 0 0,1-1 0 0 0,-1 0 0 0 0,0 0 0 0 0,1 0 0 0 0,-1-1 0 0 0,0 0-1 0 0,0 0 1 0 0,9-6 0 0 0,0 1-19 0 0,-1-2 1 0 0,-1 0-1 0 0,0-1 0 0 0,0 0 0 0 0,-1-1 1 0 0,0 0-1 0 0,12-16 0 0 0,64-96 202 0 0,-48 65 910 0 0,-31 45-645 0 0,-5 12 549 0 0,-6 21 944 0 0,-1-7-1816 0 0,-22 157 15 0 0,-3 204 1 0 0,21-272-3623 0 0,-28 135-13858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5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31 2052 0 0,'-17'-21'8794'0'0,"6"13"-5764"0"0,7 8-2006 0 0,4-1-953 0 0,-1 1-1 0 0,1 0 1 0 0,-1 0-1 0 0,1 0 0 0 0,-1 0 1 0 0,1 0-1 0 0,-1 0 1 0 0,1 0-1 0 0,-1 0 1 0 0,1 0-1 0 0,-1 0 1 0 0,1 0-1 0 0,0 0 1 0 0,-1 0-1 0 0,1 0 0 0 0,-1 0 1 0 0,1 1-1 0 0,-1-1 1 0 0,1 0-1 0 0,-1 0 1 0 0,1 0-1 0 0,-1 1 1 0 0,1-1-1 0 0,0 0 0 0 0,-1 1 1 0 0,1-1-1 0 0,0 0 1 0 0,-1 1-1 0 0,1-1 1 0 0,0 0-1 0 0,-1 1 1 0 0,1-1-1 0 0,-1 1 1 0 0,-5 9 556 0 0,0 1 0 0 0,0-1 0 0 0,1 1 1 0 0,0 0-1 0 0,1 0 0 0 0,-4 16 1 0 0,-14 78 1814 0 0,15-68-1657 0 0,-27 171 2261 0 0,-7 28-1234 0 0,40-229-415 0 0,-1 6-6383 0 0,34-56-10785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5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55 828 0 0,'22'-47'13051'0'0,"-21"46"-12864"0"0,0 1 0 0 0,0-1 0 0 0,0 0 0 0 0,0 0 0 0 0,1 1 0 0 0,-1-1 0 0 0,0 1 0 0 0,0-1 0 0 0,1 1 0 0 0,-1-1 0 0 0,1 1 0 0 0,-1 0 0 0 0,0 0 0 0 0,1-1 0 0 0,-1 1 0 0 0,1 0 0 0 0,-1 0 0 0 0,0 1 0 0 0,1-1 0 0 0,-1 0 0 0 0,1 0 0 0 0,-1 1 0 0 0,3 0 0 0 0,7 4 172 0 0,1 1-1 0 0,-1 0 1 0 0,0 1 0 0 0,-1 0-1 0 0,1 1 1 0 0,-1 0 0 0 0,-1 1-1 0 0,0 0 1 0 0,15 19 0 0 0,-20-22-256 0 0,0 0 0 0 0,0 0 1 0 0,-1 0-1 0 0,0 0 0 0 0,0 1 1 0 0,0-1-1 0 0,-1 1 0 0 0,0 0 1 0 0,0 0-1 0 0,-1 0 0 0 0,0 0 1 0 0,0 0-1 0 0,-1 0 0 0 0,1 0 1 0 0,-2 0-1 0 0,1 0 0 0 0,-1 0 1 0 0,0 0-1 0 0,-4 13 0 0 0,-2-1 273 0 0,0-1 1 0 0,-2 0-1 0 0,0 0 0 0 0,-1 0 0 0 0,-1-1 1 0 0,-1-1-1 0 0,0 0 0 0 0,-19 18 0 0 0,-18 15 640 0 0,-58 43 0 0 0,76-66-686 0 0,13-11-204 0 0,7-7 2 0 0,0 1 1 0 0,-13 14 0 0 0,24-23-126 0 0,0 1 1 0 0,0-1-1 0 0,0 0 1 0 0,0 0-1 0 0,0 1 0 0 0,0-1 1 0 0,0 0-1 0 0,0 1 1 0 0,0-1-1 0 0,0 0 0 0 0,0 0 1 0 0,0 1-1 0 0,0-1 0 0 0,0 0 1 0 0,0 0-1 0 0,0 1 1 0 0,0-1-1 0 0,1 0 0 0 0,-1 0 1 0 0,0 1-1 0 0,0-1 0 0 0,0 0 1 0 0,0 0-1 0 0,0 0 1 0 0,1 1-1 0 0,-1-1 0 0 0,0 0 1 0 0,0 0-1 0 0,0 0 0 0 0,1 1 1 0 0,-1-1-1 0 0,0 0 1 0 0,0 0-1 0 0,1 0 0 0 0,-1 0 1 0 0,0 0-1 0 0,0 0 1 0 0,1 0-1 0 0,-1 1 0 0 0,0-1 1 0 0,0 0-1 0 0,1 0 0 0 0,-1 0 1 0 0,0 0-1 0 0,0 0 1 0 0,1 0-1 0 0,-1 0 0 0 0,0 0 1 0 0,0 0-1 0 0,1-1 0 0 0,-1 1 1 0 0,15 2 17 0 0,-15-2-23 0 0,39-2 21 0 0,1-3 0 0 0,-1 0 0 0 0,40-12 0 0 0,-17 3-329 0 0,-9 2-1462 0 0,85-30 1 0 0,-101 27-707 0 0,-1-1 1 0 0,-1-1-1 0 0,34-23 1 0 0,-24 4-4910 0 0,-25 19 390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4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84 101 1348 0 0,'-16'-50'8946'0'0,"15"45"-8445"0"0,0 1 0 0 0,1-1 0 0 0,0 1 0 0 0,-1 0 0 0 0,2-7 0 0 0,-1 10-446 0 0,1 0 0 0 0,-1 0 0 0 0,0 0 0 0 0,1 0 0 0 0,-1 0 0 0 0,1 1 0 0 0,-1-1 0 0 0,1 0 0 0 0,-1 0 0 0 0,1 1 0 0 0,0-1 0 0 0,-1 0 0 0 0,1 1 0 0 0,0-1 0 0 0,-1 1 0 0 0,1-1 0 0 0,0 1 0 0 0,0-1 0 0 0,0 1 0 0 0,0-1 0 0 0,-1 1 0 0 0,1 0 0 0 0,0-1 0 0 0,0 1 0 0 0,0 0 0 0 0,0 0 0 0 0,1 0 0 0 0,23-1 724 0 0,-20 2-682 0 0,0 0 1 0 0,0 0 0 0 0,0 0 0 0 0,0 1-1 0 0,0 0 1 0 0,0 0 0 0 0,0 1-1 0 0,-1-1 1 0 0,9 7 0 0 0,33 32 402 0 0,-39-34-416 0 0,1 2-1 0 0,-2-1 1 0 0,1 1-1 0 0,-1 0 0 0 0,-1 0 1 0 0,1 0-1 0 0,-1 1 1 0 0,-1 0-1 0 0,0 0 1 0 0,-1 0-1 0 0,0 1 1 0 0,0-1-1 0 0,-1 1 0 0 0,0-1 1 0 0,-1 1-1 0 0,0 0 1 0 0,-1 0-1 0 0,0-1 1 0 0,-1 1-1 0 0,-3 19 1 0 0,1-15 20 0 0,-1 0 1 0 0,-1 1 0 0 0,0-1 0 0 0,-2-1 0 0 0,1 1-1 0 0,-1-1 1 0 0,-1-1 0 0 0,-1 1 0 0 0,0-1 0 0 0,-1-1-1 0 0,0 1 1 0 0,0-2 0 0 0,-19 17 0 0 0,16-17 46 0 0,-1 1 1 0 0,0-1-1 0 0,0-1 1 0 0,-1-1-1 0 0,0 0 1 0 0,-1-1-1 0 0,-18 7 1 0 0,33-14-143 0 0,0-1 1 0 0,0 1-1 0 0,0-1 1 0 0,0 0-1 0 0,0 0 0 0 0,0 0 1 0 0,0 1-1 0 0,0-1 0 0 0,0 0 1 0 0,0 0-1 0 0,0 0 1 0 0,-1-1-1 0 0,1 1 0 0 0,0 0 1 0 0,0 0-1 0 0,0-1 1 0 0,-1 1-1 0 0,1-1-7 0 0,1 1 0 0 0,0-1-1 0 0,-1 1 1 0 0,1 0 0 0 0,0-1 0 0 0,-1 1 0 0 0,1-1-1 0 0,0 1 1 0 0,0-1 0 0 0,0 1 0 0 0,-1-1 0 0 0,1 1-1 0 0,0-1 1 0 0,0 1 0 0 0,0-1 0 0 0,0 1 0 0 0,0-1-1 0 0,0 1 1 0 0,0-1 0 0 0,0 1 0 0 0,0-1 0 0 0,0 1 0 0 0,0-1-1 0 0,0 0 1 0 0,2-3-1 0 0,-1 0 0 0 0,0 1 0 0 0,1-1 0 0 0,-1 1 0 0 0,1-1 0 0 0,0 1-1 0 0,3-4 1 0 0,12-12-1 0 0,0 0-1 0 0,1 1 1 0 0,24-19-1 0 0,66-43-19 0 0,-41 32 24 0 0,-14 8 0 0 0,25-17 58 0 0,97-93 0 0 0,-160 128-17 0 0,-13 20-44 0 0,-1 1 0 0 0,0-1 0 0 0,-1 0-1 0 0,1 1 1 0 0,0-1 0 0 0,0 0 0 0 0,-1 0 0 0 0,1 1 0 0 0,-1-1 0 0 0,0 0 0 0 0,1 0-1 0 0,-1 0 1 0 0,0 0 0 0 0,0 0 0 0 0,0-3 0 0 0,-1 4-3 0 0,1 1 0 0 0,0-1 0 0 0,-1 0 0 0 0,1 0 0 0 0,0 0 1 0 0,-1 1-1 0 0,1-1 0 0 0,-1 0 0 0 0,1 1 0 0 0,-1-1 0 0 0,0 0 0 0 0,1 1 0 0 0,-1-1 0 0 0,0 1 0 0 0,1-1 0 0 0,-1 1 1 0 0,0-1-1 0 0,0 1 0 0 0,1-1 0 0 0,-1 1 0 0 0,0 0 0 0 0,0-1 0 0 0,0 1 0 0 0,0 0 0 0 0,1 0 0 0 0,-1 0 0 0 0,0-1 1 0 0,0 1-1 0 0,0 0 0 0 0,0 0 0 0 0,0 0 0 0 0,0 1 0 0 0,1-1 0 0 0,-1 0 0 0 0,0 0 0 0 0,0 0 0 0 0,0 1 0 0 0,0-1 1 0 0,1 0-1 0 0,-1 1 0 0 0,0-1 0 0 0,0 1 0 0 0,0 0 0 0 0,-10 5 49 0 0,0 1 0 0 0,1 1 0 0 0,0 0 1 0 0,0 0-1 0 0,1 1 0 0 0,0 0 0 0 0,1 1 0 0 0,0 0 0 0 0,0 0 0 0 0,-7 15 1 0 0,6-11 82 0 0,2 0 0 0 0,0 0 0 0 0,0 1 1 0 0,2 0-1 0 0,0 0 0 0 0,0 1 0 0 0,1 0 1 0 0,-1 15-1 0 0,4-25-76 0 0,1-1 0 0 0,0 0 0 0 0,0 0 0 0 0,0 1 0 0 0,1-1 0 0 0,0 0 0 0 0,0 0 0 0 0,0 1 0 0 0,1-1 0 0 0,-1 0 0 0 0,1 0 0 0 0,0 0 0 0 0,1-1 0 0 0,-1 1 0 0 0,1-1 0 0 0,4 7 0 0 0,-2-6-6 0 0,1 0-1 0 0,-1 0 0 0 0,1 0 0 0 0,0 0 0 0 0,0-1 1 0 0,0 0-1 0 0,1 0 0 0 0,-1-1 0 0 0,1 0 0 0 0,11 4 1 0 0,0-2-49 0 0,1 0 1 0 0,0-2 0 0 0,0 0-1 0 0,0-1 1 0 0,0-1 0 0 0,0 0-1 0 0,0-2 1 0 0,24-3 0 0 0,-16 0-1114 0 0,33-8 0 0 0,-19-4-2984 0 0,-35 12 2108 0 0,1 1 0 0 0,-1-1-1 0 0,-1 0 1 0 0,8-6 0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4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82 976 0 0,'-4'0'1908'0'0,"-102"-7"11023"0"0,104 7-12066 0 0,-26 2 3377 0 0,51 2-4011 0 0,-1-2 1 0 0,1-1-1 0 0,0-1 0 0 0,33-4 1 0 0,-13 2-117 0 0,428-22 251 0 0,162-7-199 0 0,-445 21-27 0 0,95-2-2684 0 0,-280 12 1451 0 0,10 0-1053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94 2360 0 0,'-87'-32'8649'0'0,"84"31"-8060"0"0,3 1-564 0 0,0 0 0 0 0,0 0 0 0 0,0 0 0 0 0,-1 0 0 0 0,1 0 0 0 0,0 0 0 0 0,0 0 0 0 0,0 0 0 0 0,0 0 0 0 0,-1 0 0 0 0,1 0 0 0 0,0 0 0 0 0,0 0 0 0 0,0 0 0 0 0,0 0 0 0 0,0 0 0 0 0,0-1 0 0 0,-1 1 0 0 0,1 0 0 0 0,0 0 0 0 0,0 0 0 0 0,0 0 0 0 0,0 0 0 0 0,0 0 0 0 0,0 0 0 0 0,0-1 0 0 0,-1 1 0 0 0,1 0 0 0 0,0 0 0 0 0,0 0 0 0 0,0 0 0 0 0,0 0 0 0 0,0 0 1 0 0,0-1-1 0 0,0 1 0 0 0,0 0 0 0 0,0 0 0 0 0,0 0 0 0 0,0 0 0 0 0,0-1 0 0 0,0 1 0 0 0,0 0 0 0 0,0 0 0 0 0,0 0 0 0 0,0 0 0 0 0,0 0 0 0 0,0-1 0 0 0,0 1 0 0 0,0 0 0 0 0,0 0 0 0 0,0 0 0 0 0,0 0 0 0 0,1 0 0 0 0,-1-1 0 0 0,0 1 0 0 0,0 0 0 0 0,7-7 874 0 0,8 1-571 0 0,0 2 1 0 0,1 0 0 0 0,0 1 0 0 0,-1 1 0 0 0,23-1 0 0 0,-13 0-164 0 0,30-3-118 0 0,137-11 275 0 0,-64 18-3149 0 0,-77 8-3662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6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30 1588 0 0,'-106'60'16456'0'0,"107"-60"-16371"0"0,0 1 0 0 0,1 0 1 0 0,-1-1-1 0 0,0 1 1 0 0,1-1-1 0 0,-1 0 1 0 0,1 1-1 0 0,-1-1 0 0 0,0 0 1 0 0,1 0-1 0 0,-1 0 1 0 0,1 0-1 0 0,-1 0 1 0 0,0 0-1 0 0,1 0 0 0 0,1-1 1 0 0,413-49-728 0 0,-116 16-9861 0 0,-232 25 4556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7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159 138 4 0 0,'-2'-8'879'0'0,"2"0"0"0"0,-1 0 0 0 0,1 0-1 0 0,0 0 1 0 0,1 0 0 0 0,0 0 0 0 0,0 0 0 0 0,1 0 0 0 0,-1 0 0 0 0,2 1 0 0 0,-1-1-1 0 0,1 1 1 0 0,1-1 0 0 0,-1 1 0 0 0,8-11 0 0 0,-9 16-289 0 0,13 1 1131 0 0,-12 5-1475 0 0,-1-1 0 0 0,1 0 0 0 0,-1 1 0 0 0,0 0 0 0 0,0 0 0 0 0,0-1 0 0 0,0 1 0 0 0,-1 0 0 0 0,1 1 0 0 0,0 5-1 0 0,7 51 791 0 0,-3-11-588 0 0,-4-42-402 0 0,0 0 1 0 0,0 0-1 0 0,0-1 1 0 0,1 1-1 0 0,0-1 1 0 0,1 1-1 0 0,0-1 1 0 0,0 0-1 0 0,0 0 1 0 0,1 0-1 0 0,0-1 1 0 0,0 0-1 0 0,1 0 1 0 0,0 0-1 0 0,0-1 1 0 0,0 1-1 0 0,1-1 1 0 0,-1-1-1 0 0,9 5 1 0 0,-12-7-23 0 0,0-1-1 0 0,0 1 1 0 0,0-1 0 0 0,0 0 0 0 0,0 1 0 0 0,0-1-1 0 0,0-1 1 0 0,0 1 0 0 0,0 0 0 0 0,0-1-1 0 0,1 0 1 0 0,-1 0 0 0 0,0 0 0 0 0,0 0-1 0 0,5-1 1 0 0,-2 0-8 0 0,-1-1 1 0 0,0 0-1 0 0,0 0 1 0 0,0-1-1 0 0,-1 1 0 0 0,1-1 1 0 0,-1 0-1 0 0,7-5 0 0 0,5-8 10 0 0,0 0 0 0 0,-1 0 0 0 0,0-2 1 0 0,-1 0-1 0 0,19-34 0 0 0,-9 14-66 0 0,-23 37 27 0 0,-1 3-7 0 0,0 0 18 0 0,0 1 1 0 0,1-1-1 0 0,-2 1 1 0 0,1-1 0 0 0,0 0-1 0 0,0 1 1 0 0,-1-1-1 0 0,0 0 1 0 0,0 4-1 0 0,0-6 3 0 0,-67 213 1569 0 0,47-153-1133 0 0,11-30-100 0 0,-1-1 0 0 0,-2 0 1 0 0,0-1-1 0 0,-2 0 1 0 0,-19 25-1 0 0,28-44-274 0 0,0-1-1 0 0,-1 0 0 0 0,0 0 0 0 0,-1-1 1 0 0,1 0-1 0 0,-1 0 0 0 0,-1-1 0 0 0,1 0 1 0 0,-1 0-1 0 0,0-1 0 0 0,0 0 0 0 0,-1-1 1 0 0,1 0-1 0 0,-1-1 0 0 0,0 0 0 0 0,0 0 1 0 0,0-1-1 0 0,-20 2 0 0 0,-65-2-58 0 0,90-3-518 0 0,-1 0-1 0 0,1 0 1 0 0,0-1-1 0 0,0 0 1 0 0,0 0 0 0 0,0 0-1 0 0,0-1 1 0 0,-6-4-1 0 0,-2 0-1461 0 0,-26-8-5613 0 0,31 12 3947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7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7 64 0 0,'-33'11'4535'0'0,"1"1"-1"0"0,-55 29 1 0 0,86-40-4404 0 0,0-1-1 0 0,1 0 1 0 0,-1 1 0 0 0,0-1-1 0 0,1 1 1 0 0,-1-1 0 0 0,0 1-1 0 0,1-1 1 0 0,-1 1 0 0 0,1-1 0 0 0,-1 1-1 0 0,1 0 1 0 0,-1-1 0 0 0,1 1-1 0 0,-1 0 1 0 0,1-1 0 0 0,-1 1-1 0 0,1 0 1 0 0,-1 1 0 0 0,2-2-63 0 0,-1 0 0 0 0,0 1 0 0 0,0-1 0 0 0,0 1 1 0 0,0-1-1 0 0,1 0 0 0 0,-1 1 0 0 0,0-1 0 0 0,0 0 0 0 0,1 1 0 0 0,-1-1 1 0 0,0 0-1 0 0,1 1 0 0 0,-1-1 0 0 0,0 0 0 0 0,1 1 0 0 0,-1-1 0 0 0,0 0 0 0 0,1 0 1 0 0,-1 0-1 0 0,1 1 0 0 0,-1-1 0 0 0,1 0 0 0 0,0 0 0 0 0,34 5 1283 0 0,79-6-470 0 0,164-23 1 0 0,-177 12-724 0 0,680-33 201 0 0,-482 35-421 0 0,-246 6-1924 0 0,-49 4 1120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7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 1464 0 0,'-111'64'12296'0'0,"69"-38"-7619"0"0,41-25-4158 0 0,-4 1 290 0 0,5-2-787 0 0,1 0-1 0 0,-1 0 1 0 0,0 0-1 0 0,0 0 1 0 0,0 0-1 0 0,0 0 1 0 0,0 0-1 0 0,0 1 1 0 0,0-1-1 0 0,0 0 1 0 0,0 0 0 0 0,0 0-1 0 0,0 0 1 0 0,0 0-1 0 0,0 0 1 0 0,0 0-1 0 0,1 0 1 0 0,-1 0-1 0 0,0 0 1 0 0,0 0-1 0 0,0 0 1 0 0,0 0-1 0 0,0 0 1 0 0,0 0 0 0 0,0 0-1 0 0,0 0 1 0 0,0 0-1 0 0,0 1 1 0 0,0-1-1 0 0,0 0 1 0 0,0 0-1 0 0,0 0 1 0 0,0 0-1 0 0,0 0 1 0 0,0 0 0 0 0,0 0-1 0 0,0 0 1 0 0,0 0-1 0 0,0 0 1 0 0,0 0-1 0 0,0 0 1 0 0,0 1-1 0 0,0-1 1 0 0,0 0-1 0 0,0 0 1 0 0,0 0-1 0 0,0 0 1 0 0,0 0 0 0 0,0 0-1 0 0,0 0 1 0 0,0 0-1 0 0,0 0 1 0 0,0 0-1 0 0,-1 0 1 0 0,1 0-1 0 0,0 0 1 0 0,0 0-1 0 0,0 0 1 0 0,0 0 0 0 0,0 1-1 0 0,0-1 1 0 0,0 0-1 0 0,0 0 1 0 0,0 0-1 0 0,0 0 1 0 0,0 0-1 0 0,0 0 1 0 0,21 2 362 0 0,1-2 0 0 0,-1 0 0 0 0,1-1 0 0 0,0 0 0 0 0,28-8 0 0 0,0 2-183 0 0,365-45 379 0 0,-410 52-568 0 0,10-2-111 0 0,-1 0 1 0 0,18-5-1 0 0,-30 6-181 0 0,3-1-1096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8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50 2312 0 0,'13'-39'11470'0'0,"-13"39"-11393"0"0,0-1 0 0 0,0 1-1 0 0,0 0 1 0 0,0-1 0 0 0,0 1 0 0 0,0 0 0 0 0,0-1-1 0 0,0 1 1 0 0,0 0 0 0 0,0-1 0 0 0,0 1 0 0 0,0 0-1 0 0,0-1 1 0 0,0 1 0 0 0,0 0 0 0 0,-1 0 0 0 0,1-1-1 0 0,0 1 1 0 0,0 0 0 0 0,0-1 0 0 0,0 1 0 0 0,-1 0-1 0 0,1 0 1 0 0,0 0 0 0 0,0-1 0 0 0,-1 1 0 0 0,1 0-1 0 0,0 0 1 0 0,-1 0 0 0 0,1 0 0 0 0,0-1 0 0 0,0 1-1 0 0,-1 0 1 0 0,1 0 0 0 0,0 0 0 0 0,-1 0 0 0 0,1 0-1 0 0,0 0 1 0 0,-1 0 0 0 0,-1-1 64 0 0,1 1-1 0 0,0 0 1 0 0,0 0 0 0 0,-1 0-1 0 0,1 0 1 0 0,0-1 0 0 0,0 2-1 0 0,-1-1 1 0 0,1 0-1 0 0,0 0 1 0 0,-1 0 0 0 0,0 1-1 0 0,-13 6 517 0 0,0 1 0 0 0,1 1 0 0 0,1 0-1 0 0,0 1 1 0 0,0 0 0 0 0,-18 18 0 0 0,0 6 396 0 0,-32 42 1 0 0,34-38-471 0 0,2 2 0 0 0,-25 48 0 0 0,42-67-433 0 0,0 0 0 0 0,2 1 0 0 0,0 0 0 0 0,1 0 0 0 0,2 1 0 0 0,-5 34 0 0 0,9-50-129 0 0,1 0 1 0 0,0 0-1 0 0,0 0 1 0 0,1 0-1 0 0,-1 0 1 0 0,2 0-1 0 0,-1 0 1 0 0,1 0-1 0 0,0 0 1 0 0,0-1-1 0 0,1 1 1 0 0,0-1-1 0 0,0 0 1 0 0,0 1-1 0 0,1-1 1 0 0,0-1 0 0 0,6 8-1 0 0,-3-6-3 0 0,0 0 0 0 0,0-1 0 0 0,1 0 0 0 0,0 0-1 0 0,0-1 1 0 0,0 0 0 0 0,0 0 0 0 0,1-1 0 0 0,0 0 0 0 0,0-1 0 0 0,17 5 0 0 0,-15-6-10 0 0,-1 0 0 0 0,1 0 0 0 0,-1-1 0 0 0,1-1 1 0 0,0 0-1 0 0,0 0 0 0 0,-1-1 0 0 0,1 0 0 0 0,-1-1 0 0 0,18-5 1 0 0,-21 5-9 0 0,0-1 1 0 0,0 0 0 0 0,0 0 0 0 0,0-1-1 0 0,-1 0 1 0 0,0 0 0 0 0,0 0 0 0 0,0-1 0 0 0,0 0-1 0 0,0 0 1 0 0,-1-1 0 0 0,0 1 0 0 0,-1-1-1 0 0,1 0 1 0 0,6-12 0 0 0,-9 15-12 0 0,0 0 0 0 0,-1 0 1 0 0,0 0-1 0 0,1 0 0 0 0,-1 0 0 0 0,0 0 0 0 0,0-1 1 0 0,-1 1-1 0 0,1 0 0 0 0,-1-1 0 0 0,1 1 0 0 0,-1 0 1 0 0,0-1-1 0 0,-1 1 0 0 0,1-1 0 0 0,0 1 0 0 0,-1 0 1 0 0,0-1-1 0 0,0 1 0 0 0,0 0 0 0 0,0 0 0 0 0,0 0 1 0 0,-1 0-1 0 0,1 0 0 0 0,-1 0 0 0 0,0 0 0 0 0,0 0 1 0 0,0 1-1 0 0,0-1 0 0 0,-1 1 0 0 0,1-1 1 0 0,0 1-1 0 0,-1 0 0 0 0,0 0 0 0 0,-4-3 0 0 0,-4-1-372 0 0,0 0-1 0 0,0 1 1 0 0,0 0 0 0 0,-1 0-1 0 0,0 2 1 0 0,1-1-1 0 0,-1 1 1 0 0,-18-1-1 0 0,9 2-1472 0 0,-1 1 0 0 0,-25 3 1 0 0,-9 3-8264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8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78 1704 0 0,'-225'-65'15702'0'0,"223"64"-15228"0"0,2 1-458 0 0,0 0 0 0 0,-1 0 0 0 0,1 0 0 0 0,0 0 0 0 0,0 0 1 0 0,-1 0-1 0 0,1-1 0 0 0,0 1 0 0 0,0 0 0 0 0,0 0 0 0 0,-1 0 1 0 0,1 0-1 0 0,0-1 0 0 0,0 1 0 0 0,0 0 0 0 0,-1 0 0 0 0,1-1 1 0 0,0 1-1 0 0,0 0 0 0 0,0 0 0 0 0,0-1 0 0 0,0 1 0 0 0,0 0 1 0 0,0 0-1 0 0,0-1 0 0 0,0 1 0 0 0,0 0 0 0 0,0-1 0 0 0,0 1 1 0 0,0 0-1 0 0,0-1 0 0 0,32-2 103 0 0,1 2-1 0 0,54 3 1 0 0,-53 2-1599 0 0,33 7 0 0 0,-58-9 719 0 0,-1 0 0 0 0,1 1 0 0 0,10 5 0 0 0,8 9-5073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8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28 2236 0 0,'-104'64'12157'0'0,"103"-64"-12095"0"0,1 0 1 0 0,0 0 0 0 0,0 0-1 0 0,-1 1 1 0 0,1-1 0 0 0,0 0-1 0 0,-1 0 1 0 0,1 0 0 0 0,0 0-1 0 0,0 0 1 0 0,-1 0 0 0 0,1 0-1 0 0,0 1 1 0 0,0-1-1 0 0,-1 0 1 0 0,1 0 0 0 0,0 0-1 0 0,0 1 1 0 0,0-1 0 0 0,-1 0-1 0 0,1 0 1 0 0,0 1 0 0 0,0-1-1 0 0,0 0 1 0 0,0 0 0 0 0,0 1-1 0 0,-1-1 1 0 0,1 0 0 0 0,0 0-1 0 0,0 1 1 0 0,0-1 0 0 0,0 0-1 0 0,0 1 1 0 0,0-1 0 0 0,11 1 479 0 0,20-6-397 0 0,243-41-947 0 0,-44 10-7304 0 0,-167 24 2145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9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71 1212 0 0,'-238'-57'15480'0'0,"235"56"-15145"0"0,1 0 101 0 0,0-3 307 0 0,162-3-75 0 0,276 24 0 0 0,-432-17-662 0 0,0 1-1 0 0,1 0 1 0 0,-1 0-1 0 0,0 0 0 0 0,0 0 1 0 0,0 0-1 0 0,-1 1 0 0 0,1 0 1 0 0,4 2-1 0 0,-7-3-4 0 0,0 0 1 0 0,0-1-1 0 0,0 1 0 0 0,0 0 0 0 0,0 0 1 0 0,-1 0-1 0 0,1-1 0 0 0,0 1 0 0 0,-1 0 1 0 0,1 0-1 0 0,0 0 0 0 0,-1 0 0 0 0,1 0 1 0 0,-1 0-1 0 0,0 1 0 0 0,1-1 0 0 0,-1 0 1 0 0,0 0-1 0 0,0 0 0 0 0,0 0 0 0 0,1 0 1 0 0,-1 0-1 0 0,0 1 0 0 0,0-1 1 0 0,-1 0-1 0 0,1 0 0 0 0,0 0 0 0 0,0 0 1 0 0,-1 0-1 0 0,1 0 0 0 0,0 0 0 0 0,-1 1 1 0 0,1-1-1 0 0,-1 0 0 0 0,1 0 0 0 0,-1-1 1 0 0,-1 3-1 0 0,-5 8 1 0 0,-1-1 1 0 0,-1 1-1 0 0,0-1 0 0 0,0-1 1 0 0,-12 10-1 0 0,-58 40-2 0 0,52-39-1 0 0,-151 99-50 0 0,-19 15 2014 0 0,196-134-1930 0 0,1 0 0 0 0,0 1 1 0 0,-1-1-1 0 0,1 0 0 0 0,0 0 1 0 0,-1 0-1 0 0,1 0 0 0 0,0 0 1 0 0,-1 1-1 0 0,1-1 0 0 0,0 0 1 0 0,-1 0-1 0 0,1 1 0 0 0,0-1 1 0 0,0 0-1 0 0,-1 1 1 0 0,1-1-1 0 0,0 0 0 0 0,0 1 1 0 0,-1-1-1 0 0,1 0 0 0 0,0 1 1 0 0,0-1-1 0 0,0 0 0 0 0,0 1 1 0 0,0-1-1 0 0,0 0 0 0 0,0 1 1 0 0,0-1-1 0 0,0 1 0 0 0,0-1 1 0 0,0 0-1 0 0,0 1 0 0 0,0-1 1 0 0,0 0-1 0 0,0 1 0 0 0,0-1 1 0 0,0 1-1 0 0,0-1 0 0 0,0 0 1 0 0,0 1-1 0 0,1-1 0 0 0,-1 0 1 0 0,0 1-1 0 0,0-1 1 0 0,0 0-1 0 0,1 1 0 0 0,-1-1 1 0 0,0 0-1 0 0,0 0 0 0 0,1 1 1 0 0,-1-1-1 0 0,0 0 0 0 0,1 0 1 0 0,-1 0-1 0 0,0 1 0 0 0,1-1 1 0 0,-1 0-1 0 0,1 0 0 0 0,22 6 676 0 0,1-5-508 0 0,0-2 1 0 0,38-4-1 0 0,-13 0-89 0 0,74-5-29 0 0,91-6-1352 0 0,-70 15-4369 0 0,-93 7 1613 0 0,-20 1-2959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29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 2212 0 0,'-46'11'2463'0'0,"-226"51"15160"0"0,276-62-17002 0 0,53-3 484 0 0,61-11 0 0 0,-30 2-774 0 0,365-15 384 0 0,-1 27-834 0 0,-204 1-1243 0 0,-229 3-818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0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0 52 0 0,'-41'26'19366'0'0,"26"-22"-18496"0"0,-9 4-619 0 0,0 1 0 0 0,1 2 0 0 0,0 0 0 0 0,1 1-1 0 0,1 1 1 0 0,0 1 0 0 0,0 1 0 0 0,2 1 0 0 0,0 1 0 0 0,1 0 0 0 0,0 1 0 0 0,2 1 0 0 0,0 1 0 0 0,1 0 0 0 0,1 1-1 0 0,1 1 1 0 0,-18 39 0 0 0,28-52-188 0 0,-1 1 0 0 0,2 0 0 0 0,-1 0 0 0 0,1 0 0 0 0,1 0 0 0 0,-1 0 0 0 0,2 0 0 0 0,0 0-1 0 0,0 1 1 0 0,0-1 0 0 0,2 0 0 0 0,-1 0 0 0 0,6 19 0 0 0,-4-22-33 0 0,0 0-1 0 0,0 0 1 0 0,0-1 0 0 0,1 1 0 0 0,0-1-1 0 0,0 0 1 0 0,1 0 0 0 0,0 0 0 0 0,0-1-1 0 0,0 0 1 0 0,1 0 0 0 0,-1 0 0 0 0,1 0-1 0 0,0-1 1 0 0,1 0 0 0 0,-1 0 0 0 0,1-1-1 0 0,0 0 1 0 0,12 4 0 0 0,-5-3-2 0 0,0 0 1 0 0,1-1-1 0 0,-1-1 0 0 0,1-1 1 0 0,0 0-1 0 0,-1 0 1 0 0,1-2-1 0 0,0 0 0 0 0,23-5 1 0 0,-26 4-4 0 0,0-1 0 0 0,0 0 0 0 0,0-1 0 0 0,-1-1 0 0 0,0 1 0 0 0,0-2 0 0 0,0 0 0 0 0,-1 0 0 0 0,0-1 1 0 0,0 0-1 0 0,0-1 0 0 0,8-8 0 0 0,-16 13-17 0 0,1 1 0 0 0,-1 0 1 0 0,0-1-1 0 0,0 0 0 0 0,-1 1 1 0 0,1-1-1 0 0,0 0 0 0 0,-1 0 1 0 0,0 0-1 0 0,1 0 0 0 0,-1 0 1 0 0,0 0-1 0 0,-1 0 0 0 0,1 0 1 0 0,-1 0-1 0 0,1-1 0 0 0,-1 1 1 0 0,0 0-1 0 0,-1-6 0 0 0,1 6-2 0 0,-1 0 0 0 0,0 0 0 0 0,0 1 0 0 0,-1-1 0 0 0,1 1 0 0 0,-1-1 0 0 0,1 1 0 0 0,-1-1 0 0 0,0 1 0 0 0,1 0 0 0 0,-1 0 0 0 0,-1 0 0 0 0,1 0 0 0 0,0 0 0 0 0,0 1 0 0 0,-1-1-1 0 0,1 0 1 0 0,0 1 0 0 0,-1 0 0 0 0,0 0 0 0 0,1 0 0 0 0,-5-2 0 0 0,-7-1-11 0 0,-1 1 0 0 0,1 0 0 0 0,-1 1 0 0 0,0 0 0 0 0,0 1 0 0 0,1 1 0 0 0,-23 2 0 0 0,4 2-645 0 0,1 1 0 0 0,-42 13 1 0 0,41-7-1099 0 0,0 1 0 0 0,-33 17 0 0 0,-18 15-6786 0 0,36-17-488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1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102 115 304 0 0,'-7'-3'736'0'0,"-1"-1"-1"0"0,1 1 1 0 0,1-1-1 0 0,-1 0 1 0 0,0-1-1 0 0,1 1 1 0 0,0-1 0 0 0,0-1-1 0 0,1 1 1 0 0,-1-1-1 0 0,1 0 1 0 0,0 0 0 0 0,1 0-1 0 0,-8-14 1 0 0,11 19-674 0 0,1 0-1 0 0,-1 0 1 0 0,1 0 0 0 0,0 0 0 0 0,-1 1 0 0 0,1-1 0 0 0,0 0 0 0 0,-1 0 0 0 0,1 0-1 0 0,0 0 1 0 0,0 0 0 0 0,0 0 0 0 0,0 0 0 0 0,0 0 0 0 0,0 0 0 0 0,0 0 0 0 0,0 0 0 0 0,0 0-1 0 0,0 0 1 0 0,1-1 0 0 0,0 1-13 0 0,-1 1 0 0 0,1-1-1 0 0,-1 1 1 0 0,1-1 0 0 0,-1 1 0 0 0,1-1-1 0 0,0 1 1 0 0,-1 0 0 0 0,1-1-1 0 0,0 1 1 0 0,-1 0 0 0 0,1-1 0 0 0,0 1-1 0 0,-1 0 1 0 0,1 0 0 0 0,0 0 0 0 0,0 0-1 0 0,-1 0 1 0 0,1 0 0 0 0,1 0 0 0 0,2 0 70 0 0,1 1 0 0 0,-1 0 1 0 0,0 0-1 0 0,1 0 1 0 0,-1 0-1 0 0,0 0 1 0 0,7 4-1 0 0,3 4-45 0 0,1 1-1 0 0,-2 0 1 0 0,1 1-1 0 0,-1 1 1 0 0,-1 0 0 0 0,0 0-1 0 0,-1 1 1 0 0,0 1-1 0 0,-1-1 1 0 0,-1 2-1 0 0,0 0 1 0 0,-1 0 0 0 0,0 0-1 0 0,9 30 1 0 0,-13-35-62 0 0,-1 0 0 0 0,-1 1-1 0 0,0-1 1 0 0,0 1 0 0 0,-1-1 0 0 0,0 1 0 0 0,-1 0 0 0 0,0-1 0 0 0,-1 1-1 0 0,0 0 1 0 0,-1-1 0 0 0,0 1 0 0 0,-1-1 0 0 0,0 0 0 0 0,0 0-1 0 0,-1 0 1 0 0,0 0 0 0 0,-1 0 0 0 0,0-1 0 0 0,-1 0 0 0 0,0 0 0 0 0,0 0-1 0 0,-1-1 1 0 0,-13 14 0 0 0,15-18 141 0 0,0 1 0 0 0,0-1 1 0 0,0 0-1 0 0,0-1 0 0 0,-1 1 0 0 0,1-1 0 0 0,-1 0 0 0 0,-7 2 0 0 0,11-4 19 0 0,1-1-146 0 0,0 0-1 0 0,0 0 1 0 0,0 0-1 0 0,0-1 1 0 0,0 1-1 0 0,0 0 1 0 0,0-1-1 0 0,0 1 1 0 0,0 0-1 0 0,0-1 1 0 0,0 1-1 0 0,0-1 0 0 0,0 0 1 0 0,0-3-9 0 0,1 0-1 0 0,0 1 1 0 0,0-1-1 0 0,1 1 1 0 0,-1-1 0 0 0,1 1-1 0 0,-1-1 1 0 0,1 1-1 0 0,0-1 1 0 0,1 1 0 0 0,-1-1-1 0 0,1 1 1 0 0,-1 0-1 0 0,1 0 1 0 0,0 0 0 0 0,3-4-1 0 0,6-8 7 0 0,22-25 0 0 0,25-17 25 0 0,97-75 1 0 0,-95 84-38 0 0,-38 24-36 0 0,-20 22 5 0 0,-2 2 17 0 0,0-1 0 0 0,0 1 0 0 0,0-1 0 0 0,0 1 0 0 0,0-1 0 0 0,-1 1 0 0 0,1-1 0 0 0,0 1 0 0 0,0 0 0 0 0,-1-1 0 0 0,1 1 0 0 0,0-1 0 0 0,0 1 0 0 0,-1 0 0 0 0,1-1 0 0 0,0 1 0 0 0,-1 0 0 0 0,1-1 0 0 0,-1 1 0 0 0,1 0 0 0 0,0-1 0 0 0,-1 1 0 0 0,1 0 0 0 0,-1 0 0 0 0,0-1 0 0 0,-7 3 1 0 0,0 0-1 0 0,0 0 1 0 0,0 1 0 0 0,0 0 0 0 0,0 1 0 0 0,1 0 0 0 0,0 0 0 0 0,0 0-1 0 0,0 1 1 0 0,0 0 0 0 0,1 0 0 0 0,-9 10 0 0 0,-4 4-8 0 0,1 0-1 0 0,-26 38 1 0 0,36-47 23 0 0,2 1 0 0 0,0 0-1 0 0,0 0 1 0 0,1 0 0 0 0,0 0 0 0 0,1 1 0 0 0,-3 13 0 0 0,6-22 3 0 0,0 0 0 0 0,0 1 1 0 0,1-1-1 0 0,0 1 0 0 0,-1-1 1 0 0,1 0-1 0 0,1 1 1 0 0,-1-1-1 0 0,0 0 0 0 0,1 1 1 0 0,0-1-1 0 0,-1 0 1 0 0,1 1-1 0 0,1-1 0 0 0,-1 0 1 0 0,0 0-1 0 0,1 0 0 0 0,0 0 1 0 0,-1 0-1 0 0,1 0 1 0 0,0-1-1 0 0,0 1 0 0 0,1 0 1 0 0,-1-1-1 0 0,1 0 1 0 0,-1 1-1 0 0,1-1 0 0 0,0 0 1 0 0,5 3-1 0 0,6 1 9 0 0,1 0 0 0 0,-1-1 0 0 0,1 0 1 0 0,0-1-1 0 0,0-1 0 0 0,30 3 0 0 0,98-4-330 0 0,-82-3-413 0 0,49-1-2472 0 0,-37-3-3924 0 0,-52 4 1898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2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12 1624 0 0,'-159'45'5597'0'0,"-83"25"8859"0"0,246-70-13843 0 0,38-2 212 0 0,0-3 1 0 0,46-11-1 0 0,-14 2-475 0 0,601-59 811 0 0,2 56-1056 0 0,-504 19-2092 0 0,-160 0-3385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2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54 1236 0 0,'-37'2'4446'0'0,"0"-2"0"0"0,-41-5 1 0 0,78 5-4391 0 0,-1 0 1 0 0,1 0-1 0 0,-1 0 1 0 0,0 0-1 0 0,1 0 1 0 0,-1 0-1 0 0,0 0 1 0 0,1 0-1 0 0,-1 0 1 0 0,1 0-1 0 0,-1-1 1 0 0,1 1-1 0 0,-1 0 1 0 0,0 0 0 0 0,1-1-1 0 0,-1 1 1 0 0,1 0-1 0 0,-1-1 1 0 0,1 1-1 0 0,-1-1 1 0 0,1 1-1 0 0,0-1 1 0 0,-1 1-1 0 0,1-1 1 0 0,-1 0-1 0 0,1 1-19 0 0,0-1 0 0 0,0 0 0 0 0,0 1 1 0 0,0-1-1 0 0,0 0 0 0 0,1 1 0 0 0,-1-1 0 0 0,0 0 0 0 0,0 1 0 0 0,1-1 0 0 0,-1 1 0 0 0,0-1 0 0 0,1 1 0 0 0,-1-1 0 0 0,0 1 0 0 0,1-1 0 0 0,-1 1 0 0 0,2-2 0 0 0,1-1 63 0 0,0 1 0 0 0,0-1 0 0 0,1 0 0 0 0,-1 1 0 0 0,7-4 0 0 0,-2 4-26 0 0,0-1 0 0 0,0 1 0 0 0,0 0 0 0 0,1 1 0 0 0,-1 0 0 0 0,0 0 0 0 0,1 1 0 0 0,-1 0-1 0 0,0 0 1 0 0,1 1 0 0 0,-1 0 0 0 0,0 1 0 0 0,13 3 0 0 0,-17-3-32 0 0,1-1 0 0 0,-1 1 0 0 0,0 0 0 0 0,0 0 0 0 0,0 0 0 0 0,-1 1 0 0 0,1-1 0 0 0,0 1 0 0 0,-1 0 0 0 0,0 0 0 0 0,0 1 0 0 0,0-1 0 0 0,0 0 0 0 0,0 1 0 0 0,-1 0-1 0 0,1 0 1 0 0,-1-1 0 0 0,0 1 0 0 0,0 1 0 0 0,-1-1 0 0 0,1 0 0 0 0,-1 0 0 0 0,0 1 0 0 0,0-1 0 0 0,0 1 0 0 0,0 6 0 0 0,-1 4 0 0 0,-1-1-1 0 0,0 1 1 0 0,-1-1 0 0 0,-1 0 0 0 0,0 0 0 0 0,-1 0-1 0 0,0 0 1 0 0,-1-1 0 0 0,-1 1 0 0 0,0-1 0 0 0,-1-1-1 0 0,0 1 1 0 0,-1-1 0 0 0,0 0 0 0 0,-11 11 0 0 0,-16 16 717 0 0,-2-2 0 0 0,-72 57 0 0 0,94-82-298 0 0,-9 8 1059 0 0,22-19-1063 0 0,3 0-435 0 0,-1-1 0 0 0,1 1 0 0 0,0-1 0 0 0,-1 1 0 0 0,1-1-1 0 0,0 0 1 0 0,-1 1 0 0 0,1-1 0 0 0,0 0 0 0 0,-1 0 0 0 0,1 1 0 0 0,0-1-1 0 0,0 0 1 0 0,-1 0 0 0 0,1 0 0 0 0,0 0 0 0 0,0 0 0 0 0,1 0 0 0 0,278-35 393 0 0,-89 15-257 0 0,-91 11-199 0 0,-98 8 21 0 0,15 1-30 0 0,-13 0 15 0 0,2-1 44 0 0,8-1-1278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3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97 1216 0 0,'-31'-14'3082'0'0,"7"4"640"0"0,-43-25 0 0 0,65 34-3360 0 0,10-9 504 0 0,22 3-561 0 0,0 1 1 0 0,1 2-1 0 0,49-2 1 0 0,-57 5-240 0 0,28-1-944 0 0,56 4 0 0 0,-101-1 27 0 0,0 0-1 0 0,0 0 0 0 0,0 1 1 0 0,0 0-1 0 0,10 5 0 0 0,-13-6-23 0 0,8 4-3238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71 2252 0 0,'-43'27'10170'0'0,"61"-31"-9054"0"0,291-55 395 0 0,2 30-9147 0 0,-241 24 2627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4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113 206 148 0 0,'-17'-195'15393'0'0,"17"192"-15103"0"0,-1-5 264 0 0,-2 13 174 0 0,-3 13 103 0 0,4 5-529 0 0,1 0 0 0 0,1 0 1 0 0,0 0-1 0 0,2 0 0 0 0,1 0 0 0 0,1 0 1 0 0,1 0-1 0 0,0-1 0 0 0,2 0 1 0 0,1 0-1 0 0,18 36 0 0 0,-22-52-241 0 0,0 1 0 0 0,0-1 1 0 0,1-1-1 0 0,0 1 0 0 0,0-1 0 0 0,0 1 0 0 0,1-1 0 0 0,-1-1 0 0 0,1 1 0 0 0,1-1 0 0 0,-1 0 0 0 0,0 0 0 0 0,1-1 0 0 0,0 0 1 0 0,0 0-1 0 0,13 3 0 0 0,-14-5-54 0 0,-1 0 0 0 0,1 0 0 0 0,0-1-1 0 0,0 0 1 0 0,-1 0 0 0 0,1 0 0 0 0,0-1 0 0 0,-1 0 0 0 0,1 0 0 0 0,0 0 0 0 0,-1-1 0 0 0,1 0 0 0 0,-1 0 0 0 0,0 0 0 0 0,0 0 0 0 0,0-1 0 0 0,0 0 0 0 0,0 0 0 0 0,0-1 0 0 0,-1 1 0 0 0,1-1-1 0 0,5-6 1 0 0,-1-1 1 0 0,-1 0 1 0 0,0-1-1 0 0,-1 0 0 0 0,0 0 0 0 0,0-1 0 0 0,-1 0 0 0 0,-1 0 0 0 0,-1 0 0 0 0,1-1 0 0 0,-2 1 0 0 0,3-20 0 0 0,-6 32 5 0 0,-8 105 727 0 0,1-36-35 0 0,7-68-703 0 0,-4 60 788 0 0,-2-1-1 0 0,-18 74 0 0 0,20-117-678 0 0,0 0-1 0 0,-1 0 1 0 0,-1-1-1 0 0,-1 0 1 0 0,0 0 0 0 0,-1 0-1 0 0,0-1 1 0 0,-1 0-1 0 0,-1-1 1 0 0,0 0-1 0 0,-1 0 1 0 0,0-1-1 0 0,-17 14 1 0 0,20-21-88 0 0,1 0 0 0 0,-1 0 0 0 0,0 0 1 0 0,0-1-1 0 0,-1 0 0 0 0,1-1 0 0 0,-1 0 0 0 0,0 0 1 0 0,0-1-1 0 0,0 0 0 0 0,0-1 0 0 0,0 0 0 0 0,-10 0 1 0 0,6-1-98 0 0,0-1 1 0 0,1-1-1 0 0,-1 0 1 0 0,1 0 0 0 0,0-1-1 0 0,0-1 1 0 0,0 0-1 0 0,-20-11 1 0 0,30 15-72 0 0,1-1 0 0 0,0 1 1 0 0,0-1-1 0 0,0 1 0 0 0,0-1 1 0 0,0 0-1 0 0,0 0 0 0 0,0 0 1 0 0,0 0-1 0 0,0 0 0 0 0,0 0 0 0 0,0 0 1 0 0,0 0-1 0 0,1 0 0 0 0,-2-2 1 0 0,2 3-89 0 0,0-1 0 0 0,-1 0 0 0 0,1 1 0 0 0,0-1 0 0 0,0 1 1 0 0,0-1-1 0 0,0 0 0 0 0,0 1 0 0 0,1-1 0 0 0,-1 0 0 0 0,0 1 1 0 0,0-1-1 0 0,0 1 0 0 0,0-1 0 0 0,1 0 0 0 0,-1 1 0 0 0,0-1 1 0 0,1 1-1 0 0,0-3-466 0 0,26-15-10309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5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22 2700 0 0,'-166'42'12447'0'0,"139"-32"-9478"0"0,26-10-2949 0 0,1 0 1 0 0,0 0-1 0 0,0 0 0 0 0,0 0 0 0 0,0 0 1 0 0,0 0-1 0 0,0 1 0 0 0,0-1 1 0 0,0 0-1 0 0,0 0 0 0 0,0 0 1 0 0,0 0-1 0 0,0 0 0 0 0,-1 0 0 0 0,1 0 1 0 0,0 0-1 0 0,0 0 0 0 0,0 0 1 0 0,0 0-1 0 0,0 0 0 0 0,0 0 0 0 0,0 0 1 0 0,0 0-1 0 0,0 1 0 0 0,0-1 1 0 0,0 0-1 0 0,0 0 0 0 0,0 0 1 0 0,0 0-1 0 0,0 0 0 0 0,0 0 0 0 0,0 0 1 0 0,0 0-1 0 0,0 0 0 0 0,0 0 1 0 0,0 1-1 0 0,0-1 0 0 0,0 0 1 0 0,0 0-1 0 0,0 0 0 0 0,0 0 0 0 0,0 0 1 0 0,0 0-1 0 0,0 0 0 0 0,0 0 1 0 0,0 0-1 0 0,0 0 0 0 0,0 0 0 0 0,0 0 1 0 0,1 1-1 0 0,-1-1 0 0 0,0 0 1 0 0,0 0-1 0 0,0 0 0 0 0,0 0 1 0 0,0 0-1 0 0,0 0 0 0 0,0 0 0 0 0,0 0 1 0 0,0 0-1 0 0,0 0 0 0 0,14 2 426 0 0,33-3 185 0 0,85-11 0 0 0,-76 5-518 0 0,679-45 1509 0 0,-486 45-2488 0 0,-248 7 655 0 0,0 0 1 0 0,0 0-1 0 0,0 0 1 0 0,0 0 0 0 0,0 0-1 0 0,0 0 1 0 0,0 0-1 0 0,0 0 1 0 0,0 1 0 0 0,0-1-1 0 0,0 0 1 0 0,-1 0-1 0 0,1 1 1 0 0,0-1-1 0 0,0 1 1 0 0,0-1 0 0 0,0 1-1 0 0,1 0 1 0 0,-2 0 97 0 0,0-1 1 0 0,0 0 0 0 0,0 1-1 0 0,0-1 1 0 0,0 1-1 0 0,0-1 1 0 0,0 1-1 0 0,0-1 1 0 0,0 1 0 0 0,0-1-1 0 0,0 1 1 0 0,0-1-1 0 0,-1 0 1 0 0,1 1-1 0 0,0-1 1 0 0,0 1 0 0 0,0-1-1 0 0,0 1 1 0 0,-1-1-1 0 0,1 0 1 0 0,0 1-1 0 0,-1-1 1 0 0,1 0 0 0 0,0 1-1 0 0,-1 0 1 0 0,-29 23-6079 0 0,14-13-244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6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147 363 2196 0 0,'-146'27'18902'0'0,"146"-27"-18870"0"0,0-1 1 0 0,0 1-1 0 0,1-1 1 0 0,-1 1-1 0 0,0-1 1 0 0,1 1-1 0 0,-1-1 1 0 0,1 1-1 0 0,-1-1 1 0 0,1 1-1 0 0,-1 0 0 0 0,1-1 1 0 0,-1 1-1 0 0,1 0 1 0 0,-1 0-1 0 0,1-1 1 0 0,-1 1-1 0 0,1 0 1 0 0,-1 0-1 0 0,1 0 1 0 0,0-1-1 0 0,0 1 0 0 0,18-4 166 0 0,-16 4-110 0 0,135-24 888 0 0,-38 7-1705 0 0,-36 5-2886 0 0,-35 10-2483 0 0,-5 2-4162 0 0</inkml:trace>
  <inkml:trace contextRef="#ctx0" brushRef="#br0" timeOffset="1">842 77 2988 0 0,'1'-3'2583'0'0,"2"-50"9012"0"0,-1 32-5844 0 0,2 36-4681 0 0,0 1-1 0 0,-1 0 0 0 0,-1-1 1 0 0,-1 1-1 0 0,0 18 0 0 0,-7 85 594 0 0,2-58-942 0 0,0 1-581 0 0,-8 269 770 0 0,11-255-2689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8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46 680 0 0,'-2'-2'2532'0'0,"-30"-27"9147"0"0,31 28-11067 0 0,-1-1 0 0 0,1 1 1 0 0,0-1-1 0 0,-1 1 1 0 0,1 0-1 0 0,-1-1 0 0 0,1 1 1 0 0,-1 0-1 0 0,-3-2 1 0 0,4 5-592 0 0,0-1 1 0 0,0 0 0 0 0,0 0-1 0 0,0 0 1 0 0,0 1 0 0 0,0-1 0 0 0,0 0-1 0 0,0 1 1 0 0,0-1 0 0 0,0 1 0 0 0,1-1-1 0 0,-1 1 1 0 0,1-1 0 0 0,-1 1-1 0 0,1-1 1 0 0,0 1 0 0 0,0 0 0 0 0,-1-1-1 0 0,1 3 1 0 0,-2 43 826 0 0,1-25-285 0 0,-21 203 3373 0 0,-2 13-2442 0 0,17-166-1428 0 0,7-70-389 0 0,7-3-2551 0 0,-5 0 2420 0 0,1 1-1 0 0,-1-1 0 0 0,0 0 0 0 0,0 0 0 0 0,0 0 1 0 0,0 0-1 0 0,0 0 0 0 0,0 0 0 0 0,0-1 0 0 0,0 1 1 0 0,2-3-1 0 0,24-28-6616 0 0,-18 20 3738 0 0,6-7-3561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6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90 424 0 0,'-81'-86'15061'0'0,"83"86"-14985"0"0,0-1-1 0 0,1 0 0 0 0,-1 1 1 0 0,0-1-1 0 0,0 1 0 0 0,1 0 0 0 0,-1 0 1 0 0,0 0-1 0 0,1 0 0 0 0,-1 0 1 0 0,3 1-1 0 0,80 5-109 0 0,116-5 0 0 0,-93-2-6013 0 0,-95 1 2674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6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37 2532 0 0,'-26'9'5831'0'0,"-41"23"920"0"0,72-32-6416 0 0,29 0-11 0 0,0-1-1 0 0,54-11 1 0 0,-15 2-526 0 0,56-2-1156 0 0,137-19-6070 0 0,-197 20 2400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7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239 108 1396 0 0,'-236'-94'16492'0'0,"233"93"-15914"0"0,13-2-354 0 0,0 1-1 0 0,-1 0 1 0 0,1 0-1 0 0,0 1 0 0 0,0 0 1 0 0,0 1-1 0 0,18 2 1 0 0,6-2 29 0 0,-14 0-147 0 0,160-3 360 0 0,-133 4-446 0 0,83 14 1 0 0,-126-15-27 0 0,-1 1 0 0 0,0-1 0 0 0,1 1 0 0 0,-1 0 1 0 0,0 0-1 0 0,0 0 0 0 0,0 0 0 0 0,0 1 0 0 0,0-1 0 0 0,0 1 0 0 0,0 0 0 0 0,0 0 0 0 0,-1 0 1 0 0,1 0-1 0 0,-1 1 0 0 0,4 3 0 0 0,-6-5 4 0 0,0 0 1 0 0,0 1-1 0 0,1-1 0 0 0,-1 1 1 0 0,0-1-1 0 0,0 0 0 0 0,-1 1 1 0 0,1-1-1 0 0,0 0 0 0 0,0 1 1 0 0,-1-1-1 0 0,1 1 0 0 0,0-1 1 0 0,-1 0-1 0 0,0 0 0 0 0,1 1 1 0 0,-1-1-1 0 0,0 0 0 0 0,0 0 1 0 0,1 0-1 0 0,-2 2 0 0 0,-20 21 10 0 0,0-3 3 0 0,-1-1 1 0 0,-1-2 0 0 0,-34 21 0 0 0,-86 41 98 0 0,32-20 662 0 0,72-39-458 0 0,29-16-168 0 0,1 0 1 0 0,0 1 0 0 0,0 0-1 0 0,0 0 1 0 0,-13 13-1 0 0,23-19-128 0 0,-1 1-1 0 0,1-1 0 0 0,0 1 1 0 0,0-1-1 0 0,-1 1 0 0 0,1-1 1 0 0,0 1-1 0 0,0-1 0 0 0,0 1 0 0 0,0 0 1 0 0,0-1-1 0 0,0 1 0 0 0,0-1 1 0 0,0 1-1 0 0,0-1 0 0 0,0 1 1 0 0,0-1-1 0 0,0 1 0 0 0,0-1 0 0 0,1 1 1 0 0,-1 0-1 0 0,0-1 0 0 0,0 1 1 0 0,1-1-1 0 0,-1 0 0 0 0,0 1 1 0 0,1-1-1 0 0,-1 1 0 0 0,0-1 1 0 0,1 1-1 0 0,-1-1 0 0 0,0 0 0 0 0,1 1 1 0 0,-1-1-1 0 0,1 0 0 0 0,-1 1 1 0 0,1-1-1 0 0,-1 0 0 0 0,1 0 1 0 0,-1 1-1 0 0,1-1 0 0 0,-1 0 0 0 0,2 0 1 0 0,-2 0-17 0 0,8 3 69 0 0,0 0 0 0 0,1-1 0 0 0,-1 0-1 0 0,1 0 1 0 0,-1-1 0 0 0,1 0 0 0 0,0-1-1 0 0,11 0 1 0 0,-1 0-26 0 0,106-2-83 0 0,1-6-1 0 0,-2-5 0 0 0,131-31 1 0 0,-168 30-5596 0 0,-77 15 1298 0 0,-6 2 2831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7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98 1936 0 0,'-366'38'15604'0'0,"361"-38"-13626"0"0,8 0-673 0 0,97-12 433 0 0,422-28-298 0 0,-211 18-1133 0 0,-223 15-278 0 0,294-30 178 0 0,-336 31-114 0 0,0 1-304 0 0,-17-1-3026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8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39 106 1648 0 0,'-35'-69'13873'0'0,"34"68"-13329"0"0,-2-10 1490 0 0,4 10-1998 0 0,0 0 0 0 0,0 0-1 0 0,0-1 1 0 0,0 1 0 0 0,0 0 0 0 0,1 0-1 0 0,-1 0 1 0 0,0 0 0 0 0,0 0 0 0 0,1 1 0 0 0,-1-1-1 0 0,1 0 1 0 0,-1 1 0 0 0,1-1 0 0 0,-1 1-1 0 0,1-1 1 0 0,-1 1 0 0 0,3-1 0 0 0,36-5 120 0 0,21 4-421 0 0,0 2 0 0 0,-1 3 0 0 0,70 12 0 0 0,-114-13-1183 0 0,-11-1 705 0 0,0 0 0 0 0,0-1 0 0 0,0 2 1 0 0,-1-1-1 0 0,1 0 0 0 0,-1 1 0 0 0,1 0 0 0 0,8 5 1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38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 1632 0 0,'-59'31'11257'0'0,"44"-21"-6540"0"0,458-40-3732 0 0,-398 27-746 0 0,1-1-1126 0 0,-13 3-10433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78 1604 0 0,'8'-17'3214'0'0,"-1"0"1"0"0,14-18-1 0 0,-21 33-2694 0 0,2-4 182 0 0,-2 14 586 0 0,-29 119 1746 0 0,3-20-2243 0 0,-39 327-368 0 0,64-425-420 0 0,0 1 38 0 0,1-1 0 0 0,-1 1 0 0 0,3 18 1 0 0,-1-25-27 0 0,-1 0 1 0 0,1 0 0 0 0,0 0 0 0 0,0-1-1 0 0,0 1 1 0 0,0 0 0 0 0,0-1 0 0 0,1 1 0 0 0,-1-1-1 0 0,1 1 1 0 0,-1-1 0 0 0,1 0 0 0 0,0 1-1 0 0,0-1 1 0 0,0 0 0 0 0,1 0 0 0 0,3 2-1 0 0,-1-1-126 0 0,1 0 0 0 0,0 0-1 0 0,-1 0 1 0 0,1-1 0 0 0,0 0-1 0 0,1 0 1 0 0,-1-1 0 0 0,0 0-1 0 0,1 0 1 0 0,-1 0 0 0 0,13-1-1 0 0,26-5-3224 0 0,-3-6-3294 0 0,-27 6 1880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50 1572 0 0,'-143'-12'12909'0'0,"516"2"-10157"0"0,-126 1-2577 0 0,-103 1-106 0 0,37 1 267 0 0,-178 6-323 0 0,7 0-1 0 0,-7 1-2 0 0,16-1-900 0 0,-11 0-2191 0 0,-20 5 523 0 0,-2-1-1105 0 0,-1 0-1589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3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51 1148 0 0,'-3'-5'1505'0'0,"1"-1"0"0"0,-1 1 0 0 0,1 0-1 0 0,-1 0 1 0 0,-9-10 691 0 0,4 5 1315 0 0,8 11-3425 0 0,0 0 0 0 0,-1 0 0 0 0,1 0 0 0 0,-1 0 0 0 0,1 0 0 0 0,0 0 0 0 0,0 0 1 0 0,0 0-1 0 0,-1 0 0 0 0,1 0 0 0 0,0 0 0 0 0,0 0 0 0 0,1 0 0 0 0,-1 0 0 0 0,0 1 0 0 0,0-1 1 0 0,0 0-1 0 0,1 0 0 0 0,-1 0 0 0 0,0-1 0 0 0,1 1 0 0 0,-1 0 0 0 0,1 1 0 0 0,15 31 966 0 0,-12-26-692 0 0,187 336 3733 0 0,-51-97-3351 0 0,-121-210-776 0 0,-3-6-514 0 0,31 46 1 0 0,-40-112-13870 0 0,-8 23 9675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4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608 83 616 0 0,'11'-65'11632'0'0,"-9"47"-8821"0"0,-11 24-2147 0 0,-6 10-103 0 0,1 0 1 0 0,-22 32-1 0 0,10-13-191 0 0,-217 272 863 0 0,-18-17-1201 0 0,257-286 213 0 0,3-3-568 0 0,0-1-1 0 0,0 1 1 0 0,0 0-1 0 0,1-1 1 0 0,-1 1 0 0 0,0 0-1 0 0,0 0 1 0 0,1-1-1 0 0,-1 1 1 0 0,1 0-1 0 0,-1 0 1 0 0,1 0-1 0 0,-1 0 1 0 0,1 0-1 0 0,-1 0 1 0 0,1 0 0 0 0,0 0-1 0 0,-1 0 1 0 0,1 0-1 0 0,0 0 1 0 0,0 0-1 0 0,0 0 1 0 0,0 1-1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4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 1216 0 0,'16'-3'6497'0'0,"-15"3"-6224"0"0,0-1 0 0 0,0 1 0 0 0,1-1 0 0 0,-1 1 0 0 0,0 0 0 0 0,1 0 0 0 0,-1 0 0 0 0,0-1 0 0 0,1 1 0 0 0,-1 0 0 0 0,0 1 0 0 0,1-1 0 0 0,-1 0 0 0 0,0 0 0 0 0,1 0 0 0 0,-1 1 0 0 0,0-1 0 0 0,0 1 0 0 0,1-1 0 0 0,-1 1 0 0 0,0 0 0 0 0,0-1 0 0 0,0 1 0 0 0,0 0 0 0 0,2 1 0 0 0,-1 1 63 0 0,-1 0 0 0 0,0 0-1 0 0,0-1 1 0 0,0 1-1 0 0,0 0 1 0 0,0 0-1 0 0,0 0 1 0 0,-1 0-1 0 0,0 0 1 0 0,1 6-1 0 0,-1 26 902 0 0,0 0-1 0 0,-3 1 1 0 0,-10 56-1 0 0,-35 102-626 0 0,33-138-382 0 0,10-41-299 0 0,4-11-533 0 0,-1 0 0 0 0,1-1 0 0 0,0 2 1 0 0,0-1-1 0 0,0 0 0 0 0,1 0 0 0 0,-1 0 0 0 0,1 8 0 0 0,2-12-250 0 0,0 0 0 0 0,17-8-6836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4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60 156 0 0,'-2'-2'2659'0'0,"-41"-34"12042"0"0,70 31-13834 0 0,66-3-845 0 0,-30 2-2351 0 0,1 3-5476 0 0,-46 5 1938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4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59 1088 0 0,'-61'62'10214'0'0,"60"-62"-10135"0"0,1 1 1 0 0,-1-1 0 0 0,1 0-1 0 0,0 0 1 0 0,-1 0-1 0 0,1 1 1 0 0,0-1 0 0 0,0 0-1 0 0,-1 0 1 0 0,1 1-1 0 0,0-1 1 0 0,-1 0 0 0 0,1 1-1 0 0,0-1 1 0 0,0 0 0 0 0,0 1-1 0 0,-1-1 1 0 0,1 1-1 0 0,0-1 1 0 0,0 0 0 0 0,0 1-1 0 0,0-1 1 0 0,0 1 0 0 0,0-1-1 0 0,0 0 1 0 0,0 1-1 0 0,0-1 1 0 0,0 1 0 0 0,0-1-1 0 0,0 0 1 0 0,0 1-1 0 0,0-1 1 0 0,0 1 0 0 0,0-1-1 0 0,0 0 1 0 0,1 1 0 0 0,-1-1-1 0 0,0 1 1 0 0,0-1-1 0 0,0 0 1 0 0,1 1 0 0 0,-1-1-1 0 0,0 0 1 0 0,0 0-1 0 0,1 1 1 0 0,-1-1 0 0 0,0 0-1 0 0,1 1 1 0 0,-1-1 0 0 0,0 0-1 0 0,1 0 1 0 0,-1 0-1 0 0,0 1 1 0 0,1-1 0 0 0,-1 0-1 0 0,1 0 1 0 0,-1 0-1 0 0,0 0 1 0 0,1 0 0 0 0,-1 0-1 0 0,1 0 1 0 0,0 0 0 0 0,23 2 657 0 0,15-7-449 0 0,-1-2-1 0 0,42-13 1 0 0,-15 3-1138 0 0,229-57-9205 0 0,-232 57 5446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7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578 44 1548 0 0,'-11'-23'12813'0'0,"7"16"-10826"0"0,3 6-1557 0 0,0 1-365 0 0,0-1-1 0 0,0 0 1 0 0,1 0-1 0 0,-1 1 1 0 0,0-1-1 0 0,0 0 1 0 0,-1 1 0 0 0,1-1-1 0 0,0 1 1 0 0,0-1-1 0 0,0 1 1 0 0,0 0-1 0 0,0 0 1 0 0,0-1-1 0 0,-3 1 1 0 0,-16-3 350 0 0,20 3-415 0 0,-13-1 216 0 0,-1 0 1 0 0,0 2-1 0 0,1-1 0 0 0,-1 2 0 0 0,1 0 0 0 0,-1 1 0 0 0,-20 6 0 0 0,1 3-112 0 0,-51 26 0 0 0,77-35-37 0 0,1 1 0 0 0,-1-1 1 0 0,1 1-1 0 0,0 1 0 0 0,0-1 1 0 0,0 1-1 0 0,1 0 0 0 0,-1 0 1 0 0,1 1-1 0 0,1 0 0 0 0,-1-1 1 0 0,1 2-1 0 0,0-1 0 0 0,0 0 1 0 0,1 1-1 0 0,0 0 0 0 0,0 0 1 0 0,0 0-1 0 0,1 0 0 0 0,0 0 1 0 0,1 0-1 0 0,-1 1 0 0 0,1-1 1 0 0,1 0-1 0 0,0 13 0 0 0,3 48 1371 0 0,15 86-1 0 0,-3-43-587 0 0,4 298 733 0 0,-30 1-919 0 0,-97 479-143 0 0,9-142-12 0 0,86-450-742 0 0,13-295 242 0 0,0 2-8 0 0,0 0 1 0 0,0-1 0 0 0,0 1 0 0 0,1 0 0 0 0,0 0 0 0 0,1 5-1 0 0,-2-7 23 0 0,0-1-16 0 0,1 0 0 0 0,0 0-1 0 0,-1 0 1 0 0,1 0 0 0 0,-1 0 0 0 0,1 0-1 0 0,0 0 1 0 0,0 0 0 0 0,0 0 0 0 0,-1 0-1 0 0,1-1 1 0 0,0 1 0 0 0,0 0-1 0 0,0-1 1 0 0,0 1 0 0 0,0-1 0 0 0,0 1-1 0 0,0-1 1 0 0,1 1 0 0 0,-1-1 0 0 0,0 0-1 0 0,0 1 1 0 0,0-1 0 0 0,0 0-1 0 0,0 0 1 0 0,1 0 0 0 0,-1 0 0 0 0,0 0-1 0 0,0 0 1 0 0,0 0 0 0 0,0 0-1 0 0,2-1 1 0 0,47-8-372 0 0,-41 7 162 0 0,142-43-5079 0 0,-4-12-5529 0 0,-70 24 889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8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86 312 0 0,'0'0'1955'0'0,"3"-25"5800"0"0,-1 18-6506 0 0,-2 5-1132 0 0,0 0 0 0 0,1 0 0 0 0,-1 0 0 0 0,1 0 0 0 0,-1 0 0 0 0,1 0 0 0 0,0 0 0 0 0,0 0 1 0 0,0 0-1 0 0,0 0 0 0 0,0 1 0 0 0,1-1 0 0 0,-1 0 0 0 0,0 1 0 0 0,1-1 0 0 0,-1 1 0 0 0,1-1 0 0 0,0 1 0 0 0,0 0 1 0 0,-1-1-1 0 0,1 1 0 0 0,0 0 0 0 0,0 0 0 0 0,3-1 0 0 0,6-1-92 0 0,0 1-1 0 0,0 0 1 0 0,0 0 0 0 0,0 1-1 0 0,1 0 1 0 0,-1 1 0 0 0,0 0-1 0 0,0 1 1 0 0,0 0-1 0 0,15 4 1 0 0,-19-3-23 0 0,1 0-1 0 0,-1 0 1 0 0,1 1-1 0 0,-1 0 1 0 0,0 0-1 0 0,0 1 1 0 0,0 0-1 0 0,-1 0 1 0 0,1 0-1 0 0,-1 1 1 0 0,0 0-1 0 0,0 0 1 0 0,-1 1-1 0 0,1 0 1 0 0,-1 0-1 0 0,5 8 1 0 0,-6-7-2 0 0,-1 0 1 0 0,0 1-1 0 0,0-1 0 0 0,-1 1 1 0 0,0 0-1 0 0,0-1 1 0 0,-1 1-1 0 0,0 0 1 0 0,-1 0-1 0 0,1 0 1 0 0,-1 0-1 0 0,-1 0 0 0 0,0-1 1 0 0,0 1-1 0 0,0 0 1 0 0,-1 0-1 0 0,-5 13 1 0 0,-3 5 115 0 0,-1 0 1 0 0,-1-1-1 0 0,-25 39 1 0 0,-60 69 770 0 0,67-96-600 0 0,29-36-269 0 0,0 0-1 0 0,0 0 0 0 0,0 0 0 0 0,1 1 0 0 0,-1-1 0 0 0,0 0 0 0 0,0 0 0 0 0,1 1 0 0 0,-1-1 0 0 0,1 0 0 0 0,-1 1 0 0 0,1-1 0 0 0,0 0 0 0 0,-1 1 0 0 0,1-1 0 0 0,0 1 0 0 0,0 1 0 0 0,0-2-10 0 0,1 0-1 0 0,-1-1 1 0 0,0 1-1 0 0,1 0 1 0 0,-1-1 0 0 0,1 1-1 0 0,-1-1 1 0 0,1 1 0 0 0,-1-1-1 0 0,1 1 1 0 0,-1-1-1 0 0,1 1 1 0 0,0-1 0 0 0,-1 1-1 0 0,1-1 1 0 0,-1 1 0 0 0,1-1-1 0 0,0 0 1 0 0,0 0-1 0 0,-1 1 1 0 0,1-1 0 0 0,0 0-1 0 0,0 0 1 0 0,7 1 14 0 0,0 0 0 0 0,1 0 0 0 0,-1-1 0 0 0,14-2-1 0 0,-15 2-6 0 0,57-5-141 0 0,291-13-1657 0 0,-341 19-911 0 0,-1 0 0 0 0,21 5 0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9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1184 0 0,'-2'1'3019'0'0,"-3"0"-2021"0"0,-21 10 8902 0 0,26-11-9857 0 0,22 3 688 0 0,245 3 442 0 0,-251-7-1261 0 0,-13 1-161 0 0,16 0-4424 0 0,-17 1 4107 0 0,2 1 21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9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28 3092 0 0,'27'-27'19749'0'0,"-25"36"-17451"0"0,-2 10-638 0 0,-34 136 3538 0 0,-55 279-5645 0 0,80-358-6812 0 0,9-25-6172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49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32 704 0 0,'19'-32'19443'0'0,"-18"39"-19319"0"0,0 1 0 0 0,0-1 1 0 0,-1 0-1 0 0,1 0 1 0 0,-2 1-1 0 0,1-1 1 0 0,-3 9-1 0 0,-14 56 388 0 0,5-26-329 0 0,-28 98 420 0 0,6-26-2515 0 0,18-40-5789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50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133 101 976 0 0,'-2'-1'1181'0'0,"-83"-67"7972"0"0,48 42-4362 0 0,36 25-4292 0 0,-6-3-198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5:51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845 10 1140 0 0,'3'-9'15428'0'0,"14"14"-15160"0"0,0-1 0 0 0,0 0-1 0 0,0-1 1 0 0,0-1 0 0 0,1-1 0 0 0,24-1-1 0 0,9 2-55 0 0,286 27 168 0 0,-311-25-379 0 0,-19 0 13 0 0,-5-1-11 0 0,0-2 6 0 0,-2 0-3 0 0,1-1 1 0 0,-1 1-1 0 0,1-1 0 0 0,-1 1 0 0 0,0-1 1 0 0,1 1-1 0 0,-1-1 0 0 0,0 1 0 0 0,1 0 0 0 0,-1-1 1 0 0,0 1-1 0 0,1 0 0 0 0,-1-1 0 0 0,0 1 1 0 0,0 0-1 0 0,0-1 0 0 0,0 1 0 0 0,0 0 1 0 0,0 0-1 0 0,0-1 0 0 0,0 1 0 0 0,0 0 1 0 0,0 1-1 0 0,-3 19 755 0 0,-166 808 6717 0 0,-13 84-4505 0 0,94-380-2799 0 0,40-71 94 0 0,27-244-263 0 0,19-194 35 0 0,-8 112 537 0 0,9-95 703 0 0,0-32-1280 0 0,-2 0 0 0 0,-2-1 0 0 0,-2-1 0 0 0,-1-1 0 0 0,0-1 0 0 0,6-4 0 0 0,-1 0 0 0 0,1 0 0 0 0,-1 0 0 0 0,0 0 0 0 0,1-1 0 0 0,-1 1 0 0 0,0-1 0 0 0,0 0 0 0 0,1 0 0 0 0,-6 0 0 0 0,-2 0 0 0 0,-251 42-3712 0 0,-120 47-9308 0 0,200-42-611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08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93 316 0 0,'7'-17'2414'0'0,"-1"0"0"0"0,5-23-1 0 0,-11 39-2085 0 0,4-12 673 0 0,-3 9-608 0 0,-1 15-412 0 0,-22 365 539 0 0,0-11-32 0 0,21-312-298 0 0,2-51-108 0 0,0 6 87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08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681 6 140 0 0,'5'-5'8521'0'0,"-9"14"-8340"0"0,-1 0 0 0 0,0-1 0 0 0,0 1 1 0 0,0-1-1 0 0,-1 0 0 0 0,0-1 0 0 0,-1 1 0 0 0,-12 10 1 0 0,-25 16 50 0 0,-2-3 0 0 0,-66 35 1 0 0,25-16-168 0 0,18-9 13 0 0,3 2 0 0 0,-102 87 0 0 0,165-128-77 0 0,0 1 0 0 0,1-1 0 0 0,-1 1 1 0 0,1-1-1 0 0,0 1 0 0 0,0 0 0 0 0,0 0 1 0 0,0 0-1 0 0,0 0 0 0 0,1 0 0 0 0,-1 0 0 0 0,1 0 1 0 0,0 1-1 0 0,0-1 0 0 0,0 0 0 0 0,0 1 1 0 0,1-1-1 0 0,-1 7 0 0 0,2-8-51 0 0,-1-1 0 0 0,1 1 0 0 0,-1-1-1 0 0,1 0 1 0 0,0 1 0 0 0,0-1 0 0 0,0 0 0 0 0,0 0 0 0 0,0 1-1 0 0,0-1 1 0 0,0 0 0 0 0,0 0 0 0 0,1 0 0 0 0,-1 0 0 0 0,0 0-1 0 0,0-1 1 0 0,1 1 0 0 0,-1 0 0 0 0,1 0 0 0 0,-1-1 0 0 0,1 1-1 0 0,-1-1 1 0 0,1 0 0 0 0,-1 1 0 0 0,3-1 0 0 0,39 5-2514 0 0,-20-7 298 0 0,1-1-507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09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98 348 0 0,'0'0'2669'0'0,"-3"0"-1607"0"0,-29 0 2655 0 0,29 0-2869 0 0,-13 2 602 0 0,8 0-1287 0 0,13-1 209 0 0,21-4-37 0 0,268-87-707 0 0,-241 80-5266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09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85 108 0 0,'-57'40'9170'0'0,"55"-39"-8891"0"0,2-1-249 0 0,0 0 0 0 0,0 0 0 0 0,-1 0 0 0 0,1 0 0 0 0,0 1 0 0 0,0-1 0 0 0,0 0 0 0 0,-1 0 0 0 0,1 0 0 0 0,0 0 0 0 0,0 0 0 0 0,0 0 0 0 0,0 1 0 0 0,-1-1 1 0 0,1 0-1 0 0,0 0 0 0 0,0 0 0 0 0,0 1 0 0 0,0-1 0 0 0,0 0 0 0 0,0 0 0 0 0,0 0 0 0 0,-1 1 0 0 0,1-1 0 0 0,0 0 0 0 0,0 0 0 0 0,0 0 0 0 0,0 1 0 0 0,0-1 0 0 0,0 0 0 0 0,0 0 0 0 0,0 1 0 0 0,0-1 0 0 0,223-73 18 0 0,-60 25-5942 0 0,-126 38 3566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10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30 155 36 0 0,'0'0'10888'0'0,"-15"-1"-10560"0"0,11-4-318 0 0,4 4 13 0 0,-1-1-10 0 0,-1-3 0 0 0,1 3-5 0 0,-1-36 98 0 0,2 37-87 0 0,1-11-3 0 0,-1 10-17 0 0,0 1 1 0 0,0 0 0 0 0,0-1 0 0 0,0 1 0 0 0,1 0 0 0 0,-1 0 0 0 0,0 0 0 0 0,1 0 0 0 0,-1 0 0 0 0,0 0 0 0 0,1 0 0 0 0,-1 0 0 0 0,1-1 0 0 0,0 2 0 0 0,-1-1 0 0 0,1 0 0 0 0,0 0 0 0 0,0 0 0 0 0,0 0 0 0 0,-1 0 0 0 0,1 1 0 0 0,0-1 0 0 0,2-1 0 0 0,8-6 25 0 0,-1 1 0 0 0,1 0-1 0 0,1 0 1 0 0,-1 1 0 0 0,1 1 0 0 0,0 0 0 0 0,1 1-1 0 0,-1 0 1 0 0,15-3 0 0 0,-23 7-27 0 0,0-1 0 0 0,0 1-1 0 0,0 0 1 0 0,0 0 0 0 0,0 0 0 0 0,0 0 0 0 0,0 1-1 0 0,-1 0 1 0 0,1 0 0 0 0,0 0 0 0 0,0 0 0 0 0,0 0-1 0 0,-1 1 1 0 0,1 0 0 0 0,0 0 0 0 0,-1 0-1 0 0,0 0 1 0 0,1 0 0 0 0,-1 1 0 0 0,0-1 0 0 0,0 1-1 0 0,0 0 1 0 0,-1 0 0 0 0,1 0 0 0 0,-1 0 0 0 0,1 0-1 0 0,-1 1 1 0 0,0-1 0 0 0,-1 1 0 0 0,1-1 0 0 0,0 1-1 0 0,-1 0 1 0 0,0 0 0 0 0,0 0 0 0 0,0-1-1 0 0,0 1 1 0 0,-1 0 0 0 0,0 0 0 0 0,1 0 0 0 0,-1 0-1 0 0,-1 0 1 0 0,1 0 0 0 0,-2 5 0 0 0,-2 10 5 0 0,-1 1-1 0 0,-1-1 1 0 0,0-1 0 0 0,-2 0 0 0 0,0 0 0 0 0,-18 28-1 0 0,-76 96 176 0 0,19-32 1 0 0,82-109-175 0 0,0 0 0 0 0,0 0-1 0 0,1 1 1 0 0,-1-1 0 0 0,0 0-1 0 0,1 0 1 0 0,-1 0 0 0 0,1 0-1 0 0,-1 1 1 0 0,1-1 0 0 0,0 0-1 0 0,-1 0 1 0 0,1 1-1 0 0,0-1 1 0 0,0 0 0 0 0,0 0-1 0 0,0 1 1 0 0,0-1 0 0 0,0 0-1 0 0,0 1 1 0 0,1-1 0 0 0,-1 0-1 0 0,0 0 1 0 0,1 2 0 0 0,0-2-1 0 0,0 1 1 0 0,1-1 0 0 0,-1 0-1 0 0,0 1 1 0 0,1-1 0 0 0,-1 0-1 0 0,0 0 1 0 0,1 0 0 0 0,-1 0 0 0 0,1 0-1 0 0,0-1 1 0 0,-1 1 0 0 0,1 0-1 0 0,0-1 1 0 0,2 1 0 0 0,9 2 17 0 0,0-1 1 0 0,0-1-1 0 0,23 0 0 0 0,-33-1-17 0 0,409-32-130 0 0,-331 23-286 0 0,96-18-5099 0 0,-131 18 1738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12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57 250 244 0 0,'13'-48'4397'0'0,"15"-40"-250"0"0,-18 66-2768 0 0,25-41-1 0 0,-27 50-1001 0 0,-7 11-285 0 0,0 0 2 0 0,9-9 355 0 0,-6 11-232 0 0,-2 9-91 0 0,-5 45 866 0 0,-20 107 1 0 0,4-47-633 0 0,-3 39 12 0 0,-18 167 137 0 0,35-253-322 0 0,-4 62-148 0 0,6-42 1602 0 0,2-84-278 0 0,-1-13-1045 0 0,0-15-326 0 0,11-42 29 0 0,24-211-59 0 0,0-139-156 0 0,-33 274 126 0 0,-1 62-35 0 0,-1 73-10 0 0,-2 15 95 0 0,-2 16 39 0 0,-31 373 170 0 0,7-61-58 0 0,10-117-8 0 0,14-162 190 0 0,6-55-351 0 0,-7-35-9206 0 0,7 31 8619 0 0,0-1-184 0 0,-1-18-6019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12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595 64 1040 0 0,'4'-24'5163'0'0,"-3"7"-3181"0"0,-1 15-1424 0 0,2-10 1179 0 0,-2 12-1705 0 0,1 0 0 0 0,-1-1-1 0 0,0 1 1 0 0,0 0 0 0 0,0 0-1 0 0,0 0 1 0 0,0-1 0 0 0,0 1-1 0 0,0 0 1 0 0,1 0 0 0 0,-1 0-1 0 0,0-1 1 0 0,0 1 0 0 0,0 0-1 0 0,0 0 1 0 0,0-1-1 0 0,0 1 1 0 0,0 0 0 0 0,0 0-1 0 0,0-1 1 0 0,0 1 0 0 0,-1 0-1 0 0,1 0 1 0 0,0 0 0 0 0,0-1-1 0 0,0 1 1 0 0,0 0 0 0 0,0 0-1 0 0,0 0 1 0 0,0-1 0 0 0,0 1-1 0 0,-1 0 1 0 0,1 0 0 0 0,0 0-1 0 0,0 0 1 0 0,0-1 0 0 0,0 1-1 0 0,-1 0 1 0 0,1 0 0 0 0,0 0-1 0 0,0 0 1 0 0,0 0 0 0 0,-1 0-1 0 0,1 0 1 0 0,0-1 0 0 0,0 1-1 0 0,-1 0 1 0 0,1 0 0 0 0,0 0-1 0 0,-15 10 488 0 0,-23 30-712 0 0,27-27 384 0 0,-92 91 21 0 0,-130 104-1 0 0,73-92-4123 0 0,141-103 1049 0 0,0-3-961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13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362 320 848 0 0,'0'0'994'0'0,"-1"-3"129"0"0,0 0-1 0 0,0 0 1 0 0,0 1-1 0 0,-1-1 1 0 0,1 0-1 0 0,-1 0 1 0 0,-2-3-1 0 0,-28-3-1015 0 0,1-1 1 0 0,-47-21-1 0 0,30 7-97 0 0,47 23-17 0 0,-4-2 23 0 0,5 3-16 0 0,-1 0 0 0 0,1 0 1 0 0,0 0-1 0 0,0 0 0 0 0,-1 0 0 0 0,1 0 0 0 0,0-1 0 0 0,-1 1 0 0 0,1 0 0 0 0,0 0 0 0 0,0 0 0 0 0,0 0 0 0 0,-1 0 0 0 0,1 0 0 0 0,0 0 0 0 0,0-1 1 0 0,-1 1-1 0 0,1 0 0 0 0,0 0 0 0 0,0 0 0 0 0,0-1 0 0 0,0 1 0 0 0,-1 0 0 0 0,1 0 0 0 0,0-1 0 0 0,0 1 0 0 0,0 0 0 0 0,0 0 0 0 0,0-1 0 0 0,0 1 0 0 0,0 0 1 0 0,-1 0-1 0 0,1-1 0 0 0,1-1 0 0 0,1 0 0 0 0,-1 1 0 0 0,0-1 1 0 0,1 0-1 0 0,-1 1 0 0 0,1-1 0 0 0,-1 1 0 0 0,1 0 1 0 0,-1-1-1 0 0,1 1 0 0 0,0 0 0 0 0,0 0 1 0 0,0 0-1 0 0,3-1 0 0 0,37-14-14 0 0,-28 11 13 0 0,282-122 66 0 0,-231 92 18 0 0,-63 34-59 0 0,-1 1-24 0 0,-1-1-1 0 0,0 1 1 0 0,0 0 0 0 0,1 0 0 0 0,-1-1 0 0 0,0 1-1 0 0,0 0 1 0 0,1 0 0 0 0,-1 0 0 0 0,0-1 0 0 0,1 1-1 0 0,-1 0 1 0 0,0 0 0 0 0,1 0 0 0 0,-1 0 0 0 0,0 0-1 0 0,1 0 1 0 0,-1 0 0 0 0,0 0 0 0 0,1 0 0 0 0,-1 0-1 0 0,0 0 1 0 0,1 0 0 0 0,-1 0 0 0 0,0 0 0 0 0,1 0-1 0 0,-1 0 1 0 0,0 0 0 0 0,1 0 0 0 0,-1 0 0 0 0,0 0-1 0 0,1 0 1 0 0,-1 0 0 0 0,0 1 0 0 0,0-1 0 0 0,1 0-1 0 0,-1 0 1 0 0,0 0 0 0 0,0 1 0 0 0,1-1 0 0 0,-1 0-1 0 0,0 0 1 0 0,0 1 0 0 0,1-1 0 0 0,-1 0 0 0 0,0 1-1 0 0,0-1 1 0 0,0 0 0 0 0,0 1 0 0 0,0-1 0 0 0,1 0-1 0 0,-1 1 1 0 0,0-1 0 0 0,-2 14 3 0 0,0-1 0 0 0,0 0 0 0 0,-1 0 0 0 0,-9 23 0 0 0,3-11-28 0 0,-80 315 748 0 0,16-58 330 0 0,66-257-928 0 0,-1 4 177 0 0,0 1-1 0 0,-3-1 1 0 0,0-1-1 0 0,-17 31 1 0 0,25-55-274 0 0,1 0-1 0 0,-1 0 1 0 0,0 0-1 0 0,0 0 1 0 0,0-1 0 0 0,-1 0-1 0 0,1 0 1 0 0,-1 0-1 0 0,0 0 1 0 0,0 0 0 0 0,0-1-1 0 0,0 1 1 0 0,0-1-1 0 0,0 0 1 0 0,-1-1 0 0 0,1 1-1 0 0,-1-1 1 0 0,1 0-1 0 0,-1 0 1 0 0,1 0 0 0 0,-1 0-1 0 0,0-1 1 0 0,0 0-1 0 0,1 0 1 0 0,-1 0 0 0 0,0-1-1 0 0,1 1 1 0 0,-1-1-1 0 0,-5-2 1 0 0,-12-4 130 0 0,1 0 1 0 0,1-2-1 0 0,0 0 1 0 0,-35-22-1 0 0,43 24-148 0 0,6 3-20 0 0,0 1-1 0 0,0-1 1 0 0,0 0-1 0 0,1-1 1 0 0,-1 1 0 0 0,1-1-1 0 0,0 0 1 0 0,0 0-1 0 0,1-1 1 0 0,-6-9-1 0 0,9 13-2 0 0,1 0 2 0 0,0 0 9 0 0,-1 0-1 0 0,1 1 0 0 0,0-1 0 0 0,0 0 0 0 0,1 1 0 0 0,-1-1 1 0 0,0 0-1 0 0,1 1 0 0 0,-1-1 0 0 0,1 1 0 0 0,-1-1 0 0 0,1 0 1 0 0,-1 1-1 0 0,1-1 0 0 0,0 1 0 0 0,0 0 0 0 0,0-1 1 0 0,0 1-1 0 0,0 0 0 0 0,0 0 0 0 0,0-1 0 0 0,1 1 0 0 0,-1 0 1 0 0,0 0-1 0 0,3-1 0 0 0,-3 1 5 0 0,11-6-255 0 0,0 1-1 0 0,-1 0 1 0 0,2 0 0 0 0,-1 2-1 0 0,16-5 1 0 0,-26 9-341 0 0,2-2-554 0 0,0 1 1 0 0,0 0-1 0 0,0 0 0 0 0,0 1 1 0 0,0-1-1 0 0,8 1 1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14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24 437 140 0 0,'0'0'1835'0'0,"-3"-1"-644"0"0,0-1 0 0 0,0 0 0 0 0,0 0 0 0 0,0 0 0 0 0,0-1 0 0 0,-3-2 0 0 0,8 2-1127 0 0,0 0-1 0 0,-1 0 1 0 0,1 0 0 0 0,1 0-1 0 0,-1 0 1 0 0,0 0-1 0 0,1 0 1 0 0,-1 1 0 0 0,1 0-1 0 0,0-1 1 0 0,0 1-1 0 0,4-3 1 0 0,46-23 114 0 0,-34 18-111 0 0,63-28 5 0 0,138-46 0 0 0,-111 48-274 0 0,-107 35 192 0 0,15-13 172 0 0,-19 14-153 0 0,0 0 0 0 0,1 1 0 0 0,-1-1 0 0 0,0 1-1 0 0,0-1 1 0 0,0 1 0 0 0,0 0 0 0 0,1 0 0 0 0,-1 0 0 0 0,0 0 0 0 0,1 0 0 0 0,-1 0 0 0 0,1 0 0 0 0,-1 1 0 0 0,1-1 0 0 0,0 0 0 0 0,-1 1 0 0 0,1-1 0 0 0,0 1 0 0 0,0 0 0 0 0,0-1 0 0 0,-1 4 0 0 0,-24 47 140 0 0,24-45-129 0 0,-8 17 80 0 0,1 0 0 0 0,1 1-1 0 0,-6 36 1 0 0,12-50-61 0 0,1 1-1 0 0,0 0 1 0 0,0 0-1 0 0,1 0 0 0 0,0 1 1 0 0,1-1-1 0 0,1-1 1 0 0,0 1-1 0 0,6 18 1 0 0,-8-28-27 0 0,1 0 0 0 0,0 0 0 0 0,0 0 0 0 0,0 1 0 0 0,0-2 0 0 0,0 1 0 0 0,1 0 0 0 0,-1 0 1 0 0,1 0-1 0 0,-1 0 0 0 0,1-1 0 0 0,-1 1 0 0 0,1-1 0 0 0,0 1 0 0 0,0-1 0 0 0,0 0 0 0 0,0 0 1 0 0,0 0-1 0 0,0 0 0 0 0,0 0 0 0 0,0 0 0 0 0,0 0 0 0 0,1-1 0 0 0,-1 1 0 0 0,0-1 1 0 0,0 0-1 0 0,1 0 0 0 0,3 0 0 0 0,5-2-11 0 0,-2 0 1 0 0,1-2-1 0 0,0 1 0 0 0,0-1 1 0 0,-1 0-1 0 0,0-1 0 0 0,0 0 1 0 0,0-1-1 0 0,-1 0 1 0 0,0 0-1 0 0,0-1 0 0 0,0 0 1 0 0,-1 0-1 0 0,0-1 0 0 0,0 1 1 0 0,-1-2-1 0 0,0 1 0 0 0,-1-1 1 0 0,1 0-1 0 0,5-14 1 0 0,-6 13-13 0 0,-1-1 1 0 0,0 0-1 0 0,0 1 1 0 0,-1-1-1 0 0,-1-1 1 0 0,0 1 0 0 0,0 0-1 0 0,-1 0 1 0 0,0-1-1 0 0,-1 1 1 0 0,-1-1-1 0 0,0 1 1 0 0,0 0 0 0 0,-1-1-1 0 0,0 1 1 0 0,-1 0-1 0 0,0 0 1 0 0,-10-19 0 0 0,11 26 4 0 0,-1 0 1 0 0,1 0 0 0 0,-1 1 0 0 0,0 0 0 0 0,0-1-1 0 0,0 1 1 0 0,0 0 0 0 0,-1 1 0 0 0,1-1-1 0 0,-1 0 1 0 0,1 1 0 0 0,-1 0 0 0 0,0 0 0 0 0,0 0-1 0 0,0 1 1 0 0,-1-1 0 0 0,1 1 0 0 0,0 0 0 0 0,-8-1-1 0 0,9 1 6 0 0,-1 1-1 0 0,1 0 0 0 0,0 0 1 0 0,-1 0-1 0 0,1 0 0 0 0,-1 1 1 0 0,1-1-1 0 0,-1 1 0 0 0,1 0 1 0 0,0 0-1 0 0,-1 0 0 0 0,1 0 1 0 0,0 1-1 0 0,0-1 0 0 0,0 1 1 0 0,0 0-1 0 0,0 0 0 0 0,0 0 1 0 0,0 0-1 0 0,1 1 1 0 0,-1-1-1 0 0,1 1 0 0 0,0-1 1 0 0,0 1-1 0 0,-2 3 0 0 0,2-4 12 0 0,1 0 1 0 0,0 0-1 0 0,0 0 0 0 0,0 0 0 0 0,0 0 0 0 0,0 0 1 0 0,1 0-1 0 0,-1 0 0 0 0,0 0 0 0 0,1 0 0 0 0,0 0 0 0 0,-1 1 1 0 0,1-1-1 0 0,0 0 0 0 0,0 0 0 0 0,0 0 0 0 0,1 1 1 0 0,-1-1-1 0 0,1 0 0 0 0,-1 0 0 0 0,1 0 0 0 0,-1 0 1 0 0,1 0-1 0 0,2 4 0 0 0,-2-4-6 0 0,1-1-1 0 0,0 1 1 0 0,-1 0-1 0 0,1-1 1 0 0,0 1 0 0 0,0-1-1 0 0,0 0 1 0 0,0 0 0 0 0,0 0-1 0 0,0 0 1 0 0,0 0-1 0 0,0 0 1 0 0,0 0 0 0 0,0-1-1 0 0,0 1 1 0 0,1-1-1 0 0,-1 1 1 0 0,0-1 0 0 0,0 0-1 0 0,1 0 1 0 0,-1 0 0 0 0,4-1-1 0 0,4 0-28 0 0,0-1-1 0 0,0-1 0 0 0,0 0 1 0 0,-1 0-1 0 0,1-1 1 0 0,16-8-1 0 0,52-38-70 0 0,-36 22 86 0 0,-26 18 17 0 0,0 0 1 0 0,1 1-1 0 0,0 1 0 0 0,0 1 0 0 0,1 0 1 0 0,23-5-1 0 0,-35 10 1 0 0,0 1 0 0 0,0 1 0 0 0,0-1 0 0 0,1 1 0 0 0,-1 0 0 0 0,0 0 0 0 0,0 1 0 0 0,0 0 0 0 0,0 0 0 0 0,1 1 0 0 0,-1-1 0 0 0,-1 1 0 0 0,1 0-1 0 0,0 1 1 0 0,0 0 0 0 0,-1-1 0 0 0,0 2 0 0 0,1-1 0 0 0,-1 1 0 0 0,0 0 0 0 0,-1 0 0 0 0,8 7 0 0 0,-7-5 73 0 0,-1-1 0 0 0,1 2 0 0 0,-1-1-1 0 0,0 0 1 0 0,0 1 0 0 0,-1 0 0 0 0,0-1 0 0 0,0 2-1 0 0,0-1 1 0 0,-1 0 0 0 0,0 0 0 0 0,-1 1 0 0 0,0-1-1 0 0,0 1 1 0 0,0-1 0 0 0,-1 1 0 0 0,0-1 0 0 0,-1 1-1 0 0,1-1 1 0 0,-2 1 0 0 0,-3 13 0 0 0,-1-2 660 0 0,0 0 0 0 0,-2 0-1 0 0,-1-1 1 0 0,0 0 0 0 0,-1 0 0 0 0,-23 30 0 0 0,32-47-698 0 0,1 0 0 0 0,0-1 0 0 0,-1 1 0 0 0,1 0 0 0 0,-1-1 0 0 0,1 1 0 0 0,-1-1 0 0 0,0 1 0 0 0,1 0 0 0 0,-1-1 0 0 0,0 1 0 0 0,1-1 0 0 0,-1 0 0 0 0,0 1 0 0 0,1-1 0 0 0,-1 0 0 0 0,0 1 0 0 0,0-1 0 0 0,1 0 0 0 0,-1 0 0 0 0,-1 1 0 0 0,2-2-29 0 0,-1 1 0 0 0,1 0 1 0 0,-1 0-1 0 0,1 0 0 0 0,-1-1 1 0 0,1 1-1 0 0,-1 0 0 0 0,1-1 1 0 0,-1 1-1 0 0,1-1 1 0 0,0 1-1 0 0,-1 0 0 0 0,1-1 1 0 0,0 1-1 0 0,-1-1 0 0 0,1 1 1 0 0,0-1-1 0 0,0 1 0 0 0,-1-1 1 0 0,1 1-1 0 0,0-2 0 0 0,-4-26 115 0 0,7 15-110 0 0,0 1 0 0 0,1-1 0 0 0,0 1-1 0 0,1 0 1 0 0,0 0 0 0 0,1 1 0 0 0,12-20 0 0 0,59-68 101 0 0,-77 99-121 0 0,26-30-1061 0 0,1 0 0 0 0,2 2 0 0 0,0 1 0 0 0,2 2 0 0 0,40-26 0 0 0,-37 34-5639 0 0,-18 11 391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14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1 712 0 0,'-10'10'2408'0'0,"1"-3"-656"0"0,2 0 657 0 0,-5 1-849 0 0,2 1-656 0 0,1-2-860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19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270 241 32 0 0,'18'-26'3867'0'0,"7"-12"726"0"0,-25 36-4337 0 0,3-2 334 0 0,-2 12-401 0 0,-21 56 383 0 0,-32 65 0 0 0,8-21-149 0 0,-3 18-119 0 0,-62 175 382 0 0,65-169 1180 0 0,44-130-1304 0 0,3-13-215 0 0,10-24-261 0 0,1-1 0 0 0,23-41 0 0 0,-6 14-117 0 0,25-60-28 0 0,207-412-53 0 0,-250 512 102 0 0,33-52-19 0 0,-41 68 14 0 0,0-1-1 0 0,1 1 1 0 0,0 1-1 0 0,1-1 0 0 0,-1 1 1 0 0,1 0-1 0 0,9-5 0 0 0,-14 10 16 0 0,-1 0-1 0 0,0 1 1 0 0,1-1-1 0 0,-1 1 1 0 0,0-1-1 0 0,1 1 1 0 0,-1 0-1 0 0,0 0 1 0 0,1-1-1 0 0,-1 1 1 0 0,1 0-1 0 0,-1 0 1 0 0,0 0-1 0 0,1 1 1 0 0,-1-1-1 0 0,1 0 1 0 0,-1 0-1 0 0,0 1 0 0 0,1-1 1 0 0,-1 1-1 0 0,0-1 1 0 0,1 1-1 0 0,-1 0 1 0 0,0 0-1 0 0,0-1 1 0 0,0 1-1 0 0,0 0 1 0 0,1 0-1 0 0,-1 0 1 0 0,-1 0-1 0 0,1 0 1 0 0,0 0-1 0 0,0 0 1 0 0,0 1-1 0 0,0-1 1 0 0,0 3-1 0 0,4 3 4 0 0,-1 1-1 0 0,0 0 1 0 0,0 1 0 0 0,2 9-1 0 0,1 7-1 0 0,-2 0 0 0 0,0 0 0 0 0,-2 1 0 0 0,0-1 0 0 0,-2 37 0 0 0,-17 131 70 0 0,6-99 13 0 0,4-34-104 0 0,1-24-250 0 0,2 1 1 0 0,2 0-1 0 0,5 62 0 0 0,0-79-1483 0 0,4-4-3744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0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151 132 612 0 0,'-16'0'1598'0'0,"-103"-3"7526"0"0,116 3-8753 0 0,0 0-99 0 0,-6-1 289 0 0,9-1-211 0 0,17-6-102 0 0,38-9-290 0 0,-49 15 122 0 0,145-38-328 0 0,-61 16-1562 0 0,0-1-3279 0 0,-59 15 1466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0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59 892 0 0,'-2'1'1884'0'0,"-42"19"7099"0"0,42-19-8436 0 0,-7 5 477 0 0,5-2 186 0 0,57-10-1069 0 0,66-18 0 0 0,-15 3-263 0 0,-8 3-2699 0 0,-32 2-3303 0 0,-44 11 2773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0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51 154 912 0 0,'-35'-49'10282'0'0,"33"46"-10015"0"0,0-1 1 0 0,0 1 0 0 0,0 0-1 0 0,1 0 1 0 0,0-1 0 0 0,-1 1-1 0 0,1-1 1 0 0,1 1-1 0 0,-1-1 1 0 0,0 0 0 0 0,1 1-1 0 0,0-1 1 0 0,0-3 0 0 0,0 4-243 0 0,1 1 0 0 0,0 1 0 0 0,0-1 0 0 0,0 0 0 0 0,0 0 0 0 0,0 0 0 0 0,0 0 0 0 0,0 1 0 0 0,1-1 1 0 0,-1 0-1 0 0,0 1 0 0 0,1-1 0 0 0,0 1 0 0 0,-1 0 0 0 0,1-1 0 0 0,0 1 0 0 0,0 0 0 0 0,-1 0 0 0 0,1 0 0 0 0,4-1 0 0 0,38-11 99 0 0,-29 10-113 0 0,1 2 0 0 0,0 0-1 0 0,-1 0 1 0 0,1 2 0 0 0,0 0-1 0 0,0 1 1 0 0,-1 0 0 0 0,1 1-1 0 0,-1 1 1 0 0,0 1 0 0 0,0 0-1 0 0,0 1 1 0 0,26 14-1 0 0,-33-15-6 0 0,0 0 0 0 0,0 1 0 0 0,0 0 0 0 0,0 1 0 0 0,-1-1 0 0 0,0 1 0 0 0,-1 1 0 0 0,1-1 0 0 0,-1 1 0 0 0,6 11 0 0 0,-8-12 5 0 0,-1 0 0 0 0,-1 0 0 0 0,1 0-1 0 0,-1 0 1 0 0,0 0 0 0 0,-1 0 0 0 0,1 0 0 0 0,-1 1-1 0 0,-1-1 1 0 0,0 1 0 0 0,0-1 0 0 0,0 1 0 0 0,-1-1-1 0 0,-3 14 1 0 0,-1-3 17 0 0,0-1-1 0 0,-2-1 0 0 0,0 1 1 0 0,0-1-1 0 0,-2 0 1 0 0,0-1-1 0 0,-16 20 1 0 0,1-5 25 0 0,-1 0 0 0 0,-40 35 0 0 0,-102 78 1483 0 0,166-142-1502 0 0,1-1-23 0 0,-1 1-1 0 0,1-1 1 0 0,0 1 0 0 0,0-1 0 0 0,-1 0-1 0 0,1 1 1 0 0,0-1 0 0 0,0 0 0 0 0,0 1-1 0 0,0-1 1 0 0,0 1 0 0 0,0-1 0 0 0,0 1-1 0 0,-1-1 1 0 0,1 0 0 0 0,0 1 0 0 0,0-1-1 0 0,1 1 1 0 0,-1-1 0 0 0,0 0 0 0 0,0 1-1 0 0,0-1 1 0 0,0 1 0 0 0,0-1 0 0 0,0 0-1 0 0,1 1 1 0 0,4 1 54 0 0,0-1 0 0 0,1 0 1 0 0,-1 0-1 0 0,1 0 0 0 0,-1-1 0 0 0,1 0 1 0 0,0 0-1 0 0,6-1 0 0 0,53-11 93 0 0,-20 3-90 0 0,99-8-52 0 0,68-11-242 0 0,-72 2-3013 0 0,-124 22 1209 0 0,0 0-1 0 0,-1-2 0 0 0,22-9 1 0 0,-19 5-2845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2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28 185 184 0 0,'-8'-14'5397'0'0,"2"1"-2306"0"0,4 10-2143 0 0,0 0-1 0 0,0-1 1 0 0,1 1-1 0 0,-1-1 1 0 0,1 1-1 0 0,0-1 1 0 0,0 1-1 0 0,0-5 1 0 0,1 6-864 0 0,0 1 0 0 0,1 0 1 0 0,-1-1-1 0 0,1 1 0 0 0,0-1 1 0 0,-1 1-1 0 0,1 0 0 0 0,0 0 1 0 0,0-1-1 0 0,0 1 0 0 0,0 0 1 0 0,0 0-1 0 0,0 0 0 0 0,0 0 1 0 0,0 0-1 0 0,0 0 0 0 0,1 0 1 0 0,-1 0-1 0 0,0 0 1 0 0,0 1-1 0 0,1-1 0 0 0,1 0 1 0 0,36-13 273 0 0,-35 13-289 0 0,86-23 89 0 0,2 5 0 0 0,137-12 0 0 0,-201 27-650 0 0,-20 3-417 0 0,1-1 1 0 0,0 2 0 0 0,0-1 0 0 0,10 2-1 0 0,-16-1-371 0 0,-3 0 1187 0 0,0 0-1 0 0,1 0 0 0 0,-1 0 1 0 0,0 0-1 0 0,0 0 1 0 0,1 0-1 0 0,-1 0 1 0 0,0 0-1 0 0,1 0 1 0 0,-1 1-1 0 0,0-1 1 0 0,0 0-1 0 0,1 0 1 0 0,-1 0-1 0 0,0 0 0 0 0,0 0 1 0 0,2 3-1217 0 0,-2-2 1217 0 0,0-1-1 0 0,1 0 1 0 0,-1 0-1 0 0,0 1 1 0 0,0-1-1 0 0,0 0 1 0 0,0 1-1 0 0,0-1 1 0 0,0 1-1 0 0</inkml:trace>
  <inkml:trace contextRef="#ctx0" brushRef="#br0" timeOffset="1">416 77 376 0 0,'-2'0'1612'0'0,"-4"1"-771"0"0,-3 1 713 0 0,-1 1 0 0 0,1-1 0 0 0,-12 6 1 0 0,18-6-1259 0 0,0-1 0 0 0,0 1 0 0 0,0 0-1 0 0,0 0 1 0 0,1 0 0 0 0,-1 0 0 0 0,1 1 0 0 0,-1-1 0 0 0,1 1 0 0 0,0 0 0 0 0,0-1 0 0 0,0 1 0 0 0,-2 5 0 0 0,-4 8 701 0 0,2 0 0 0 0,0 1 0 0 0,1 0 0 0 0,-4 29 0 0 0,-5 75 538 0 0,10-79-1279 0 0,-4 30-7 0 0,-2 20-265 0 0,8-34-3756 0 0,2-54 2559 0 0,0 0 0 0 0,-1 0 0 0 0,1 0 0 0 0,-1 0 0 0 0,0 0 0 0 0,0 0 0 0 0,-1 0 0 0 0,-2 6 0 0 0,-2-3-1892 0 0</inkml:trace>
  <inkml:trace contextRef="#ctx0" brushRef="#br0" timeOffset="2">164 728 1080 0 0,'-59'27'10340'0'0,"57"-26"-9580"0"0,-17 9 1900 0 0,13-3-319 0 0,6-7-2297 0 0,1 0 0 0 0,-1 1 1 0 0,1-1-1 0 0,-1 0 0 0 0,0 1 1 0 0,1-1-1 0 0,-1 0 0 0 0,1 0 1 0 0,0 1-1 0 0,-1-1 0 0 0,1 0 0 0 0,-1 0 1 0 0,1 0-1 0 0,-1 0 0 0 0,1 0 1 0 0,-1 0-1 0 0,1 0 0 0 0,-1 0 1 0 0,1 0-1 0 0,-1 0 0 0 0,2 0 1 0 0,56-3 568 0 0,65-12-1 0 0,-59 6-487 0 0,-26 4-208 0 0,209-31-1767 0 0,-85 1-6840 0 0,-117 23 2211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3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609 146 1348 0 0,'-25'-36'4113'0'0,"-38"-43"1"0"0,41 53-2888 0 0,16 21-526 0 0,7 11-484 0 0,10 15 29 0 0,117 159 1086 0 0,-97-131-1027 0 0,45 97 0 0 0,-56-96-146 0 0,-1 1 1 0 0,-3 0-1 0 0,-1 1 1 0 0,12 96-1 0 0,-23-112-67 0 0,-2 1-1 0 0,-2 0 1 0 0,-1 0-1 0 0,-2 0 0 0 0,-2-1 1 0 0,-1 1-1 0 0,-20 66 1 0 0,8-55-26 0 0,-1-1 0 0 0,-3-2-1 0 0,-2 0 1 0 0,-1-1 0 0 0,-2-2 0 0 0,-42 49 0 0 0,24-38-417 0 0,-2-2 0 0 0,-3-2-1 0 0,-2-2 1 0 0,-57 39 0 0 0,55-49-2521 0 0,-85 44 1 0 0,38-35-3089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4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1 92 0 0,'0'0'11701'0'0,"5"8"-11411"0"0,-5-5-253 0 0,0 0 0 0 0,-1 0 1 0 0,1 0-1 0 0,-1 0 0 0 0,1 0 0 0 0,-1 0 0 0 0,0-1 1 0 0,0 1-1 0 0,0 0 0 0 0,-3 3 0 0 0,-2 8 77 0 0,-155 471 1182 0 0,30 11-580 0 0,116-426-650 0 0,3 1 1 0 0,3 0-1 0 0,3 1 1 0 0,5 112-1 0 0,4-149-36 0 0,2 0 0 0 0,1 0-1 0 0,2-1 1 0 0,20 55-1 0 0,-19-65-16 0 0,2-1-1 0 0,1 0 1 0 0,1 0-1 0 0,0-1 1 0 0,2-1-1 0 0,0 0 1 0 0,21 20-1 0 0,-12-18-174 0 0,0-1-1 0 0,2-1 0 0 0,0-2 1 0 0,1 0-1 0 0,0-2 1 0 0,2-1-1 0 0,59 24 1 0 0,-33-20-1402 0 0,0-3 1 0 0,2-3 0 0 0,101 13 0 0 0,0-12-3678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4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1408 0 0,'4'-70'7618'0'0,"1"6"-3774"0"0,-5 62-3662 0 0,1-1 8 0 0,-1 2-183 0 0,0 1 0 0 0,0 0 1 0 0,0 0-1 0 0,0 0 0 0 0,0-1 0 0 0,0 1 1 0 0,0 0-1 0 0,0 0 0 0 0,1 0 0 0 0,-1-1 0 0 0,0 1 1 0 0,0 0-1 0 0,0 0 0 0 0,0 0 0 0 0,0-1 1 0 0,0 1-1 0 0,0 0 0 0 0,0 0 0 0 0,1 0 0 0 0,-1 0 1 0 0,0-1-1 0 0,0 1 0 0 0,0 0 0 0 0,0 0 1 0 0,1 0-1 0 0,-1 0 0 0 0,0 0 0 0 0,0 0 0 0 0,0-1 1 0 0,1 1-1 0 0,-1 0 0 0 0,0 0 0 0 0,0 0 1 0 0,0 0-1 0 0,1 0 0 0 0,-1 0 0 0 0,0 0 0 0 0,0 0 1 0 0,0 0-1 0 0,1 0 0 0 0,-1 0 0 0 0,0 0 1 0 0,13 11 91 0 0,0 1 1 0 0,-1 0-1 0 0,0 1 1 0 0,-1 0 0 0 0,-1 1-1 0 0,15 25 1 0 0,8 9 22 0 0,36 45 45 0 0,3-4 0 0 0,100 95 0 0 0,-146-159-129 0 0,-13-12-10 0 0,1 1 0 0 0,29 20 0 0 0,-38-31-234 0 0,10 6-1834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5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560 181 432 0 0,'7'-56'4754'0'0,"-3"31"-2204"0"0,-1-1 0 0 0,-1-48 1 0 0,-14 79-2287 0 0,8-2-217 0 0,0 1-1 0 0,0 0 0 0 0,0 0 0 0 0,0 0 1 0 0,1 0-1 0 0,0 1 0 0 0,0 0 1 0 0,0-1-1 0 0,-2 7 0 0 0,-5 6 46 0 0,-270 401 1489 0 0,157-238-1171 0 0,104-153-402 0 0,1 1-1 0 0,2 0 0 0 0,1 1 0 0 0,1 1 1 0 0,-14 41-1 0 0,25-42-1597 0 0,3-28 1415 0 0,0-1 0 0 0,0 1 0 0 0,0 0 0 0 0,0-1 0 0 0,0 1 0 0 0,1 0 0 0 0,-1-1 1 0 0,0 1-1 0 0,0 0 0 0 0,1-1 0 0 0,-1 1 0 0 0,0 0 0 0 0,1-1 0 0 0,-1 1 0 0 0,1-1 0 0 0,-1 1 0 0 0,1-1 0 0 0,-1 1 0 0 0,1-1 1 0 0,-1 1-1 0 0,1-1 0 0 0,-1 1 0 0 0,1-1 0 0 0,0 0 0 0 0,-1 1 0 0 0,1-1 0 0 0,-1 0 0 0 0,1 1 0 0 0,0-1 0 0 0,0 0 0 0 0,-1 0 1 0 0,1 0-1 0 0,0 0 0 0 0,-1 0 0 0 0,1 0 0 0 0,0 0 0 0 0,-1 0 0 0 0,1 0 0 0 0,0 0 0 0 0,1 0 0 0 0,19-3-4350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5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83 732 0 0,'-3'-1'3872'0'0,"-29"-6"8352"0"0,27 6-12757 0 0,2 1 1347 0 0,19-3-655 0 0,110-18-270 0 0,50-8 87 0 0,-61 9-9908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5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98 1500 0 0,'-78'59'12844'0'0,"110"-54"-11325"0"0,28-11-1087 0 0,111-25 1 0 0,-93 15-377 0 0,118-29-2118 0 0,-70 2-4711 0 0,-77 22 1228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6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717 158 964 0 0,'-20'-36'6143'0'0,"7"11"-369"0"0,-25-35-1 0 0,37 59-5515 0 0,-1-1-31 0 0,1 1-210 0 0,1 1 0 0 0,0-1 1 0 0,0 0-1 0 0,-1 1 0 0 0,1-1 0 0 0,0 1 1 0 0,-1 0-1 0 0,1-1 0 0 0,-1 1 1 0 0,1-1-1 0 0,0 1 0 0 0,-1 0 1 0 0,1-1-1 0 0,-1 1 0 0 0,1 0 1 0 0,-1-1-1 0 0,1 1 0 0 0,-1 0 1 0 0,0 0-1 0 0,1-1 0 0 0,-1 1 0 0 0,1 0 1 0 0,-1 0-1 0 0,1 0 0 0 0,-1 0 1 0 0,0 0-1 0 0,1 0 0 0 0,-1 0 1 0 0,1 0-1 0 0,-1 0 0 0 0,1 0 1 0 0,-1 0-1 0 0,0 1 0 0 0,-11 8 24 0 0,0 1 0 0 0,1 1 0 0 0,0 0 1 0 0,-16 21-1 0 0,-34 59 81 0 0,41-60-46 0 0,-9 15 186 0 0,2 2 1 0 0,-34 79 0 0 0,51-101-56 0 0,1-1 0 0 0,2 1 0 0 0,0 1 0 0 0,2-1 0 0 0,0 1 0 0 0,2 0 0 0 0,1 34 0 0 0,2-52-177 0 0,1 0 0 0 0,0 1 1 0 0,0-1-1 0 0,1 0 0 0 0,1 0 0 0 0,0 0 1 0 0,0-1-1 0 0,0 1 0 0 0,1-1 0 0 0,0 1 1 0 0,1-1-1 0 0,0-1 0 0 0,8 11 1 0 0,-6-10 37 0 0,1 0 0 0 0,0 0 1 0 0,0-1-1 0 0,1 0 1 0 0,0-1-1 0 0,0 0 1 0 0,1 0-1 0 0,0-1 1 0 0,-1 0-1 0 0,15 4 1 0 0,-10-4 174 0 0,1-1-1 0 0,-1 0 1 0 0,1-2 0 0 0,0 0 0 0 0,0 0 0 0 0,0-1 0 0 0,0-1-1 0 0,0-1 1 0 0,0 0 0 0 0,0 0 0 0 0,-1-2 0 0 0,1 0 0 0 0,0-1-1 0 0,-1 0 1 0 0,0-1 0 0 0,25-12 0 0 0,-24 8-45 0 0,0-1 1 0 0,-1-1 0 0 0,0 0-1 0 0,0 0 1 0 0,-1-2-1 0 0,-1 0 1 0 0,0 0 0 0 0,-1-1-1 0 0,10-15 1 0 0,-9 10-99 0 0,-1-1 0 0 0,-1 0 0 0 0,-1-1 0 0 0,0 0 0 0 0,-2 0 0 0 0,9-41 1 0 0,-12 41-103 0 0,-1 1 0 0 0,-1-1 0 0 0,0 0 1 0 0,-2 0-1 0 0,0 1 0 0 0,-2-1 1 0 0,0 0-1 0 0,-1 1 0 0 0,-1-1 1 0 0,-1 1-1 0 0,-1 0 0 0 0,-1 0 1 0 0,-1 1-1 0 0,0 0 0 0 0,-1 0 1 0 0,-1 1-1 0 0,-13-18 0 0 0,10 21-50 0 0,-1 0 1 0 0,0 0-1 0 0,-1 2 0 0 0,-1 0 0 0 0,0 0 1 0 0,-1 2-1 0 0,0 0 0 0 0,0 1 1 0 0,-1 1-1 0 0,-1 0 0 0 0,1 1 0 0 0,-1 1 1 0 0,-1 1-1 0 0,-38-7 0 0 0,32 9-600 0 0,-1 1 0 0 0,0 1-1 0 0,0 1 1 0 0,0 2 0 0 0,0 0-1 0 0,0 2 1 0 0,0 1 0 0 0,1 1-1 0 0,-1 1 1 0 0,-41 16 0 0 0,30-5-2262 0 0,2 2 1 0 0,0 1-1 0 0,-42 32 1 0 0,15-6-5614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26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3576 0 0,'5'10'3065'0'0,"-1"-3"-541"0"0,1 5-2932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2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3 540 0 0,'-9'-3'14751'0'0,"13"5"-14740"0"0,1 0 0 0 0,0-1 0 0 0,0 0 0 0 0,0 0 0 0 0,1 0 0 0 0,-1 0 0 0 0,0-1 0 0 0,0 0 0 0 0,8-1 0 0 0,-5 1-7 0 0,62 2 48 0 0,-25-2-13 0 0,72-4 92 0 0,-114 4-93 0 0,18-4-54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3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16 131 848 0 0,'0'0'3968'0'0,"-6"-24"3806"0"0,-3-3-3756 0 0,9 25-3780 0 0,5-19 392 0 0,2 15-621 0 0,1 0 0 0 0,0 0 0 0 0,0 1 0 0 0,0 0 0 0 0,1 0 0 0 0,0 1 0 0 0,0 0 0 0 0,0 1 0 0 0,0 0 0 0 0,1 0 0 0 0,-1 1 0 0 0,1 0 0 0 0,-1 1 0 0 0,1 0 0 0 0,13 0 0 0 0,-11 1-15 0 0,0 0 1 0 0,0 1-1 0 0,0 1 1 0 0,0 0 0 0 0,-1 0-1 0 0,1 1 1 0 0,-1 1 0 0 0,0 0-1 0 0,0 0 1 0 0,0 1-1 0 0,0 1 1 0 0,15 10 0 0 0,-22-14 8 0 0,0 2 1 0 0,-1-1-1 0 0,1 0 0 0 0,-1 1 1 0 0,0-1-1 0 0,0 1 1 0 0,0 0-1 0 0,0 0 1 0 0,-1 0-1 0 0,1 1 1 0 0,-1-1-1 0 0,0 1 0 0 0,-1-1 1 0 0,1 1-1 0 0,1 5 1 0 0,-2-2 9 0 0,0-1-1 0 0,-1 0 1 0 0,0 1 0 0 0,0-1 0 0 0,-1 0 0 0 0,0 1 0 0 0,0-1-1 0 0,0 0 1 0 0,-4 9 0 0 0,-3 6 10 0 0,-1-1 0 0 0,-1 1 0 0 0,-1-1 0 0 0,-1-1 0 0 0,-19 24 0 0 0,-79 89 10 0 0,34-44-28 0 0,74-86-8 0 0,-3 4 3 0 0,5-7 1 0 0,0 1 0 0 0,0-1 0 0 0,-1 0 0 0 0,1 1 0 0 0,0-1 0 0 0,0 0 1 0 0,0 1-1 0 0,0-1 0 0 0,-1 1 0 0 0,1-1 0 0 0,0 0 0 0 0,0 1 0 0 0,0-1 0 0 0,0 0 0 0 0,0 1 0 0 0,0-1 0 0 0,0 1 0 0 0,0-1 0 0 0,0 0 0 0 0,0 1 0 0 0,0-1 0 0 0,0 1 0 0 0,0-1 0 0 0,1 0 0 0 0,-1 1 0 0 0,0-1 0 0 0,0 0 0 0 0,0 1 0 0 0,0-1 0 0 0,1 0 0 0 0,-1 1 0 0 0,0 0 0 0 0,15 6 28 0 0,21-3 5 0 0,-34-4-32 0 0,62 0 22 0 0,87-11 0 0 0,-45 2-2 0 0,42-4-83 0 0,-84 5-3372 0 0,-55 7 1939 0 0,0-1 0 0 0,0 0 0 0 0,15-5 0 0 0,-3 0-1504 0 0,-6 4-205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3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1212 0 0,'20'-18'9937'0'0,"-17"12"-8864"0"0,2-29 4683 0 0,-5 33-5635 0 0,-1-1 1 0 0,1 1-1 0 0,0-1 1 0 0,1 0-1 0 0,-1 1 1 0 0,0-1-1 0 0,1 1 1 0 0,-1-1-1 0 0,1 1 1 0 0,0-1-1 0 0,0 1 1 0 0,0 0-1 0 0,0-1 1 0 0,0 1-1 0 0,3-3 1 0 0,-3 3-126 0 0,1 1-1 0 0,0-1 1 0 0,0 1 0 0 0,0 0 0 0 0,0-1 0 0 0,0 1 0 0 0,0 0-1 0 0,0 0 1 0 0,0 0 0 0 0,3 0 0 0 0,3-1 17 0 0,0 0 0 0 0,0 1 0 0 0,16-1 0 0 0,-14 2-17 0 0,0 0 0 0 0,-1 1 0 0 0,1 0-1 0 0,0 0 1 0 0,0 1 0 0 0,-1 1-1 0 0,1-1 1 0 0,-1 1 0 0 0,0 1 0 0 0,0 0-1 0 0,0 0 1 0 0,9 6 0 0 0,-15-7 7 0 0,1 0 0 0 0,0-1-1 0 0,-1 1 1 0 0,0 0 0 0 0,0 1 0 0 0,0-1 0 0 0,0 0 0 0 0,0 1 0 0 0,-1 0-1 0 0,1 0 1 0 0,-1-1 0 0 0,0 2 0 0 0,0-1 0 0 0,-1 0 0 0 0,1 0 0 0 0,-1 0-1 0 0,0 1 1 0 0,0-1 0 0 0,0 0 0 0 0,-1 1 0 0 0,0-1 0 0 0,1 1 0 0 0,-2-1 0 0 0,1 1-1 0 0,0-1 1 0 0,-1 1 0 0 0,0-1 0 0 0,-2 7 0 0 0,-2 5 8 0 0,-1-1-1 0 0,-1 1 1 0 0,0-1 0 0 0,-2-1 0 0 0,1 1-1 0 0,-16 18 1 0 0,-69 74 37 0 0,20-24-42 0 0,73-83-6 0 0,-1 1 0 0 0,1-1 0 0 0,0 1 1 0 0,-1-1-1 0 0,1 0 0 0 0,0 1 0 0 0,0 0 1 0 0,-1-1-1 0 0,1 1 0 0 0,0-1 0 0 0,0 1 1 0 0,-1-1-1 0 0,1 1 0 0 0,0-1 1 0 0,0 1-1 0 0,0 0 0 0 0,0-1 0 0 0,0 1 1 0 0,0-1-1 0 0,0 1 0 0 0,0-1 0 0 0,0 1 1 0 0,0 0-1 0 0,1-1 0 0 0,-1 1 1 0 0,0-1-1 0 0,0 1 0 0 0,0-1 0 0 0,1 1 1 0 0,-1-1-1 0 0,0 1 0 0 0,1-1 0 0 0,-1 1 1 0 0,0-1-1 0 0,1 1 0 0 0,-1-1 0 0 0,1 1 1 0 0,-1-1-1 0 0,0 0 0 0 0,1 1 1 0 0,-1-1-1 0 0,1 0 0 0 0,-1 1 0 0 0,1-1 1 0 0,-1 0-1 0 0,1 0 0 0 0,0 0 0 0 0,-1 1 1 0 0,1-1-1 0 0,-1 0 0 0 0,1 0 1 0 0,0 0-1 0 0,34 7 22 0 0,-33-7-18 0 0,105 9 15 0 0,109-6 1 0 0,-133-4-21 0 0,84-1-485 0 0,-9 1-6324 0 0,-142 2 1437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722 53 2224 0 0,'0'0'11038'0'0,"0"0"-10937"0"0,1 0 0 0 0,-1 0-1 0 0,1 0 1 0 0,-1 0 0 0 0,1 0 0 0 0,-1 0 0 0 0,1 0-1 0 0,-1-1 1 0 0,1 1 0 0 0,-1 0 0 0 0,1 0 0 0 0,-1-1-1 0 0,0 1 1 0 0,1 0 0 0 0,-1-1 0 0 0,1 1 0 0 0,-1 0 0 0 0,1-1-1 0 0,-14-8 510 0 0,12 9-489 0 0,-20-13 226 0 0,13 9-316 0 0,0 1-1 0 0,0 1 0 0 0,0-1 0 0 0,0 1 0 0 0,-13-1 0 0 0,-18-5-24 0 0,33 8-4 0 0,-7 0-6 0 0,-6-2-40 0 0,16 2 19 0 0,0 0-2 0 0,-3 1 18 0 0,-11 3-55 0 0,13-1 47 0 0,0 0 0 0 0,0 0-1 0 0,1 1 1 0 0,-1-1 0 0 0,-4 7-1 0 0,6-9 12 0 0,-8 19-27 0 0,0 10 36 0 0,1 1-1 0 0,2-1 1 0 0,-4 38-1 0 0,1-9 3 0 0,-59 466 337 0 0,32-207-232 0 0,-38 465 280 0 0,62-618-347 0 0,-40 304 423 0 0,-4 61 470 0 0,-3 121 190 0 0,30-446-437 0 0,-7 58-173 0 0,27-153-396 0 0,9-107-114 0 0,1 0 0 0 0,0 0 0 0 0,0 1 1 0 0,0-1-1 0 0,1 0 0 0 0,-1 0 0 0 0,1 0 1 0 0,-1 0-1 0 0,3 6 0 0 0,-1-4-10 0 0,-1-4 10 0 0,-1 0-1 0 0,1 0 1 0 0,0 0 0 0 0,0 0-1 0 0,0 0 1 0 0,0 0-1 0 0,0 0 1 0 0,0-1 0 0 0,0 1-1 0 0,0 0 1 0 0,0-1-1 0 0,0 1 1 0 0,0-1-1 0 0,0 1 1 0 0,0-1 0 0 0,0 1-1 0 0,1-1 1 0 0,-1 0-1 0 0,0 0 1 0 0,0 1 0 0 0,2-1-1 0 0,26 1 56 0 0,25-6-23 0 0,-1-3 1 0 0,-1-3-1 0 0,57-18 0 0 0,-51 13-39 0 0,69-17-667 0 0,191-53-2845 0 0,-111 16-4599 0 0,-129 38 1534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1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65 880 0 0,'14'-24'7036'0'0,"-7"11"-5280"0"0,-6 12-1287 0 0,13-25 2510 0 0,-13 41-2834 0 0,-1-1 0 0 0,-1 1 0 0 0,-1 0 1 0 0,0-1-1 0 0,0 1 0 0 0,-2-1 0 0 0,-8 25 0 0 0,3-8-5 0 0,-14 37 34 0 0,13-38-82 0 0,-13 54 0 0 0,23-82-87 0 0,-1 1 1 0 0,0-1-1 0 0,1 1 0 0 0,-1-1 0 0 0,1 1 0 0 0,0-1 0 0 0,-1 1 0 0 0,1 0 0 0 0,1-1 0 0 0,-1 1 0 0 0,0-1 0 0 0,2 5 0 0 0,-1-2 15 0 0,0-3-13 0 0,0-1 0 0 0,-1 0 0 0 0,1 0 0 0 0,0 0-1 0 0,0 1 1 0 0,0-1 0 0 0,-1 0 0 0 0,1 0 0 0 0,0 0 0 0 0,1 0-1 0 0,-1-1 1 0 0,0 1 0 0 0,0 0 0 0 0,0 0 0 0 0,0 0-1 0 0,1-1 1 0 0,-1 1 0 0 0,2 0 0 0 0,0 0 5 0 0,0 0 1 0 0,0 0-1 0 0,1 0 0 0 0,-1-1 1 0 0,0 1-1 0 0,0-1 1 0 0,7 1-1 0 0,12-3 4 0 0,0-1 0 0 0,-1-1 0 0 0,0 0-1 0 0,0-2 1 0 0,35-14 0 0 0,-44 16 53 0 0,-1-2-1 0 0,-1 1 1 0 0,1-1-1 0 0,-1-1 0 0 0,0 0 1 0 0,-1 0-1 0 0,0-1 1 0 0,0-1-1 0 0,0 1 1 0 0,-1-1-1 0 0,-1 0 0 0 0,9-13 1 0 0,-14 17 97 0 0,1 1 0 0 0,-1-1-1 0 0,0 1 1 0 0,-1-1 0 0 0,1 0 0 0 0,-1 0 0 0 0,0 0 0 0 0,0 0 0 0 0,0 0-1 0 0,-1 0 1 0 0,0 0 0 0 0,0 0 0 0 0,0 0 0 0 0,0 0 0 0 0,-1 0 0 0 0,-2-8-1 0 0,2 11-83 0 0,1 1-56 0 0,0-1 0 0 0,0 1-1 0 0,-1 0 1 0 0,1 0-1 0 0,0-1 1 0 0,-1 1-1 0 0,0 0 1 0 0,1 0 0 0 0,-1 0-1 0 0,-1-3 1 0 0,1 5-25 0 0,0 0 0 0 0,0 1 0 0 0,0-1 0 0 0,0 0 0 0 0,0 0 0 0 0,1 0 0 0 0,-1 1 0 0 0,0-1 0 0 0,1 1 0 0 0,-1-1 0 0 0,1 0-1 0 0,-1 1 1 0 0,1-1 0 0 0,0 1 0 0 0,-1-1 0 0 0,1 1 0 0 0,0 1 0 0 0,0 3 10 0 0,-24 151 127 0 0,5-36-88 0 0,10-65-260 0 0,-9 91 606 0 0,16-50-3809 0 0,5-69 269 0 0,1-10-1760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4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1 296 0 0,'-20'17'15056'0'0,"19"-14"-14617"0"0,2 1-989 0 0,0-3 672 0 0,37 3 679 0 0,69-1-197 0 0,-105-3-568 0 0,44 1 299 0 0,-36-2-304 0 0,-7 1 27 0 0,17 1-18 0 0,-10 0-43 0 0,-7-1 46 0 0,28-3-11069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5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2 127 2248 0 0,'0'-17'6167'0'0,"-1"-4"-1334"0"0,0-10-301 0 0,2 29-4497 0 0,0 1 0 0 0,0-1 0 0 0,0 1 1 0 0,0-1-1 0 0,0 1 0 0 0,0-1 0 0 0,0 1 1 0 0,1 0-1 0 0,-1 0 0 0 0,0-1 0 0 0,1 1 1 0 0,-1 0-1 0 0,1 0 0 0 0,-1 0 0 0 0,1 1 1 0 0,2-2-1 0 0,-1 0 12 0 0,8-3-27 0 0,-1 0-1 0 0,1 1 1 0 0,-1 0-1 0 0,1 0 1 0 0,1 2-1 0 0,-1-1 1 0 0,0 1-1 0 0,23 0 1 0 0,-21 0-15 0 0,0 1-5 0 0,1 1-1 0 0,-1 0 1 0 0,1 1 0 0 0,-1 0-1 0 0,16 4 1 0 0,-22-3 0 0 0,0 0 0 0 0,1 0 1 0 0,-1 0-1 0 0,-1 1 0 0 0,1 0 0 0 0,0 1 0 0 0,-1-1 0 0 0,1 1 1 0 0,-1 0-1 0 0,8 8 0 0 0,-12-10 5 0 0,0 1-1 0 0,0-1 1 0 0,0 0 0 0 0,0 1-1 0 0,-1 0 1 0 0,1-1 0 0 0,-1 1-1 0 0,0 0 1 0 0,0 0 0 0 0,0 0-1 0 0,0 0 1 0 0,0 0 0 0 0,0 0-1 0 0,-1 4 1 0 0,1-1 5 0 0,-1 0 1 0 0,-1 0-1 0 0,1 0 1 0 0,-1 0-1 0 0,0 0 0 0 0,-4 11 1 0 0,-1 1 6 0 0,-2 0 1 0 0,0 0-1 0 0,-16 23 1 0 0,-14 16 146 0 0,-2-2-1 0 0,-2-2 1 0 0,-75 72 0 0 0,84-88-96 0 0,32-35-33 0 0,1-2-31 0 0,0 1-1 0 0,1-1 1 0 0,-1 0 0 0 0,0 1 0 0 0,0-1-1 0 0,0 0 1 0 0,1 1 0 0 0,-1-1-1 0 0,0 1 1 0 0,1-1 0 0 0,-1 0 0 0 0,0 0-1 0 0,1 1 1 0 0,-1-1 0 0 0,0 0 0 0 0,1 0-1 0 0,-1 1 1 0 0,0-1 0 0 0,1 0 0 0 0,-1 0-1 0 0,1 0 1 0 0,-1 0 0 0 0,0 1 0 0 0,1-1-1 0 0,-1 0 1 0 0,1 0 0 0 0,-1 0 0 0 0,1 0-1 0 0,-1 0 1 0 0,1 0 0 0 0,0 0 0 0 0,20-1 50 0 0,-20 1-49 0 0,466-44 127 0 0,-450 42-126 0 0,69-3 91 0 0,-83 5-83 0 0,0 0-2 0 0,11-1-2 0 0,18 0-2422 0 0,9-3-8711 0 0,-21 0 7034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6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55 320 0 0,'15'-20'7015'0'0,"6"-10"679"0"0,-17 27-6510 0 0,-1 1 59 0 0,-1 13-1253 0 0,-26 316 4047 0 0,23-314-3957 0 0,-5 18 224 0 0,6-30-207 0 0,0 7 289 0 0,48-21-20332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8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20 1148 0 0,'-14'2'8300'0'0,"-16"-7"-3263"0"0,29 5-5022 0 0,1 0-1 0 0,0 0 1 0 0,0 0-1 0 0,0 0 1 0 0,-1 0-1 0 0,1 0 1 0 0,0 0-1 0 0,0 0 1 0 0,-1 0-1 0 0,1 0 1 0 0,0 0 0 0 0,0 0-1 0 0,0 0 1 0 0,0 0-1 0 0,-1 0 1 0 0,1-1-1 0 0,0 1 1 0 0,0 0-1 0 0,0 0 1 0 0,0 0-1 0 0,-1 0 1 0 0,1 0-1 0 0,0-1 1 0 0,0 1-1 0 0,0 0 1 0 0,0 0-1 0 0,0 0 1 0 0,0 0-1 0 0,0-1 1 0 0,0 1-1 0 0,-1 0 1 0 0,1 0-1 0 0,0 0 1 0 0,0-1-1 0 0,0 1 1 0 0,0 0-1 0 0,0-1 1 0 0,16-6 0 0 0,-11 6-11 0 0,0 0 0 0 0,0 0 0 0 0,0 0 0 0 0,1 1 0 0 0,-1-1 0 0 0,0 1 0 0 0,0 0 0 0 0,0 1-1 0 0,0-1 1 0 0,0 1 0 0 0,0 0 0 0 0,0 0 0 0 0,0 1 0 0 0,0 0 0 0 0,0-1 0 0 0,0 2 0 0 0,-1-1 0 0 0,1 0 0 0 0,-1 1 0 0 0,0 0 0 0 0,0 0 0 0 0,0 0 0 0 0,0 1 0 0 0,0-1-1 0 0,0 1 1 0 0,-1 0 0 0 0,0 0 0 0 0,0 0 0 0 0,0 0 0 0 0,0 1 0 0 0,3 8 0 0 0,-4-5 19 0 0,0 0 1 0 0,0 1-1 0 0,-1-1 1 0 0,0 1-1 0 0,0-1 0 0 0,-1 1 1 0 0,0-1-1 0 0,-1 0 1 0 0,0 1-1 0 0,0-1 0 0 0,-1 1 1 0 0,0-1-1 0 0,0 0 1 0 0,-1 0-1 0 0,0 0 0 0 0,-6 11 1 0 0,-3 3 138 0 0,-1 0-1 0 0,0-1 1 0 0,-2 0 0 0 0,-22 23 0 0 0,-4-1 394 0 0,-2-2-1 0 0,-73 54 1 0 0,109-90-513 0 0,-9 8-9 0 0,16-13-32 0 0,0 1-1 0 0,-1-1 1 0 0,1 0 0 0 0,0 1-1 0 0,-1-1 1 0 0,1 0-1 0 0,0 1 1 0 0,0-1 0 0 0,0 1-1 0 0,-1-1 1 0 0,1 0 0 0 0,0 1-1 0 0,0-1 1 0 0,0 1-1 0 0,0-1 1 0 0,0 1 0 0 0,0-1-1 0 0,0 0 1 0 0,0 1 0 0 0,0-1-1 0 0,0 1 1 0 0,0-1-1 0 0,0 1 1 0 0,0-1 0 0 0,0 1-1 0 0,0-1 1 0 0,0 0 0 0 0,0 1-1 0 0,0-1 1 0 0,1 1-1 0 0,-1-1 1 0 0,0 0 0 0 0,1 1-1 0 0,2 1 6 0 0,1-1 0 0 0,-1-1 0 0 0,0 1-1 0 0,1 0 1 0 0,-1-1 0 0 0,1 0 0 0 0,-1 0 0 0 0,1 0-1 0 0,-1 0 1 0 0,7-2 0 0 0,-9 2-7 0 0,209-16 130 0 0,-21 1-165 0 0,-112 12 39 0 0,-22 0-1042 0 0,-53 3 330 0 0,2 0-191 0 0,60-5-7639 0 0,-46 1 3767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9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54 1052 0 0,'-8'-11'16159'0'0,"16"10"-15247"0"0,18 0-1436 0 0,-15 1 797 0 0,352-24-29 0 0,-329 24-118 0 0,-32 0-93 0 0,1-1 2 0 0,8 0-120 0 0,30-4-2103 0 0,-39 5 1234 0 0,14-5-4347 0 0,-8 1 2182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9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54 2472 0 0,'8'-14'5161'0'0,"8"-25"4132"0"0,-18 121-5687 0 0,-12 14-2687 0 0,-30 110 0 0 0,20-104-674 0 0,24-101-308 0 0,-12 58-208 0 0,8-39-2441 0 0,1-1-3662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6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34 1816 0 0,'-16'-2'11423'0'0,"12"3"-10131"0"0,6-1-548 0 0,16 0-382 0 0,30-4-520 0 0,83-7 221 0 0,-77 6-45 0 0,-40 4-11 0 0,-10 1 1 0 0,-2-1-8 0 0,7 0 4 0 0,5 0 247 0 0,13-3-2701 0 0,-11-1-4383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47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 1684 0 0,'26'-6'17674'0'0,"-26"7"-17561"0"0,-7 28 2094 0 0,5-20-2760 0 0,-16 60 628 0 0,4 0 0 0 0,-7 81 0 0 0,17-104-188 0 0,2 0 0 0 0,7 84 0 0 0,4-56-3666 0 0,5-1-5131 0 0,-11-57 2992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0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69 652 0 0,'7'-14'6252'0'0,"0"-4"-2052"0"0,-2 7-564 0 0,-2-15 3847 0 0,-7 37-7481 0 0,-1 0 0 0 0,2 0-1 0 0,-1 0 1 0 0,1 0 0 0 0,1 1 0 0 0,0-1 0 0 0,0 17 0 0 0,1-15-4 0 0,-7 80-875 0 0,9 158-1 0 0,0-201-2244 0 0,-2-16-4928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2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765 66 448 0 0,'-21'-38'10708'0'0,"20"36"-9959"0"0,0 0-1 0 0,0-1 0 0 0,-1 1 0 0 0,1 0 1 0 0,-1 0-1 0 0,1 0 0 0 0,-1 0 0 0 0,-3-2 0 0 0,-9-3-50 0 0,12 7-704 0 0,0 1-24 0 0,-6 1 17 0 0,6-1 1 0 0,1 0 48 0 0,0-1-1 0 0,0 1 1 0 0,0 0 0 0 0,0-1 0 0 0,0 1-1 0 0,0-1 1 0 0,0 1 0 0 0,0-1 0 0 0,0 1-1 0 0,0-1 1 0 0,0 0 0 0 0,-1 1 0 0 0,1-1-1 0 0,0 0 1 0 0,-2 0 0 0 0,-17 2 1673 0 0,18-2-1570 0 0,0-1-118 0 0,-3-3 14 0 0,3 3 9 0 0,-2-2-123 0 0,4 3 78 0 0,0 0 0 0 0,0 0 0 0 0,0 0 0 0 0,0 0 0 0 0,0 0 0 0 0,0 0 0 0 0,1 0 0 0 0,-1 0 0 0 0,0 0 0 0 0,0 0-1 0 0,0 0 1 0 0,0 0 0 0 0,0 0 0 0 0,0 0 0 0 0,0 0 0 0 0,0-1 0 0 0,0 1 0 0 0,0 0 0 0 0,0 0 0 0 0,0 0 0 0 0,0 0 0 0 0,0 0 0 0 0,1 0 0 0 0,-1 0 0 0 0,0 0 0 0 0,0 0 0 0 0,0 0 0 0 0,0 0 0 0 0,0 0 0 0 0,0 0 0 0 0,0 0 0 0 0,0-1 0 0 0,0 1 0 0 0,0 0 0 0 0,0 0 0 0 0,0 0 0 0 0,0 0 0 0 0,0 0 0 0 0,0 0 0 0 0,0 0 0 0 0,0 0 0 0 0,0 0 0 0 0,0 0 0 0 0,0 0 0 0 0,0-1 0 0 0,0 1 0 0 0,0 0 0 0 0,0 0 0 0 0,-1 0 0 0 0,1 0 0 0 0,0 0 0 0 0,0 0 0 0 0,0 0-1 0 0,0 0 1 0 0,0 0 0 0 0,0 0 0 0 0,0 0 0 0 0,0 0 0 0 0,0 0 0 0 0,0 0 0 0 0,0 0 0 0 0,0 0 0 0 0,0 0 0 0 0,-1-1 0 0 0,71 3-14 0 0,92-3 13 0 0,-106 0 14 0 0,-53 1-10 0 0,31 0-60 0 0,-30 3 33 0 0,-4-2 23 0 0,1-1-1 0 0,-1 0 1 0 0,1 1 0 0 0,-1-1-1 0 0,1 0 1 0 0,-1 1-1 0 0,1-1 1 0 0,-1 1-1 0 0,1-1 1 0 0,-1 1 0 0 0,1-1-1 0 0,-1 1 1 0 0,0-1-1 0 0,1 1 1 0 0,-1-1-1 0 0,0 1 1 0 0,0-1 0 0 0,1 1-1 0 0,-1-1 1 0 0,0 1-1 0 0,0 0 1 0 0,0-1-1 0 0,0 1 1 0 0,0 1 0 0 0,-20 392 463 0 0,8-234-90 0 0,-6 100 44 0 0,-41 774 842 0 0,44-719-1105 0 0,-8 426 264 0 0,23-667-395 0 0,-16 395-43 0 0,10-416 58 0 0,-5 68 439 0 0,11-121-441 0 0,0 1 1 0 0,0 0-1 0 0,0-1 0 0 0,0 1 1 0 0,-1 0-1 0 0,1-1 1 0 0,0 1-1 0 0,0 0 0 0 0,-1-1 1 0 0,1 1-1 0 0,0 0 1 0 0,-1-1-1 0 0,1 1 0 0 0,-1-1 1 0 0,1 1-1 0 0,-1 0 1 0 0,1-1-1 0 0,-1 1 0 0 0,1-1 1 0 0,-1 0-1 0 0,1 1 1 0 0,-1-1-1 0 0,0 1 0 0 0,1-1 1 0 0,-1 0-1 0 0,0 1 1 0 0,1-1-1 0 0,-1 0 0 0 0,0 0 1 0 0,1 0-1 0 0,-1 0 0 0 0,0 0 1 0 0,0 1-1 0 0,-1-1 1 0 0,-29-2 62 0 0,23 1-53 0 0,-83-5 44 0 0,-246-18-1728 0 0,114-1-3582 0 0,157 13-2847 0 0,38 4-366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3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568 99 936 0 0,'0'0'1740'0'0,"5"-33"6910"0"0,-6 30-8552 0 0,1 0 0 0 0,-1-1 1 0 0,0 1-1 0 0,0 0 1 0 0,0 0-1 0 0,0 0 0 0 0,0 0 1 0 0,-1 1-1 0 0,1-1 1 0 0,-1 0-1 0 0,0 1 0 0 0,0-1 1 0 0,0 1-1 0 0,0-1 1 0 0,0 1-1 0 0,-1 0 0 0 0,1 0 1 0 0,-1 0-1 0 0,1 0 0 0 0,-1 0 1 0 0,0 1-1 0 0,0-1 1 0 0,1 1-1 0 0,-1 0 0 0 0,0-1 1 0 0,0 1-1 0 0,-1 1 1 0 0,1-1-1 0 0,0 0 0 0 0,0 1 1 0 0,0 0-1 0 0,0 0 0 0 0,-1 0 1 0 0,1 0-1 0 0,0 0 1 0 0,-4 1-1 0 0,2 0-96 0 0,0 0-1 0 0,0 0 1 0 0,1 1 0 0 0,-1 0-1 0 0,1-1 1 0 0,-1 2-1 0 0,1-1 1 0 0,0 0 0 0 0,-1 1-1 0 0,1 0 1 0 0,1 0-1 0 0,-1 0 1 0 0,-4 5 0 0 0,-4 5 19 0 0,0 1 1 0 0,-11 15-1 0 0,21-26-13 0 0,-19 30 27 0 0,0 1 1 0 0,3 0-1 0 0,0 2 0 0 0,3 0 1 0 0,0 1-1 0 0,3 1 1 0 0,-9 44-1 0 0,3 10 87 0 0,-11 178 0 0 0,15 164 549 0 0,-13 174-154 0 0,-23-166 77 0 0,22-212-104 0 0,-31 615 258 0 0,58-815-694 0 0,-3 74 536 0 0,15 161 0 0 0,-10-258-572 0 0,0 0 0 0 0,0 0 1 0 0,1-1-1 0 0,0 1 0 0 0,0 0 1 0 0,0-1-1 0 0,1 1 0 0 0,0-1 0 0 0,0 0 1 0 0,6 9-1 0 0,-6-12-7 0 0,1 1 0 0 0,-1-1 0 0 0,1 0 0 0 0,0 0 0 0 0,-1 0 0 0 0,2 0 0 0 0,-1 0 0 0 0,0-1 0 0 0,0 0 0 0 0,1 0 0 0 0,-1 0 0 0 0,1-1 0 0 0,0 1 0 0 0,-1-1 0 0 0,10 1 0 0 0,14 1-256 0 0,0-1 1 0 0,1-1 0 0 0,-1-1 0 0 0,0-2 0 0 0,0-1-1 0 0,29-6 1 0 0,-25 1-2801 0 0,-1 0 1 0 0,50-21-1 0 0,-38 8-3926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5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37 174 764 0 0,'0'0'4834'0'0,"-30"-15"3601"0"0,29 14-8381 0 0,1 1 0 0 0,-1 0 1 0 0,1-1-1 0 0,0 1 0 0 0,-1-1 1 0 0,1 1-1 0 0,-1-1 1 0 0,1 1-1 0 0,0-1 0 0 0,-1 0 1 0 0,1 1-1 0 0,0-1 0 0 0,0 1 1 0 0,-1-1-1 0 0,1 0 1 0 0,0 1-1 0 0,0-1 0 0 0,0 1 1 0 0,0-1-1 0 0,0 0 0 0 0,0 1 1 0 0,0-1-1 0 0,0 0 0 0 0,0 1 1 0 0,0-1-1 0 0,0 0 1 0 0,0 1-1 0 0,1-1 0 0 0,-1 1 1 0 0,0-1-1 0 0,1-1 0 0 0,0 1-18 0 0,1-1 0 0 0,-1 1 0 0 0,0-1 0 0 0,1 1 0 0 0,0-1 0 0 0,-1 1 0 0 0,1 0 0 0 0,0 0 0 0 0,0 0 0 0 0,2-1 0 0 0,3-1-50 0 0,0 0 0 0 0,1 0 0 0 0,-1 1 0 0 0,10-2 0 0 0,-9 3 8 0 0,0 1 0 0 0,-1 0 0 0 0,1 0 1 0 0,0 1-1 0 0,0 0 0 0 0,-1 0 0 0 0,1 1 0 0 0,-1 0 0 0 0,1 0 0 0 0,-1 1 0 0 0,0 0 0 0 0,0 0 1 0 0,7 5-1 0 0,-12-7 9 0 0,1 1 0 0 0,-1 0 0 0 0,1-1 0 0 0,-1 1 0 0 0,0 0 0 0 0,0 0 0 0 0,0 0 0 0 0,0 1 0 0 0,0-1 0 0 0,0 0 0 0 0,-1 1 0 0 0,1-1 0 0 0,-1 1 0 0 0,0 0 0 0 0,0-1 0 0 0,1 1 0 0 0,-2 0 0 0 0,1 0 0 0 0,0-1 0 0 0,-1 1 0 0 0,1 0 0 0 0,-1 0 0 0 0,0 0 0 0 0,0 0 0 0 0,0 0 0 0 0,0 0 0 0 0,0 0 0 0 0,-1 0 0 0 0,1 0 0 0 0,-1-1 0 0 0,0 1 0 0 0,0 0 0 0 0,0 0 0 0 0,0-1 0 0 0,-1 1 0 0 0,-1 2 0 0 0,-6 9 54 0 0,-1 0 1 0 0,0 0 0 0 0,-1-1-1 0 0,-21 19 1 0 0,20-20 42 0 0,11-11-21 0 0,0-2-80 0 0,1 0 0 0 0,0-1 0 0 0,0 1 0 0 0,0 0 0 0 0,0 0 0 0 0,0 0 0 0 0,0-1 0 0 0,0 1 0 0 0,0 0 0 0 0,0 0 0 0 0,0 0 0 0 0,1-1 0 0 0,0 0 0 0 0,31-43-26 0 0,3 2-1 0 0,1 1 1 0 0,59-52-1 0 0,-35 36 45 0 0,-32 30 60 0 0,-27 26-89 0 0,-5 3-44 0 0,0 0 52 0 0,1 0 0 0 0,-1 0-1 0 0,0 0 1 0 0,0 0 0 0 0,1 1 0 0 0,-1 0-1 0 0,0 0 1 0 0,1 0 0 0 0,0 0 0 0 0,0 0 0 0 0,-1 1-1 0 0,1 0 1 0 0,-3 3 0 0 0,-6 6-37 0 0,-19 25 0 0 0,24-27 33 0 0,-1 0 4 0 0,0 0 0 0 0,1 0 0 0 0,0 0 0 0 0,1 1 0 0 0,0 0 0 0 0,0 0-1 0 0,2 0 1 0 0,-7 22 0 0 0,10-31 5 0 0,1 0 0 0 0,0 0 0 0 0,0 0 0 0 0,0 0 0 0 0,0 0 0 0 0,0 0 0 0 0,0 0 0 0 0,1 0 0 0 0,-1 0 0 0 0,1 0 0 0 0,-1 0 0 0 0,1 0 0 0 0,0-1 0 0 0,0 1 0 0 0,0 0 0 0 0,0 0 0 0 0,2 2 0 0 0,-1-1 3 0 0,1 0 0 0 0,0 0 0 0 0,0-1 0 0 0,0 0 0 0 0,0 1 0 0 0,0-1 0 0 0,1 0 0 0 0,5 2 0 0 0,2 1 6 0 0,1-2 0 0 0,0 1 1 0 0,-1-1-1 0 0,21 2 0 0 0,5-2-2016 0 0,0-2-1 0 0,1-1 1 0 0,-1-2 0 0 0,57-10-1 0 0,-80 10-1972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5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89 1128 0 0,'0'0'950'0'0,"0"-32"4961"0"0,5-16 896 0 0,-6 40-6086 0 0,-6 48-265 0 0,-4 81 1 0 0,11-120-453 0 0,-1 11 48 0 0,1 1-1 0 0,1-1 0 0 0,2 23 0 0 0,-2-31 1 0 0,0 0-1 0 0,0 0 0 0 0,1 0 0 0 0,-1 0 0 0 0,1 0 0 0 0,0 0 1 0 0,-1-1-1 0 0,2 1 0 0 0,-1-1 0 0 0,0 1 0 0 0,1-1 0 0 0,0 0 1 0 0,0 0-1 0 0,3 4 0 0 0,-4-7-13 0 0,0 1 0 0 0,-1 0 0 0 0,1 0 0 0 0,0-1 0 0 0,0 1 0 0 0,0-1 0 0 0,-1 1 0 0 0,1-1 0 0 0,0 0 0 0 0,0 0-1 0 0,0 0 1 0 0,0 0 0 0 0,0 0 0 0 0,0 0 0 0 0,-1 0 0 0 0,5-2 0 0 0,28-9 326 0 0,-27 7-293 0 0,1-1-1 0 0,-1 1 1 0 0,0-2-1 0 0,-1 1 1 0 0,0-1-1 0 0,1 1 1 0 0,-2-2-1 0 0,7-7 1 0 0,39-60 782 0 0,-33 46-397 0 0,-17 26-424 0 0,-2 23-15 0 0,-2-1-1 0 0,0 0 1 0 0,-1 1 0 0 0,-9 24 0 0 0,-2 12 11 0 0,14-53-22 0 0,-26 104 27 0 0,22-93 151 0 0,-1 0 0 0 0,0 0 0 0 0,0-1 0 0 0,-18 26 0 0 0,19-33-71 0 0,-1 0-1 0 0,1-1 0 0 0,-2 1 0 0 0,1-1 0 0 0,-1-1 1 0 0,0 1-1 0 0,0-1 0 0 0,0 0 0 0 0,-1-1 1 0 0,0 0-1 0 0,1 0 0 0 0,-2-1 0 0 0,1 0 1 0 0,-10 3-1 0 0,11-5-162 0 0,1 1 0 0 0,-1-1 0 0 0,1-1 0 0 0,-1 1-1 0 0,0-1 1 0 0,1 0 0 0 0,-1 0 0 0 0,0-1 0 0 0,1 0 0 0 0,-1 0 0 0 0,1-1 0 0 0,-1 0 0 0 0,1 0 0 0 0,0 0 0 0 0,0-1 0 0 0,0 0 0 0 0,0 0 0 0 0,0 0-1 0 0,-5-6 1 0 0,10 9-184 0 0,-1-1 0 0 0,2 0-1 0 0,-1 0 1 0 0,0 0-1 0 0,0 0 1 0 0,0 0 0 0 0,0 0-1 0 0,0 0 1 0 0,1 0-1 0 0,-1 0 1 0 0,0 0 0 0 0,1 0-1 0 0,-1-1 1 0 0,1 1-1 0 0,0 0 1 0 0,-1 0 0 0 0,1 0-1 0 0,0-1 1 0 0,0 0-1 0 0,0 0-213 0 0,0 1 0 0 0,0 0 0 0 0,0-1-1 0 0,1 1 1 0 0,-1 0 0 0 0,1 0 0 0 0,-1-1 0 0 0,1 1-1 0 0,-1 0 1 0 0,1 0 0 0 0,0 0 0 0 0,0 0 0 0 0,-1 0-1 0 0,7-5-1792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6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26 1944 0 0,'-2'1'2022'0'0,"-32"10"7299"0"0,18-7-4926 0 0,15-4-4228 0 0,-2 0 354 0 0,1 0-1 0 0,0 1 0 0 0,-1-1 1 0 0,1 1-1 0 0,-1-1 1 0 0,1 1-1 0 0,0 0 1 0 0,0 0-1 0 0,0 0 1 0 0,-3 2-1 0 0,4-2-266 0 0,15-6-252 0 0,71-11-62 0 0,2 3-1 0 0,106-2 1 0 0,-188 14 58 0 0,26 0-52 0 0,-30 1 55 0 0,1 0 0 0 0,-1 0 0 0 0,1 0-1 0 0,-1 0 1 0 0,1 1 0 0 0,-1-1 0 0 0,1 1-1 0 0,-1-1 1 0 0,1 1 0 0 0,-1-1 0 0 0,0 1-1 0 0,1 0 1 0 0,-1-1 0 0 0,0 1 0 0 0,0 0-1 0 0,3 2 1 0 0,-4-2 1 0 0,1 0-1 0 0,-1 0 1 0 0,1 0 0 0 0,-1 0 0 0 0,1 0-1 0 0,-1 0 1 0 0,0 0 0 0 0,1 0 0 0 0,-1 1-1 0 0,0-1 1 0 0,0 0 0 0 0,0 0 0 0 0,0 0-1 0 0,0 0 1 0 0,0 0 0 0 0,0 1 0 0 0,-1-1-1 0 0,1 0 1 0 0,0 0 0 0 0,0 0 0 0 0,-1 0-1 0 0,1 0 1 0 0,-1 0 0 0 0,0 2 0 0 0,-13 20 24 0 0,0 0 1 0 0,-2-1 0 0 0,0 0 0 0 0,-2-1 0 0 0,-34 31 0 0 0,7-4 23 0 0,-28 26 24 0 0,-21 25 70 0 0,94-99-142 0 0,0 1 0 0 0,0-1 1 0 0,0 0-1 0 0,-1 0 0 0 0,1 1 0 0 0,0-1 1 0 0,0 0-1 0 0,0 0 0 0 0,0 1 0 0 0,0-1 0 0 0,0 0 1 0 0,0 1-1 0 0,0-1 0 0 0,0 0 0 0 0,0 1 1 0 0,-1-1-1 0 0,2 0 0 0 0,-1 0 0 0 0,0 1 1 0 0,0-1-1 0 0,0 0 0 0 0,0 1 0 0 0,0-1 0 0 0,0 0 1 0 0,0 1-1 0 0,0-1 0 0 0,0 0 0 0 0,0 0 1 0 0,1 1-1 0 0,-1-1 0 0 0,0 0 0 0 0,0 0 1 0 0,0 1-1 0 0,0-1 0 0 0,1 0 0 0 0,-1 0 0 0 0,0 0 1 0 0,0 1-1 0 0,1-1 0 0 0,-1 0 0 0 0,0 0 1 0 0,0 0-1 0 0,1 0 0 0 0,-1 0 0 0 0,0 1 1 0 0,1-1-1 0 0,18 3 73 0 0,24-9-411 0 0,-1-2 0 0 0,0-3 0 0 0,-1-1 0 0 0,55-23 0 0 0,157-89-5823 0 0,-109 39-1264 0 0,-70 40 830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7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649 113 316 0 0,'-1'-3'1919'0'0,"-7"-10"1829"0"0,0 1 0 0 0,-17-22 0 0 0,20 28-2874 0 0,4 5-327 0 0,-1 0-243 0 0,0-1 1 0 0,0 1-1 0 0,0-1 1 0 0,0 0-1 0 0,0 1 1 0 0,0-1-1 0 0,0 0 0 0 0,1 0 1 0 0,-3-4-1 0 0,7 5-294 0 0,-1-1-1 0 0,1 0 1 0 0,0 1-1 0 0,0-1 1 0 0,0 1-1 0 0,0 0 1 0 0,0 0-1 0 0,1 0 1 0 0,-1 0-1 0 0,0 1 1 0 0,6-1-1 0 0,46-1 56 0 0,-35 1-47 0 0,156-4 13 0 0,-155 5-38 0 0,-6 0 9 0 0,-8 0-12 0 0,26 1-29 0 0,-31 0 43 0 0,3 1-7 0 0,-4-2 3 0 0,-1 0 0 0 0,1 0 0 0 0,-1 0 0 0 0,1 0 0 0 0,-1 0 0 0 0,1 0 0 0 0,-1 0 0 0 0,1 1 0 0 0,-1-1 0 0 0,1 0 0 0 0,-1 0 0 0 0,0 0 0 0 0,1 1 0 0 0,-1-1 0 0 0,1 0-1 0 0,-1 0 1 0 0,0 1 0 0 0,1-1 0 0 0,-1 0 0 0 0,1 1 0 0 0,1 5 10 0 0,1 0-1 0 0,-2 0 1 0 0,1 1 0 0 0,-1-1-1 0 0,1 0 1 0 0,-2 1-1 0 0,1-1 1 0 0,-1 12-1 0 0,-8 57 113 0 0,4-39-27 0 0,-14 135 534 0 0,-42 564 2107 0 0,55-100-864 0 0,29-297-511 0 0,6 136 1051 0 0,-28-332-1740 0 0,-21 191 0 0 0,14-285-555 0 0,-58 357 1151 0 0,49-348-604 0 0,-2 0 0 0 0,-24 55 0 0 0,38-107-472 0 0,2-4-175 0 0,0 0 0 0 0,-1 0 0 0 0,1-1 0 0 0,0 1 0 0 0,-1 0 0 0 0,1-1 0 0 0,-1 1 0 0 0,1 0 0 0 0,-1-1 0 0 0,1 1 0 0 0,-1-1 0 0 0,1 1 0 0 0,-1-1-1 0 0,0 1 1 0 0,1-1 0 0 0,-2 1 0 0 0,-9 6 95 0 0,-8-3-89 0 0,1-4-23 0 0,0 0 0 0 0,1-1 0 0 0,-1-1 0 0 0,-23-5 0 0 0,-72-23 0 0 0,67 17 0 0 0,-166-51-3478 0 0,161 46 2001 0 0,1-2 0 0 0,-52-29 1 0 0,97 46 607 0 0,0-1 0 0 0,-1 1 0 0 0,1-1 1 0 0,1 0-1 0 0,-9-8 0 0 0,11 9-346 0 0,-1 0 0 0 0,1-1 0 0 0,0 1 0 0 0,0 0 0 0 0,0-1-1 0 0,-2-4 1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7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97 1068 0 0,'-38'-28'11169'0'0,"14"11"-5955"0"0,14 9-3514 0 0,9 8-1691 0 0,1 0-1 0 0,0 0 1 0 0,0 0-1 0 0,0-1 1 0 0,-1 1-1 0 0,1 0 1 0 0,0 0-1 0 0,0 0 1 0 0,0 0 0 0 0,0-1-1 0 0,-1 1 1 0 0,1 0-1 0 0,0 0 1 0 0,0 0-1 0 0,0-1 1 0 0,0 1-1 0 0,0 0 1 0 0,0 0-1 0 0,0-1 1 0 0,0 1 0 0 0,0 0-1 0 0,0 0 1 0 0,-1-1-1 0 0,1 1 1 0 0,0 0-1 0 0,1 0 1 0 0,-1-1-1 0 0,0 1 1 0 0,0 0-1 0 0,0 0 1 0 0,0-1 0 0 0,0 1-1 0 0,0 0 1 0 0,0 0-1 0 0,0-1 1 0 0,0 1-1 0 0,0 0 1 0 0,0 0-1 0 0,1 0 1 0 0,-1-1-1 0 0,0 1 1 0 0,0 0 0 0 0,0 0-1 0 0,0 0 1 0 0,1 0-1 0 0,-1-1 1 0 0,0 1-1 0 0,0 0 1 0 0,1 0-1 0 0,-1 0 1 0 0,21-9 136 0 0,26 0-93 0 0,109-6-2311 0 0,-122 14-2648 0 0,34 5-1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8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1316 0 0,'-27'19'3186'0'0,"4"-3"995"0"0,-37 33 1 0 0,59-48-4114 0 0,0-1 0 0 0,1 1-1 0 0,-1-1 1 0 0,1 1 0 0 0,-1-1 0 0 0,1 1 0 0 0,-1-1-1 0 0,1 1 1 0 0,-1 0 0 0 0,1-1 0 0 0,-1 1-1 0 0,1 0 1 0 0,0-1 0 0 0,-1 1 0 0 0,1 0-1 0 0,0-1 1 0 0,0 1 0 0 0,0 0 0 0 0,-1 0-1 0 0,1-1 1 0 0,0 1 0 0 0,0 0 0 0 0,0 0-1 0 0,0-1 1 0 0,0 1 0 0 0,0 0 0 0 0,1 0 0 0 0,-1-1-1 0 0,0 1 1 0 0,0 0 0 0 0,0 0 0 0 0,1-1-1 0 0,-1 1 1 0 0,0 0 0 0 0,1-1 0 0 0,-1 1-1 0 0,0 0 1 0 0,1-1 0 0 0,-1 1 0 0 0,1-1-1 0 0,-1 1 1 0 0,1-1 0 0 0,0 1 0 0 0,-1-1-1 0 0,1 1 1 0 0,-1-1 0 0 0,1 1 0 0 0,0-1-1 0 0,-1 0 1 0 0,1 1 0 0 0,0-1 0 0 0,0 0 0 0 0,-1 0-1 0 0,3 1 1 0 0,3 1 78 0 0,1 0 1 0 0,-1 0-1 0 0,1-1 0 0 0,9 2 1 0 0,33-2-767 0 0,0-1 1 0 0,0-3-1 0 0,0-1 1 0 0,69-17 0 0 0,3-8-5685 0 0,-62 8 785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8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350 102 820 0 0,'7'-6'1912'0'0,"0"0"0"0"0,0-1 0 0 0,-1 0-1 0 0,0 1 1 0 0,9-16 692 0 0,-14 22-2526 0 0,0-1 1 0 0,-1 0-1 0 0,1 1 0 0 0,-1-1 1 0 0,1 0-1 0 0,-1 1 0 0 0,1-1 1 0 0,-1 0-1 0 0,1 0 0 0 0,-1 0 0 0 0,0 0 1 0 0,1 1-1 0 0,-1-1 0 0 0,0 0 1 0 0,0 0-1 0 0,0 0 0 0 0,1 0 1 0 0,-1 0-1 0 0,0 0 0 0 0,0 0 0 0 0,0 1 1 0 0,0-1-1 0 0,-1 0 0 0 0,1 0 1 0 0,0 0-1 0 0,0 0 0 0 0,-1 0 1 0 0,1 0-1 0 0,0 1 0 0 0,-1-1 0 0 0,1 0 1 0 0,-1 0-1 0 0,1 0 0 0 0,-1 1 1 0 0,1-1-1 0 0,-1 0 0 0 0,1 1 0 0 0,-1-1 1 0 0,0 0-1 0 0,1 1 0 0 0,-1-1 1 0 0,-1 0-1 0 0,0 0-57 0 0,-1-1 0 0 0,1 0 0 0 0,-1 1 1 0 0,0 0-1 0 0,0-1 0 0 0,0 1 0 0 0,0 0 0 0 0,0 0 1 0 0,0 1-1 0 0,0-1 0 0 0,0 1 0 0 0,0 0 0 0 0,0-1 0 0 0,-3 1 1 0 0,-7 2-12 0 0,0-1-1 0 0,0 2 1 0 0,0 0 0 0 0,1 0 0 0 0,-1 1 0 0 0,1 0 0 0 0,0 1 0 0 0,0 1 0 0 0,0 0 0 0 0,1 1 0 0 0,-16 11 0 0 0,15-8 2 0 0,-1 1-1 0 0,2 0 1 0 0,-1 1-1 0 0,2 0 0 0 0,-1 1 1 0 0,2 0-1 0 0,0 1 1 0 0,0 0-1 0 0,-7 17 1 0 0,2 3 48 0 0,1 1 0 0 0,2 1 0 0 0,1 0 0 0 0,2 0 0 0 0,1 1 0 0 0,2 0 0 0 0,0 69 0 0 0,9 13 366 0 0,21 132 0 0 0,-4-74-158 0 0,0 42 156 0 0,27 358 118 0 0,-39-288 202 0 0,-37 390 0 0 0,26-660-719 0 0,-5 42 68 0 0,3-1 0 0 0,2 1 0 0 0,9 87 0 0 0,-6-136-65 0 0,2 0 1 0 0,-1 0-1 0 0,2 0 1 0 0,0 0-1 0 0,0-1 1 0 0,1 1-1 0 0,0-1 1 0 0,11 16-1 0 0,-12-21-17 0 0,0-1 1 0 0,0 0-1 0 0,0 0 0 0 0,1-1 0 0 0,-1 1 1 0 0,1-1-1 0 0,1 0 0 0 0,-1-1 0 0 0,0 1 1 0 0,1-1-1 0 0,0 0 0 0 0,-1 0 0 0 0,1-1 0 0 0,1 1 1 0 0,-1-1-1 0 0,0-1 0 0 0,0 1 0 0 0,7 0 1 0 0,4-1-456 0 0,0-1 1 0 0,0-1 0 0 0,-1 0-1 0 0,1-1 1 0 0,0-1 0 0 0,-1 0-1 0 0,1-2 1 0 0,26-10 0 0 0,-8 1-2475 0 0,0-2 1 0 0,55-36 0 0 0,-29 8-3760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6:59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151 251 1112 0 0,'7'-26'3770'0'0,"16"-33"-1"0"0,-2 5 1279 0 0,-21 52-4762 0 0,0 2-274 0 0,0 0 0 0 0,0 0 1 0 0,0 0-1 0 0,0-1 0 0 0,0 1 1 0 0,0 0-1 0 0,0 0 0 0 0,0 0 1 0 0,0 0-1 0 0,0 0 0 0 0,0-1 1 0 0,0 1-1 0 0,-1 0 0 0 0,1 0 1 0 0,0 0-1 0 0,0 0 0 0 0,0 0 1 0 0,0 0-1 0 0,0-1 0 0 0,0 1 1 0 0,0 0-1 0 0,-1 0 0 0 0,1 0 1 0 0,0 0-1 0 0,0 0 0 0 0,0 0 1 0 0,0 0-1 0 0,0 0 0 0 0,0 0 1 0 0,-1 0-1 0 0,1 0 0 0 0,0 0 1 0 0,0 0-1 0 0,0 0 0 0 0,0 0 1 0 0,-1 0-1 0 0,1 0 0 0 0,0 0 1 0 0,0 0-1 0 0,0 0 0 0 0,0 0 1 0 0,0 0-1 0 0,-1 0 1 0 0,1 0-1 0 0,0 0 0 0 0,0 0 1 0 0,0 0-1 0 0,0 0 0 0 0,0 0 1 0 0,0 0-1 0 0,-1 0 0 0 0,1 1 1 0 0,0-1-1 0 0,0 0 0 0 0,0 0 1 0 0,0 0-1 0 0,0 0 0 0 0,0 0 1 0 0,0 0-1 0 0,0 1 0 0 0,-1-1 1 0 0,1 0-1 0 0,-15 14 183 0 0,-14 20-161 0 0,8-6 29 0 0,3 1 1 0 0,0 0 0 0 0,2 1-1 0 0,1 1 1 0 0,1 0 0 0 0,2 2-1 0 0,1-1 1 0 0,-12 62-1 0 0,22-88 10 0 0,0 0-1 0 0,1-1 1 0 0,0 1-1 0 0,0-1 0 0 0,0 1 1 0 0,0 0-1 0 0,1-1 1 0 0,0 1-1 0 0,0-1 0 0 0,1 1 1 0 0,-1-1-1 0 0,1 1 0 0 0,1-1 1 0 0,-1 0-1 0 0,1 0 1 0 0,3 5-1 0 0,-3-6 1 0 0,1 0 0 0 0,0 0 1 0 0,0-1-1 0 0,0 1 0 0 0,0-1 0 0 0,1 0 0 0 0,-1 0 0 0 0,1 0 0 0 0,0-1 1 0 0,0 0-1 0 0,0 0 0 0 0,0 0 0 0 0,0 0 0 0 0,0-1 0 0 0,1 0 1 0 0,8 1-1 0 0,4 0 5 0 0,1-2 0 0 0,-1 0 0 0 0,0 0 0 0 0,1-2 0 0 0,-1 0 0 0 0,0-2 0 0 0,0 1 0 0 0,0-2 0 0 0,-1-1 0 0 0,0 0 0 0 0,0-1 0 0 0,0-1 0 0 0,-1 0 0 0 0,28-20 0 0 0,-25 14-41 0 0,0 0-1 0 0,-1-2 1 0 0,0 0-1 0 0,-2-1 1 0 0,0-1-1 0 0,0-1 1 0 0,-2 0-1 0 0,-1 0 1 0 0,0-2-1 0 0,19-41 1 0 0,-27 49-18 0 0,1-1 0 0 0,-2-1-1 0 0,0 1 1 0 0,-1-1 0 0 0,0 1 0 0 0,-1-1 0 0 0,-1 0 0 0 0,0 0 0 0 0,-2-29-1 0 0,0 37-23 0 0,-1 0-1 0 0,1-1 0 0 0,-1 1 1 0 0,0 0-1 0 0,-1 0 0 0 0,0 0 1 0 0,0 0-1 0 0,0 1 0 0 0,-1-1 1 0 0,0 1-1 0 0,0 0 0 0 0,0 0 1 0 0,-1 0-1 0 0,0 1 0 0 0,0 0 1 0 0,-1-1-1 0 0,1 2 0 0 0,-1-1 1 0 0,0 1-1 0 0,-1 0 0 0 0,-11-6 1 0 0,12 7-129 0 0,1 1 1 0 0,-1 0-1 0 0,1 0 1 0 0,-1 1-1 0 0,0 0 1 0 0,1 0-1 0 0,-1 0 1 0 0,0 0-1 0 0,0 1 1 0 0,0 0 0 0 0,0 0-1 0 0,0 1 1 0 0,1 0-1 0 0,-1 0 1 0 0,0 0-1 0 0,0 0 1 0 0,1 1-1 0 0,-1 0 1 0 0,1 0-1 0 0,-1 1 1 0 0,1 0-1 0 0,0-1 1 0 0,-6 6-1 0 0,-3 3-1095 0 0,-1 1-1 0 0,2 1 0 0 0,-1 0 1 0 0,2 1-1 0 0,0 1 0 0 0,-11 16 1 0 0,2-2-4230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00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276 126 704 0 0,'-3'-1'1914'0'0,"-96"-24"10367"0"0,97 25-11577 0 0,-9-2-78 0 0,10 2-607 0 0,0 0 1 0 0,0-1 0 0 0,0 1-1 0 0,0 0 1 0 0,0 0 0 0 0,1 0-1 0 0,-1 0 1 0 0,0 0 0 0 0,0 0 0 0 0,0 0-1 0 0,0 0 1 0 0,1 1 0 0 0,-1-1-1 0 0,0 0 1 0 0,0 0 0 0 0,0 1-1 0 0,0-1 1 0 0,1 1 0 0 0,-1-1 0 0 0,0 0-1 0 0,1 1 1 0 0,-1-1 0 0 0,0 1-1 0 0,1 0 1 0 0,-1-1 0 0 0,0 1-1 0 0,1-1 1 0 0,-1 1 0 0 0,0 1 0 0 0,-13 16 18 0 0,0 0 0 0 0,1 1 1 0 0,1 1-1 0 0,1 0 0 0 0,-12 30 1 0 0,13-28-8 0 0,2-5 0 0 0,0 2 1 0 0,-8 32-1 0 0,14-42 62 0 0,0 1-1 0 0,1-1 1 0 0,0 0 0 0 0,0 0-1 0 0,1 0 1 0 0,0 1-1 0 0,3 17 1 0 0,-2-23-12 0 0,0 0-1 0 0,0 0 1 0 0,1 0 0 0 0,-1 0 0 0 0,1 0 0 0 0,0-1 0 0 0,0 1 0 0 0,0-1 0 0 0,1 1 0 0 0,-1-1 0 0 0,1 0 0 0 0,0 0 0 0 0,0 0 0 0 0,5 4-1 0 0,-3-4 2 0 0,0 1 0 0 0,1-1 0 0 0,0 0 0 0 0,0 0 0 0 0,0-1 0 0 0,0 0 0 0 0,0 0 0 0 0,10 2 0 0 0,-2-2 50 0 0,0-1 1 0 0,0 0-1 0 0,0-1 1 0 0,0 0 0 0 0,0-1-1 0 0,0-1 1 0 0,25-6-1 0 0,-22 3-58 0 0,-1-2 1 0 0,0 0-1 0 0,0 0 0 0 0,-1-1 0 0 0,1-1 0 0 0,-2-1 1 0 0,0 0-1 0 0,0-1 0 0 0,0-1 0 0 0,-2 0 0 0 0,1 0 0 0 0,17-25 1 0 0,-18 22-48 0 0,-2-1 1 0 0,0 0 0 0 0,-1 0-1 0 0,0-1 1 0 0,-1 0 0 0 0,-1 0-1 0 0,-1-1 1 0 0,-1 0-1 0 0,0 0 1 0 0,-1 0 0 0 0,2-35-1 0 0,-5 46-25 0 0,-1 0 0 0 0,0 0 0 0 0,-1 0 0 0 0,0 0 0 0 0,0 1-1 0 0,0-1 1 0 0,-1 0 0 0 0,0 0 0 0 0,-1 1 0 0 0,1-1 0 0 0,-1 1-1 0 0,-7-12 1 0 0,7 14-33 0 0,0 1 1 0 0,0-1-1 0 0,0 1 0 0 0,-1 0 0 0 0,1 0 1 0 0,-1 0-1 0 0,1 1 0 0 0,-1-1 0 0 0,0 1 1 0 0,0 0-1 0 0,-1 0 0 0 0,1 0 0 0 0,0 0 1 0 0,-1 1-1 0 0,1 0 0 0 0,0 0 0 0 0,-1 0 1 0 0,0 0-1 0 0,1 1 0 0 0,-9 0 0 0 0,5 0-237 0 0,-1 1 0 0 0,0 0 0 0 0,0 1 0 0 0,1 0 0 0 0,-1 0 0 0 0,1 1 0 0 0,0 0-1 0 0,0 0 1 0 0,0 1 0 0 0,0 0 0 0 0,0 0 0 0 0,1 1 0 0 0,0 0 0 0 0,0 1 0 0 0,0-1 0 0 0,-6 8 0 0 0,-4 5-1671 0 0,1 1 1 0 0,0 1 0 0 0,2 1 0 0 0,-17 30 0 0 0,12-17-3011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00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42 163 328 0 0,'6'-118'13802'0'0,"-6"116"-13203"0"0,-1 2-593 0 0,0 0 0 0 0,0 1 1 0 0,0-1-1 0 0,0 1 0 0 0,0-1 1 0 0,1 1-1 0 0,-1-1 0 0 0,0 1 1 0 0,0 0-1 0 0,1-1 0 0 0,-1 1 1 0 0,0 0-1 0 0,1-1 0 0 0,-1 1 0 0 0,1 0 1 0 0,-1 0-1 0 0,1 0 0 0 0,-1-1 1 0 0,1 1-1 0 0,0 0 0 0 0,-1 1 1 0 0,-8 23 10 0 0,8-21-5 0 0,-5 15 31 0 0,1 0 0 0 0,1 0-1 0 0,1 0 1 0 0,1 0 0 0 0,0 0 0 0 0,1 1 0 0 0,1-1 0 0 0,3 22 0 0 0,-2-34 16 0 0,0 0 0 0 0,0-1 1 0 0,1 1-1 0 0,0-1 0 0 0,0 0 0 0 0,0 0 0 0 0,1 0 0 0 0,0 0 0 0 0,0 0 1 0 0,1 0-1 0 0,-1-1 0 0 0,1 1 0 0 0,0-1 0 0 0,1 0 0 0 0,-1 0 1 0 0,1-1-1 0 0,0 1 0 0 0,1-1 0 0 0,-1 0 0 0 0,0-1 0 0 0,1 1 1 0 0,0-1-1 0 0,0 0 0 0 0,0 0 0 0 0,0-1 0 0 0,0 0 0 0 0,9 2 1 0 0,-2-2 42 0 0,0 1 1 0 0,1-2 0 0 0,-1 0 0 0 0,0-1 0 0 0,1 0 0 0 0,-1-1 0 0 0,1 0 0 0 0,-1-1 0 0 0,0-1 0 0 0,0 0 0 0 0,0 0 0 0 0,0-2-1 0 0,0 1 1 0 0,-1-2 0 0 0,0 0 0 0 0,14-9 0 0 0,-17 10-63 0 0,-1-2 1 0 0,0 1-1 0 0,0-1 0 0 0,0 0 0 0 0,-1-1 1 0 0,0 0-1 0 0,0 0 0 0 0,-1 0 1 0 0,0-1-1 0 0,0 0 0 0 0,-1 0 0 0 0,0 0 1 0 0,-1-1-1 0 0,0 0 0 0 0,-1 0 0 0 0,0 0 1 0 0,0 0-1 0 0,-1 0 0 0 0,0-1 1 0 0,-1 1-1 0 0,0-14 0 0 0,-1 17-15 0 0,-1 0 0 0 0,0 1-1 0 0,0-1 1 0 0,0 0 0 0 0,-1 1 0 0 0,0-1-1 0 0,0 1 1 0 0,-1 0 0 0 0,0 0 0 0 0,0 0-1 0 0,0 0 1 0 0,-1 0 0 0 0,0 0 0 0 0,0 1-1 0 0,0 0 1 0 0,-1 0 0 0 0,1 0 0 0 0,-1 0-1 0 0,0 1 1 0 0,-1 0 0 0 0,-11-7 0 0 0,8 5-216 0 0,-1 1-1 0 0,1 1 1 0 0,-1 0 0 0 0,0 0 0 0 0,-18-4 0 0 0,18 6-758 0 0,0 0 0 0 0,-1 1-1 0 0,1 0 1 0 0,-1 1 0 0 0,-16 1 0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01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753 70 1376 0 0,'-11'-10'4150'0'0,"-15"-20"2093"0"0,8 7-92 0 0,22 22-6119 0 0,-1 0-1 0 0,1-1 0 0 0,-1 1 0 0 0,1 1 1 0 0,0-1-1 0 0,0 1 0 0 0,-1-1 0 0 0,9 1 1 0 0,37 3 85 0 0,-34-1-78 0 0,134 4 152 0 0,34 3 48 0 0,-177-9-240 0 0,10-1 3 0 0,-9 3 2 0 0,5 6-3 0 0,-2-1-1 0 0,-10-6 1 0 0,1-1-1 0 0,0 1 1 0 0,0 0-1 0 0,0 0 0 0 0,0 0 1 0 0,-1 0-1 0 0,1-1 1 0 0,0 1-1 0 0,-1 0 1 0 0,1 0-1 0 0,0 0 0 0 0,-1 0 1 0 0,0 0-1 0 0,1 1 1 0 0,-1-1-1 0 0,1 0 0 0 0,-1 0 1 0 0,0 0-1 0 0,0 0 1 0 0,0 0-1 0 0,0 2 1 0 0,0 0 1 0 0,2 9 25 0 0,-1 0 1 0 0,0 1-1 0 0,-1-1 1 0 0,0 0-1 0 0,-1 1 1 0 0,-4 19-1 0 0,1 1 95 0 0,-69 699 1285 0 0,22-241-631 0 0,-9 105 1126 0 0,30 335-431 0 0,31-901-1399 0 0,3 285 1277 0 0,-5-301-1064 0 0,0 0 0 0 0,-1-1 0 0 0,-1 1 1 0 0,0-1-1 0 0,-1 0 0 0 0,-10 24 0 0 0,10-29-164 0 0,0 0-1 0 0,0 0 1 0 0,-1-1 0 0 0,-1 0-1 0 0,1 0 1 0 0,-1 0-1 0 0,0-1 1 0 0,-1 0 0 0 0,0 0-1 0 0,1-1 1 0 0,-15 9 0 0 0,5-6-70 0 0,-1 0 1 0 0,0-1 0 0 0,0 0-1 0 0,0-2 1 0 0,-1 0 0 0 0,0-1-1 0 0,0 0 1 0 0,-20 0 0 0 0,-152-2-1035 0 0,177-2 798 0 0,-249-17-5241 0 0,90-12-6406 0 0,113 15 2656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07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43 952 0 0,'0'0'1711'0'0,"25"-19"9281"0"0,-15 4-4832 0 0,-9 7-5414 0 0,-10 25-750 0 0,-86 298 157 0 0,81-262-140 0 0,-2 15-7 0 0,16-68-5 0 0,0 1-1 0 0,0-1 0 0 0,0 0 0 0 0,0 1 1 0 0,0-1-1 0 0,0 0 0 0 0,0 1 0 0 0,0-1 1 0 0,0 0-1 0 0,0 1 0 0 0,0-1 0 0 0,0 0 1 0 0,1 0-1 0 0,-1 1 0 0 0,0-1 1 0 0,0 0-1 0 0,0 1 0 0 0,0-1 0 0 0,1 0 1 0 0,-1 0-1 0 0,0 1 0 0 0,0-1 0 0 0,0 0 1 0 0,1 0-1 0 0,-1 0 0 0 0,0 1 1 0 0,0-1-1 0 0,1 0 0 0 0,-1 0 0 0 0,0 0 1 0 0,1 1-1 0 0,3-1-2 0 0,0 0-1 0 0,0 0 1 0 0,0-1 0 0 0,0 1-1 0 0,0-1 1 0 0,0 0 0 0 0,0 0 0 0 0,0 0-1 0 0,0-1 1 0 0,0 1 0 0 0,6-5 0 0 0,4 0 3 0 0,37-13-363 0 0,-4 3-328 0 0,-1-3 0 0 0,59-32 0 0 0,-103 50 687 0 0,0 0 1 0 0,0-1-1 0 0,-1 1 1 0 0,1 0-1 0 0,0-1 1 0 0,-1 0 0 0 0,1 1-1 0 0,-1-1 1 0 0,1 0-1 0 0,-1 0 1 0 0,0 0-1 0 0,1 0 1 0 0,-1 0-1 0 0,0 0 1 0 0,-1 0-1 0 0,1 0 1 0 0,0 0 0 0 0,-1 0-1 0 0,1 0 1 0 0,0-5-1 0 0,-1 0 15 0 0,0 0 1 0 0,-1 0-1 0 0,0 0 0 0 0,0-1 0 0 0,-2-6 0 0 0,-1-5 47 0 0,4 18-53 0 0,-1-3 26 0 0,1 0 1 0 0,-1 0-1 0 0,0 1 0 0 0,-1-1 0 0 0,1 0 0 0 0,-1 0 0 0 0,1 1 0 0 0,-1-1 0 0 0,0 1 0 0 0,-1-1 1 0 0,1 1-1 0 0,-3-4 0 0 0,4 6-19 0 0,-4 3-13 0 0,5-2 0 0 0,0 0 0 0 0,-1 0 0 0 0,1 0 0 0 0,0 0 0 0 0,0 0 0 0 0,-1 0 0 0 0,1 0 1 0 0,0 0-1 0 0,-1 0 0 0 0,1 1 0 0 0,0-1 0 0 0,-1 0 0 0 0,1 0 0 0 0,0 0 0 0 0,-1 0 0 0 0,1 0 0 0 0,0 1 0 0 0,0-1 1 0 0,-1 0-1 0 0,1 0 0 0 0,0 1 0 0 0,0-1 0 0 0,-1 0 0 0 0,1 0 0 0 0,0 1 0 0 0,0-1 0 0 0,0 0 0 0 0,0 0 0 0 0,-1 1 1 0 0,1-1-1 0 0,0 1 0 0 0,-20 120 95 0 0,-8 168-1 0 0,24-229-45 0 0,2 30-1659 0 0,3-77-462 0 0,1 0 0 0 0,4 20 0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07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1868 0 0,'10'-32'7998'0'0,"-9"30"-7903"0"0,1-1 0 0 0,0 1 0 0 0,0 1 0 0 0,1-1 0 0 0,-1 0 0 0 0,0 0 1 0 0,1 1-1 0 0,-1 0 0 0 0,1-1 0 0 0,-1 1 0 0 0,1 0 0 0 0,-1 0 0 0 0,1 0 0 0 0,0 1 1 0 0,0-1-1 0 0,-1 1 0 0 0,1-1 0 0 0,0 1 0 0 0,0 0 0 0 0,0 0 0 0 0,0 0 1 0 0,3 1-1 0 0,-1-1-49 0 0,0 1 0 0 0,0-1 1 0 0,0 1-1 0 0,0 1 0 0 0,0-1 0 0 0,0 1 1 0 0,0-1-1 0 0,-1 1 0 0 0,1 1 0 0 0,0-1 1 0 0,-1 1-1 0 0,6 4 0 0 0,-5-3 21 0 0,0 1-1 0 0,-1 0 0 0 0,0 0 1 0 0,0 1-1 0 0,0-1 0 0 0,0 1 1 0 0,-1 0-1 0 0,0 0 0 0 0,0 0 1 0 0,-1 0-1 0 0,0 1 1 0 0,0-1-1 0 0,2 9 0 0 0,-3-4-6 0 0,0 0-1 0 0,0 1 0 0 0,-1-1 0 0 0,-1 0 1 0 0,0 0-1 0 0,0 1 0 0 0,-4 13 1 0 0,-4 4 215 0 0,-1 0 0 0 0,-1 0 0 0 0,-1-1 0 0 0,-30 49 0 0 0,36-70 45 0 0,4-9-58 0 0,6-13-171 0 0,17-17-112 0 0,41-48 0 0 0,9-14 77 0 0,-65 85-34 0 0,0-1-1 0 0,0 1 1 0 0,-1-1-1 0 0,-1 0 1 0 0,1 0-1 0 0,-2-1 0 0 0,5-16 1 0 0,-8 26-24 0 0,0 1 1 0 0,0-1 0 0 0,1 0-1 0 0,-1 1 1 0 0,0-1-1 0 0,0 0 1 0 0,0 1-1 0 0,0-1 1 0 0,0 0-1 0 0,0 1 1 0 0,-1-1 0 0 0,1 0-1 0 0,0 1 1 0 0,0-1-1 0 0,0 0 1 0 0,-1 1-1 0 0,1-1 1 0 0,0 1 0 0 0,-1-1-1 0 0,1 0 1 0 0,0 1-1 0 0,-1-1 1 0 0,0 1-1 0 0,1-1 1 0 0,-1 1-1 0 0,1 0 1 0 0,-1 0-1 0 0,1 0 0 0 0,-1 0 1 0 0,1 0-1 0 0,-1 0 1 0 0,1 0-1 0 0,-1 0 1 0 0,0 0-1 0 0,1 0 0 0 0,-1 0 1 0 0,1 0-1 0 0,-1 0 1 0 0,1 0-1 0 0,-1 1 1 0 0,1-1-1 0 0,-1 0 0 0 0,0 1 1 0 0,-21 16-43 0 0,10-1 45 0 0,0 0-1 0 0,1 1 0 0 0,1 0 0 0 0,0 1 0 0 0,1 0 0 0 0,2 1 0 0 0,-1 0 0 0 0,2 0 0 0 0,1 1 1 0 0,0-1-1 0 0,2 1 0 0 0,-3 30 0 0 0,6-46 11 0 0,0-1 0 0 0,0 1 0 0 0,1 0 0 0 0,-1-1-1 0 0,1 1 1 0 0,0-1 0 0 0,0 1 0 0 0,0-1 0 0 0,0 0 0 0 0,0 1 0 0 0,1-1 0 0 0,0 0 0 0 0,-1 0 0 0 0,1 0 0 0 0,0 0 0 0 0,1 0 0 0 0,-1 0-1 0 0,3 2 1 0 0,-2-3-36 0 0,0 1 0 0 0,1-1-1 0 0,-1 0 1 0 0,1-1-1 0 0,-1 1 1 0 0,1 0 0 0 0,0-1-1 0 0,0 0 1 0 0,-1 0 0 0 0,1 0-1 0 0,0-1 1 0 0,0 1-1 0 0,0-1 1 0 0,0 0 0 0 0,0 0-1 0 0,6-1 1 0 0,9-1-802 0 0,-1-1 1 0 0,1-1-1 0 0,27-11 0 0 0,18-9-4119 0 0,-60 23 4569 0 0,32-14-4550 0 0</inkml:trace>
  <inkml:trace contextRef="#ctx0" brushRef="#br0" timeOffset="1">859 138 1492 0 0,'-3'-1'2083'0'0,"-57"1"6224"0"0,58 1-7704 0 0,-1-1-79 0 0,-2 1-361 0 0,-20 2 1295 0 0,17 0-473 0 0,14 1-43 0 0,-2-3-853 0 0,-1-1 0 0 0,1 0 1 0 0,-1 0-1 0 0,0 0 0 0 0,1-1 0 0 0,-1 1 0 0 0,1-1 1 0 0,-1 0-1 0 0,0 0 0 0 0,5-2 0 0 0,6 0 27 0 0,217-50 399 0 0,-229 52-633 0 0,5-1-246 0 0,-6 2 66 0 0,1 0 0 0 0,-1 0 0 0 0,0 0 0 0 0,0-1 0 0 0,0 1 0 0 0,0 0 0 0 0,0-1 0 0 0,1 1 0 0 0,-1-1 0 0 0,0 1 0 0 0,0-1 0 0 0,0 1 0 0 0,1-2 0 0 0,3 0-1676 0 0,0 1 1244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07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50 108 2460 0 0,'-6'-14'5231'0'0,"4"12"-4759"0"0,1-1 0 0 0,0 0 0 0 0,-1 1 0 0 0,1-1 1 0 0,0 0-1 0 0,0 0 0 0 0,0 0 0 0 0,1 0 0 0 0,-1 0 0 0 0,1 0 1 0 0,-1 0-1 0 0,1 0 0 0 0,0 0 0 0 0,0 0 0 0 0,1-4 0 0 0,1 5-399 0 0,0-1 0 0 0,0 0 0 0 0,0 1 0 0 0,0-1 0 0 0,1 1 0 0 0,-1 0-1 0 0,1 0 1 0 0,-1 0 0 0 0,1 0 0 0 0,0 0 0 0 0,0 0 0 0 0,0 1 0 0 0,6-3-1 0 0,-4 2-50 0 0,-1 0-1 0 0,1 0 1 0 0,0 1-1 0 0,0-1 1 0 0,1 1-1 0 0,-1 0 1 0 0,0 1-1 0 0,0-1 0 0 0,0 1 1 0 0,1 0-1 0 0,-1 0 1 0 0,0 1-1 0 0,0 0 1 0 0,0-1-1 0 0,0 2 1 0 0,0-1-1 0 0,0 1 0 0 0,0-1 1 0 0,0 1-1 0 0,0 1 1 0 0,-1-1-1 0 0,1 1 1 0 0,4 3-1 0 0,-4-1 26 0 0,0-1 1 0 0,0 1-1 0 0,0 1 1 0 0,-1-1-1 0 0,0 0 0 0 0,0 1 1 0 0,-1 0-1 0 0,1 0 1 0 0,-1 0-1 0 0,-1 0 0 0 0,1 1 1 0 0,-1-1-1 0 0,0 1 0 0 0,0 0 1 0 0,-1-1-1 0 0,1 14 1 0 0,-1 0 31 0 0,-2 0 1 0 0,0 1 0 0 0,-1-1-1 0 0,-1 0 1 0 0,-1-1 0 0 0,-1 1-1 0 0,-1-1 1 0 0,0 0 0 0 0,-2 0-1 0 0,-13 25 1 0 0,-6 5 178 0 0,-2-3 0 0 0,-54 68 0 0 0,29-41 110 0 0,53-72-338 0 0,1 0-21 0 0,-1-1 0 0 0,1 1 1 0 0,0-1-1 0 0,-1 1 0 0 0,1-1 1 0 0,0 1-1 0 0,-1-1 0 0 0,1 1 1 0 0,0 0-1 0 0,0-1 0 0 0,0 1 0 0 0,0 0 1 0 0,0-1-1 0 0,0 1 0 0 0,-1-1 1 0 0,1 1-1 0 0,1 0 0 0 0,-1-1 1 0 0,0 2-1 0 0,5-1 9 0 0,-1-1 0 0 0,1 1 0 0 0,0-1 1 0 0,-1 0-1 0 0,1 0 0 0 0,0-1 0 0 0,-1 0 1 0 0,1 1-1 0 0,0-2 0 0 0,-1 1 0 0 0,1 0 1 0 0,5-4-1 0 0,15-2 25 0 0,91-27-2852 0 0,-36 9-6931 0 0,-62 20 4593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08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59 1412 0 0,'0'-16'5511'0'0,"-4"-26"4311"0"0,4 57-9147 0 0,1 20-95 0 0,7 55 0 0 0,-6-75-519 0 0,1 0 0 0 0,1 0 1 0 0,0 0-1 0 0,1-1 0 0 0,1 0 1 0 0,9 19-1 0 0,-13-30-48 0 0,0 0 1 0 0,0-1-1 0 0,1 1 0 0 0,-1 0 1 0 0,1-1-1 0 0,-1 1 0 0 0,1-1 1 0 0,0 0-1 0 0,0 1 0 0 0,0-1 0 0 0,0-1 1 0 0,1 1-1 0 0,-1 0 0 0 0,0-1 1 0 0,1 0-1 0 0,-1 0 0 0 0,1 0 1 0 0,-1 0-1 0 0,1 0 0 0 0,-1-1 1 0 0,1 0-1 0 0,0 1 0 0 0,-1-1 0 0 0,1-1 1 0 0,0 1-1 0 0,-1 0 0 0 0,1-1 1 0 0,6-2-1 0 0,-3 2 1 0 0,-1-1-1 0 0,1-1 1 0 0,-1 1 0 0 0,0-1-1 0 0,0 0 1 0 0,0-1 0 0 0,0 1-1 0 0,0-1 1 0 0,-1 0 0 0 0,1-1-1 0 0,-1 1 1 0 0,0-1 0 0 0,-1 0-1 0 0,7-8 1 0 0,1-6 43 0 0,-2 0 0 0 0,1-1 0 0 0,-2-1 0 0 0,-1 1 0 0 0,0-1 0 0 0,4-22 0 0 0,-12 41-82 0 0,-2 27 32 0 0,-48 281 1299 0 0,-3 21-268 0 0,36-252-232 0 0,-2 0 0 0 0,-37 90 0 0 0,53-158-549 0 0,1 1 0 0 0,-1-1 1 0 0,-1 0-1 0 0,1 0 0 0 0,-1 0 1 0 0,0-1-1 0 0,-1 1 0 0 0,1-1 0 0 0,-1 0 1 0 0,-1 0-1 0 0,1-1 0 0 0,-1 0 0 0 0,-10 8 1 0 0,12-12-216 0 0,-1 0 0 0 0,1 0 1 0 0,-1 0-1 0 0,0-1 1 0 0,1 1-1 0 0,-1-1 0 0 0,0-1 1 0 0,1 1-1 0 0,-1 0 1 0 0,0-1-1 0 0,1 0 0 0 0,-1 0 1 0 0,1-1-1 0 0,-7-2 1 0 0,0 0-58 0 0,0-1 0 0 0,1 0 1 0 0,-1-1-1 0 0,1 0 0 0 0,-18-16 1 0 0,25 20-181 0 0,1 0-1 0 0,0 0 1 0 0,-1 0 0 0 0,1-1 0 0 0,0 1 0 0 0,1-1 0 0 0,-1 0 0 0 0,0 1 0 0 0,1-1 0 0 0,0 0 0 0 0,-1 0 0 0 0,1 0 0 0 0,0 0 0 0 0,1 0 0 0 0,-1 0 0 0 0,0-1 0 0 0,1 1 0 0 0,0 0 0 0 0,0 0 0 0 0,0 0 0 0 0,0 0 0 0 0,0-1 0 0 0,1 1 0 0 0,-1 0 0 0 0,1 0 0 0 0,0 0 0 0 0,1-4-1 0 0,7-12-1956 0 0,2 1 0 0 0,-1 0 0 0 0,2 1-1 0 0,0 0 1 0 0,2 1 0 0 0,28-28-1 0 0,-18 20-3808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08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87 1820 0 0,'-44'-8'10094'0'0,"41"8"-9039"0"0,-16-5 2743 0 0,5-1-1691 0 0,139-14-1541 0 0,2 1-466 0 0,-93 13-339 0 0,14-4-2350 0 0,-15-2-3343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09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24 1012 0 0,'-46'-21'10857'0'0,"43"20"-10114"0"0,2 1-631 0 0,0-1 0 0 0,0 1-1 0 0,0 0 1 0 0,0 0-1 0 0,0-1 1 0 0,0 1-1 0 0,0 0 1 0 0,0 0 0 0 0,0 0-1 0 0,0 0 1 0 0,-1 0-1 0 0,1 0 1 0 0,0 0 0 0 0,0 1-1 0 0,0-1 1 0 0,0 0-1 0 0,0 1 1 0 0,0-1-1 0 0,0 1 1 0 0,0-1 0 0 0,0 1-1 0 0,0-1 1 0 0,0 1-1 0 0,0-1 1 0 0,0 1-1 0 0,1 0 1 0 0,-1 0 0 0 0,0-1-1 0 0,0 1 1 0 0,1 0-1 0 0,-1 0 1 0 0,0 0-1 0 0,1 0 1 0 0,-1 0 0 0 0,1 0-1 0 0,-1 0 1 0 0,1 0-1 0 0,0 0 1 0 0,-1 0-1 0 0,1 0 1 0 0,0 2 0 0 0,-3 7 373 0 0,2 1 1 0 0,-1-1 0 0 0,1 19 0 0 0,0-11 49 0 0,-2 61 775 0 0,9 103 0 0 0,-1-74-1011 0 0,-4-68-420 0 0,3 56 251 0 0,4-35-3673 0 0,-2-50 1328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09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103 145 16 0 0,'1'-11'2133'0'0,"0"1"-1"0"0,0-1 1 0 0,2 1 0 0 0,5-18-1 0 0,-6 20-1368 0 0,1 1-1 0 0,0-1 0 0 0,8-11 1 0 0,-9 17-686 0 0,0-1 0 0 0,0 1 1 0 0,0-1-1 0 0,1 1 0 0 0,-1 0 1 0 0,1 0-1 0 0,-1 0 0 0 0,1 0 0 0 0,0 0 1 0 0,0 1-1 0 0,0-1 0 0 0,0 1 1 0 0,0-1-1 0 0,0 1 0 0 0,0 0 1 0 0,1 1-1 0 0,-1-1 0 0 0,0 1 1 0 0,1-1-1 0 0,-1 1 0 0 0,0 0 1 0 0,5 0-1 0 0,-3 1-23 0 0,-1-1 0 0 0,1 1 0 0 0,-1 0-1 0 0,0 0 1 0 0,1 0 0 0 0,-1 1 0 0 0,0 0 0 0 0,0-1 0 0 0,0 1 0 0 0,0 1 0 0 0,0-1-1 0 0,0 1 1 0 0,-1-1 0 0 0,1 1 0 0 0,-1 0 0 0 0,4 5 0 0 0,-3-3 39 0 0,0 0 1 0 0,0 0-1 0 0,-1 1 1 0 0,0 0-1 0 0,0-1 0 0 0,0 1 1 0 0,-1 0-1 0 0,0 1 1 0 0,0-1-1 0 0,0 0 0 0 0,-1 0 1 0 0,1 12-1 0 0,-2-7-7 0 0,0-1 1 0 0,-1 1-1 0 0,0-1 0 0 0,-1 1 0 0 0,0-1 0 0 0,0 0 0 0 0,-6 13 0 0 0,-2 2 2 0 0,-2 1-1 0 0,-2-2 0 0 0,0 1 0 0 0,-1-2 1 0 0,-19 23-1 0 0,-60 60 211 0 0,69-80-213 0 0,12-12 250 0 0,-1 0-1 0 0,-26 19 1 0 0,38-32-248 0 0,-8-1 107 0 0,13-1-203 0 0,0 0 0 0 0,0 0 0 0 0,0 1 0 0 0,0-1-1 0 0,0 1 1 0 0,0-1 0 0 0,0 1 0 0 0,1 0 0 0 0,-1 0 0 0 0,0 0 0 0 0,0 0 0 0 0,0 1 0 0 0,0 0 0 0 0,0-1-1 0 0,6 3 1 0 0,52 23-10 0 0,-42-17 21 0 0,37 20-161 0 0,-1 1-1920 0 0,-46-26 476 0 0,1 0 0 0 0,0-1 0 0 0,17 5 0 0 0,-12-6-2256 0 0,1-2-1687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0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88 744 0 0,'-16'-10'5924'0'0,"-27"-14"2533"0"0,43 24-8352 0 0,-1 0 0 0 0,0 0-1 0 0,0 0 1 0 0,0-1-1 0 0,1 1 1 0 0,-1 0-1 0 0,0 0 1 0 0,0-1 0 0 0,1 1-1 0 0,-1-1 1 0 0,0 1-1 0 0,1-1 1 0 0,-1 1 0 0 0,0-1-1 0 0,1 1 1 0 0,-1-1-1 0 0,1 1 1 0 0,-1-1-1 0 0,1 0 1 0 0,-1 1 0 0 0,1-1-1 0 0,-1 0 1 0 0,1 0-1 0 0,0 1 1 0 0,-1-1-1 0 0,1 0 1 0 0,0 0 0 0 0,-1 0-1 0 0,2 0-69 0 0,0 0 0 0 0,-1 0-1 0 0,1 0 1 0 0,0 0 0 0 0,0 0-1 0 0,0 1 1 0 0,0-1 0 0 0,-1 0-1 0 0,1 1 1 0 0,0-1 0 0 0,0 0-1 0 0,0 1 1 0 0,0-1-1 0 0,0 1 1 0 0,1 0 0 0 0,1-1-1 0 0,52-11-172 0 0,-40 10 151 0 0,85-9 47 0 0,-83 10-79 0 0,-1 1 1 0 0,1 0-1 0 0,-1 2 0 0 0,18 2 0 0 0,-32-3 18 0 0,-1-1 1 0 0,1 0-1 0 0,-1 1 0 0 0,1-1 0 0 0,0 1 0 0 0,-1-1 0 0 0,1 1 0 0 0,-1 0 0 0 0,0 0 0 0 0,1-1 0 0 0,-1 1 0 0 0,0 0 0 0 0,1 0 1 0 0,-1 0-1 0 0,0 1 0 0 0,0-1 0 0 0,0 0 0 0 0,0 0 0 0 0,0 1 0 0 0,0-1 0 0 0,1 3 0 0 0,-1-1 3 0 0,-1-1 0 0 0,1 0 1 0 0,-1 1-1 0 0,1-1 0 0 0,-1 1 0 0 0,0-1 0 0 0,0 1 0 0 0,-1-1 0 0 0,1 1 0 0 0,0-1 0 0 0,-1 1 0 0 0,-1 4 1 0 0,-3 5 9 0 0,0 0 0 0 0,-1 0 0 0 0,-1 0 1 0 0,-9 12-1 0 0,14-21-13 0 0,-39 52 236 0 0,-65 70 0 0 0,-13 14 521 0 0,116-134-703 0 0,2-5-20 0 0,0 1 1 0 0,0 0-1 0 0,0 0 1 0 0,0 0-1 0 0,0 0 1 0 0,1 0 0 0 0,-1 0-1 0 0,0 0 1 0 0,1 0-1 0 0,-1 0 1 0 0,1 0-1 0 0,-1 0 1 0 0,1 0 0 0 0,0 1-1 0 0,-1-1 1 0 0,1 0-1 0 0,0 0 1 0 0,0 0-1 0 0,0 1 1 0 0,0-1 0 0 0,0 0-1 0 0,0 0 1 0 0,0 0-1 0 0,0 1 1 0 0,0-1-1 0 0,0 0 1 0 0,1 2 0 0 0,0-2 1 0 0,0-1 0 0 0,0 1 0 0 0,0 0 0 0 0,0-1 0 0 0,0 1 1 0 0,0-1-1 0 0,0 1 0 0 0,0-1 0 0 0,0 0 0 0 0,1 1 0 0 0,-1-1 1 0 0,0 0-1 0 0,0 0 0 0 0,0 0 0 0 0,0 0 0 0 0,0 0 0 0 0,3 0 1 0 0,23-2 190 0 0,-23 1-189 0 0,32-5 159 0 0,52-15 0 0 0,-23 4-129 0 0,157-49-2513 0 0,-150 38-2100 0 0,-1-2-3524 0 0,-50 21 3306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0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63 680 0 0,'-4'-1'2514'0'0,"-52"-12"8847"0"0,54 13-10578 0 0,-14-2 2237 0 0,7-1-2633 0 0,17 2 208 0 0,19-1-223 0 0,214-17-208 0 0,-140 7-4370 0 0,-49 6-782 0 0,-28 3-3290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44 2264 0 0,'-106'69'9885'0'0,"105"-68"-9490"0"0,5 1-236 0 0,0-1 0 0 0,0 0 0 0 0,0 0 0 0 0,0 0 0 0 0,1-1 0 0 0,-1 0 0 0 0,0 1 0 0 0,0-1 0 0 0,9-1 0 0 0,44-9 28 0 0,-33 5-21 0 0,184-42-1590 0 0,-73 3-5161 0 0,-97 31 2511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0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67 164 0 0,'0'0'2880'0'0,"-10"-12"1185"0"0,1 2-577 0 0,-1-1-464 0 0,-2 1-604 0 0,2 3-503 0 0,-1 0-461 0 0,3 2-432 0 0,-2 0-280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2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84 120 0 0,'-4'-8'15849'0'0,"-4"11"-15838"0"0,7-2-7 0 0,-1 1-1 0 0,1 0 0 0 0,-1 0 1 0 0,1 0-1 0 0,0 0 1 0 0,0 0-1 0 0,-1 0 0 0 0,1 0 1 0 0,1 0-1 0 0,-2 3 1 0 0,-2 4 23 0 0,-20 32 40 0 0,2 0 0 0 0,2 2 0 0 0,2 0 0 0 0,2 1 0 0 0,1 1 0 0 0,3 0 0 0 0,-11 76 0 0 0,22-114-42 0 0,1 0 1 0 0,0 1-1 0 0,0-1 0 0 0,0 0 1 0 0,1 1-1 0 0,0-1 0 0 0,0 0 1 0 0,1 0-1 0 0,0 0 1 0 0,1 0-1 0 0,-1 0 0 0 0,1 0 1 0 0,0 0-1 0 0,1-1 0 0 0,0 1 1 0 0,4 5-1 0 0,-3-6 9 0 0,1 0 1 0 0,0-1-1 0 0,0 0 0 0 0,0 0 0 0 0,1 0 1 0 0,-1 0-1 0 0,1-1 0 0 0,0 0 0 0 0,1-1 0 0 0,-1 0 1 0 0,0 0-1 0 0,1 0 0 0 0,0-1 0 0 0,11 2 1 0 0,1-1-4 0 0,1 0 1 0 0,-1-2-1 0 0,1 0 1 0 0,-1-1-1 0 0,30-5 1 0 0,-35 3 141 0 0,0-1 0 0 0,0 0-1 0 0,0-2 1 0 0,0 1 0 0 0,0-2 0 0 0,-1 0-1 0 0,25-15 1 0 0,-30 15-71 0 0,-1 0 0 0 0,0 0 0 0 0,0-1-1 0 0,-1-1 1 0 0,0 1 0 0 0,0-1 0 0 0,-1 0 0 0 0,0-1 0 0 0,0 1-1 0 0,5-14 1 0 0,-5 9-50 0 0,0-1 0 0 0,-1-1 0 0 0,-1 1 1 0 0,0-1-1 0 0,-1 1 0 0 0,2-26 0 0 0,-3 19-47 0 0,-2 1 0 0 0,-1 0 1 0 0,0-1-1 0 0,-2 1 0 0 0,0 0 1 0 0,-1 0-1 0 0,-1 1 0 0 0,-1-1 0 0 0,-1 1 1 0 0,-16-34-1 0 0,12 35-178 0 0,-1 0 1 0 0,0 1-1 0 0,-1 1 1 0 0,-1 0-1 0 0,0 0 1 0 0,-1 2-1 0 0,-1 0 1 0 0,-1 0-1 0 0,0 2 1 0 0,0 0-1 0 0,-1 1 1 0 0,-23-11-1 0 0,38 21-7 0 0,1 1 1 0 0,0-1-1 0 0,-1 1 1 0 0,1-1-1 0 0,-1 1 1 0 0,1 0-1 0 0,0 0 1 0 0,-1 0-1 0 0,1 1 1 0 0,0-1-1 0 0,-1 0 0 0 0,1 1 1 0 0,0 0-1 0 0,-1-1 1 0 0,1 1-1 0 0,0 0 1 0 0,0 0-1 0 0,0 0 1 0 0,0 0-1 0 0,-3 2 1 0 0,-2 3-847 0 0,-1-1 0 0 0,1 1 1 0 0,-10 11-1 0 0,1 0-2341 0 0,-1 0-1386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4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3 536 0 0,'0'0'4497'0'0,"-15"3"436"0"0,-12-3-2249 0 0,24 0-1808 0 0,0 0-613 0 0,-24-1 1169 0 0,24 0-1109 0 0,7 1-305 0 0,102 1 161 0 0,118-5 28 0 0,-212 4-175 0 0,-9 0 66 0 0,13 0 37 0 0,-11 0 869 0 0,1 0-1283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4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95 1600 0 0,'-2'-10'4779'0'0,"1"8"-4514"0"0,0 0 1 0 0,1 1-1 0 0,-1-1 0 0 0,1 0 0 0 0,-1 0 0 0 0,1 0 1 0 0,0 0-1 0 0,-1 0 0 0 0,1 0 0 0 0,0 1 0 0 0,0-1 1 0 0,1 0-1 0 0,-1 0 0 0 0,0 0 0 0 0,1 0 0 0 0,-1 0 0 0 0,1 0 1 0 0,-1 1-1 0 0,1-1 0 0 0,0 0 0 0 0,0 0 0 0 0,0 1 1 0 0,0-1-1 0 0,1-1 0 0 0,2-1-150 0 0,-1 1 0 0 0,1 0 0 0 0,0-1 1 0 0,0 1-1 0 0,1 1 0 0 0,-1-1 0 0 0,0 1 0 0 0,7-3 0 0 0,-7 3-77 0 0,0 0 0 0 0,1 1 0 0 0,-1 0 0 0 0,0 0 0 0 0,0 0 0 0 0,1 1 0 0 0,-1-1 0 0 0,1 1 0 0 0,-1 0 0 0 0,0 0 0 0 0,1 1 0 0 0,-1-1 0 0 0,0 1 0 0 0,1 0 0 0 0,-1 0 0 0 0,0 0 0 0 0,0 1 0 0 0,0 0 0 0 0,0 0 0 0 0,0 0 0 0 0,0 0 0 0 0,0 0 0 0 0,-1 1 0 0 0,1-1 0 0 0,-1 1 0 0 0,0 0 0 0 0,0 0 0 0 0,0 0 0 0 0,0 1 0 0 0,0-1 0 0 0,-1 1 0 0 0,1 0 0 0 0,-1-1 0 0 0,0 1 0 0 0,0 0 0 0 0,-1 0 0 0 0,1 0 0 0 0,-1 1 0 0 0,0-1 0 0 0,0 0 0 0 0,1 6 0 0 0,-1 9 10 0 0,-1 0-1 0 0,-1-1 1 0 0,-1 1-1 0 0,0-1 1 0 0,-2 1-1 0 0,0-1 1 0 0,0 0-1 0 0,-2-1 1 0 0,0 1-1 0 0,-13 23 1 0 0,-11 16 207 0 0,-61 85 0 0 0,82-128-182 0 0,-91 120 785 0 0,99-132-775 0 0,1-2-72 0 0,0 1-1 0 0,0-1 1 0 0,0 1-1 0 0,0-1 1 0 0,0 1 0 0 0,0-1-1 0 0,0 1 1 0 0,0-1-1 0 0,0 1 1 0 0,0-1-1 0 0,0 1 1 0 0,0-1-1 0 0,1 1 1 0 0,-1-1 0 0 0,0 1-1 0 0,0-1 1 0 0,0 1-1 0 0,1-1 1 0 0,-1 1-1 0 0,0-1 1 0 0,1 1-1 0 0,-1-1 1 0 0,0 0-1 0 0,1 1 1 0 0,-1-1 0 0 0,1 0-1 0 0,-1 1 1 0 0,1-1-1 0 0,-1 0 1 0 0,0 1-1 0 0,1-1 1 0 0,-1 0-1 0 0,1 0 1 0 0,-1 0-1 0 0,1 1 1 0 0,-1-1 0 0 0,1 0-1 0 0,1 0 1 0 0,35-2 113 0 0,69-14 1 0 0,-52 6-155 0 0,51-9-3538 0 0,-37-1-4731 0 0,-51 13 4251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5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89 744 0 0,'-35'-71'12935'0'0,"36"70"-12861"0"0,-1 0-1 0 0,1 0 1 0 0,0 0-1 0 0,-1 0 0 0 0,1 0 1 0 0,0 0-1 0 0,0 0 1 0 0,0 0-1 0 0,0 0 1 0 0,0 0-1 0 0,0 0 0 0 0,0 0 1 0 0,0 1-1 0 0,0-1 1 0 0,0 1-1 0 0,0-1 1 0 0,1 0-1 0 0,-1 1 0 0 0,0 0 1 0 0,0-1-1 0 0,2 1 1 0 0,0 0-2 0 0,0 0 0 0 0,0 0-1 0 0,0 0 1 0 0,1 0 0 0 0,-1 1 0 0 0,-1-1 0 0 0,1 1 0 0 0,0 0 0 0 0,4 2-1 0 0,1-1 6 0 0,0 1 0 0 0,-1 1 0 0 0,1 0-1 0 0,-1 0 1 0 0,0 0 0 0 0,0 1 0 0 0,-1 0-1 0 0,1 1 1 0 0,-1-1 0 0 0,0 1 0 0 0,-1 0-1 0 0,1 0 1 0 0,-1 1 0 0 0,0 0 0 0 0,-1 0-1 0 0,0 0 1 0 0,0 0 0 0 0,0 1-1 0 0,-1 0 1 0 0,0-1 0 0 0,-1 1 0 0 0,0 0-1 0 0,0 0 1 0 0,0 1 0 0 0,-1-1 0 0 0,0 0-1 0 0,-1 1 1 0 0,0-1 0 0 0,0 0 0 0 0,-1 0-1 0 0,-3 15 1 0 0,0-7-13 0 0,-1 1 0 0 0,-1-1 0 0 0,0 0 0 0 0,-1 0 0 0 0,-1-1 0 0 0,0 0 0 0 0,-1 0 0 0 0,-1-1 0 0 0,-20 23 0 0 0,22-31 175 0 0,5-9 17 0 0,2 2-248 0 0,1 0 0 0 0,0 0 1 0 0,0 0-1 0 0,0 0 1 0 0,0 0-1 0 0,0 1 1 0 0,0-1-1 0 0,0 0 1 0 0,1 0-1 0 0,-1 0 1 0 0,0 0-1 0 0,0 1 1 0 0,1-1-1 0 0,-1 0 1 0 0,1 0-1 0 0,0-1 1 0 0,19-20-13 0 0,1 0 1 0 0,1 0 0 0 0,1 2-1 0 0,35-24 1 0 0,-30 24-12 0 0,26-20 2 0 0,37-29 42 0 0,-79 55-25 0 0,-11 11-2 0 0,0 1-2 0 0,-1 0 7 0 0,1 1-8 0 0,-1 1 1 0 0,0-1-1 0 0,0 0 0 0 0,-1 0 0 0 0,1 0 1 0 0,0 1-1 0 0,0-1 0 0 0,0 0 0 0 0,0 0 0 0 0,-1 0 1 0 0,1 1-1 0 0,0-1 0 0 0,-1 0 0 0 0,1 1 1 0 0,-1-1-1 0 0,1 0 0 0 0,0 1 0 0 0,-1-1 1 0 0,0 0-1 0 0,1 1 0 0 0,-1-1 0 0 0,1 1 0 0 0,-1-1 1 0 0,0 1-1 0 0,1-1 0 0 0,-1 1 0 0 0,0 0 1 0 0,1-1-1 0 0,-1 1 0 0 0,0 0 0 0 0,0-1 1 0 0,0 1-1 0 0,-1 0 0 0 0,0 0 0 0 0,0-1 0 0 0,0 1 0 0 0,0 0 0 0 0,0 0 0 0 0,0 1 1 0 0,0-1-1 0 0,0 0 0 0 0,0 1 0 0 0,-4 1 0 0 0,-6 3-7 0 0,1 0 1 0 0,0 2 0 0 0,0-1-1 0 0,0 1 1 0 0,1 1 0 0 0,0 0-1 0 0,-18 18 1 0 0,23-20 17 0 0,-1 1-1 0 0,1 0 1 0 0,0 0 0 0 0,0 0 0 0 0,1 0 0 0 0,-1 1 0 0 0,2 0-1 0 0,-1 0 1 0 0,1 0 0 0 0,1 0 0 0 0,-1 0 0 0 0,1 1 0 0 0,-1 9-1 0 0,3-15-2 0 0,-1 1-1 0 0,1 0 1 0 0,0-1-1 0 0,0 1 1 0 0,0-1-1 0 0,1 1 1 0 0,-1 0-1 0 0,1-1 0 0 0,0 1 1 0 0,0-1-1 0 0,0 0 1 0 0,0 1-1 0 0,1-1 1 0 0,-1 0-1 0 0,1 1 0 0 0,0-1 1 0 0,0 0-1 0 0,0 0 1 0 0,0-1-1 0 0,1 1 1 0 0,-1 0-1 0 0,1-1 1 0 0,-1 1-1 0 0,1-1 0 0 0,0 0 1 0 0,0 0-1 0 0,0 0 1 0 0,5 2-1 0 0,3 0 15 0 0,0-1 0 0 0,0 0 0 0 0,0 0 0 0 0,1-1 0 0 0,-1-1 1 0 0,18 1-1 0 0,-11-1-8 0 0,38-1 0 0 0,-52 0-84 0 0,4 0-65 0 0,16-6-5233 0 0,-18 5 3748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6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41 2140 0 0,'-14'-8'4487'0'0,"-52"-17"3234"0"0,39 20-4925 0 0,25 4-2094 0 0,1 1-676 0 0,1-1 1 0 0,-1 1 0 0 0,1 0 0 0 0,-1 0 0 0 0,1 0-1 0 0,-1-1 1 0 0,1 1 0 0 0,-1 0 0 0 0,1 0 0 0 0,-1 0-1 0 0,1 0 1 0 0,-1 0 0 0 0,1 0 0 0 0,-1 0-1 0 0,1 0 1 0 0,-1 0 0 0 0,1 0 0 0 0,-1 0 0 0 0,1 1-1 0 0,-1-1 1 0 0,0 0 0 0 0,1 0-11 0 0,0 0 1 0 0,-1 0-1 0 0,1 0 0 0 0,0 0 0 0 0,0 0 1 0 0,-1 0-1 0 0,1 0 0 0 0,0 0 0 0 0,0 0 1 0 0,-1 0-1 0 0,1 0 0 0 0,0 0 1 0 0,0 0-1 0 0,-1 0 0 0 0,1 0 0 0 0,0 0 1 0 0,0 0-1 0 0,-1 1 0 0 0,1-1 0 0 0,0 0 1 0 0,0 0-1 0 0,0 0 0 0 0,-1 0 1 0 0,1 0-1 0 0,0 1 0 0 0,0-1 0 0 0,0 0 1 0 0,-1 0-1 0 0,1 0 0 0 0,0 1 0 0 0,0-1 1 0 0,0 0-1 0 0,0 0 0 0 0,0 0 1 0 0,0 1-1 0 0,0-1 0 0 0,0 0 0 0 0,-1 0 1 0 0,1 1-1 0 0,0-1 0 0 0,0 1 0 0 0,7 3 98 0 0,-1-1-1 0 0,1 1 0 0 0,0-1 0 0 0,0 0 0 0 0,0 0 0 0 0,0-1 0 0 0,0 0 1 0 0,12 2-1 0 0,7 0 94 0 0,29 0 1 0 0,106-2 232 0 0,-159-2-425 0 0,2 0 2 0 0,10 0-6 0 0,-11 0 2 0 0,0 0-6 0 0,0 0-5 0 0,26-2-209 0 0,-20 0-409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6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28 1160 0 0,'-2'-1'2024'0'0,"0"-2"-1219"0"0,0 1-250 0 0,1 0 0 0 0,-1-1-1 0 0,0 1 1 0 0,0 0-1 0 0,0 1 1 0 0,0-1-1 0 0,0 0 1 0 0,0 0-1 0 0,0 1 1 0 0,0-1-1 0 0,-3 0 1 0 0,3 2-452 0 0,1 0 0 0 0,0 0 0 0 0,0 0-1 0 0,0 1 1 0 0,0-1 0 0 0,0 0 0 0 0,0 1 0 0 0,0-1 0 0 0,0 1 0 0 0,1-1 0 0 0,-1 1 0 0 0,0-1 0 0 0,0 1 0 0 0,0 0 0 0 0,0-1 0 0 0,1 1 0 0 0,-1 0 0 0 0,0 0 0 0 0,1 0 0 0 0,-1-1 0 0 0,0 3 0 0 0,-11 27 1580 0 0,8-14-1015 0 0,2 0 1 0 0,-1 20 0 0 0,-5 308 1825 0 0,8-339-2660 0 0,2 55-688 0 0,5-32-2237 0 0,6-4-4663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7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66 452 0 0,'7'-45'12741'0'0,"-6"47"-12465"0"0,0 1 1 0 0,0-1 0 0 0,-1 1 0 0 0,1 0 0 0 0,-1-1 0 0 0,0 1 0 0 0,0 5 0 0 0,1 1 143 0 0,4 24 620 0 0,-3-20-811 0 0,0 0 0 0 0,1 0 0 0 0,0 0-1 0 0,1 0 1 0 0,5 14 0 0 0,-6-23-202 0 0,-1 0 1 0 0,0 0-1 0 0,1-1 1 0 0,-1 1-1 0 0,1-1 0 0 0,0 1 1 0 0,1-1-1 0 0,-1 0 1 0 0,0 0-1 0 0,1 0 1 0 0,0-1-1 0 0,-1 1 1 0 0,1-1-1 0 0,0 0 0 0 0,0 0 1 0 0,1 0-1 0 0,-1-1 1 0 0,0 1-1 0 0,8 0 1 0 0,-4 0-11 0 0,0-1 1 0 0,0 0-1 0 0,-1 0 1 0 0,1-1-1 0 0,0 0 1 0 0,0-1-1 0 0,0 0 1 0 0,0 0-1 0 0,0 0 1 0 0,0-1-1 0 0,0 0 1 0 0,-1-1-1 0 0,1 0 1 0 0,-1 0-1 0 0,11-7 1 0 0,-13 7-15 0 0,0 0 0 0 0,0-1 0 0 0,-1 0 0 0 0,1 0 1 0 0,-1 0-1 0 0,0 0 0 0 0,-1-1 0 0 0,1 1 0 0 0,-1-1 0 0 0,1 0 0 0 0,-1 0 1 0 0,-1 0-1 0 0,1-1 0 0 0,-1 1 0 0 0,0-1 0 0 0,0 1 0 0 0,-1-1 0 0 0,1 0 1 0 0,-1 1-1 0 0,-1-1 0 0 0,1-11 0 0 0,-1-12-8 0 0,-6-38 0 0 0,5 65 20 0 0,1 2-4 0 0,-1 1-1 0 0,0-1 1 0 0,0 0-1 0 0,1 1 0 0 0,-1-1 1 0 0,0 0-1 0 0,1 1 0 0 0,-1-1 1 0 0,0 1-1 0 0,1-1 1 0 0,-1 0-1 0 0,1 1 0 0 0,-1 0 1 0 0,0-1-1 0 0,1 1 0 0 0,0-1 1 0 0,-1 1-1 0 0,1 0 1 0 0,-1-1-1 0 0,1 1 0 0 0,0 0 1 0 0,-1 0-1 0 0,1-1 0 0 0,0 1 1 0 0,0 0-1 0 0,-1 0 1 0 0,-4 25 293 0 0,4-19-209 0 0,-41 262 2170 0 0,28-158-1546 0 0,-34 129 0 0 0,43-218-476 0 0,-2-1-1 0 0,-1 0 1 0 0,0 0 0 0 0,-18 30 0 0 0,22-45-180 0 0,1 0 1 0 0,-1 0 0 0 0,0-1-1 0 0,-1 0 1 0 0,0 1 0 0 0,1-1 0 0 0,-1-1-1 0 0,-1 1 1 0 0,1-1 0 0 0,-1 0-1 0 0,0 0 1 0 0,1-1 0 0 0,-2 0-1 0 0,1 0 1 0 0,0 0 0 0 0,-1-1 0 0 0,1 1-1 0 0,-14 1 1 0 0,11-3-31 0 0,-1 0 0 0 0,1-1 0 0 0,-1-1-1 0 0,1 1 1 0 0,-1-2 0 0 0,1 1 0 0 0,0-1 0 0 0,0 0 0 0 0,-1-1-1 0 0,1 0 1 0 0,-10-6 0 0 0,15 8-118 0 0,1-1-1 0 0,0 0 1 0 0,1 1 0 0 0,-1-1-1 0 0,0 0 1 0 0,0-1-1 0 0,1 1 1 0 0,-1 0 0 0 0,1-1-1 0 0,0 1 1 0 0,0-1 0 0 0,0 0-1 0 0,0 0 1 0 0,0 0-1 0 0,0 0 1 0 0,1 0 0 0 0,0 0-1 0 0,-1 0 1 0 0,1 0-1 0 0,1-1 1 0 0,-1 1 0 0 0,0 0-1 0 0,1-1 1 0 0,-1 1 0 0 0,1-1-1 0 0,0 1 1 0 0,0-1-1 0 0,0 1 1 0 0,1 0 0 0 0,-1-1-1 0 0,1 1 1 0 0,0 0 0 0 0,2-5-1 0 0,2-6-762 0 0,1 1-1 0 0,0 0 1 0 0,1 0-1 0 0,0 1 1 0 0,1-1-1 0 0,11-11 1 0 0,61-62-7873 0 0,-78 84 8330 0 0,24-24-5596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8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68 2020 0 0,'-49'-7'8687'0'0,"47"7"-7460"0"0,-14-1 828 0 0,13 0-1191 0 0,-5 1-45 0 0,-11-4 2755 0 0,27 2-3472 0 0,160-22 617 0 0,-41 8-575 0 0,-52 8 80 0 0,-72 7-196 0 0,6-3 464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8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192 171 2104 0 0,'-17'-25'14739'0'0,"7"15"-13094"0"0,10 8-1460 0 0,-16-12 354 0 0,4 1-284 0 0,-10-2-64 0 0,-35-19 0 0 0,55 33-177 0 0,-33-15 99 0 0,23 9 494 0 0,4 1 971 0 0,24 2-680 0 0,311-18-978 0 0,-294 20 88 0 0,-31 2-16 0 0,2 0 0 0 0,10 0 10 0 0,-11 0 6 0 0,1 2-18 0 0,-3-2 9 0 0,-1 0 0 0 0,1 0 0 0 0,-1 0 0 0 0,1 0 0 0 0,0 0 0 0 0,-1 0 0 0 0,1 0 0 0 0,-1 0-1 0 0,0 0 1 0 0,1 0 0 0 0,-1 1 0 0 0,1-1 0 0 0,-1 0 0 0 0,1 0 0 0 0,-1 1 0 0 0,1-1 0 0 0,-1 0 0 0 0,0 0 0 0 0,1 1 0 0 0,-1-1-1 0 0,1 1 1 0 0,-1-1 1 0 0,1 1 0 0 0,-1 0 0 0 0,1-1 0 0 0,-1 1 0 0 0,1-1 0 0 0,-1 1 0 0 0,1 0 0 0 0,-1-1-1 0 0,0 1 1 0 0,0 0 0 0 0,1 0 0 0 0,-1-1 0 0 0,0 1 0 0 0,0 0 0 0 0,0 0 0 0 0,0-1 0 0 0,0 1-1 0 0,0 0 1 0 0,0 0 0 0 0,0-1 0 0 0,0 1 0 0 0,0 0 0 0 0,0 0 0 0 0,0-1 0 0 0,-1 1 0 0 0,1 0-1 0 0,0 0 1 0 0,0-1 0 0 0,-1 1 0 0 0,1 0 0 0 0,-1 0 0 0 0,-1 1 1 0 0,-7 20 1 0 0,-2 0 0 0 0,-1 0 1 0 0,-1-1-1 0 0,-19 24 0 0 0,16-23-17 0 0,-155 194 405 0 0,138-177-149 0 0,-28 36 102 0 0,60-74-302 0 0,1-1-35 0 0,0 1 1 0 0,0-1-1 0 0,1 1 1 0 0,-1-1-1 0 0,0 1 1 0 0,0-1-1 0 0,0 1 1 0 0,0-1-1 0 0,0 1 1 0 0,1-1-1 0 0,-1 1 1 0 0,0-1-1 0 0,1 1 1 0 0,-1-1-1 0 0,0 1 1 0 0,0-1-1 0 0,1 0 1 0 0,-1 1-1 0 0,1-1 1 0 0,-1 0-1 0 0,0 1 1 0 0,1-1-1 0 0,-1 0 1 0 0,1 0-1 0 0,-1 1 1 0 0,1-1-1 0 0,19 3 96 0 0,26-8 13 0 0,-40 4-86 0 0,321-77 194 0 0,-325 77-197 0 0,-1 2-66 0 0,0-1-1 0 0,0 0 1 0 0,0 0 0 0 0,0 0-1 0 0,0 0 1 0 0,0 0-1 0 0,0 0 1 0 0,0 0 0 0 0,-1 0-1 0 0,1-1 1 0 0,0 1-1 0 0,0 0 1 0 0,0 0 0 0 0,0-1-1 0 0,0 1 1 0 0,0-1 0 0 0,-1 1-1 0 0,1-1 1 0 0,0 1-1 0 0,0-1 1 0 0,-1 1 0 0 0,1-1-1 0 0,1-1 1 0 0,16-13-3796 0 0,15-24-7234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9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43 1620 0 0,'-3'0'1386'0'0,"-75"-5"4689"0"0,-15 5-228 0 0,90 0-5457 0 0,-16 0 1098 0 0,251-17-253 0 0,-35 3-1946 0 0,-66 8-4169 0 0,-109 6 2837 0 0,-10 1-2329 0 0,1 1 741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19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16 2248 0 0,'-101'58'11978'0'0,"99"-57"-11693"0"0,2-1-255 0 0,0 0 0 0 0,0 0-1 0 0,-1 0 1 0 0,1 0 0 0 0,0 0 0 0 0,0 0 0 0 0,0 1 0 0 0,-1-1 0 0 0,1 0 0 0 0,0 0 0 0 0,0 0 0 0 0,0 0 0 0 0,0 0 0 0 0,0 1 0 0 0,-1-1 0 0 0,1 0 0 0 0,0 0 0 0 0,0 0 0 0 0,0 0-1 0 0,0 1 1 0 0,0-1 0 0 0,0 0 0 0 0,0 0 0 0 0,0 0 0 0 0,0 1 0 0 0,0-1 0 0 0,0 0 0 0 0,0 0 0 0 0,0 0 0 0 0,0 1 0 0 0,0-1 0 0 0,0 0 0 0 0,0 0 0 0 0,0 0 0 0 0,0 1 0 0 0,0-1-1 0 0,0 0 1 0 0,0 0 0 0 0,0 0 0 0 0,0 1 0 0 0,0-1 0 0 0,1 0 0 0 0,-1 1 7 0 0,1-1 0 0 0,-1 1-1 0 0,1-1 1 0 0,-1 0 0 0 0,1 1 0 0 0,0-1 0 0 0,-1 1-1 0 0,1-1 1 0 0,0 0 0 0 0,-1 0 0 0 0,1 0-1 0 0,0 1 1 0 0,0-1 0 0 0,-1 0 0 0 0,1 0 0 0 0,0 0-1 0 0,0 0 1 0 0,0 0 0 0 0,78-4-79 0 0,125-23 1 0 0,-201 26-65 0 0,117-22-3501 0 0,-42 2-2385 0 0,-45 11 1687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0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349 152 52 0 0,'4'-3'1590'0'0,"-1"-1"0"0"0,0-1-1 0 0,0 1 1 0 0,-1 0 0 0 0,1-1 0 0 0,-1 1 0 0 0,3-9-1 0 0,3-19 4658 0 0,-10 27-5489 0 0,2 4-715 0 0,0 0 0 0 0,0 1 0 0 0,0-1 0 0 0,0 0 0 0 0,0 1 0 0 0,0-1 0 0 0,0 0 0 0 0,0 1 0 0 0,0-1 0 0 0,0 0 0 0 0,-1 1 0 0 0,1-1 0 0 0,0 0 0 0 0,-1 1 0 0 0,1-1 0 0 0,0 1 1 0 0,-1-1-1 0 0,1 0 0 0 0,0 1 0 0 0,-1-1 0 0 0,1 1 0 0 0,-1-1 0 0 0,1 1 0 0 0,-1-1 0 0 0,0 1 0 0 0,1 0 0 0 0,-1-1 0 0 0,1 1 0 0 0,-1 0 0 0 0,0-1 0 0 0,1 1 0 0 0,-1 0 0 0 0,0 0 0 0 0,1 0 0 0 0,-1 0 0 0 0,0-1 0 0 0,1 1 0 0 0,-1 0 0 0 0,0 0 0 0 0,1 0 0 0 0,-1 0 0 0 0,0 1 1 0 0,0-1-1 0 0,1 0 0 0 0,-2 0 0 0 0,-17 10 17 0 0,1 0 1 0 0,-1 1 0 0 0,2 1 0 0 0,0 0 0 0 0,0 2 0 0 0,-19 19-1 0 0,5-1-52 0 0,2 2 0 0 0,-27 38-1 0 0,39-47-5 0 0,1 1-1 0 0,-25 53 0 0 0,36-69-7 0 0,1 0 0 0 0,0 1-1 0 0,1 0 1 0 0,0 0-1 0 0,1 0 1 0 0,0 0 0 0 0,1 0-1 0 0,0 0 1 0 0,1 1-1 0 0,0-1 1 0 0,2 14 0 0 0,-1-19 13 0 0,0 0 1 0 0,1 0-1 0 0,0 0 1 0 0,0-1 0 0 0,0 1-1 0 0,1 0 1 0 0,0-1-1 0 0,0 0 1 0 0,0 0-1 0 0,1 0 1 0 0,0 0 0 0 0,0 0-1 0 0,0-1 1 0 0,9 8-1 0 0,-6-7 7 0 0,0 0-1 0 0,1-1 1 0 0,-1 0 0 0 0,1 0-1 0 0,0-1 1 0 0,0 0 0 0 0,0 0-1 0 0,0-1 1 0 0,15 2 0 0 0,-3-2 32 0 0,1 0 1 0 0,-1-2-1 0 0,1-1 1 0 0,-1 0-1 0 0,0-2 1 0 0,1 0-1 0 0,-1-1 1 0 0,22-8-1 0 0,-19 4 17 0 0,0-1-1 0 0,-1-2 0 0 0,0 0 0 0 0,-1-1 0 0 0,0-1 0 0 0,-1-1 0 0 0,-1-1 0 0 0,0-1 0 0 0,-1-1 0 0 0,0 0 1 0 0,-2-1-1 0 0,21-28 0 0 0,-27 30 45 0 0,0 1 1 0 0,-1-1 0 0 0,-1 0 0 0 0,0-1-1 0 0,-2 0 1 0 0,0 0 0 0 0,6-28-1 0 0,-9 31-50 0 0,-1-1 0 0 0,-1 1-1 0 0,0 0 1 0 0,-1-1-1 0 0,-1 1 1 0 0,0-1 0 0 0,-1 1-1 0 0,-1 0 1 0 0,0 0-1 0 0,-6-17 1 0 0,6 23-41 0 0,0 1-1 0 0,0 0 1 0 0,-1-1 0 0 0,0 2 0 0 0,0-1 0 0 0,0 0-1 0 0,-1 1 1 0 0,0 0 0 0 0,-1 0 0 0 0,1 0-1 0 0,-1 1 1 0 0,0-1 0 0 0,-11-6 0 0 0,7 7-45 0 0,1 0 0 0 0,-1 0 0 0 0,0 1 0 0 0,-1 0 0 0 0,1 1 0 0 0,0 0 0 0 0,-1 1 0 0 0,0 0 0 0 0,-14-1 1 0 0,8 3-407 0 0,0 0 1 0 0,-1 1 0 0 0,1 0 0 0 0,0 2 0 0 0,0 0-1 0 0,0 0 1 0 0,0 2 0 0 0,0 0 0 0 0,1 1-1 0 0,0 1 1 0 0,0 1 0 0 0,-21 13 0 0 0,-40 40-3900 0 0,28-17-2360 0 0,28-25 748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2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55 1820 0 0,'-33'0'7164'0'0,"29"0"-6678"0"0,0-1 1 0 0,0 0-1 0 0,1 0 0 0 0,-1 0 0 0 0,0-1 0 0 0,1 1 0 0 0,-1-1 1 0 0,1 0-1 0 0,0 0 0 0 0,-4-3 0 0 0,6 4-67 0 0,0 1-392 0 0,1 0 0 0 0,-1 0 0 0 0,0 0 0 0 0,1 0 0 0 0,-1 0 0 0 0,1 0 0 0 0,-1 0 0 0 0,1 0 0 0 0,-1 0 0 0 0,1-1 0 0 0,-1 1 0 0 0,0 0 0 0 0,1 0 0 0 0,-1-1 0 0 0,1 1 0 0 0,-1 0 0 0 0,1-1 0 0 0,0 1 0 0 0,-1 0 0 0 0,1-1 0 0 0,-1 1 0 0 0,1-1 0 0 0,0 1 0 0 0,-1-1 0 0 0,1 1 0 0 0,0-1 0 0 0,-1 1 0 0 0,1-1 0 0 0,0 1 0 0 0,0-1 0 0 0,0 1 0 0 0,-1-1 0 0 0,1 1 0 0 0,0-1 0 0 0,0 0 0 0 0,0 1 0 0 0,0-1 0 0 0,0 1 0 0 0,0-1 0 0 0,0 1 0 0 0,0-1 1 0 0,0 0-1 0 0,0 1 0 0 0,1-1 0 0 0,-1 1 0 0 0,0-1 0 0 0,0 1 0 0 0,0-1 0 0 0,1 1 0 0 0,-1-1 0 0 0,0 1 0 0 0,1-1 0 0 0,-1 1 0 0 0,0-1 0 0 0,1 1 0 0 0,0-1 0 0 0,5-2-16 0 0,0 1 0 0 0,0 0 0 0 0,0 1 0 0 0,0-1 0 0 0,0 1 1 0 0,1 0-1 0 0,-1 1 0 0 0,0-1 0 0 0,1 1 0 0 0,-1 1 0 0 0,0-1 0 0 0,11 3 1 0 0,-10-2-9 0 0,1 1 0 0 0,-1 0 1 0 0,0 0-1 0 0,0 1 0 0 0,1 0 1 0 0,-2 0-1 0 0,1 1 0 0 0,0 0 1 0 0,-1 0-1 0 0,1 1 0 0 0,-1-1 1 0 0,-1 1-1 0 0,1 1 0 0 0,-1-1 1 0 0,7 8-1 0 0,-9-8 11 0 0,0 0 1 0 0,0 0-1 0 0,0 0 1 0 0,-1 1-1 0 0,0-1 1 0 0,0 1-1 0 0,0 0 1 0 0,0-1-1 0 0,-1 1 1 0 0,0 0-1 0 0,-1 0 1 0 0,1 0-1 0 0,-1 0 1 0 0,0 0-1 0 0,0 0 0 0 0,-1-1 1 0 0,0 1-1 0 0,0 0 1 0 0,0 0-1 0 0,-3 8 1 0 0,-3 3 109 0 0,0-1-1 0 0,0 0 1 0 0,-2 0 0 0 0,-13 20 0 0 0,-49 55 564 0 0,22-29-396 0 0,20-26-172 0 0,28-36-119 0 0,1 0 0 0 0,0 0 0 0 0,0 1 0 0 0,0-1 0 0 0,0 0 0 0 0,0 0 0 0 0,0 0 0 0 0,0 0 0 0 0,0 1 0 0 0,0-1 0 0 0,-1 0-1 0 0,1 0 1 0 0,0 0 0 0 0,0 1 0 0 0,0-1 0 0 0,0 0 0 0 0,0 0 0 0 0,0 0 0 0 0,0 1 0 0 0,0-1 0 0 0,0 0 0 0 0,1 0 0 0 0,-1 0-1 0 0,0 1 1 0 0,0-1 0 0 0,0 0 0 0 0,0 0 0 0 0,0 0 0 0 0,0 0 0 0 0,0 1 0 0 0,0-1 0 0 0,0 0 0 0 0,1 0 0 0 0,-1 0 0 0 0,0 0 0 0 0,0 0-1 0 0,0 1 1 0 0,11 3 33 0 0,16 0 22 0 0,36-10-123 0 0,-1-2-1 0 0,80-20 1 0 0,-29-6-4137 0 0,-50 6-3015 0 0,-44 17 2611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2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82 16 0 0,'-2'-3'2870'0'0,"-5"-9"376"0"0,-2 0-1 0 0,1 1 1 0 0,-13-12-1 0 0,20 22-3127 0 0,0 1-1 0 0,1-1 1 0 0,-1 0 0 0 0,0 0-1 0 0,0 0 1 0 0,0 0-1 0 0,1 0 1 0 0,-1 0 0 0 0,1 0-1 0 0,-1 0 1 0 0,1 0-1 0 0,-1 0 1 0 0,0-2 0 0 0,1 3-101 0 0,0-1 0 0 0,0 1 0 0 0,1 0-1 0 0,-1 0 1 0 0,0-1 0 0 0,0 1 0 0 0,0 0 0 0 0,0 0 0 0 0,0-1 0 0 0,0 1 0 0 0,1 0 0 0 0,-1 0 0 0 0,0 0 0 0 0,0-1 0 0 0,0 1 0 0 0,1 0 0 0 0,-1 0 0 0 0,0 0 0 0 0,0 0 0 0 0,1 0 0 0 0,-1-1 0 0 0,0 1 0 0 0,0 0 0 0 0,1 0-1 0 0,-1 0 1 0 0,0 0 0 0 0,0 0 0 0 0,1 0 0 0 0,-1 0 0 0 0,0 0 0 0 0,1 0 0 0 0,-1 0 0 0 0,0 0 0 0 0,1 0 0 0 0,2 0 2 0 0,0 1-1 0 0,1-1 1 0 0,-1 1 0 0 0,0 0 0 0 0,0-1-1 0 0,0 1 1 0 0,0 1 0 0 0,4 1-1 0 0,3 2-7 0 0,-1 0 0 0 0,0 1 0 0 0,0 1-1 0 0,-1 0 1 0 0,1 0 0 0 0,-1 0 0 0 0,-1 1-1 0 0,0 0 1 0 0,0 1 0 0 0,0-1 0 0 0,-1 1-1 0 0,0 1 1 0 0,-1-1 0 0 0,6 15 0 0 0,-8-15 17 0 0,-1-1 0 0 0,0 0 0 0 0,0 1 0 0 0,0 0 0 0 0,-1-1 0 0 0,-1 1 0 0 0,1 0 0 0 0,-2 0 0 0 0,1-1 0 0 0,-1 1 0 0 0,0 0 0 0 0,-1-1 0 0 0,0 1 0 0 0,0-1 0 0 0,-1 0 0 0 0,0 1 0 0 0,-1-1 0 0 0,-6 10 0 0 0,-3 4 551 0 0,-34 40 0 0 0,33-45-130 0 0,8-11-282 0 0,7-9-35 0 0,9-11-69 0 0,92-90-32 0 0,120-115 46 0 0,-219 216-79 0 0,0 1-5 0 0,0 0 1 0 0,-1 0-1 0 0,1 0 0 0 0,-1-1 0 0 0,0 1 0 0 0,1-1 0 0 0,-1 1 0 0 0,0-1 0 0 0,-1 0 0 0 0,1 0 0 0 0,0 0 0 0 0,-1 0 0 0 0,0 0 0 0 0,1 0 1 0 0,0-6-1 0 0,-20 14 7 0 0,-5 14-9 0 0,1 0 0 0 0,1 2 1 0 0,1 1-1 0 0,0 0 0 0 0,2 1 0 0 0,1 1 0 0 0,1 1 0 0 0,-18 35 0 0 0,31-54 16 0 0,0 0-1 0 0,1 1 0 0 0,-1-1 1 0 0,1 1-1 0 0,1 0 0 0 0,-1 0 0 0 0,1 0 1 0 0,0-1-1 0 0,1 1 0 0 0,0 8 1 0 0,0-12-4 0 0,0 0-1 0 0,1 0 1 0 0,-1 0 0 0 0,1 0 0 0 0,0 0 0 0 0,0-1 0 0 0,0 1-1 0 0,0 0 1 0 0,0 0 0 0 0,1-1 0 0 0,-1 1 0 0 0,1-1 0 0 0,0 0-1 0 0,0 1 1 0 0,-1-1 0 0 0,2 0 0 0 0,-1 0 0 0 0,0 0 0 0 0,0 0-1 0 0,1 0 1 0 0,-1-1 0 0 0,1 1 0 0 0,-1-1 0 0 0,1 0 0 0 0,0 1-1 0 0,3 0 1 0 0,11 3-66 0 0,1-1 1 0 0,0 0-1 0 0,0-2 0 0 0,1 0 0 0 0,-1-1 0 0 0,0 0 0 0 0,1-2 1 0 0,-1 0-1 0 0,21-5 0 0 0,12-4-2847 0 0,-2-2 0 0 0,51-19 0 0 0,-72 21-874 0 0,-2 0-1671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3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25 244 0 0,'-99'6'10504'0'0,"0"1"-3943"0"0,96-7-6175 0 0,-31 2 636 0 0,32-2-684 0 0,6 0-298 0 0,140-9 96 0 0,66-6 1780 0 0,-176 14-705 0 0,-31 0-861 0 0,17 1 115 0 0,3-1-487 0 0,-21 1-289 0 0,7-3-3384 0 0,4-1-1739 0 0,2-2-552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3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33 1420 0 0,'9'-33'14038'0'0,"-12"52"-13225"0"0,0-1-1 0 0,2 1 1 0 0,0 0-1 0 0,2 24 1 0 0,0-38-795 0 0,-1 1 0 0 0,1-1 1 0 0,0 0-1 0 0,0 0 0 0 0,0 1 0 0 0,1-1 0 0 0,0 0 1 0 0,0 0-1 0 0,0-1 0 0 0,0 1 0 0 0,1 0 0 0 0,0-1 1 0 0,0 1-1 0 0,0-1 0 0 0,1 0 0 0 0,-1 0 0 0 0,1-1 1 0 0,0 1-1 0 0,0 0 0 0 0,0-1 0 0 0,1 0 0 0 0,-1 0 1 0 0,9 3-1 0 0,-9-4-4 0 0,-1-1 0 0 0,1 0 0 0 0,-1-1 0 0 0,1 1 0 0 0,0-1 0 0 0,0 1 0 0 0,-1-1 0 0 0,1 0 0 0 0,0-1 0 0 0,-1 1 0 0 0,1-1 0 0 0,0 1 0 0 0,-1-1 0 0 0,1 0 0 0 0,-1 0 0 0 0,1-1 0 0 0,-1 1 1 0 0,1-1-1 0 0,-1 0 0 0 0,0 0 0 0 0,0 0 0 0 0,0 0 0 0 0,0 0 0 0 0,0 0 0 0 0,0-1 0 0 0,-1 0 0 0 0,1 0 0 0 0,-1 1 0 0 0,0-1 0 0 0,0 0 0 0 0,0-1 0 0 0,0 1 0 0 0,0 0 0 0 0,1-6 0 0 0,5-12-14 0 0,-2 7 238 0 0,0 0-1 0 0,-2-1 0 0 0,4-16 1 0 0,-4 25 17 0 0,0 15-189 0 0,1 16-49 0 0,1 85 801 0 0,-5-1-1 0 0,-5 1 1 0 0,-24 149 0 0 0,24-235-611 0 0,-2 0 0 0 0,0-1 0 0 0,-2 0 1 0 0,0 0-1 0 0,-2 0 0 0 0,0-1 1 0 0,-2-1-1 0 0,0 0 0 0 0,-2 0 1 0 0,-29 35-1 0 0,36-50-148 0 0,0 1 1 0 0,0-2-1 0 0,-1 1 0 0 0,0-1 1 0 0,0 0-1 0 0,0-1 0 0 0,0 0 1 0 0,-1 0-1 0 0,1 0 0 0 0,-1-1 1 0 0,0-1-1 0 0,0 0 0 0 0,-12 2 1 0 0,16-3-42 0 0,0-1 1 0 0,0 1-1 0 0,0-1 1 0 0,-1 0-1 0 0,1 0 1 0 0,0-1-1 0 0,0 0 1 0 0,0 0-1 0 0,0 0 1 0 0,0 0 0 0 0,0-1-1 0 0,0 0 1 0 0,0 0-1 0 0,0 0 1 0 0,1 0-1 0 0,-1-1 1 0 0,1 0-1 0 0,0 0 1 0 0,0 0-1 0 0,0-1 1 0 0,0 1-1 0 0,0-1 1 0 0,1 0-1 0 0,-6-8 1 0 0,7 8-14 0 0,0 1 1 0 0,1-1 0 0 0,-1 1-1 0 0,1-1 1 0 0,0 0-1 0 0,0 0 1 0 0,1 1-1 0 0,-1-1 1 0 0,1 0-1 0 0,0 0 1 0 0,0 0 0 0 0,0 0-1 0 0,0 0 1 0 0,1 0-1 0 0,0 1 1 0 0,0-1-1 0 0,0 0 1 0 0,0 0-1 0 0,0 1 1 0 0,1-1 0 0 0,-1 1-1 0 0,4-6 1 0 0,5-7-153 0 0,0 0 0 0 0,1 1 0 0 0,18-19 0 0 0,-22 27 3 0 0,30-33-1680 0 0,2 2 0 0 0,61-48 0 0 0,98-52-11373 0 0,-158 112 6292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4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86 2404 0 0,'-46'-8'6482'0'0,"31"4"-3622"0"0,-1 1 1 0 0,-29-1 0 0 0,58 3-2524 0 0,1 0 0 0 0,23-7 0 0 0,-2 1-164 0 0,127-13 386 0 0,32-6-4304 0 0,-189 25 2941 0 0,9-2-502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4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18 1884 0 0,'-3'-2'2428'0'0,"-37"-11"5538"0"0,38 12-7156 0 0,-1 1-169 0 0,2 0-551 0 0,0-1 0 0 0,0 1 0 0 0,0 0 1 0 0,0 0-1 0 0,0 0 0 0 0,-1 0 1 0 0,1 0-1 0 0,0 0 0 0 0,0 0 1 0 0,0 0-1 0 0,0 1 0 0 0,0-1 0 0 0,0 0 1 0 0,-1 1-1 0 0,1-1 0 0 0,0 1 1 0 0,0-1-1 0 0,0 1 0 0 0,0 0 1 0 0,0-1-1 0 0,1 1 0 0 0,-1 0 0 0 0,0-1 1 0 0,0 1-1 0 0,0 0 0 0 0,1 0 1 0 0,-1 0-1 0 0,0 0 0 0 0,1 0 0 0 0,-1 0 1 0 0,0 0-1 0 0,1 0 0 0 0,0 0 1 0 0,-1 0-1 0 0,1 0 0 0 0,-1 2 1 0 0,-3 20 753 0 0,0 1 1 0 0,2-1 0 0 0,1 1 0 0 0,2 38 0 0 0,0-12-332 0 0,11 217 731 0 0,-8-218-1129 0 0,-4-48-236 0 0,0 0 0 0 0,0-1 0 0 0,0 1 1 0 0,0 0-1 0 0,0 0 0 0 0,0 0 0 0 0,0 0 0 0 0,0 0 0 0 0,0 0 0 0 0,1 0 0 0 0,-1-1 1 0 0,0 1-1 0 0,1 0 0 0 0,-1 0 0 0 0,0 0 0 0 0,1-1 0 0 0,-1 1 0 0 0,1 0 0 0 0,-1 0 0 0 0,2 0 1 0 0,-1-1-35 0 0,-1 1 1 0 0,1-1 0 0 0,-1 0 0 0 0,1 0 0 0 0,0 0-1 0 0,-1 0 1 0 0,1 0 0 0 0,0 1 0 0 0,-1-1 0 0 0,1 0 0 0 0,0-1-1 0 0,-1 1 1 0 0,1 0 0 0 0,0 0 0 0 0,-1 0 0 0 0,1 0-1 0 0,0 0 1 0 0,-1-1 0 0 0,1 1 0 0 0,0-1 0 0 0,5-2-1354 0 0,0-1 1 0 0,-1 0 0 0 0,0 0 0 0 0,6-5 0 0 0,-7 5 86 0 0,11-11-4608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4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37 125 728 0 0,'14'-29'14467'0'0,"-13"27"-14010"0"0,-1 0 0 0 0,1-1 0 0 0,-1 1 0 0 0,1-1 0 0 0,-1 1 0 0 0,0-1 0 0 0,0 1 0 0 0,0 0 0 0 0,0-1 0 0 0,-1 1 0 0 0,0-5-1 0 0,0 5-363 0 0,0 0-1 0 0,1 0 0 0 0,-1 0 1 0 0,0 0-1 0 0,0 0 0 0 0,0 0 0 0 0,-1 1 1 0 0,1-1-1 0 0,0 0 0 0 0,-1 1 1 0 0,1-1-1 0 0,-1 1 0 0 0,0-1 0 0 0,-1-1 1 0 0,-27-24 671 0 0,29 26-763 0 0,1 0-4 0 0,0 1 0 0 0,1-1-1 0 0,-1 1 1 0 0,0-1 0 0 0,1 1 0 0 0,-1 0-1 0 0,1-1 1 0 0,-1 1 0 0 0,1-1 0 0 0,-1 1-1 0 0,1 0 1 0 0,-1 0 0 0 0,1-1 0 0 0,-1 1-1 0 0,1 0 1 0 0,0 0 0 0 0,-1-1 0 0 0,1 1-1 0 0,-1 0 1 0 0,1 0 0 0 0,-1 0 0 0 0,1 0-1 0 0,0 0 1 0 0,-1 0 0 0 0,1 0 0 0 0,0 0 0 0 0,-1 0-1 0 0,1 0 1 0 0,-1 1 0 0 0,2-1 0 0 0,34 4 34 0 0,-8-1-39 0 0,233 16-99 0 0,-260-19 107 0 0,0 0 0 0 0,0 0-1 0 0,0 1 1 0 0,0-1 0 0 0,0 0-1 0 0,0 0 1 0 0,0 1 0 0 0,0-1 0 0 0,0 0-1 0 0,0 1 1 0 0,0-1 0 0 0,0 1-1 0 0,-1-1 1 0 0,1 1 0 0 0,0 0 0 0 0,0-1-1 0 0,0 1 1 0 0,-1 0 0 0 0,1 0-1 0 0,0-1 1 0 0,-1 1 0 0 0,1 0 0 0 0,-1 0-1 0 0,1 0 1 0 0,-1 0 0 0 0,1 0-1 0 0,-1 0 1 0 0,1 0 0 0 0,-1 0 0 0 0,0 0-1 0 0,0 0 1 0 0,0 0 0 0 0,1 0-1 0 0,-1 0 1 0 0,0 0 0 0 0,0 0 0 0 0,0 0-1 0 0,-1 0 1 0 0,1 0 0 0 0,0 0-1 0 0,0 0 1 0 0,0 0 0 0 0,-1 0 0 0 0,1 0-1 0 0,-1 2 1 0 0,-2 5 14 0 0,-1 0-1 0 0,1 1 1 0 0,-10 14 0 0 0,11-19-21 0 0,-28 42 54 0 0,-1-2-1 0 0,-39 42 1 0 0,-5 7 380 0 0,-17 20 191 0 0,88-109-600 0 0,-9 13 127 0 0,13-17-140 0 0,0 0 0 0 0,0 1 0 0 0,-1-1 0 0 0,1 0-1 0 0,0 1 1 0 0,0-1 0 0 0,0 0 0 0 0,-1 1 0 0 0,1-1 0 0 0,0 0 0 0 0,0 1 0 0 0,0-1 0 0 0,0 0 0 0 0,0 1 0 0 0,0-1 0 0 0,0 0 0 0 0,0 1 0 0 0,0-1-1 0 0,0 0 1 0 0,0 1 0 0 0,0-1 0 0 0,0 0 0 0 0,0 1 0 0 0,0-1 0 0 0,0 0 0 0 0,0 1 0 0 0,0-1 0 0 0,0 0 0 0 0,1 1 0 0 0,-1-1 0 0 0,0 0 0 0 0,0 1-1 0 0,0-1 1 0 0,1 0 0 0 0,-1 1 0 0 0,0-1 0 0 0,0 0 0 0 0,1 0 0 0 0,-1 0 0 0 0,0 1 0 0 0,1-1 0 0 0,-1 0 0 0 0,0 0 0 0 0,0 0 0 0 0,1 1 0 0 0,7 1 10 0 0,0-1 1 0 0,-1 1 0 0 0,1-1 0 0 0,0-1-1 0 0,0 0 1 0 0,0 0 0 0 0,15-2 0 0 0,61-15 16 0 0,-43 8-8 0 0,-20 5-86 0 0,270-57-4237 0 0,-100 10-6592 0 0,-140 37 4111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5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40 1872 0 0,'-12'-6'11911'0'0,"26"4"-10935"0"0,28-1-1459 0 0,-26 2 756 0 0,151-9-54 0 0,-46 3-1616 0 0,-42 2-2543 0 0,-59 3 896 0 0,-3-1-939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5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 2120 0 0,'-47'24'5515'0'0,"22"-12"-2421"0"0,-36 24 1 0 0,60-36-3069 0 0,1 1 0 0 0,-1-1 0 0 0,1 0 1 0 0,-1 0-1 0 0,1 0 0 0 0,-1 1 0 0 0,1-1 0 0 0,-1 0 1 0 0,1 1-1 0 0,0-1 0 0 0,-1 0 0 0 0,1 1 0 0 0,0-1 1 0 0,-1 1-1 0 0,1-1 0 0 0,0 0 0 0 0,-1 1 0 0 0,1-1 1 0 0,0 1-1 0 0,0-1 0 0 0,0 1 0 0 0,-1-1 0 0 0,1 1 0 0 0,0-1 1 0 0,0 1-1 0 0,0-1 0 0 0,0 1 0 0 0,0-1 0 0 0,0 1 1 0 0,0-1-1 0 0,0 1 0 0 0,0 0 0 0 0,0-1 0 0 0,0 1 1 0 0,0-1-1 0 0,0 1 0 0 0,1-1 0 0 0,-1 1 0 0 0,0-1 0 0 0,0 1 1 0 0,1-1-1 0 0,-1 0 0 0 0,0 1 0 0 0,0-1 0 0 0,1 1 1 0 0,-1-1-1 0 0,0 0 0 0 0,1 1 0 0 0,-1-1 0 0 0,1 0 1 0 0,-1 1-1 0 0,1-1 0 0 0,-1 0 0 0 0,0 1 0 0 0,1-1 0 0 0,-1 0 1 0 0,1 0-1 0 0,0 0 0 0 0,28 10 438 0 0,5-8-222 0 0,0-1 1 0 0,48-5-1 0 0,68-16-657 0 0,-30-3-2743 0 0,-42 1-2726 0 0,-46 12 1185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26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430 103 1212 0 0,'-28'-28'8143'0'0,"-15"-11"-1165"0"0,8 9-2760 0 0,34 29-3936 0 0,-12-4 439 0 0,8 6-697 0 0,0 1-1 0 0,1-1 1 0 0,-1 1-1 0 0,1 0 1 0 0,-1 0 0 0 0,1 0-1 0 0,0 0 1 0 0,-1 1-1 0 0,1 0 1 0 0,0 0 0 0 0,1 0-1 0 0,-6 5 1 0 0,-8 10 9 0 0,-19 24 0 0 0,20-22 3 0 0,-16 20 82 0 0,-36 57 0 0 0,55-74-85 0 0,0 0 1 0 0,2 0 0 0 0,0 1 0 0 0,-10 38-1 0 0,18-52-16 0 0,1 0 0 0 0,0 0 0 0 0,0 0 0 0 0,1 0 0 0 0,1 0 0 0 0,0 1 0 0 0,0-1 0 0 0,1 0 0 0 0,0 0 0 0 0,4 15 0 0 0,-3-19 1 0 0,0-1 1 0 0,0 1-1 0 0,1-1 0 0 0,-1 0 1 0 0,1 1-1 0 0,0-1 0 0 0,1-1 1 0 0,-1 1-1 0 0,1 0 0 0 0,0-1 1 0 0,0 0-1 0 0,1 0 0 0 0,-1 0 1 0 0,1 0-1 0 0,0-1 0 0 0,0 0 1 0 0,0 0-1 0 0,0 0 0 0 0,8 3 1 0 0,0-1 7 0 0,0-1 0 0 0,0-1 1 0 0,1 0-1 0 0,-1 0 0 0 0,1-1 1 0 0,-1-1-1 0 0,1 0 0 0 0,26-3 1 0 0,-20-1-4 0 0,-1 0 0 0 0,1-1 0 0 0,-1-1 1 0 0,0-1-1 0 0,31-15 0 0 0,-24 8 7 0 0,0-1-1 0 0,-1-2 1 0 0,-1 0-1 0 0,-1-2 1 0 0,0-1-1 0 0,-1 0 1 0 0,-1-2-1 0 0,25-31 1 0 0,-34 38 47 0 0,-2-1 1 0 0,0 0-1 0 0,-1-1 0 0 0,0 0 1 0 0,-1 0-1 0 0,-1-1 0 0 0,-1 0 1 0 0,7-29-1 0 0,-11 39-62 0 0,-1 1 0 0 0,0-1 0 0 0,0 0 0 0 0,-1 0 0 0 0,0 0-1 0 0,0 0 1 0 0,-1 0 0 0 0,0 1 0 0 0,0-1 0 0 0,0 0 0 0 0,-1 0 0 0 0,0 1-1 0 0,-1-1 1 0 0,1 1 0 0 0,-1 0 0 0 0,0 0 0 0 0,-1 0 0 0 0,1 0 0 0 0,-1 0-1 0 0,0 1 1 0 0,-1 0 0 0 0,1 0 0 0 0,-1 0 0 0 0,0 0 0 0 0,-10-6 0 0 0,8 5-6 0 0,-1 2 0 0 0,0-1 0 0 0,0 1 0 0 0,0 0 0 0 0,-1 1 0 0 0,0 0 0 0 0,1 0 1 0 0,-1 1-1 0 0,0 0 0 0 0,-12 0 0 0 0,7 1-194 0 0,-1 1 0 0 0,0 0 0 0 0,1 1 0 0 0,-1 1 0 0 0,-24 6 0 0 0,-1 5-1533 0 0,0 1 0 0 0,1 3 0 0 0,-52 29 0 0 0,38-18-3866 0 0,0 0-3192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52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1 464 0 0,'-4'15'476'0'0,"2"2"-100"0"0,1-3-128 0 0,1 5-212 0 0,-2-2-564 0 0,0 4 160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00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38 704 0 0,'-3'0'2746'0'0,"-105"-5"11908"0"0,105 5-13976 0 0,-16 0 891 0 0,5 0 203 0 0,371-24-3536 0 0,-297 19-3273 0 0,-26 2-2719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00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0 1200 0 0,'-53'21'5631'0'0,"-72"31"3920"0"0,123-51-9323 0 0,-1 1 99 0 0,3-2-301 0 0,0 1-1 0 0,0-1 0 0 0,-1 0 1 0 0,1 0-1 0 0,0 0 1 0 0,0 0-1 0 0,0 0 0 0 0,-1 0 1 0 0,1 0-1 0 0,0 0 1 0 0,0 1-1 0 0,0-1 1 0 0,0 0-1 0 0,-1 0 0 0 0,1 0 1 0 0,0 0-1 0 0,0 1 1 0 0,0-1-1 0 0,0 0 1 0 0,0 0-1 0 0,-1 0 0 0 0,1 0 1 0 0,0 1-1 0 0,0-1 1 0 0,0 0-1 0 0,0 0 1 0 0,0 1-1 0 0,0-1 0 0 0,0 0 1 0 0,0 0-1 0 0,0 0 1 0 0,0 1-1 0 0,0-1 1 0 0,0 0-1 0 0,3 2 52 0 0,0 0-1 0 0,-1-1 1 0 0,1 0 0 0 0,0 0-1 0 0,0 0 1 0 0,0 0 0 0 0,0 0-1 0 0,0-1 1 0 0,0 1 0 0 0,0-1-1 0 0,5 0 1 0 0,44-1 171 0 0,-27 0-136 0 0,39 0 70 0 0,65-11-1 0 0,-2-9-4106 0 0,-64 4-3859 0 0,-44 12 2427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01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422 118 1532 0 0,'-5'-16'5695'0'0,"0"1"-2532"0"0,2 7-1793 0 0,1 0-1 0 0,-2 0 1 0 0,1 0-1 0 0,-1 0 1 0 0,-5-7-1 0 0,8 14-945 0 0,0-1-281 0 0,0 1 0 0 0,0-1 0 0 0,0 0 0 0 0,0 1 0 0 0,0-1 0 0 0,-1 1 0 0 0,1 0-1 0 0,0-1 1 0 0,-1 1 0 0 0,-1-1 0 0 0,0 3-128 0 0,0 0 0 0 0,0 0 0 0 0,0 0 0 0 0,1 1 0 0 0,-1-1 0 0 0,0 1 0 0 0,1 0 0 0 0,-1-1 0 0 0,0 1 0 0 0,1 0 0 0 0,0 1 0 0 0,-3 2 0 0 0,-28 35 147 0 0,28-33-136 0 0,-101 139 609 0 0,87-117-469 0 0,2 1 0 0 0,1 1-1 0 0,-14 40 1 0 0,27-63-136 0 0,0 0 0 0 0,1 0 0 0 0,0 0 0 0 0,1 1 0 0 0,0-1 0 0 0,0 1 0 0 0,0-1 1 0 0,1 1-1 0 0,1-1 0 0 0,0 1 0 0 0,0-1 0 0 0,0 0 0 0 0,4 12 0 0 0,-3-13-7 0 0,1-1 1 0 0,0 1 0 0 0,1-1-1 0 0,-1 0 1 0 0,1 0-1 0 0,0 0 1 0 0,1 0-1 0 0,-1-1 1 0 0,1 1 0 0 0,0-1-1 0 0,1 0 1 0 0,-1-1-1 0 0,1 1 1 0 0,0-1-1 0 0,0 0 1 0 0,7 2-1 0 0,-1 1 13 0 0,2-2-1 0 0,-1 0 1 0 0,0 0-1 0 0,1-1 0 0 0,0-1 1 0 0,0 0-1 0 0,0-1 1 0 0,0-1-1 0 0,0 0 0 0 0,1 0 1 0 0,13-3-1 0 0,-9 0 63 0 0,-1-1 0 0 0,0-1 0 0 0,1 0 1 0 0,-2-2-1 0 0,1 0 0 0 0,-1-1 0 0 0,33-18 0 0 0,-33 15-4 0 0,1-1 1 0 0,-2-1 0 0 0,1 0 0 0 0,-2-2 0 0 0,0 0-1 0 0,0 0 1 0 0,-1-2 0 0 0,-1 1 0 0 0,-1-2-1 0 0,0 0 1 0 0,-1 0 0 0 0,-1-1 0 0 0,-1 0-1 0 0,0-1 1 0 0,-1 0 0 0 0,5-22 0 0 0,-11 32-62 0 0,0-1 1 0 0,-1 1-1 0 0,0-1 1 0 0,0 0 0 0 0,-1 1-1 0 0,-1-1 1 0 0,1 0-1 0 0,-2 1 1 0 0,1-1 0 0 0,-1 1-1 0 0,-1-1 1 0 0,0 1-1 0 0,0 0 1 0 0,-1 0-1 0 0,0 0 1 0 0,0 0 0 0 0,-8-9-1 0 0,5 8-20 0 0,0 0-1 0 0,-1 1 1 0 0,0 1-1 0 0,-1-1 1 0 0,1 2-1 0 0,-2-1 1 0 0,1 1 0 0 0,-1 0-1 0 0,0 1 1 0 0,-1 0-1 0 0,1 1 1 0 0,-1 0-1 0 0,-19-6 1 0 0,5 5-320 0 0,0 1-1 0 0,0 0 1 0 0,-1 2 0 0 0,0 1-1 0 0,1 2 1 0 0,-1 0 0 0 0,0 1 0 0 0,-37 8-1 0 0,19-1-1952 0 0,-45 15 0 0 0,-38 22-6508 0 0,69-20 520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03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1020 0 0,'0'0'10005'0'0,"-16"0"-9202"0"0,12 0-899 0 0,-10 2 604 0 0,13-2-500 0 0,1 1 1 0 0,0-1-1 0 0,0 0 1 0 0,0 0-1 0 0,0 0 1 0 0,-1 0-1 0 0,1 0 0 0 0,0 0 1 0 0,0 0-1 0 0,0 0 1 0 0,0 0-1 0 0,0 1 1 0 0,-1-1-1 0 0,1 0 0 0 0,0 0 1 0 0,0 0-1 0 0,0 0 1 0 0,0 0-1 0 0,0 1 0 0 0,0-1 1 0 0,0 0-1 0 0,0 0 1 0 0,0 0-1 0 0,0 0 1 0 0,0 1-1 0 0,0-1 0 0 0,0 0 1 0 0,0 0-1 0 0,0 0 1 0 0,0 1-1 0 0,0-1 0 0 0,0 0 1 0 0,0 0-1 0 0,0 0 1 0 0,0 0-1 0 0,0 1 1 0 0,0-1-1 0 0,0 0 0 0 0,0 0 1 0 0,0 0-1 0 0,0 0 1 0 0,0 1-1 0 0,0-1 1 0 0,0 0-1 0 0,0 0 0 0 0,1 0 1 0 0,-1 0-1 0 0,0 0 1 0 0,0 0-1 0 0,0 1 0 0 0,0-1 1 0 0,0 0-1 0 0,1 0 1 0 0,-1 0-1 0 0,0 0 1 0 0,0 0-1 0 0,0 0 0 0 0,0 0 1 0 0,1 0-1 0 0,-1 0 1 0 0,0 0-1 0 0,0 0 1 0 0,2 2 149 0 0,146 1 1146 0 0,-96-3-1273 0 0,10 1 37 0 0,-33 0-70 0 0,-26-1 12 0 0,-1 0-1 0 0,41 1-19 0 0,-40-1 26 0 0,25 3 86 0 0,-25-6-105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2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349 260 1096 0 0,'3'10'8361'0'0,"-3"-8"-8122"0"0,0 0 0 0 0,0 1 1 0 0,0-1-1 0 0,1 0 0 0 0,-1 0 1 0 0,1 0-1 0 0,-1 1 0 0 0,1-1 1 0 0,0 0-1 0 0,1 2 0 0 0,-1-2-92 0 0,1-2 18 0 0,6 1-58 0 0,-1-1 0 0 0,1 0 0 0 0,-1 0 1 0 0,0-1-1 0 0,1 0 0 0 0,-1 0 0 0 0,0-1 0 0 0,0 0 0 0 0,0 0 0 0 0,0-1 0 0 0,8-4 0 0 0,13-6 99 0 0,34-21 0 0 0,-52 28-149 0 0,-1 0 1 0 0,0-1-1 0 0,0 0 1 0 0,-1 0-1 0 0,0-1 1 0 0,0 0-1 0 0,-1-1 0 0 0,8-10 1 0 0,-11 12-18 0 0,0 1 0 0 0,-1-1 0 0 0,0 0 0 0 0,0 0 0 0 0,0 0 0 0 0,-1 0 0 0 0,0 0 0 0 0,-1 0 0 0 0,0-1 0 0 0,0 1 0 0 0,0 0 0 0 0,-1-1 0 0 0,-1-9 0 0 0,1 7 191 0 0,0 7-183 0 0,0 0 0 0 0,0 0 1 0 0,-1 1-1 0 0,1-1 1 0 0,-1 0-1 0 0,1 1 0 0 0,-1-1 1 0 0,0 0-1 0 0,0 1 0 0 0,0-1 1 0 0,-2-2-1 0 0,2 3-11 0 0,-8 7 23 0 0,-3 2-69 0 0,1 12 16 0 0,-1 1 0 0 0,2 0 1 0 0,1 1-1 0 0,0 0 0 0 0,-5 23 0 0 0,0-3 1 0 0,-18 49 3 0 0,-68 176 86 0 0,68-191-52 0 0,-60 103 0 0 0,76-152 301 0 0,0-1 0 0 0,-2-1 0 0 0,-1 0 0 0 0,-32 30 1 0 0,49-52-309 0 0,0 0 0 0 0,0 0 1 0 0,0-1-1 0 0,0 1 1 0 0,0-1-1 0 0,0 0 0 0 0,0 0 1 0 0,-1 1-1 0 0,1-2 0 0 0,-1 1 1 0 0,1 0-1 0 0,0 0 1 0 0,-1-1-1 0 0,1 1 0 0 0,-1-1 1 0 0,0 0-1 0 0,1 1 0 0 0,-1-1 1 0 0,-2-1-1 0 0,1 0-15 0 0,1 0 0 0 0,-1 0 0 0 0,1 0 0 0 0,0 0 0 0 0,-1-1 0 0 0,1 0 0 0 0,0 1 0 0 0,0-1 0 0 0,0 0 0 0 0,0-1 0 0 0,0 1 0 0 0,-2-3 0 0 0,-3-3-7 0 0,2 0 0 0 0,-1-1-1 0 0,1 1 1 0 0,0-1 0 0 0,1-1-1 0 0,0 1 1 0 0,0-1-1 0 0,-3-12 1 0 0,3 6-20 0 0,0-1 1 0 0,2 0-1 0 0,0 0 0 0 0,1 0 1 0 0,0-22-1 0 0,2 32-2 0 0,0 1 0 0 0,1-1 0 0 0,-1 1 0 0 0,1-1 1 0 0,1 1-1 0 0,-1-1 0 0 0,1 1 0 0 0,0 0 0 0 0,0 0 0 0 0,1 0 0 0 0,0 0 0 0 0,0 0 1 0 0,1 0-1 0 0,-1 1 0 0 0,1-1 0 0 0,8-8 0 0 0,-9 12-1 0 0,0 0 0 0 0,0-1 0 0 0,0 1 1 0 0,0 0-1 0 0,0 0 0 0 0,1 1 0 0 0,-1-1 0 0 0,1 1 0 0 0,-1 0 0 0 0,1 0 0 0 0,-1 0 0 0 0,1 0 0 0 0,0 0 1 0 0,-1 1-1 0 0,1 0 0 0 0,4-1 0 0 0,-1 2-1 0 0,-1 0 1 0 0,0 0 0 0 0,1 1-1 0 0,-1-1 1 0 0,0 1-1 0 0,0 1 1 0 0,0-1 0 0 0,10 6-1 0 0,-1 2 0 0 0,0 1 0 0 0,-1 0 0 0 0,0 0 0 0 0,-1 2 0 0 0,22 25-1 0 0,40 60 7 0 0,12 15 0 0 0,-83-107 7 0 0,1 0-1 0 0,1-1 1 0 0,-1 0 0 0 0,1 0 0 0 0,0 0 0 0 0,0 0-1 0 0,0-1 1 0 0,1 0 0 0 0,-1 0 0 0 0,1-1 0 0 0,7 3-1 0 0,-8-5 0 0 0,-1 0-1 0 0,1 0 1 0 0,0 0-1 0 0,-1-1 1 0 0,1 0-1 0 0,0 0 1 0 0,0 0-1 0 0,-1-1 1 0 0,1 0-1 0 0,-1 0 1 0 0,1 0-1 0 0,-1-1 1 0 0,1 0-1 0 0,-1 0 1 0 0,8-4-1 0 0,4-4-1 0 0,-1-1 0 0 0,0 0 0 0 0,0-2 0 0 0,-1 1 0 0 0,-1-2 0 0 0,0 0 0 0 0,-1 0-1 0 0,20-31 1 0 0,-27 36-10 0 0,-1 1 1 0 0,-1-1-1 0 0,1-1 0 0 0,-2 1 0 0 0,1-1 0 0 0,-1 1 0 0 0,-1-1 0 0 0,1 0 0 0 0,-2 0 0 0 0,0 0 0 0 0,0-1 0 0 0,0 1 0 0 0,-1 0 1 0 0,-1 0-1 0 0,-2-14 0 0 0,3 23 2 0 0,0 1 1 0 0,0-1 0 0 0,0 1-1 0 0,0-1 1 0 0,0 1-1 0 0,0-1 1 0 0,0 1 0 0 0,0-1-1 0 0,0 1 1 0 0,0-1-1 0 0,0 1 1 0 0,-1-1 0 0 0,1 1-1 0 0,0-1 1 0 0,0 1-1 0 0,-1-1 1 0 0,1 1 0 0 0,0 0-1 0 0,-1-1 1 0 0,1 1-1 0 0,0-1 1 0 0,-1 1 0 0 0,1 0-1 0 0,0-1 1 0 0,-1 1 0 0 0,1 0-1 0 0,-1 0 1 0 0,1-1-1 0 0,-1 1 1 0 0,1 0 0 0 0,-1 0-1 0 0,1-1 1 0 0,-1 1-1 0 0,1 0 1 0 0,-1 0 0 0 0,1 0-1 0 0,-1 0 1 0 0,1 0-1 0 0,-1 0 1 0 0,1 0 0 0 0,-1 0-1 0 0,1 0 1 0 0,-1 0-1 0 0,1 0 1 0 0,-1 0 0 0 0,1 0-1 0 0,-1 1 1 0 0,1-1 0 0 0,-1 0-1 0 0,1 0 1 0 0,-1 1-1 0 0,1-1 1 0 0,0 0 0 0 0,-1 0-1 0 0,1 1 1 0 0,-1-1-1 0 0,1 0 1 0 0,0 1 0 0 0,-1 0-1 0 0,-21 19-37 0 0,11-4 39 0 0,0 1-1 0 0,1 0 1 0 0,1 1-1 0 0,1 0 1 0 0,0 0 0 0 0,1 1-1 0 0,1-1 1 0 0,1 2 0 0 0,1-1-1 0 0,0 0 1 0 0,0 33-1 0 0,3-42 11 0 0,1 1-1 0 0,1-1 1 0 0,0 0 0 0 0,0 1-1 0 0,1-1 1 0 0,1 0-1 0 0,-1 0 1 0 0,1 0-1 0 0,6 10 1 0 0,-8-16-40 0 0,1-1 0 0 0,0 0 0 0 0,0 1 0 0 0,0-1 1 0 0,0 0-1 0 0,0 0 0 0 0,1 0 0 0 0,0 0 0 0 0,-1-1 0 0 0,1 1 1 0 0,0-1-1 0 0,0 0 0 0 0,0 1 0 0 0,1-1 0 0 0,-1-1 0 0 0,0 1 1 0 0,1 0-1 0 0,0-1 0 0 0,-1 0 0 0 0,1 0 0 0 0,0 0 0 0 0,-1 0 0 0 0,1 0 1 0 0,0-1-1 0 0,0 0 0 0 0,-1 0 0 0 0,7 0 0 0 0,3-2-458 0 0,-1-1 0 0 0,0 0-1 0 0,1-1 1 0 0,-2 0 0 0 0,1-1 0 0 0,0-1-1 0 0,-1 0 1 0 0,0 0 0 0 0,0-1-1 0 0,13-11 1 0 0,4-5-1234 0 0,0-2-1 0 0,31-35 0 0 0,-29 23-429 0 0,1-3-283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2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41 339 3984 0 0,'15'-45'1703'0'0,"-2"-1"0"0"0,-1 0 0 0 0,-3-1 1 0 0,-2 0-1 0 0,2-58 0 0 0,-10 102-1087 0 0,-1 7-168 0 0,-6 16 81 0 0,-5 31 0 0 0,-10 58 1 0 0,-24 138-36 0 0,41-202-462 0 0,2 0 0 0 0,2 1 0 0 0,7 68 1 0 0,-4-103-8 0 0,0-1 1 0 0,1 1-1 0 0,1 0 0 0 0,4 12 1 0 0,-6-21-16 0 0,-1 0 0 0 0,1 0 0 0 0,0 0 0 0 0,0 0 0 0 0,0 0 0 0 0,0 0 0 0 0,0 0 0 0 0,0 0-1 0 0,1 0 1 0 0,-1-1 0 0 0,1 1 0 0 0,-1 0 0 0 0,1-1 0 0 0,0 0 0 0 0,-1 1 0 0 0,1-1 0 0 0,0 0 0 0 0,0 0 0 0 0,0 0 0 0 0,0 0 0 0 0,0 0 0 0 0,0 0 0 0 0,0-1 0 0 0,0 1 0 0 0,0 0 0 0 0,0-1 0 0 0,1 0 0 0 0,-1 0 0 0 0,4 0 0 0 0,3-1-225 0 0,0-1 1 0 0,-1 0 0 0 0,1-1-1 0 0,-1 0 1 0 0,1 0-1 0 0,-1-1 1 0 0,-1 0 0 0 0,10-6-1 0 0,-1-1-2455 0 0,0-1 0 0 0,27-27-1 0 0,-19 15-2888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2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162 128 1940 0 0,'-140'3'13351'0'0,"137"-3"-12967"0"0,-13 1 160 0 0,13 0 66 0 0,15-11-431 0 0,-3 6-150 0 0,1-1 0 0 0,0 2 0 0 0,1-1 0 0 0,14-2 0 0 0,4-1-45 0 0,187-50-3180 0 0,-70 28-4184 0 0,-102 21 3223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3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17 107 688 0 0,'-1'-4'1143'0'0,"-2"0"113"0"0,1-1 0 0 0,0 0 0 0 0,0 0-1 0 0,0 0 1 0 0,-2-10 0 0 0,4 13-1149 0 0,0 0 1 0 0,0 0-1 0 0,0 1 1 0 0,0-1 0 0 0,0 0-1 0 0,0 1 1 0 0,1-1-1 0 0,-1 0 1 0 0,0 1 0 0 0,1-1-1 0 0,-1 1 1 0 0,1-1-1 0 0,0 1 1 0 0,0-1 0 0 0,-1 1-1 0 0,1-1 1 0 0,0 1-1 0 0,0 0 1 0 0,1-1 0 0 0,-1 1-1 0 0,0 0 1 0 0,0 0-1 0 0,0 0 1 0 0,1 0 0 0 0,1-2-1 0 0,3 0-56 0 0,0 0 0 0 0,1 0 0 0 0,-1 0 1 0 0,1 0-1 0 0,-1 1 0 0 0,1 0 0 0 0,0 1 0 0 0,0-1 0 0 0,0 2 0 0 0,0-1 0 0 0,0 0 0 0 0,0 1 0 0 0,0 1 1 0 0,0-1-1 0 0,0 1 0 0 0,0 0 0 0 0,10 3 0 0 0,-13-2-43 0 0,1-1 1 0 0,-1 1-1 0 0,1 0 1 0 0,-1 0-1 0 0,0 0 0 0 0,0 1 1 0 0,0-1-1 0 0,0 1 0 0 0,0 0 1 0 0,-1 0-1 0 0,1 0 1 0 0,-1 1-1 0 0,0-1 0 0 0,1 1 1 0 0,-2 0-1 0 0,1 0 1 0 0,0 0-1 0 0,-1 0 0 0 0,0 0 1 0 0,0 1-1 0 0,0-1 1 0 0,-1 1-1 0 0,1-1 0 0 0,-1 1 1 0 0,0-1-1 0 0,0 1 0 0 0,0 6 1 0 0,-1 1-13 0 0,-1 0 0 0 0,0 0 0 0 0,-1-1 1 0 0,0 1-1 0 0,-1 0 0 0 0,0-1 0 0 0,-6 14 0 0 0,-36 76 3185 0 0,44-100-3058 0 0,6-8-83 0 0,0 0 0 0 0,0 1 0 0 0,0-1 0 0 0,1 1 0 0 0,0 0 1 0 0,8-5-1 0 0,6-7-2 0 0,66-61 2 0 0,-48 47-13 0 0,41-46-1 0 0,-69 67 5 0 0,-8 9-28 0 0,7-14-10 0 0,-9 16 5 0 0,0-1 1 0 0,1 1 0 0 0,-1-1-1 0 0,0 1 1 0 0,1-1-1 0 0,-1 1 1 0 0,0-1 0 0 0,0 1-1 0 0,1-1 1 0 0,-1 1 0 0 0,0-1-1 0 0,0 1 1 0 0,0-1 0 0 0,0 1-1 0 0,0-1 1 0 0,0 1 0 0 0,0-1-1 0 0,0 1 1 0 0,0-1 0 0 0,0-1-1 0 0,-8 2-56 0 0,-12 9 8 0 0,12-1 49 0 0,0 0 0 0 0,0 1 0 0 0,1 0 0 0 0,-1 0 0 0 0,2 1 0 0 0,0-1 0 0 0,0 2 1 0 0,1-1-1 0 0,0 0 0 0 0,0 1 0 0 0,2 0 0 0 0,-1 0 0 0 0,1 0 0 0 0,1 1 0 0 0,0-1 0 0 0,0 1 0 0 0,1-1 0 0 0,1 1 0 0 0,0 0 0 0 0,3 20 1 0 0,-2-28 7 0 0,0 1 0 0 0,0-1 0 0 0,1 0 0 0 0,-1 0 1 0 0,1 0-1 0 0,0 0 0 0 0,1 0 0 0 0,-1 0 1 0 0,0 0-1 0 0,1-1 0 0 0,0 1 0 0 0,0-1 0 0 0,0 0 1 0 0,0 0-1 0 0,5 4 0 0 0,-2-4 15 0 0,0 1 1 0 0,0-1-1 0 0,1 0 0 0 0,-1 0 1 0 0,1-1-1 0 0,-1 0 0 0 0,1 0 1 0 0,13 2-1 0 0,1-2-48 0 0,0-1-1 0 0,0-2 1 0 0,0 0-1 0 0,0 0 1 0 0,30-8 0 0 0,60-20-2710 0 0,-39 3-3701 0 0,-43 12 982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4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64 152 0 0,'-11'-5'15313'0'0,"0"4"-15068"0"0,9 0 356 0 0,5 1-506 0 0,141-28 805 0 0,-68 11-2111 0 0,-2 6-5624 0 0,-55 11-21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4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7 2140 0 0,'-76'52'7951'0'0,"75"-51"-7834"0"0,0 0 1 0 0,-1 0-1 0 0,1 0 1 0 0,0 1-1 0 0,0-1 1 0 0,0 0 0 0 0,0 1-1 0 0,0-1 1 0 0,0 1-1 0 0,0-1 1 0 0,0 1-1 0 0,0-1 1 0 0,1 1-1 0 0,-1 0 1 0 0,1-1-1 0 0,-1 4 1 0 0,1-4-81 0 0,0 0-1 0 0,0-1 1 0 0,0 1 0 0 0,0 0 0 0 0,0 0 0 0 0,0 0 0 0 0,1 0 0 0 0,-1-1 0 0 0,0 1 0 0 0,1 0-1 0 0,-1 0 1 0 0,0-1 0 0 0,1 1 0 0 0,-1 0 0 0 0,1-1 0 0 0,-1 1 0 0 0,1 0 0 0 0,-1-1 0 0 0,1 1-1 0 0,0-1 1 0 0,-1 1 0 0 0,1-1 0 0 0,0 1 0 0 0,-1-1 0 0 0,1 1 0 0 0,0-1 0 0 0,0 0 0 0 0,-1 1-1 0 0,1-1 1 0 0,0 0 0 0 0,0 0 0 0 0,0 0 0 0 0,-1 0 0 0 0,1 1 0 0 0,0-1 0 0 0,0 0-1 0 0,0 0 1 0 0,1-1 0 0 0,15 2 102 0 0,1-1-1 0 0,0-2 0 0 0,0 1 0 0 0,-1-2 1 0 0,26-7-1 0 0,88-33-1306 0 0,-100 32 95 0 0,27-12-3890 0 0,-30 10 214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4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621 91 244 0 0,'-3'-2'2595'0'0,"-5"-3"-79"0"0,-1 0 0 0 0,-1 0 0 0 0,1 1 0 0 0,-14-4 0 0 0,21 7-1832 0 0,-18-1 940 0 0,17 2-1569 0 0,0 1 1 0 0,1 0-1 0 0,-1 1 0 0 0,0-1 0 0 0,0 0 1 0 0,1 1-1 0 0,-1 0 0 0 0,0-1 1 0 0,1 1-1 0 0,0 0 0 0 0,-1 0 1 0 0,1 1-1 0 0,-4 4 0 0 0,2-2-25 0 0,1 1-1 0 0,-1 0 1 0 0,1 0-1 0 0,0 0 1 0 0,-4 13-1 0 0,1 0 32 0 0,1 1-1 0 0,1 0 1 0 0,1 0-1 0 0,0 0 1 0 0,1 22-1 0 0,2-27-3 0 0,0-1 0 0 0,2 1 0 0 0,-1-1 0 0 0,2 0 0 0 0,0 0 0 0 0,0 0 0 0 0,12 26 0 0 0,-14-37-27 0 0,0 0 0 0 0,1 0 0 0 0,0 0-1 0 0,0 0 1 0 0,0 0 0 0 0,0-1 0 0 0,0 1 0 0 0,0-1 0 0 0,1 1-1 0 0,-1-1 1 0 0,1 0 0 0 0,0 0 0 0 0,-1 0 0 0 0,1 0 0 0 0,0-1-1 0 0,0 1 1 0 0,0-1 0 0 0,1 1 0 0 0,-1-1 0 0 0,0 0-1 0 0,0 0 1 0 0,1-1 0 0 0,-1 1 0 0 0,0-1 0 0 0,1 0 0 0 0,-1 1-1 0 0,0-2 1 0 0,1 1 0 0 0,-1 0 0 0 0,1-1 0 0 0,-1 1 0 0 0,0-1-1 0 0,0 0 1 0 0,6-2 0 0 0,1-1 62 0 0,0 0-1 0 0,0-1 1 0 0,-1 0 0 0 0,0 0-1 0 0,1-1 1 0 0,-2 0-1 0 0,1-1 1 0 0,-1 0 0 0 0,13-13-1 0 0,-11 7 18 0 0,-1 1 0 0 0,1-1 0 0 0,-2-1 0 0 0,0 0 0 0 0,-1 0 0 0 0,0 0 0 0 0,-1-1 0 0 0,-1 0 0 0 0,0 0 0 0 0,3-18 0 0 0,-7 26-75 0 0,0 0-1 0 0,0 1 1 0 0,0-1-1 0 0,-1 0 1 0 0,0 0-1 0 0,0 0 1 0 0,-1 1-1 0 0,0-1 1 0 0,0 0-1 0 0,-1 1 1 0 0,0-1-1 0 0,0 1 1 0 0,0-1-1 0 0,-1 1 1 0 0,0 0-1 0 0,0 0 1 0 0,-1 0-1 0 0,1 0 1 0 0,-1 1-1 0 0,-1-1 1 0 0,1 1-1 0 0,-1 0 1 0 0,0 0-1 0 0,0 1 1 0 0,-11-8-1 0 0,4 5-34 0 0,-1 0 0 0 0,1 1 0 0 0,-2 0 0 0 0,1 1 0 0 0,0 1 0 0 0,-1 0 0 0 0,0 1 0 0 0,0 1 0 0 0,-19-2 0 0 0,-1 3-395 0 0,1 1 0 0 0,-63 8 0 0 0,73-4-144 0 0,0 1 1 0 0,1 0 0 0 0,0 2 0 0 0,0 1-1 0 0,0 0 1 0 0,-32 19 0 0 0,26-10-1373 0 0,0 1 1 0 0,2 1 0 0 0,0 1-1 0 0,-25 26 1 0 0,13-9-4682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6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41 1000 0 0,'-3'-41'11023'0'0,"0"46"-10954"0"0,-1 1 0 0 0,2 0 0 0 0,-1-1 0 0 0,-2 9-1 0 0,2-6-25 0 0,-21 38 100 0 0,-1-2 0 0 0,-56 75 0 0 0,-2 4-6129 0 0,70-100 1537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8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84 1008 0 0,'-2'-7'1577'0'0,"-3"-9"2156"0"0,-13-27-1 0 0,18 42-3380 0 0,-8-15 1065 0 0,7 18-1396 0 0,0 1-1 0 0,0-1 0 0 0,0 1 1 0 0,1-1-1 0 0,-1 1 1 0 0,1-1-1 0 0,0 1 1 0 0,0 0-1 0 0,0-1 0 0 0,0 1 1 0 0,0 2-1 0 0,5 38 112 0 0,-4-34-99 0 0,1 12-8 0 0,1 0-1 0 0,2 0 1 0 0,0-1 0 0 0,11 29-1 0 0,-14-44 18 0 0,0 0-1 0 0,0 0 0 0 0,0 0 0 0 0,1-1 0 0 0,0 1 0 0 0,0-1 0 0 0,0 0 0 0 0,0 0 0 0 0,1 0 0 0 0,-1 0 0 0 0,1 0 0 0 0,0-1 0 0 0,0 0 0 0 0,1 0 1 0 0,-1 0-1 0 0,1 0 0 0 0,-1-1 0 0 0,1 1 0 0 0,0-1 0 0 0,0 0 0 0 0,0-1 0 0 0,0 1 0 0 0,0-1 0 0 0,6 1 0 0 0,-5-2 1 0 0,0-1-1 0 0,0 1 1 0 0,-1-1-1 0 0,1 0 1 0 0,0 0 0 0 0,-1-1-1 0 0,1 1 1 0 0,-1-1-1 0 0,0-1 1 0 0,1 1-1 0 0,-1-1 1 0 0,0 0-1 0 0,-1 0 1 0 0,1 0 0 0 0,0-1-1 0 0,-1 1 1 0 0,0-1-1 0 0,0 0 1 0 0,0 0-1 0 0,0-1 1 0 0,0 1 0 0 0,-1-1-1 0 0,0 0 1 0 0,0 0-1 0 0,-1 0 1 0 0,4-9-1 0 0,2-8 266 0 0,-1 1 0 0 0,5-25 0 0 0,-2 4 388 0 0,-9 40-666 0 0,-9 381 97 0 0,-34-2 1131 0 0,14-255-641 0 0,23-103-159 0 0,-2 0 0 0 0,0 0 1 0 0,-1 0-1 0 0,-12 19 0 0 0,18-35-370 0 0,0 0 0 0 0,0-1 0 0 0,0 1 0 0 0,0-1 1 0 0,0 1-1 0 0,-1-1 0 0 0,1 0 0 0 0,-1 0 0 0 0,1 0 0 0 0,-1 0 0 0 0,0 0 0 0 0,0 0 0 0 0,0-1 0 0 0,0 1 0 0 0,0-1 0 0 0,-4 1 0 0 0,4-1-59 0 0,1-1 0 0 0,-1 0-1 0 0,0 0 1 0 0,1 0 0 0 0,-1 0 0 0 0,0 0-1 0 0,1-1 1 0 0,-1 1 0 0 0,1-1-1 0 0,-1 1 1 0 0,1-1 0 0 0,-1 0-1 0 0,1 0 1 0 0,-1 0 0 0 0,1-1 0 0 0,0 1-1 0 0,-1 0 1 0 0,1-1 0 0 0,0 0-1 0 0,0 1 1 0 0,-3-4 0 0 0,-2-3-13 0 0,0 0 0 0 0,0 0-1 0 0,1-1 1 0 0,0 0 0 0 0,1 0 0 0 0,0 0 0 0 0,0-1 0 0 0,1 1 0 0 0,0-1 0 0 0,1 0 0 0 0,0-1 0 0 0,0 1-1 0 0,1 0 1 0 0,1-1 0 0 0,-1 1 0 0 0,2-1 0 0 0,0 0 0 0 0,1-14 0 0 0,1 12-18 0 0,0 0-1 0 0,0 0 1 0 0,2 0 0 0 0,-1 1 0 0 0,2-1 0 0 0,0 1 0 0 0,0 0-1 0 0,1 0 1 0 0,1 1 0 0 0,0-1 0 0 0,0 1 0 0 0,1 1-1 0 0,0 0 1 0 0,14-13 0 0 0,-2 6-573 0 0,0 1-1 0 0,1 0 0 0 0,0 2 1 0 0,24-12-1 0 0,47-19-7176 0 0,-67 33 4320 0 0,-6 3-2850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8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81 2128 0 0,'-27'-28'12307'0'0,"21"24"-11355"0"0,-1-2 513 0 0,7 5-1458 0 0,0 1-1 0 0,0 0 1 0 0,1-1-1 0 0,-1 1 1 0 0,0 0-1 0 0,0-1 1 0 0,1 1-1 0 0,-1 0 1 0 0,0-1-1 0 0,1 1 1 0 0,-1 0-1 0 0,0 0 1 0 0,1-1-1 0 0,-1 1 0 0 0,1 0 1 0 0,-1 0-1 0 0,0 0 1 0 0,1 0-1 0 0,-1-1 1 0 0,1 1-1 0 0,-1 0 1 0 0,0 0-1 0 0,1 0 1 0 0,-1 0-1 0 0,1 0 1 0 0,-1 0-1 0 0,1 0 1 0 0,0 0-1 0 0,215-27-50 0 0,-141 19-3079 0 0,-66 7 946 0 0,-2 1 1513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28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69 1956 0 0,'-107'60'13643'0'0,"130"-62"-13519"0"0,-1-1 1 0 0,0-1 0 0 0,0 0-1 0 0,37-14 1 0 0,5-1-81 0 0,99-25-1865 0 0,-67 18-4815 0 0,-65 17 1231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31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69 1228 0 0,'0'-3'1554'0'0,"7"-32"4637"0"0,-6 20-4043 0 0,-1 4 2201 0 0,0 6-2227 0 0,-1 12-1759 0 0,1 22-464 0 0,5 12 267 0 0,-3 0-1 0 0,-4 76 1 0 0,-22 83 1020 0 0,-29 95-631 0 0,48-265-547 0 0,-3 14 24 0 0,3 1 1 0 0,-1 66-1 0 0,6-106-27 0 0,1 0 0 0 0,0 1 0 0 0,0-1 0 0 0,0 1 0 0 0,1-1 0 0 0,0 0 0 0 0,0 0 0 0 0,4 6 1 0 0,-5-9-20 0 0,0-1 1 0 0,0 0-1 0 0,0 0 1 0 0,0 0 0 0 0,0 0-1 0 0,0 0 1 0 0,1 0 0 0 0,-1 0-1 0 0,0-1 1 0 0,1 1 0 0 0,-1 0-1 0 0,0-1 1 0 0,1 1 0 0 0,-1-1-1 0 0,1 1 1 0 0,-1-1 0 0 0,3 0-1 0 0,27 2-1123 0 0,-27-2 854 0 0,7 0-1438 0 0,1-1-1 0 0,-1-1 1 0 0,0 0-1 0 0,22-7 1 0 0,-4-1-5850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32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78 1340 0 0,'-6'-10'3739'0'0,"-4"-4"-1314"0"0,-1 1 1 0 0,-26-27 6224 0 0,114 49-6936 0 0,53 5-957 0 0,241-10-313 0 0,-244-4-1532 0 0,-124 0-67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39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8 1440 0 0,'-1'-8'11002'0'0,"-26"57"-11110"0"0,-1-1 0 0 0,-3-2 0 0 0,-46 55-1 0 0,-60 44-5726 0 0,87-98 2065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40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 0 0,'0'0'460'0'0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58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18 1776 0 0,'-2'0'4469'0'0,"-6"-2"-3311"0"0,-19-1 7699 0 0,21 3-8928 0 0,3 0 878 0 0,-4 7 490 0 0,9-4-1151 0 0,-1 0-1 0 0,0 0 1 0 0,1 0-1 0 0,0 0 1 0 0,0 0-1 0 0,0 0 1 0 0,0-1-1 0 0,0 1 1 0 0,0 0-1 0 0,1-1 1 0 0,-1 0-1 0 0,1 0 1 0 0,-1 0-1 0 0,1 0 1 0 0,0 0-1 0 0,0 0 1 0 0,0-1-1 0 0,0 1 1 0 0,4 0 0 0 0,4 3-12 0 0,1 0 0 0 0,0-2 0 0 0,0 1 0 0 0,13 1 1 0 0,-7-3-38 0 0,0 0 1 0 0,0-2 0 0 0,0 0 0 0 0,0-1 0 0 0,31-6-1 0 0,-18 0-981 0 0,0-1-1 0 0,42-17 0 0 0,-67 22 17 0 0,1 0 1 0 0,-1-1-1 0 0,1 0 0 0 0,7-6 0 0 0,8-11-6875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59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18 2168 0 0,'-14'-7'6204'0'0,"-15"-3"1593"0"0,28 10-7656 0 0,0 0-1 0 0,-1 0 1 0 0,1-1-1 0 0,0 1 1 0 0,0 0 0 0 0,0 0-1 0 0,0 0 1 0 0,0 0-1 0 0,0 1 1 0 0,-1-1-1 0 0,1 0 1 0 0,0 0-1 0 0,0 1 1 0 0,0-1-1 0 0,0 0 1 0 0,0 1 0 0 0,0-1-1 0 0,0 1 1 0 0,0 0-1 0 0,0-1 1 0 0,0 1-1 0 0,0 0 1 0 0,-1 1-1 0 0,1 1 53 0 0,0 1 0 0 0,0 0 0 0 0,0 0-1 0 0,1 0 1 0 0,-1 0 0 0 0,1 0 0 0 0,0 0-1 0 0,0-1 1 0 0,1 6 0 0 0,-1-1 191 0 0,-15 347 3463 0 0,-1-245-4894 0 0,16-108 252 0 0,-1 5-1223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00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55 2108 0 0,'-2'0'4584'0'0,"-28"0"3463"0"0,27 0-7706 0 0,-10 0 1539 0 0,22-8-1206 0 0,40-21-105 0 0,-47 28-560 0 0,14-3-2 0 0,3 0-9 0 0,0 1 0 0 0,-1 0-1 0 0,1 2 1 0 0,0 0 0 0 0,21 2 0 0 0,-12-1-25 0 0,-19 0 98 0 0,-1 1 0 0 0,1 0-1 0 0,-1 1 1 0 0,12 3 0 0 0,-18-4 322 0 0,-9 13 319 0 0,-25 10 42 0 0,-1-2 1 0 0,-52 28-1 0 0,-7 3-3 0 0,43-21-395 0 0,-64 42 336 0 0,94-60-584 0 0,0 2 0 0 0,0 0 0 0 0,-22 26 0 0 0,41-41-106 0 0,-32 41 58 0 0,29-39-52 0 0,2 0-1 0 0,-1 1 1 0 0,0-1-1 0 0,1 1 1 0 0,-1-1-1 0 0,1 1 1 0 0,0 0-1 0 0,0-1 1 0 0,1 1-1 0 0,-2 7 1 0 0,3-10 2 0 0,-1 1 1 0 0,0 0-1 0 0,1 0 1 0 0,-1 0-1 0 0,1 0 1 0 0,-1 0-1 0 0,1-1 1 0 0,0 1-1 0 0,0 0 1 0 0,0 0-1 0 0,0-1 1 0 0,0 1-1 0 0,0-1 1 0 0,0 1-1 0 0,1-1 1 0 0,-1 0-1 0 0,1 1 1 0 0,-1-1-1 0 0,1 0 1 0 0,-1 0-1 0 0,1 0 1 0 0,-1 0-1 0 0,1 0 1 0 0,3 1-1 0 0,2 1 14 0 0,1 0 0 0 0,-1 0 0 0 0,1-1 0 0 0,9 1 0 0 0,10 1 21 0 0,0-1-1 0 0,0-2 1 0 0,52-3 0 0 0,82-20 59 0 0,-90 11 14 0 0,-5-4 22 0 0,-64 14-149 0 0,17-3 74 0 0,-13 2-518 0 0,1-1-1 0 0,-1-1 1 0 0,0 1 0 0 0,0-1-1 0 0,0 0 1 0 0,0 0-1 0 0,9-10 1 0 0,18-13-3960 0 0,16-2-3898 0 0,-32 17 1810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56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46 1484 0 0,'0'0'11046'0'0,"0"0"-11026"0"0,0-1-1 0 0,0 1 0 0 0,0-1 0 0 0,-1 1 0 0 0,1-1 0 0 0,0 1 1 0 0,0-1-1 0 0,0 1 0 0 0,0-1 0 0 0,0 1 0 0 0,1-1 0 0 0,-1 1 0 0 0,0-1 1 0 0,0 1-1 0 0,0-1 0 0 0,0 1 0 0 0,0-1 0 0 0,1 1 0 0 0,-1 0 0 0 0,0-1 1 0 0,0 1-1 0 0,1-1 0 0 0,-1 1 0 0 0,1-1 0 0 0,45-18 241 0 0,-30 15-248 0 0,1 1 0 0 0,0 0 1 0 0,0 1-1 0 0,-1 0 1 0 0,1 2-1 0 0,0 0 1 0 0,27 3-1 0 0,-39-2-1 0 0,1 0 0 0 0,-1 1 0 0 0,0-1-1 0 0,0 1 1 0 0,0 0 0 0 0,0 0 0 0 0,0 0 0 0 0,0 1-1 0 0,-1 0 1 0 0,1 0 0 0 0,-1 0 0 0 0,0 0 0 0 0,0 1-1 0 0,0-1 1 0 0,0 1 0 0 0,0 0 0 0 0,-1 0 0 0 0,0 1-1 0 0,0-1 1 0 0,0 1 0 0 0,0-1 0 0 0,-1 1 0 0 0,0 0-1 0 0,0 0 1 0 0,0 0 0 0 0,-1 0 0 0 0,2 9 0 0 0,-1-2 28 0 0,-2 0 1 0 0,1 0 0 0 0,-2 0 0 0 0,1 0-1 0 0,-1 0 1 0 0,-1 0 0 0 0,-1 0-1 0 0,1-1 1 0 0,-2 1 0 0 0,1-1 0 0 0,-2 0-1 0 0,0 0 1 0 0,-8 15 0 0 0,-3 1 66 0 0,-1-1-1 0 0,-1 0 1 0 0,-41 45 0 0 0,24-38 162 0 0,-1-1 0 0 0,-1-2 0 0 0,-2-2 0 0 0,-72 41 0 0 0,12-15 1697 0 0,97-53-1926 0 0,2 0-38 0 0,0-1 1 0 0,0 0-1 0 0,1 0 0 0 0,-1 0 0 0 0,0 0 0 0 0,0 0 0 0 0,0 0 0 0 0,0 1 1 0 0,0-1-1 0 0,0 0 0 0 0,0 0 0 0 0,0 0 0 0 0,0 0 0 0 0,0 1 0 0 0,1-1 1 0 0,-1 0-1 0 0,0 0 0 0 0,0 0 0 0 0,0 0 0 0 0,0 1 0 0 0,0-1 0 0 0,0 0 1 0 0,0 0-1 0 0,0 0 0 0 0,0 0 0 0 0,-1 1 0 0 0,1-1 0 0 0,0 0 1 0 0,0 0-1 0 0,0 0 0 0 0,0 0 0 0 0,0 1 0 0 0,0-1 0 0 0,0 0 0 0 0,0 0 1 0 0,0 0-1 0 0,0 0 0 0 0,-1 0 0 0 0,1 1 0 0 0,0-1 0 0 0,0 0 0 0 0,0 0 1 0 0,0 0-1 0 0,0 0 0 0 0,-1 0 0 0 0,1 0 0 0 0,0 0 0 0 0,0 0 0 0 0,0 0 1 0 0,0 0-1 0 0,-1 0 0 0 0,1 1 0 0 0,0-1 0 0 0,0 0 0 0 0,0 0 0 0 0,0 0 1 0 0,-1 0-1 0 0,1 0 0 0 0,0 0 0 0 0,0 0 0 0 0,0-1 0 0 0,0 1 0 0 0,-1 0 1 0 0,2 1-1 0 0,0 0 1 0 0,1 0-1 0 0,-1-1 1 0 0,0 1-1 0 0,0 0 1 0 0,0-1-1 0 0,1 1 1 0 0,-1-1-1 0 0,0 0 1 0 0,1 1-1 0 0,-1-1 1 0 0,0 0-1 0 0,3 0 1 0 0,1 0-2 0 0,235-5 25 0 0,167-33 102 0 0,-405 38-122 0 0,37-4-487 0 0,-37 3 132 0 0,9 0-1934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57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86 2340 0 0,'-10'-37'7425'0'0,"-4"1"-3535"0"0,13 33-3748 0 0,0 2 278 0 0,1 1-415 0 0,0-1 0 0 0,0 1 0 0 0,0 0 0 0 0,0-1 0 0 0,0 1 0 0 0,0 0 0 0 0,0-1 0 0 0,0 1 0 0 0,1 0 0 0 0,-1 0 0 0 0,0-1 0 0 0,0 1 0 0 0,0 0 0 0 0,0-1 0 0 0,0 1 0 0 0,0 0 0 0 0,1 0 0 0 0,-1-1 0 0 0,0 1 0 0 0,0 0 0 0 0,0 0 0 0 0,1-1 0 0 0,-1 1 0 0 0,0 0 0 0 0,0 0 0 0 0,1 0 0 0 0,-1-1 0 0 0,0 1 0 0 0,0 0 0 0 0,1 0 0 0 0,-1 0 0 0 0,0 0 0 0 0,1 0 0 0 0,-1 0 0 0 0,0 0 0 0 0,1 0 0 0 0,-1-1 0 0 0,0 1 0 0 0,0 0 0 0 0,1 0 0 0 0,-1 0 0 0 0,0 0 0 0 0,1 1 0 0 0,-1-1 0 0 0,0 0 0 0 0,1 0 0 0 0,-1 0 0 0 0,0 0 0 0 0,0 0 0 0 0,1 0 0 0 0,-1 0 0 0 0,0 1 0 0 0,1-1 0 0 0,-1 0 0 0 0,0 0 0 0 0,0 0 0 0 0,1 0 0 0 0,-1 1 0 0 0,0-1 0 0 0,0 0 0 0 0,18 14-10 0 0,-16-13 23 0 0,9 9 45 0 0,0 0-1 0 0,-1 1 1 0 0,0 0-1 0 0,-1 1 1 0 0,0 0-1 0 0,-1 0 1 0 0,0 1-1 0 0,-1 0 0 0 0,0 0 1 0 0,9 28-1 0 0,-14-35 4 0 0,0 1-1 0 0,-1 0 0 0 0,1 0 1 0 0,-1 0-1 0 0,-1 0 0 0 0,0 0 1 0 0,0 0-1 0 0,0 0 1 0 0,-1-1-1 0 0,0 1 0 0 0,0 0 1 0 0,-1 0-1 0 0,1 0 0 0 0,-2-1 1 0 0,1 1-1 0 0,-1-1 0 0 0,0 1 1 0 0,0-1-1 0 0,0 0 0 0 0,-1 0 1 0 0,0-1-1 0 0,-1 1 0 0 0,1-1 1 0 0,-1 0-1 0 0,-5 5 1 0 0,5-5 188 0 0,-1-1 1 0 0,1 0 0 0 0,0 0 0 0 0,-1 0-1 0 0,0 0 1 0 0,0-1 0 0 0,-12 5 0 0 0,16-8 93 0 0,-4-1-167 0 0,6 1-175 0 0,0 0 0 0 0,-1 0-1 0 0,1 0 1 0 0,0 0 0 0 0,-1 0 0 0 0,1 0 0 0 0,0 0 0 0 0,-1 0 0 0 0,1 0 0 0 0,-1 0 0 0 0,1 0 0 0 0,0 0-1 0 0,-1 0 1 0 0,1 0 0 0 0,0 0 0 0 0,-1 0 0 0 0,1-1 0 0 0,0 1 0 0 0,-1 0 0 0 0,1 0 0 0 0,0 0 0 0 0,0-1 0 0 0,-1 1-1 0 0,1 0 1 0 0,0 0 0 0 0,0-1 0 0 0,-1 1 0 0 0,1 0 0 0 0,0-1 0 0 0,0-3-1 0 0,1 0 0 0 0,0 0 0 0 0,0 0 0 0 0,0 0 0 0 0,0 1 0 0 0,1-1 0 0 0,-1 0 0 0 0,1 0 0 0 0,0 1 0 0 0,0 0 0 0 0,0-1 0 0 0,1 1 0 0 0,-1 0 1 0 0,5-5-1 0 0,8-6-11 0 0,26-21 1 0 0,-24 21 2 0 0,63-47 2 0 0,-45 36 78 0 0,50-47 1 0 0,-81 69-39 0 0,-2 0 0 0 0,1 0 0 0 0,0-1 0 0 0,-1 1 0 0 0,5-8 0 0 0,-6 9-9 0 0,-2-2 9 0 0,1 3-38 0 0,0 1 1 0 0,0-1-1 0 0,0 1 1 0 0,0-1 0 0 0,0 1-1 0 0,0-1 1 0 0,0 1-1 0 0,0-1 1 0 0,0 1-1 0 0,0-1 1 0 0,0 1-1 0 0,-1-1 1 0 0,1 1 0 0 0,0-1-1 0 0,0 1 1 0 0,0-1-1 0 0,-1 1 1 0 0,1-1-1 0 0,-1 0 1 0 0,-1 1-2 0 0,1-1 0 0 0,-1 0 0 0 0,0 1 0 0 0,0 0 1 0 0,0-1-1 0 0,0 1 0 0 0,1 0 0 0 0,-1 0 0 0 0,0 0 0 0 0,0 0 0 0 0,0 0 1 0 0,0 1-1 0 0,0-1 0 0 0,1 1 0 0 0,-1-1 0 0 0,0 1 0 0 0,0-1 0 0 0,1 1 1 0 0,-1 0-1 0 0,0 0 0 0 0,1 0 0 0 0,-1 0 0 0 0,1 0 0 0 0,-1 0 0 0 0,-1 2 1 0 0,1-1 1 0 0,-10 6-2 0 0,0 1 1 0 0,1 1 0 0 0,1 0-1 0 0,0 0 1 0 0,0 1 0 0 0,1 1-1 0 0,0-1 1 0 0,1 1-1 0 0,0 1 1 0 0,1 0 0 0 0,1 0-1 0 0,0 0 1 0 0,0 0 0 0 0,-5 26-1 0 0,9-33 4 0 0,2 0-1 0 0,-1 0 0 0 0,1 0 1 0 0,0 1-1 0 0,0-1 0 0 0,1 0 1 0 0,-1 0-1 0 0,2 0 0 0 0,-1 0 1 0 0,0 0-1 0 0,1 0 0 0 0,0 0 1 0 0,1 0-1 0 0,-1-1 0 0 0,1 1 1 0 0,0-1-1 0 0,1 0 0 0 0,-1 0 1 0 0,9 10-1 0 0,-6-10 22 0 0,1 1 0 0 0,-1-1 0 0 0,1 0 0 0 0,0 0 0 0 0,0 0 1 0 0,0-1-1 0 0,1-1 0 0 0,0 1 0 0 0,0-1 0 0 0,0 0 0 0 0,0-1 0 0 0,0 0 0 0 0,0 0 0 0 0,9 0 1 0 0,104 5 386 0 0,-118-7-362 0 0,1 0-18 0 0,24-4 0 0 0,-25 3-188 0 0,1-3-706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57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53 932 0 0,'-11'-5'4581'0'0,"-32"-11"3430"0"0,33 16-6317 0 0,-4-2-22 0 0,14 2-1657 0 0,-1 0 1 0 0,1 0-1 0 0,0 0 0 0 0,0 0 1 0 0,0 0-1 0 0,0 0 1 0 0,-1 0-1 0 0,1 0 0 0 0,0 0 1 0 0,0 0-1 0 0,0 1 0 0 0,0-1 1 0 0,-1 0-1 0 0,1 0 0 0 0,0 0 1 0 0,0 0-1 0 0,0 0 0 0 0,0 1 1 0 0,0-1-1 0 0,0 0 0 0 0,0 0 1 0 0,0 0-1 0 0,-1 0 0 0 0,1 0 1 0 0,0 1-1 0 0,0-1 0 0 0,0 0 1 0 0,0 0-1 0 0,0 0 1 0 0,0 1-1 0 0,0-1 0 0 0,0 0 1 0 0,0 0-1 0 0,0 0 0 0 0,0 0 1 0 0,0 1-1 0 0,0-1 0 0 0,0 0 1 0 0,0 0-1 0 0,0 0 0 0 0,1 1 1 0 0,-1-1-1 0 0,0 0 0 0 0,0 0 1 0 0,0 0-1 0 0,0 0 0 0 0,0 0 1 0 0,0 1-1 0 0,0-1 0 0 0,0 0 1 0 0,1 0-1 0 0,-1 0 1 0 0,0 0-1 0 0,0 0 0 0 0,0 0 1 0 0,0 1-1 0 0,0-1 0 0 0,1 0 1 0 0,-1 0-1 0 0,0 0 0 0 0,4 2 90 0 0,0-1 0 0 0,0 1 0 0 0,-1-1 0 0 0,1 0 0 0 0,0 0-1 0 0,0-1 1 0 0,0 1 0 0 0,0-1 0 0 0,7 0 0 0 0,-9 0-66 0 0,62 0 218 0 0,1-2-1 0 0,65-13 1 0 0,-62 7-24 0 0,9-2 1397 0 0,-74 10-1528 0 0,0 0-77 0 0,1 0 1 0 0,-1 0-1 0 0,1 0 1 0 0,-1-1-1 0 0,1 1 1 0 0,5-2-1 0 0,10-6-4530 0 0,-17 7 3549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7:58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47 2716 0 0,'2'-26'9798'0'0,"-3"5"-4165"0"0,-1 33-5326 0 0,1 8-90 0 0,0 1 0 0 0,1-1 1 0 0,1 1-1 0 0,1-1 0 0 0,1 1 1 0 0,1-1-1 0 0,1 0 0 0 0,7 19 1 0 0,-8-27-190 0 0,1-1 1 0 0,0 1 0 0 0,0-1 0 0 0,1-1-1 0 0,1 1 1 0 0,-1-1 0 0 0,2 0-1 0 0,0-1 1 0 0,0 1 0 0 0,0-2 0 0 0,1 1-1 0 0,1-1 1 0 0,-1 0 0 0 0,19 10 0 0 0,-25-16-18 0 0,-1-1 0 0 0,1 1 0 0 0,-1-1 0 0 0,1 0-1 0 0,0 0 1 0 0,-1 0 0 0 0,1 0 0 0 0,0-1 0 0 0,0 1 0 0 0,-1-1 0 0 0,1 1 0 0 0,0-1 0 0 0,0 0 0 0 0,0 0 0 0 0,0-1 0 0 0,-1 1 0 0 0,1 0 0 0 0,0-1 0 0 0,0 0 0 0 0,-1 1 0 0 0,1-1 0 0 0,4-3 0 0 0,-4 2-6 0 0,0 0 0 0 0,-1 0 0 0 0,1-1-1 0 0,-1 0 1 0 0,1 1 0 0 0,-1-1 0 0 0,0 0 0 0 0,0 0-1 0 0,-1 0 1 0 0,1 0 0 0 0,-1 0 0 0 0,1-1 0 0 0,-1 1 0 0 0,0 0-1 0 0,0-1 1 0 0,-1 1 0 0 0,1-1 0 0 0,0-3 0 0 0,3-28-9 0 0,-1-38 0 0 0,-3 71-7 0 0,-6 17-30 0 0,2 5 74 0 0,0 0 1 0 0,-1 29 0 0 0,0-8 45 0 0,-18 116 377 0 0,-55 197 0 0 0,71-333-214 0 0,0 1 0 0 0,-16 31 1 0 0,19-45-108 0 0,0 0 0 0 0,-1-1 1 0 0,0 1-1 0 0,0-1 0 0 0,-1 1 1 0 0,0-2-1 0 0,-1 1 0 0 0,1-1 1 0 0,-9 6-1 0 0,11-9-85 0 0,0-1 0 0 0,0 0 1 0 0,0-1-1 0 0,0 1 0 0 0,-1-1 0 0 0,1 1 1 0 0,-1-1-1 0 0,1-1 0 0 0,0 1 0 0 0,-1-1 1 0 0,1 1-1 0 0,-1-1 0 0 0,1-1 0 0 0,-1 1 0 0 0,1-1 1 0 0,-6 0-1 0 0,2-1-14 0 0,0-1 1 0 0,-1 1-1 0 0,1-1 1 0 0,0 0-1 0 0,0-1 1 0 0,0 0 0 0 0,-10-8-1 0 0,13 9-25 0 0,1 0-1 0 0,0 0 1 0 0,0-1-1 0 0,0 0 1 0 0,0 0 0 0 0,0 0-1 0 0,1 0 1 0 0,0 0 0 0 0,0-1-1 0 0,0 0 1 0 0,1 1-1 0 0,-1-1 1 0 0,1 0 0 0 0,0 0-1 0 0,1 0 1 0 0,-3-10 0 0 0,4 9-16 0 0,-1 0 0 0 0,1 0 1 0 0,0-1-1 0 0,1 1 1 0 0,0 0-1 0 0,0 0 1 0 0,0 0-1 0 0,1 0 0 0 0,0 0 1 0 0,0 0-1 0 0,0 0 1 0 0,1 0-1 0 0,0 1 1 0 0,4-7-1 0 0,7-8-317 0 0,0 1 1 0 0,1 0-1 0 0,1 2 1 0 0,1 0-1 0 0,1 0 0 0 0,26-18 1 0 0,125-74-7373 0 0,-116 79 1085 0 0,-27 15 12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45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0 640 0 0,'0'0'3164'0'0,"4"9"-2060"0"0,4-5-1024 0 0,9-4-2664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44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80 1824 0 0,'14'-17'8285'0'0,"-13"15"-7482"0"0,0 0 0 0 0,0 0 0 0 0,0 0 0 0 0,0 0 0 0 0,-1 0 1 0 0,1 0-1 0 0,-1 0 0 0 0,1-3 0 0 0,44-8-620 0 0,-36 11-169 0 0,17-5 21 0 0,-1 1 0 0 0,49-4 0 0 0,-48 7-20 0 0,-23 3-13 0 0,0 0-6 0 0,-2 0 2 0 0,17 1 24 0 0,-18 0-23 0 0,1-1 1 0 0,-1 0 0 0 0,1 0-1 0 0,0 0 1 0 0,-1 0-1 0 0,0 1 1 0 0,1-1 0 0 0,-1 0-1 0 0,1 0 1 0 0,-1 1 0 0 0,1-1-1 0 0,-1 0 1 0 0,1 1-1 0 0,-1-1 1 0 0,0 0 0 0 0,1 1-1 0 0,-1-1 1 0 0,0 1 0 0 0,1-1-1 0 0,-1 1 1 0 0,0-1 0 0 0,0 1-1 0 0,1-1 1 0 0,-1 1-1 0 0,0-1 1 0 0,0 1 0 0 0,0-1-1 0 0,0 1 1 0 0,0-1 0 0 0,0 1-1 0 0,1-1 1 0 0,-1 1-1 0 0,-1-1 1 0 0,1 1 0 0 0,0-1-1 0 0,0 1 1 0 0,0 1 0 0 0,-3 6-6 0 0,0 0 0 0 0,0 1 0 0 0,-1-1 1 0 0,0 0-1 0 0,0-1 0 0 0,-10 13 0 0 0,-38 43 14 0 0,17-24 21 0 0,-80 96-14 0 0,-14 18 42 0 0,125-148 32 0 0,0 0 0 0 0,1 0 0 0 0,0 0 0 0 0,0 1 0 0 0,0-1 0 0 0,0 1 0 0 0,-2 11 0 0 0,5-16-56 0 0,0 0 1 0 0,0 0-1 0 0,-1-1 0 0 0,1 1 0 0 0,1 0 0 0 0,-1 0 0 0 0,0 0 0 0 0,0 0 0 0 0,0 0 0 0 0,0 0 0 0 0,1 0 0 0 0,-1 0 0 0 0,0 0 1 0 0,1-1-1 0 0,-1 1 0 0 0,1 0 0 0 0,-1 0 0 0 0,1 0 0 0 0,-1-1 0 0 0,1 1 0 0 0,-1 0 0 0 0,1-1 0 0 0,0 1 0 0 0,-1 0 1 0 0,1-1-1 0 0,0 1 0 0 0,0-1 0 0 0,0 1 0 0 0,-1-1 0 0 0,1 0 0 0 0,0 1 0 0 0,0-1 0 0 0,0 0 0 0 0,0 1 0 0 0,1-1 0 0 0,32 5 208 0 0,-32-5-225 0 0,29-1 105 0 0,58-7 0 0 0,-29 1-53 0 0,255-24-14 0 0,-245 25 5 0 0,-55 4-101 0 0,7-1-30 0 0,-10 2-4100 0 0,-12-7 1979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44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86 1444 0 0,'-20'-21'10450'0'0,"10"15"-6421"0"0,11 3-3677 0 0,-1 3-340 0 0,0-1 0 0 0,0 1 1 0 0,0 0-1 0 0,0 0 0 0 0,0 0 0 0 0,0-1 1 0 0,0 1-1 0 0,0 0 0 0 0,0 0 0 0 0,0 0 1 0 0,0-1-1 0 0,0 1 0 0 0,0 0 1 0 0,0 0-1 0 0,0 0 0 0 0,0-1 0 0 0,0 1 1 0 0,0 0-1 0 0,0 0 0 0 0,0 0 0 0 0,0 0 1 0 0,1-1-1 0 0,-1 1 0 0 0,0 0 0 0 0,0 0 1 0 0,0 0-1 0 0,0 0 0 0 0,1 0 0 0 0,-1-1 1 0 0,0 1-1 0 0,0 0 0 0 0,0 0 0 0 0,0 0 1 0 0,1 0-1 0 0,-1 0 0 0 0,0 0 0 0 0,0 0 1 0 0,0 0-1 0 0,1 0 0 0 0,-1 0 0 0 0,0 0 1 0 0,0 0-1 0 0,1 0 0 0 0,106-19 747 0 0,13-2-1234 0 0,-41 12-6188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44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23 1720 0 0,'-19'12'2708'0'0,"1"1"0"0"0,0 1 0 0 0,-19 19 701 0 0,37-32-3358 0 0,0-1 1 0 0,0 1-1 0 0,0-1 1 0 0,0 1-1 0 0,1-1 1 0 0,-1 1-1 0 0,0-1 1 0 0,0 1 0 0 0,1-1-1 0 0,-1 1 1 0 0,0-1-1 0 0,1 1 1 0 0,-1-1-1 0 0,1 1 1 0 0,-1-1-1 0 0,0 0 1 0 0,1 1-1 0 0,-1-1 1 0 0,1 0 0 0 0,-1 1-1 0 0,1-1 1 0 0,-1 0-1 0 0,1 0 1 0 0,0 0-1 0 0,-1 1 1 0 0,1-1-1 0 0,-1 0 1 0 0,1 0 0 0 0,-1 0-1 0 0,1 0 1 0 0,-1 0-1 0 0,1 0 1 0 0,0 0-1 0 0,23-1 454 0 0,-24 1-488 0 0,39-6-322 0 0,-1-1 0 0 0,0-3-1 0 0,71-27 1 0 0,-97 32-1377 0 0,0-1 1 0 0,-1 0 0 0 0,14-9-1 0 0,-9 3-3494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46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76 1204 0 0,'2'-16'4877'0'0,"-2"13"-3807"0"0,-1-41 4664 0 0,-1 31-3604 0 0,-2 28-918 0 0,-23 181 2675 0 0,-33 121-2318 0 0,35-195-1302 0 0,-23 149 20 0 0,47-264-254 0 0,-1 1-1 0 0,2-1 0 0 0,-1 1 1 0 0,1-1-1 0 0,0 1 1 0 0,0-1-1 0 0,1 1 0 0 0,0-1 1 0 0,1 1-1 0 0,-1-1 0 0 0,2 0 1 0 0,3 10-1 0 0,-6-16-5 0 0,30 17 142 0 0,-26-17-162 0 0,-1 0 0 0 0,1 0 0 0 0,0 0 0 0 0,0-1-1 0 0,0 1 1 0 0,0-1 0 0 0,5 0 0 0 0,51-13 75 0 0,-49 10-87 0 0,0-1-1 0 0,-1 0 0 0 0,1 0 0 0 0,-1-1 0 0 0,19-13 1 0 0,14-17-3185 0 0,-40 30 1791 0 0,1 1-1 0 0,-2 0 1 0 0,1-1-1 0 0,0 1 1 0 0,-1-1-1 0 0,0 0 1 0 0,0 0-1 0 0,2-9 1 0 0,-3 3-3369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47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93 2380 0 0,'-3'-1'1768'0'0,"-69"-16"8571"0"0,70 16-9581 0 0,-18-3 2038 0 0,15 0-1522 0 0,16-1-1094 0 0,288-26 392 0 0,-66 8-458 0 0,-220 21-94 0 0,46 1 36 0 0,-32-2-429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1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39 108 296 0 0,'-7'-43'8743'0'0,"5"36"-8029"0"0,0 0-1 0 0,0 0 1 0 0,-1 0 0 0 0,0 0 0 0 0,0 0 0 0 0,0 1 0 0 0,-5-7-1 0 0,7 12-493 0 0,-2-1-81 0 0,1 2-81 0 0,6 10-61 0 0,68 133 12 0 0,-29-60 26 0 0,23 42 55 0 0,20 40 5 0 0,-28-42 185 0 0,-52-113-431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1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52 2572 0 0,'-1'-8'2246'0'0,"-1"1"-1"0"0,1-1 1 0 0,-6-12-1 0 0,6 18-1654 0 0,-13-4 551 0 0,9 8-1043 0 0,-1 0 0 0 0,1 1-1 0 0,0 0 1 0 0,0 0-1 0 0,0 0 1 0 0,0 0 0 0 0,0 1-1 0 0,-5 5 1 0 0,-35 39 186 0 0,29-29-168 0 0,-231 290 353 0 0,241-300-625 0 0,-47 66 431 0 0,46-62-1446 0 0,1-1 0 0 0,-7 16 0 0 0,13-14-830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2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0 984 0 0,'0'0'8657'0'0,"15"4"-3635"0"0,-5-4-4974 0 0,-7 0 15 0 0,14-1 16 0 0,-5-1-64 0 0,26 1-5 0 0,-35 1-9 0 0,0 1-9 0 0,1-1 6 0 0,1 0 1 0 0,-1 1-1 0 0,0-1 1 0 0,0 1-1 0 0,0 0 1 0 0,0 0 0 0 0,0 1-1 0 0,0-1 1 0 0,0 1-1 0 0,7 4 1 0 0,-10-4 1 0 0,1 0-1 0 0,0 0 1 0 0,0-1 0 0 0,-1 2-1 0 0,1-1 1 0 0,-1 0 0 0 0,1 0 0 0 0,-1 0-1 0 0,0 1 1 0 0,1 3 0 0 0,-1-4-5 0 0,0 1 8 0 0,0-1-1 0 0,-1 1 0 0 0,1 0 0 0 0,-1 0 1 0 0,0 0-1 0 0,1 0 0 0 0,-1 0 0 0 0,-1 0 1 0 0,1-1-1 0 0,0 1 0 0 0,-1 0 0 0 0,-1 4 1 0 0,-12 34 27 0 0,11-36-23 0 0,-13 26 288 0 0,-1-1 1 0 0,-1 0-1 0 0,-2-2 0 0 0,-41 47 0 0 0,25-33 146 0 0,-43 56 370 0 0,78-96-791 0 0,-1 1 46 0 0,0 3 24 0 0,2-6-88 0 0,0 1 0 0 0,0-1 0 0 0,1 0 0 0 0,-1 0 1 0 0,0 1-1 0 0,0-1 0 0 0,1 0 0 0 0,-1 0 0 0 0,0 0 0 0 0,1 1 0 0 0,-1-1 0 0 0,0 0 1 0 0,1 0-1 0 0,-1 0 0 0 0,0 0 0 0 0,1 0 0 0 0,-1 0 0 0 0,0 0 0 0 0,1 0 0 0 0,-1 0 1 0 0,1 0-1 0 0,-1 0 0 0 0,0 0 0 0 0,1 0 0 0 0,-1 0 0 0 0,0 0 0 0 0,1 0 0 0 0,-1 0 1 0 0,1-1-1 0 0,39-6 67 0 0,1-2 1 0 0,53-19-1 0 0,-17 5-9 0 0,-33 10 20 0 0,-42 13-70 0 0,0 0-92 0 0,0 0-1 0 0,0 0 1 0 0,1-1 0 0 0,-1 1-1 0 0,0-1 1 0 0,0 1-1 0 0,0-1 1 0 0,0 0-1 0 0,0 1 1 0 0,0-1-1 0 0,0 0 1 0 0,0-1 0 0 0,3-1-1 0 0,19-22-7713 0 0,-20 19 5617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2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66 1492 0 0,'-9'-1'1651'0'0,"-16"-2"7730"0"0,18 2-7369 0 0,-5-1-1172 0 0,64-12-722 0 0,52-11-124 0 0,-34 11-3412 0 0,-65 12 2824 0 0,0 1-453 0 0,20-1-6978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2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52 1588 0 0,'-47'47'10852'0'0,"46"-46"-10396"0"0,1-1-416 0 0,-1 1 0 0 0,1-1 1 0 0,0 0-1 0 0,0 0 0 0 0,0 1 1 0 0,-1-1-1 0 0,1 0 0 0 0,0 0 1 0 0,0 1-1 0 0,0-1 0 0 0,0 0 1 0 0,0 1-1 0 0,-1-1 0 0 0,1 0 0 0 0,0 0 1 0 0,0 1-1 0 0,0-1 0 0 0,0 0 1 0 0,0 1-1 0 0,0-1 0 0 0,0 0 1 0 0,0 1-1 0 0,0-1 0 0 0,0 0 1 0 0,0 1-1 0 0,0-1 0 0 0,0 0 0 0 0,1 1 1 0 0,-1-1-1 0 0,0 0 0 0 0,0 0 1 0 0,0 1-1 0 0,44-11 9 0 0,52-18 0 0 0,-6 1-1793 0 0,19-2-3462 0 0,-51 14 236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5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635 57 1044 0 0,'20'-11'8536'0'0,"-14"7"-7805"0"0,-4 3-168 0 0,-1 0 1 0 0,1 0-1 0 0,-1 0 0 0 0,1 0 1 0 0,-1-1-1 0 0,0 1 0 0 0,1 0 1 0 0,-1-1-1 0 0,0 1 0 0 0,0-1 1 0 0,0 1-1 0 0,0-1 0 0 0,2-2 1 0 0,-3 3-348 0 0,-9-5 176 0 0,7 5-360 0 0,-1 0 0 0 0,1-1 0 0 0,0 1 0 0 0,0 0 0 0 0,0 0-1 0 0,-1 0 1 0 0,-4-1 0 0 0,-3 0-34 0 0,0 1-1 0 0,-1 1 1 0 0,1 0-1 0 0,0 0 1 0 0,-1 1-1 0 0,1 0 1 0 0,0 1 0 0 0,0 0-1 0 0,0 0 1 0 0,0 1-1 0 0,0 1 1 0 0,0 0-1 0 0,1 0 1 0 0,0 1 0 0 0,0 0-1 0 0,0 0 1 0 0,0 1-1 0 0,1 0 1 0 0,0 1-1 0 0,0 0 1 0 0,1 0-1 0 0,-10 13 1 0 0,2 1-8 0 0,2 0 0 0 0,1 0-1 0 0,0 2 1 0 0,2-1 0 0 0,1 1-1 0 0,0 1 1 0 0,2 0 0 0 0,1 0 0 0 0,-4 29-1 0 0,0 30 37 0 0,0 116-1 0 0,9-155-6 0 0,-3 250 268 0 0,-8 186 509 0 0,-90 376 930 0 0,28-500-1490 0 0,-16 84 490 0 0,89-432-715 0 0,-6 25 30 0 0,3 0 1 0 0,0 0-1 0 0,2 0 0 0 0,3 47 0 0 0,-1-77-25 0 0,1 1-1 0 0,-1 0 0 0 0,1-1 1 0 0,0 0-1 0 0,0 1 1 0 0,0-1-1 0 0,1 1 1 0 0,-1-1-1 0 0,1 0 0 0 0,-1 0 1 0 0,1 0-1 0 0,0 0 1 0 0,1 0-1 0 0,-1 0 1 0 0,0-1-1 0 0,1 1 0 0 0,-1 0 1 0 0,1-1-1 0 0,0 0 1 0 0,0 0-1 0 0,0 0 1 0 0,0 0-1 0 0,6 2 0 0 0,-1-1-4 0 0,-1-1-1 0 0,1 0 1 0 0,0-1-1 0 0,0 0 0 0 0,0 0 1 0 0,0-1-1 0 0,0 0 0 0 0,0 0 1 0 0,15-3-1 0 0,18-4-794 0 0,-1-2-1 0 0,1-2 1 0 0,67-28-1 0 0,-38 8-4253 0 0,74-45 0 0 0,-77 35-2778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5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162 203 228 0 0,'3'-16'5212'0'0,"-2"11"-4552"0"0,-2-1 0 0 0,1 1 0 0 0,-1-1 0 0 0,0 1 0 0 0,0-1 0 0 0,0 1 1 0 0,-1-1-1 0 0,0 1 0 0 0,0 0 0 0 0,0 0 0 0 0,-1 0 0 0 0,1 0 0 0 0,-1 0 0 0 0,-6-7 0 0 0,8 11-224 0 0,1 1-411 0 0,-1-1 0 0 0,1 1 0 0 0,0-1 0 0 0,0 1 0 0 0,0 0-1 0 0,0-1 1 0 0,0 1 0 0 0,0-1 0 0 0,-1 1 0 0 0,1 0-1 0 0,0-1 1 0 0,0 1 0 0 0,-1 0 0 0 0,1-1 0 0 0,0 1 0 0 0,0 0-1 0 0,-1-1 1 0 0,1 1 0 0 0,0 0 0 0 0,-1 0 0 0 0,1-1-1 0 0,0 1 1 0 0,-1 0 0 0 0,1 0 0 0 0,-1 0 0 0 0,1 0 0 0 0,0-1-1 0 0,-1 1 1 0 0,1 0 0 0 0,-1 0 0 0 0,1 0 0 0 0,-1 0 0 0 0,1 0-1 0 0,0 0 1 0 0,-1 0 0 0 0,1 0 0 0 0,-1 0 0 0 0,1 0-1 0 0,0 0 1 0 0,-1 0 0 0 0,1 1 0 0 0,-1-1 0 0 0,1 0 0 0 0,0 0-1 0 0,-1 0 1 0 0,1 0 0 0 0,-1 1 0 0 0,1-1 0 0 0,0 0-1 0 0,0 0 1 0 0,-1 1 0 0 0,1 0 0 0 0,-20 10 302 0 0,12-3-297 0 0,1-1 0 0 0,0 2 0 0 0,0-1 0 0 0,1 1 0 0 0,0-1 0 0 0,1 2 0 0 0,0-1 0 0 0,-5 13 0 0 0,2-1-11 0 0,0 0 1 0 0,-7 40 0 0 0,13-49-16 0 0,0 0-1 0 0,1 1 1 0 0,0-1 0 0 0,1 0-1 0 0,1 0 1 0 0,0 1 0 0 0,0-1-1 0 0,2 0 1 0 0,-1 0 0 0 0,1 0-1 0 0,1-1 1 0 0,5 14 0 0 0,-6-19 15 0 0,1 0-1 0 0,-1 0 1 0 0,1 0 0 0 0,0 0 0 0 0,0-1 0 0 0,0 1-1 0 0,1-1 1 0 0,0 0 0 0 0,0-1 0 0 0,0 1 0 0 0,1-1-1 0 0,-1 0 1 0 0,1 0 0 0 0,0-1 0 0 0,0 0-1 0 0,1 0 1 0 0,-1 0 0 0 0,1-1 0 0 0,-1 0 0 0 0,1 0-1 0 0,0 0 1 0 0,12 0 0 0 0,-10-1 114 0 0,0 0-1 0 0,1-1 1 0 0,-1 0-1 0 0,0-1 1 0 0,0 0 0 0 0,0-1-1 0 0,1 0 1 0 0,-2 0-1 0 0,1-1 1 0 0,0 0 0 0 0,0 0-1 0 0,14-9 1 0 0,-16 7-28 0 0,0 0 0 0 0,0 0 0 0 0,-1-1 0 0 0,0 0 0 0 0,0 0 0 0 0,0 0 1 0 0,-1-1-1 0 0,0 0 0 0 0,0 0 0 0 0,-1 0 0 0 0,0 0 0 0 0,0-1 0 0 0,-1 0 0 0 0,3-8 0 0 0,2-9-13 0 0,-1 0 0 0 0,-1-1-1 0 0,-2 0 1 0 0,0 0 0 0 0,0-35-1 0 0,-4 45-66 0 0,-1 0-1 0 0,0 0 1 0 0,-1 0-1 0 0,-1 0 1 0 0,0 0 0 0 0,-1 1-1 0 0,-1-1 1 0 0,0 1-1 0 0,-14-27 1 0 0,17 38-51 0 0,0 1 1 0 0,0-1 0 0 0,-1 0-1 0 0,0 1 1 0 0,0-1-1 0 0,0 1 1 0 0,0 0 0 0 0,0 0-1 0 0,0 0 1 0 0,-1 0-1 0 0,0 0 1 0 0,1 1 0 0 0,-1 0-1 0 0,0 0 1 0 0,0 0-1 0 0,0 0 1 0 0,-1 1 0 0 0,1-1-1 0 0,0 1 1 0 0,-1 0-1 0 0,1 0 1 0 0,-8 0 0 0 0,5 2-234 0 0,0-1 0 0 0,0 1 0 0 0,0 0 1 0 0,1 1-1 0 0,-1 0 0 0 0,0 0 1 0 0,0 0-1 0 0,1 1 0 0 0,0 0 0 0 0,-1 0 1 0 0,1 1-1 0 0,0-1 0 0 0,-9 9 0 0 0,-1 1-1495 0 0,1 2-1 0 0,0 0 1 0 0,1 1 0 0 0,-16 22-1 0 0,2 5-5187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6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0 123 696 0 0,'2'-2'1330'0'0,"54"-95"10359"0"0,-55 95-11258 0 0,0 0-104 0 0,0-1 0 0 0,0 1 0 0 0,0 0 0 0 0,1 0 0 0 0,-1 0 0 0 0,1 0 0 0 0,-1 0 0 0 0,4-3 1 0 0,-4 11-335 0 0,0 0 0 0 0,0 0 1 0 0,0-1-1 0 0,0 1 0 0 0,-1 0 1 0 0,0 0-1 0 0,-1 7 0 0 0,-6 48-6 0 0,3-41 5 0 0,-2 27-2 0 0,-7 32 14 0 0,4 1-1 0 0,2 140 1 0 0,7-212 13 0 0,1 0-1 0 0,0 0 0 0 0,0 0 0 0 0,1 0 1 0 0,3 10-1 0 0,-4-15-6 0 0,0-1 1 0 0,0 0-1 0 0,0 0 1 0 0,0 0-1 0 0,0 0 1 0 0,1-1-1 0 0,-1 1 0 0 0,1 0 1 0 0,-1 0-1 0 0,1-1 1 0 0,-1 1-1 0 0,1-1 1 0 0,0 0-1 0 0,0 1 1 0 0,0-1-1 0 0,0 0 1 0 0,0 0-1 0 0,0 0 0 0 0,0 0 1 0 0,0 0-1 0 0,0-1 1 0 0,0 1-1 0 0,0-1 1 0 0,1 1-1 0 0,3-1 1 0 0,7 0-50 0 0,1-1 0 0 0,-1 0 0 0 0,0-1-1 0 0,1-1 1 0 0,-1 0 0 0 0,0-1 0 0 0,0 0 0 0 0,-1-1 0 0 0,13-7 0 0 0,-7 3-895 0 0,0-1-1 0 0,16-12 1 0 0,-22 13-1464 0 0,0-1 0 0 0,20-21 1 0 0,-18 15-2198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6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119 133 2224 0 0,'-101'3'9256'0'0,"98"-3"-8841"0"0,0 1-53 0 0,-9 1 336 0 0,20 1 680 0 0,26 0-412 0 0,60-15-702 0 0,-1-5 0 0 0,98-29 0 0 0,-31 6-1398 0 0,-129 32 393 0 0,60-10-5364 0 0,-55 15 398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7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61 1540 0 0,'-2'-48'8743'0'0,"2"46"-7890"0"0,-3-8 226 0 0,-1 18-966 0 0,0 0 0 0 0,0 1 0 0 0,0-1 0 0 0,1 1-1 0 0,1 0 1 0 0,-4 17 0 0 0,0 1 179 0 0,-19 67 695 0 0,-91 360 1813 0 0,110-426-2677 0 0,-3 42 1 0 0,8-61-90 0 0,0 0-1 0 0,1 0 1 0 0,1 0 0 0 0,0 0 0 0 0,0 0 0 0 0,0-1 0 0 0,1 1 0 0 0,0 0 0 0 0,4 8 0 0 0,-5-15-21 0 0,0 0 1 0 0,0 0 0 0 0,0 0 0 0 0,1 0 0 0 0,-1 0 0 0 0,0-1-1 0 0,1 1 1 0 0,-1 0 0 0 0,1-1 0 0 0,0 1 0 0 0,-1-1 0 0 0,1 0-1 0 0,0 1 1 0 0,0-1 0 0 0,0 0 0 0 0,0 0 0 0 0,0 0 0 0 0,0-1-1 0 0,3 2 1 0 0,0-1-12 0 0,-1-1-1 0 0,0 1 1 0 0,1-1-1 0 0,-1 0 1 0 0,1 0-1 0 0,-1-1 1 0 0,0 1-1 0 0,1-1 1 0 0,5-2-1 0 0,5-2-475 0 0,0-1 0 0 0,0 0 1 0 0,-1-2-1 0 0,20-12 0 0 0,-21 11-930 0 0,0 0-1 0 0,-1-1 0 0 0,0-1 1 0 0,0 0-1 0 0,12-16 1 0 0,-7 5-3357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7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66 193 2268 0 0,'-51'-9'8110'0'0,"37"7"-5946"0"0,18 2-1965 0 0,28-1 23 0 0,0-2-1 0 0,48-10 0 0 0,64-23-347 0 0,32-22-2159 0 0,-61 13-2404 0 0,-56 19 788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8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469 140 2484 0 0,'-33'-28'7822'0'0,"28"23"-6126"0"0,-8-4 307 0 0,13 9-1979 0 0,0 0-1 0 0,0 0 1 0 0,-1 0 0 0 0,1-1-1 0 0,0 1 1 0 0,0 0 0 0 0,0 0-1 0 0,-1-1 1 0 0,1 1 0 0 0,0 0-1 0 0,0 0 1 0 0,0-1 0 0 0,0 1-1 0 0,0 0 1 0 0,0 0 0 0 0,0-1-1 0 0,-1 1 1 0 0,1 0 0 0 0,0-1-1 0 0,0 1 1 0 0,0 0 0 0 0,0-1-1 0 0,0 1 1 0 0,0 0-1 0 0,0 0 1 0 0,1-1 0 0 0,-1 1-1 0 0,0 0 1 0 0,0-1 0 0 0,0 1-1 0 0,0 0 1 0 0,0 0 0 0 0,0-1-1 0 0,0 1 1 0 0,1 0 0 0 0,-1 0-1 0 0,0-1 1 0 0,0 1 0 0 0,0 0-1 0 0,1 0 1 0 0,-1-1 0 0 0,0 1-1 0 0,0 0 1 0 0,1 0 0 0 0,-1 0-1 0 0,0 0 1 0 0,0-1 0 0 0,1 1-1 0 0,-1 0 1 0 0,0 0-1 0 0,0 0 1 0 0,1 0 0 0 0,-1 0-1 0 0,0 0 1 0 0,1 0 0 0 0,-1 0-1 0 0,161-30 655 0 0,-42 9-543 0 0,55-9 95 0 0,-172 29-225 0 0,0 1-1 0 0,1-1 1 0 0,-1 0-1 0 0,0 1 1 0 0,0-1-1 0 0,0 1 0 0 0,0 0 1 0 0,1 0-1 0 0,-1 0 1 0 0,0 0-1 0 0,0 0 1 0 0,0 1-1 0 0,0-1 1 0 0,1 1-1 0 0,-1-1 1 0 0,0 1-1 0 0,0 0 1 0 0,0-1-1 0 0,0 1 1 0 0,0 0-1 0 0,0 1 1 0 0,2 0-1 0 0,-2 1 40 0 0,-1-1-1 0 0,1 1 1 0 0,-1 0-1 0 0,1 0 1 0 0,-1-1 0 0 0,0 1-1 0 0,0 0 1 0 0,0 0-1 0 0,0 0 1 0 0,-1 0 0 0 0,1 0-1 0 0,-1 0 1 0 0,0 0-1 0 0,0 4 1 0 0,0 42 913 0 0,-12 96 0 0 0,2-55-216 0 0,-103 1052 3573 0 0,44-527-4056 0 0,27-226-182 0 0,21-218-170 0 0,-53 207 0 0 0,69-360 413 0 0,0 1 1 0 0,-1-1-1 0 0,-1 0 1 0 0,-13 25 0 0 0,18-39-245 0 0,-1 1 0 0 0,0-1 0 0 0,0 0 0 0 0,0 0 0 0 0,-1 0 0 0 0,0-1 0 0 0,1 1 0 0 0,-1-1 0 0 0,0 1 0 0 0,0-1 0 0 0,-1-1 0 0 0,1 1 0 0 0,-1-1 0 0 0,1 1 0 0 0,-1-1 0 0 0,0-1 0 0 0,0 1 0 0 0,0-1 0 0 0,0 1 0 0 0,0-2 0 0 0,-8 2 1 0 0,-2-2-44 0 0,1-1 0 0 0,-1 0 0 0 0,1-1 1 0 0,-1-1-1 0 0,1 0 0 0 0,0-1 1 0 0,1-1-1 0 0,-18-7 0 0 0,-9-7-45 0 0,-51-33-1 0 0,73 41-326 0 0,-5-2-267 0 0,1-1-1 0 0,1-2 1 0 0,-29-24 0 0 0,45 34-77 0 0,0 0 0 0 0,-1 0 1 0 0,2-1-1 0 0,-1 1 0 0 0,1-1 1 0 0,-5-11-1 0 0,7 13-211 0 0,0 0 0 0 0,0 0 0 0 0,1-1 0 0 0,-1 1 0 0 0,2 0-1 0 0,-1-1 1 0 0,0 1 0 0 0,1-1 0 0 0,0 1 0 0 0,1-9 0 0 0,5-12-7080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8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86 326 432 0 0,'-10'-6'4591'0'0,"2"1"-3479"0"0,0 0-1 0 0,1-1 0 0 0,0 1 1 0 0,0-1-1 0 0,0-1 1 0 0,1 1-1 0 0,-10-14 1 0 0,15 18-1056 0 0,-1 0 1 0 0,1-1 0 0 0,0 1 0 0 0,0 0 0 0 0,0-1-1 0 0,0 1 1 0 0,1 0 0 0 0,-1-1 0 0 0,1 1 0 0 0,-1-1-1 0 0,1 1 1 0 0,0-1 0 0 0,0 1 0 0 0,0-1 0 0 0,0 0-1 0 0,1 1 1 0 0,-1-1 0 0 0,1 1 0 0 0,-1-1 0 0 0,1 1-1 0 0,0 0 1 0 0,0-1 0 0 0,0 1 0 0 0,0 0 0 0 0,0 0-1 0 0,3-4 1 0 0,0-1-46 0 0,1 1 0 0 0,0 0 0 0 0,0 0 0 0 0,0 0 0 0 0,0 1 0 0 0,1 0 0 0 0,10-8-1 0 0,-15 13-9 0 0,3-3-2 0 0,0 0 1 0 0,0 1-1 0 0,0-1 1 0 0,0 1-1 0 0,1 0 0 0 0,-1 1 1 0 0,1-1-1 0 0,7-1 1 0 0,-7 2-1 0 0,-1 0 1 0 0,0 1-1 0 0,0 0 1 0 0,1-1-1 0 0,-1 1 1 0 0,1 1-1 0 0,-1-1 1 0 0,0 0-1 0 0,0 1 1 0 0,1 0-1 0 0,-1 0 0 0 0,0 1 1 0 0,0-1-1 0 0,0 1 1 0 0,0 0-1 0 0,0 0 1 0 0,0 0-1 0 0,0 0 1 0 0,-1 1-1 0 0,1-1 1 0 0,-1 1-1 0 0,0 0 1 0 0,0 0-1 0 0,3 4 1 0 0,1 3-3 0 0,-1 0 1 0 0,0 0 0 0 0,-1 0 0 0 0,0 1 0 0 0,-1 0 0 0 0,5 16-1 0 0,-5-13 3 0 0,8 33 11 0 0,-9-36-4 0 0,-1 0 1 0 0,1 0-1 0 0,1 0 0 0 0,0-1 0 0 0,0 1 1 0 0,1-1-1 0 0,7 11 0 0 0,-10-19 2 0 0,0 0 0 0 0,0 0 1 0 0,0 0-1 0 0,0 0 0 0 0,1-1 0 0 0,-1 1 0 0 0,1-1 0 0 0,-1 1 0 0 0,1-1 0 0 0,0 0 0 0 0,-1 0 0 0 0,1 0 0 0 0,0 0 0 0 0,0-1 0 0 0,0 1 0 0 0,-1-1 0 0 0,1 0 0 0 0,0 0 0 0 0,0 0 0 0 0,0 0 0 0 0,0 0 0 0 0,5-2 0 0 0,2 1 6 0 0,-1-1 1 0 0,0-1-1 0 0,0 0 1 0 0,0 0-1 0 0,-1-1 1 0 0,10-5-1 0 0,2-2 23 0 0,-1-2 0 0 0,-1 0 0 0 0,0-1 0 0 0,-1 0 0 0 0,-1-2 0 0 0,25-29 0 0 0,-30 31-92 0 0,0 0 0 0 0,-2-1 1 0 0,0 0-1 0 0,0 0 0 0 0,-2-1 0 0 0,0-1 1 0 0,-1 1-1 0 0,0-1 0 0 0,3-20 0 0 0,3-8-3349 0 0,-1 17-1803 0 0,-3 11 604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8:59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935 219 68 0 0,'6'-10'2138'0'0,"0"-1"0"0"0,-1 0 0 0 0,0 0 0 0 0,0 0 0 0 0,2-13 0 0 0,-5 19-1751 0 0,-1 0 1 0 0,-1-1-1 0 0,1 1 0 0 0,-1-1 1 0 0,0 1-1 0 0,0-1 0 0 0,0 1 1 0 0,-1 0-1 0 0,0-1 1 0 0,0 1-1 0 0,0 0 0 0 0,-1 0 1 0 0,-2-6-1 0 0,2 8-336 0 0,0 0 1 0 0,0 0-1 0 0,0 0 1 0 0,0 0-1 0 0,0 0 0 0 0,-1 0 1 0 0,0 1-1 0 0,1-1 1 0 0,-1 1-1 0 0,0 0 0 0 0,0 0 1 0 0,-1 0-1 0 0,1 0 1 0 0,0 0-1 0 0,-4-1 0 0 0,-4-2 37 0 0,6 2-79 0 0,0 1 0 0 0,-1 0 1 0 0,1 0-1 0 0,-1 0 0 0 0,0 1 0 0 0,1 0 0 0 0,-1 0 0 0 0,0 1 1 0 0,0-1-1 0 0,0 1 0 0 0,-7 1 0 0 0,3 0-4 0 0,1 0-1 0 0,0 1 1 0 0,-1 0 0 0 0,1 1-1 0 0,-18 7 1 0 0,14-3-8 0 0,0 0 1 0 0,0 1-1 0 0,1 0 0 0 0,0 1 0 0 0,1 0 0 0 0,-1 1 1 0 0,2 1-1 0 0,-19 22 0 0 0,15-14 1 0 0,2 0 0 0 0,0 1 1 0 0,1 0-1 0 0,1 1 0 0 0,-8 25 0 0 0,-2 20 17 0 0,3 1 0 0 0,-15 126-1 0 0,30-177-9 0 0,-20 153 412 0 0,-73 501 796 0 0,-28-5-354 0 0,-7-37-468 0 0,118-563-400 0 0,-74 495 43 0 0,79-506 9 0 0,3-26 62 0 0,1 0 1 0 0,1 42 0 0 0,3-69-85 0 0,-1 0 0 0 0,0 1 1 0 0,1-1-1 0 0,-1 0 0 0 0,1 1 0 0 0,-1-1 1 0 0,1 0-1 0 0,-1 0 0 0 0,1 1 1 0 0,0-1-1 0 0,0 0 0 0 0,0 0 0 0 0,0 0 1 0 0,0 0-1 0 0,0 0 0 0 0,0 0 1 0 0,0 0-1 0 0,0 0 0 0 0,0-1 0 0 0,0 1 1 0 0,1 0-1 0 0,-1-1 0 0 0,0 1 0 0 0,0-1 1 0 0,1 1-1 0 0,-1-1 0 0 0,0 0 1 0 0,1 1-1 0 0,-1-1 0 0 0,1 0 0 0 0,-1 0 1 0 0,0 0-1 0 0,2 0 0 0 0,6 0 10 0 0,0 0 0 0 0,0 0-1 0 0,16-4 1 0 0,14-5-393 0 0,1-1-1 0 0,-1-2 1 0 0,61-29 0 0 0,107-65-5988 0 0,-178 90 4942 0 0,37-22-3376 0 0,2-3-2312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9:00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122 379 136 0 0,'9'-31'9508'0'0,"3"-23"-369"0"0,-12 54-9066 0 0,0 0-1 0 0,0 0 1 0 0,0 0-1 0 0,0 0 1 0 0,1-1-1 0 0,-1 1 1 0 0,0 0-1 0 0,0 0 1 0 0,0-1-1 0 0,0 1 1 0 0,0 0-1 0 0,0 0 1 0 0,0 0-1 0 0,0-1 1 0 0,0 1 0 0 0,0 0-1 0 0,0 0 1 0 0,0-1-1 0 0,0 1 1 0 0,0 0-1 0 0,0 0 1 0 0,0 0-1 0 0,0-1 1 0 0,0 1-1 0 0,0 0 1 0 0,0 0-1 0 0,0-1 1 0 0,-1 1-1 0 0,1 0 1 0 0,0 0 0 0 0,0 0-1 0 0,0-1 1 0 0,-8 10-51 0 0,0 1 1 0 0,1 0 0 0 0,1 0 0 0 0,0 0-1 0 0,0 1 1 0 0,1 0 0 0 0,-6 18 0 0 0,1-6-1 0 0,-42 116-4 0 0,45-116-7 0 0,2-1 0 0 0,1 1-1 0 0,0 0 1 0 0,0 33 0 0 0,4-49 3 0 0,0-1 0 0 0,1 0 0 0 0,-1 1 0 0 0,1-1 0 0 0,1 0 0 0 0,-1 0 0 0 0,1 0 0 0 0,0 0 0 0 0,0 0 0 0 0,5 9 0 0 0,-4-12-2 0 0,-1 1 0 0 0,1-1 0 0 0,0 0 0 0 0,0 1 1 0 0,0-1-1 0 0,0-1 0 0 0,0 1 0 0 0,1 0 0 0 0,-1-1 0 0 0,1 0 0 0 0,0 0 0 0 0,0 0 0 0 0,0 0 0 0 0,0 0 0 0 0,0-1 1 0 0,5 2-1 0 0,7 0 18 0 0,0-1 1 0 0,-1 0-1 0 0,1-1 1 0 0,0-1-1 0 0,0-1 1 0 0,-1 0 0 0 0,1-1-1 0 0,29-7 1 0 0,-19 2 10 0 0,0-1 1 0 0,0-2-1 0 0,-1 0 1 0 0,32-19-1 0 0,-35 15-6 0 0,0-2 0 0 0,-1 0-1 0 0,0-1 1 0 0,-2-1 0 0 0,0 0-1 0 0,-1-2 1 0 0,-1 0 0 0 0,0-1-1 0 0,-2-1 1 0 0,-1 0 0 0 0,0-1-1 0 0,13-33 1 0 0,-19 37-16 0 0,-1-1-1 0 0,-1 0 1 0 0,0 0-1 0 0,-2-1 1 0 0,0 1-1 0 0,-1-1 1 0 0,-1-21-1 0 0,-2 26-7 0 0,-1 0-1 0 0,0 1 1 0 0,-1-1 0 0 0,-1 0-1 0 0,-1 1 1 0 0,0 0 0 0 0,-1 0-1 0 0,0 0 1 0 0,-15-27 0 0 0,17 35-14 0 0,-1 1 0 0 0,0-1 1 0 0,0 1-1 0 0,-1-1 0 0 0,0 1 0 0 0,0 1 1 0 0,0-1-1 0 0,-1 1 0 0 0,0 0 1 0 0,0 0-1 0 0,0 1 0 0 0,-1-1 0 0 0,1 1 1 0 0,-1 1-1 0 0,0-1 0 0 0,0 1 1 0 0,-1 1-1 0 0,1-1 0 0 0,0 1 0 0 0,-1 0 1 0 0,1 1-1 0 0,-1 0 0 0 0,0 0 1 0 0,1 1-1 0 0,-1 0 0 0 0,0 0 0 0 0,-11 2 1 0 0,6 1-46 0 0,0 0 1 0 0,1 0-1 0 0,0 2 0 0 0,0 0 1 0 0,0 0-1 0 0,0 1 1 0 0,1 0-1 0 0,0 1 0 0 0,0 0 1 0 0,-10 9-1 0 0,7-3-239 0 0,0 1 0 0 0,1 0-1 0 0,1 1 1 0 0,0 0 0 0 0,1 0-1 0 0,-11 22 1 0 0,6-8-859 0 0,3 0 0 0 0,0 1 0 0 0,-8 33 0 0 0,9-20-2976 0 0,-9 67 1 0 0,16-66-1038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9:01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26 124 0 0,'42'-26'27118'0'0,"-42"39"-27079"0"0,-3 28-11 0 0,-2-1 0 0 0,-2 1 0 0 0,-15 50 0 0 0,11-45-102 0 0,8-35-106 0 0,-30 149-2204 0 0,24-80-1907 0 0,8-54-228 0 0,2 30-1 0 0,2-25-4501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9:02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66 164 0 0,'12'-33'8573'0'0,"-6"0"-510"0"0,-10 50-7828 0 0,-71 330 2635 0 0,26-116-2487 0 0,49-231-384 0 0,-16 82-1162 0 0,12-28-5525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9:03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1189 85 996 0 0,'-20'-33'8499'0'0,"14"23"-6664"0"0,5 8-1299 0 0,-9-7 1525 0 0,10 9-2001 0 0,0 0 0 0 0,-1 0 0 0 0,1 0 0 0 0,0 0 0 0 0,0-1 0 0 0,-1 1 0 0 0,1 0 0 0 0,0 0 0 0 0,0 0 0 0 0,-1 0 0 0 0,1-1 0 0 0,0 1 1 0 0,0 0-1 0 0,0 0 0 0 0,-1 0 0 0 0,1-1 0 0 0,0 1 0 0 0,0 0 0 0 0,0 0 0 0 0,0-1 0 0 0,0 1 0 0 0,0 0 0 0 0,-1 0 0 0 0,1-1 0 0 0,0 1 0 0 0,0 0 0 0 0,0-1 0 0 0,0 1 0 0 0,0 0 0 0 0,0 0 0 0 0,0-1 0 0 0,0 1 0 0 0,0 0 0 0 0,0-1 0 0 0,0 1 0 0 0,0 0 0 0 0,1 0 0 0 0,-1-1 0 0 0,0 1 0 0 0,0 0 0 0 0,0-1 0 0 0,209-7 1780 0 0,-51-2-1423 0 0,-156 10-407 0 0,6 1-13 0 0,19-4 14 0 0,-25 3 4 0 0,0 0 0 0 0,-1 1 0 0 0,1-1 0 0 0,0 1 0 0 0,0-1 0 0 0,-1 1 0 0 0,1 0-1 0 0,0 0 1 0 0,-1-1 0 0 0,1 1 0 0 0,-1 0 0 0 0,1 0 0 0 0,-1 1 0 0 0,0-1 0 0 0,1 0 0 0 0,-1 0 0 0 0,0 1 0 0 0,0-1 0 0 0,0 1 0 0 0,0-1 0 0 0,0 1-1 0 0,1 2 1 0 0,15 39 761 0 0,-16-40-731 0 0,8 35 455 0 0,-1 0 1 0 0,-2 1-1 0 0,-1 0 0 0 0,-2 0 0 0 0,-3 50 1 0 0,-30 195 870 0 0,-86 300-289 0 0,62-336-800 0 0,-238 1264-224 0 0,271-1393-136 0 0,-91 557 238 0 0,87-488-5 0 0,16-146 2843 0 0,8-39-2493 0 0,1-3-490 0 0,0 1 0 0 0,0-1 0 0 0,0 0 0 0 0,0 0-1 0 0,0 0 1 0 0,0 1 0 0 0,0-1 0 0 0,0 0 0 0 0,0 0 0 0 0,0 0-1 0 0,0 1 1 0 0,0-1 0 0 0,-1 0 0 0 0,1 0 0 0 0,0 1 0 0 0,0-1-1 0 0,0 0 1 0 0,0 0 0 0 0,0 0 0 0 0,0 0 0 0 0,-1 1 0 0 0,1-1-1 0 0,0 0 1 0 0,0 0 0 0 0,0 0 0 0 0,0 0 0 0 0,-1 0 0 0 0,1 0 0 0 0,0 1-1 0 0,0-1 1 0 0,0 0 0 0 0,0 0 0 0 0,-1 0 0 0 0,1 0 0 0 0,0 0-1 0 0,0 0 1 0 0,-1 0 0 0 0,-21 0 2 0 0,-1 0-1 0 0,1-2 1 0 0,-39-8-1 0 0,-1 1-951 0 0,-328-29-6539 0 0,126 22-2573 0 0,138 10 855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0:29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17 120 0 0,'0'0'1256'0'0,"9"-7"12"0"0,-2 2-852 0 0,3 4-508 0 0,2-3-1076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0:48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0 420 0 0,'-12'5'3704'0'0,"2"-1"-1519"0"0,25-1-4874 0 0,-3-6 1473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0:50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1100 0 0,'0'0'6597'0'0,"-8"1"-5759"0"0,4-1-1208 0 0,19 2-3751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0:52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1316 0 0,'0'0'4116'0'0,"17"0"-4043"0"0,-2-1-650 0 0,6 1-1947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0:52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0 1468 0 0,'0'0'1696'0'0,"-14"4"584"0"0,4 1-411 0 0,-2-2-1709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0:2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1 112 0 0,'0'0'919'0'0,"11"25"-405"0"0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0:28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 0 0,'0'0'1645'0'0,"10"4"-1631"0"0,-3 0-378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0:5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6 804 0 0,'0'0'3736'0'0,"-5"-5"-3668"0"0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09:45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31 1360 0 0,'-7'-1'11628'0'0,"29"2"-10992"0"0,9-1-657 0 0,247-25 654 0 0,-275 25-619 0 0,30-4 15 0 0,-30 4-11 0 0,8-1 18 0 0,-4 0-2824 0 0,-4 1 2371 0 0,2 0-44 0 0,19 0-7802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00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1 140 0 0,'68'13'3926'0'0,"-65"-13"-3734"0"0,-1 1-38 0 0,23 2 216 0 0,-23-3-176 0 0,1 0-184 0 0,7 0-10 0 0,-7 0 30 0 0,-1-7-140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0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16 748 0 0,'0'0'1152'0'0,"-2"-1"-248"0"0,-20-4 1100 0 0,20 4-1543 0 0,-4 0-263 0 0,2-2 376 0 0,12 0-557 0 0,-6 2 6 0 0,9 0-1811 0 0,-24 13-575 0 0,5-8 1713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43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4 131 896 0 0,'2'-8'1527'0'0,"-1"0"0"0"0,-1 0 0 0 0,1 1 0 0 0,-1-1 0 0 0,-1 0-1 0 0,-2-14 1 0 0,0-22 4110 0 0,2 27-1285 0 0,11 29-2780 0 0,18 30-421 0 0,37 78 1 0 0,11 54-486 0 0,-20-46-289 0 0,172 323 162 0 0,-191-389-1667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43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822 58 524 0 0,'3'-16'6184'0'0,"0"-25"5174"0"0,-4 42-11210 0 0,-1 0 1 0 0,0 0-1 0 0,1 0 1 0 0,-1 0-1 0 0,1 0 1 0 0,0 0-1 0 0,-1 1 1 0 0,1-1-1 0 0,0 0 1 0 0,-1 1-1 0 0,1-1 1 0 0,0 1-1 0 0,0 0 1 0 0,-1 3-1 0 0,-1-1 38 0 0,-470 699 3254 0 0,469-697-3449 0 0,-79 115-613 0 0,-95 187 1 0 0,137-213-2858 0 0,21-30-5120 0 0,15-43 414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44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98 1940 0 0,'1'-7'1631'0'0,"3"-12"6212"0"0,1 10-7443 0 0,-3 7-132 0 0,20-23 1319 0 0,-16 21-1452 0 0,1-1 0 0 0,-1 1-1 0 0,1 1 1 0 0,0-1-1 0 0,0 1 1 0 0,1 1 0 0 0,-1-1-1 0 0,1 1 1 0 0,-1 0 0 0 0,1 1-1 0 0,0 0 1 0 0,0 0 0 0 0,-1 0-1 0 0,15 2 1 0 0,-19 0-76 0 0,0 0 1 0 0,0 1-1 0 0,0-1 1 0 0,0 1 0 0 0,0-1-1 0 0,0 1 1 0 0,0 0-1 0 0,-1 0 1 0 0,1 0-1 0 0,-1 1 1 0 0,1-1 0 0 0,-1 0-1 0 0,0 1 1 0 0,0 0-1 0 0,0-1 1 0 0,0 1-1 0 0,-1 0 1 0 0,1 0-1 0 0,-1 0 1 0 0,2 4 0 0 0,-1-1 25 0 0,-1 0 1 0 0,1 1 0 0 0,-1-1-1 0 0,-1 0 1 0 0,1 1 0 0 0,-1-1-1 0 0,0 0 1 0 0,0 1 0 0 0,-1-1-1 0 0,0 0 1 0 0,0 1-1 0 0,0-1 1 0 0,-1 0 0 0 0,0 0-1 0 0,0 0 1 0 0,-4 7 0 0 0,-4 7 76 0 0,0 0 1 0 0,-2 0 0 0 0,-16 20-1 0 0,2-5 375 0 0,-2-2 0 0 0,-62 59 0 0 0,88-90-164 0 0,-2-5-261 0 0,3 3-110 0 0,1 0 0 0 0,0 0 0 0 0,0 0 1 0 0,0 0-1 0 0,-1 0 0 0 0,1 0 0 0 0,0-1 0 0 0,0 1 0 0 0,-1 0 0 0 0,1 0 1 0 0,0 0-1 0 0,0 0 0 0 0,0 0 0 0 0,-1 0 0 0 0,1-1 0 0 0,0 1 1 0 0,0 0-1 0 0,0 0 0 0 0,0 0 0 0 0,-1 0 0 0 0,1-1 0 0 0,0 1 0 0 0,0 0 1 0 0,0 0-1 0 0,0 0 0 0 0,0-1 0 0 0,0 1 0 0 0,0 0 0 0 0,-1 0 1 0 0,1-1-1 0 0,0 1 0 0 0,0 0 0 0 0,0 0 0 0 0,0-1 0 0 0,4-5 13 0 0,0 1-1 0 0,0-1 1 0 0,1 1 0 0 0,-1 0-1 0 0,1 0 1 0 0,0 0-1 0 0,0 0 1 0 0,1 1-1 0 0,0 0 1 0 0,-1 0-1 0 0,1 1 1 0 0,1 0 0 0 0,-1 0-1 0 0,0 0 1 0 0,1 0-1 0 0,-1 1 1 0 0,1 1-1 0 0,0-1 1 0 0,10-1 0 0 0,-1 1-3 0 0,-1 1 0 0 0,0 0 0 0 0,1 1 0 0 0,0 0 0 0 0,-1 2 1 0 0,0-1-1 0 0,29 9 0 0 0,-36-8 25 0 0,0 1 0 0 0,-1-1 0 0 0,0 2-1 0 0,1-1 1 0 0,-1 1 0 0 0,0 0 0 0 0,-1 1 0 0 0,1 0 0 0 0,-1 0-1 0 0,0 0 1 0 0,0 1 0 0 0,-1-1 0 0 0,1 1 0 0 0,6 12 0 0 0,-9-13 7 0 0,0 0 1 0 0,-1 0-1 0 0,1 0 1 0 0,-1 1-1 0 0,0-1 1 0 0,-1 1-1 0 0,0-1 1 0 0,0 1-1 0 0,0 0 0 0 0,0 0 1 0 0,-1-1-1 0 0,0 1 1 0 0,0 0-1 0 0,0 0 1 0 0,-1-1-1 0 0,0 1 1 0 0,0 0-1 0 0,-1-1 1 0 0,1 1-1 0 0,-6 10 1 0 0,-1 0 132 0 0,0 0-1 0 0,-2-1 1 0 0,1 0 0 0 0,-2 0 0 0 0,0-1 0 0 0,-1 0 0 0 0,0-1-1 0 0,-1-1 1 0 0,-1 0 0 0 0,-26 18 0 0 0,28-22-78 0 0,0 0 1 0 0,-1-1-1 0 0,-1-1 0 0 0,1 0 1 0 0,-1-1-1 0 0,0 0 1 0 0,0-1-1 0 0,0-1 0 0 0,0 0 1 0 0,-1-1-1 0 0,1 0 0 0 0,-1-1 1 0 0,-24-2-1 0 0,33 0-133 0 0,-1 0 0 0 0,0 0 0 0 0,1 0-1 0 0,-1-1 1 0 0,1 0 0 0 0,0-1 0 0 0,0 0 0 0 0,0 0 0 0 0,0 0-1 0 0,-7-5 1 0 0,11 7-153 0 0,0-1-1 0 0,1 1 1 0 0,-1-1 0 0 0,1 1-1 0 0,-1-1 1 0 0,1 0 0 0 0,-1 1-1 0 0,1-1 1 0 0,0 0 0 0 0,0 0-1 0 0,0 0 1 0 0,0 0 0 0 0,0 0-1 0 0,1 0 1 0 0,-1 0 0 0 0,1 0-1 0 0,-1 0 1 0 0,1 0-1 0 0,0 0 1 0 0,-1-1 0 0 0,1 1-1 0 0,0 0 1 0 0,1 0 0 0 0,-1 0-1 0 0,0 0 1 0 0,1 0 0 0 0,-1-1-1 0 0,1 1 1 0 0,-1 0 0 0 0,1 0-1 0 0,0 0 1 0 0,0 0-1 0 0,0 0 1 0 0,0 1 0 0 0,2-3-1 0 0,3-5-1407 0 0,0 1-1 0 0,1 0 1 0 0,0 1 0 0 0,0-1-1 0 0,15-10 1 0 0,6-5-5737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45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110 263 2376 0 0,'-29'2'3701'0'0,"11"-1"-768"0"0,-1 1 0 0 0,-25 5 1211 0 0,44-6-4088 0 0,1-1-1 0 0,-1 1 1 0 0,0-1-1 0 0,0 1 1 0 0,0-1-1 0 0,0 1 1 0 0,0-1-1 0 0,1 1 1 0 0,-1-1-1 0 0,0 0 1 0 0,1 1-1 0 0,-1-1 1 0 0,0 1-1 0 0,1-1 1 0 0,-1 1-1 0 0,0-1 1 0 0,1 0-1 0 0,-1 1 1 0 0,1-1-1 0 0,-1 0 1 0 0,0 0-1 0 0,1 1 1 0 0,-1-1-1 0 0,1 0 1 0 0,0 1-1 0 0,55-1 327 0 0,-1-3-1 0 0,1-1 1 0 0,63-15 0 0 0,-82 13-313 0 0,-14 2-61 0 0,44-6-99 0 0,78-24-1 0 0,-137 32-58 0 0,-1-1 0 0 0,0 0 0 0 0,1 0 0 0 0,-1-1 0 0 0,-1 0 0 0 0,1 0-1 0 0,8-7 1 0 0,-13 9 93 0 0,0 1 0 0 0,0-1-1 0 0,0 0 1 0 0,-1 0-1 0 0,1 0 1 0 0,-1 0 0 0 0,1 0-1 0 0,-1 0 1 0 0,0 0 0 0 0,0 0-1 0 0,0 0 1 0 0,0 0-1 0 0,0-1 1 0 0,0 1 0 0 0,-1-1-1 0 0,1 1 1 0 0,-1 0-1 0 0,1-1 1 0 0,-1 1 0 0 0,0-1-1 0 0,0 1 1 0 0,0-1-1 0 0,0 1 1 0 0,-1-1 0 0 0,1 1-1 0 0,-1 0 1 0 0,-1-5-1 0 0,-4-5 37 0 0,0-1 0 0 0,-1 1 0 0 0,-15-19 0 0 0,-3-7 1888 0 0,30 42-1710 0 0,1-1 0 0 0,0 1 0 0 0,-1 0 1 0 0,0 1-1 0 0,0-1 0 0 0,0 1 0 0 0,0 0 1 0 0,-1 1-1 0 0,0-1 0 0 0,0 1 0 0 0,0-1 1 0 0,-1 1-1 0 0,0 0 0 0 0,0 1 0 0 0,4 12 1 0 0,-4-8-109 0 0,0 0-1 0 0,-1 1 1 0 0,0 0 0 0 0,0-1 0 0 0,-1 1-1 0 0,-1 0 1 0 0,0 0 0 0 0,-2 16 0 0 0,-1-13-61 0 0,-1 1 0 0 0,0-1 0 0 0,-1 0 0 0 0,-10 22 0 0 0,-34 56-2085 0 0,7-13-7263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46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1029 93 1820 0 0,'26'-56'10906'0'0,"-25"54"-10586"0"0,0 1-1 0 0,0 0 1 0 0,-1 0 0 0 0,1-1 0 0 0,-1 1-1 0 0,1 0 1 0 0,-1-1 0 0 0,0 1 0 0 0,1 0-1 0 0,-1-1 1 0 0,0 1 0 0 0,0-1-1 0 0,0 1 1 0 0,0-1 0 0 0,0 1 0 0 0,0 0-1 0 0,-1-1 1 0 0,1 1 0 0 0,-1-2 0 0 0,-3-4-1 0 0,2 7-85 0 0,-1-1-32 0 0,-8 1-99 0 0,1 0 0 0 0,0 1 0 0 0,0 0 0 0 0,0 1 0 0 0,0 0 0 0 0,0 1 0 0 0,-13 4 0 0 0,-71 34 308 0 0,74-32-351 0 0,8-3-42 0 0,-1 1-1 0 0,2 0 0 0 0,-1 1 0 0 0,1 0 1 0 0,0 1-1 0 0,0 0 0 0 0,1 0 1 0 0,-14 18-1 0 0,13-11 72 0 0,0 0 1 0 0,1 0 0 0 0,0 1-1 0 0,1 0 1 0 0,-9 27-1 0 0,2 10 201 0 0,2 2-1 0 0,3-1 1 0 0,-6 66-1 0 0,17-116-278 0 0,-35 343 902 0 0,14-131-606 0 0,-2 10 211 0 0,-76 662 919 0 0,-92 249-461 0 0,79-490-791 0 0,82-463 45 0 0,12-76-109 0 0,-49 395 340 0 0,64-459-421 0 0,4 78-1 0 0,0-111-99 0 0,0 0 0 0 0,1 0 0 0 0,0 0 0 0 0,1-1 0 0 0,1 1-1 0 0,0 0 1 0 0,0-1 0 0 0,1 0 0 0 0,0 0 0 0 0,1-1 0 0 0,12 17 0 0 0,-15-23-105 0 0,0-1 1 0 0,0 0 0 0 0,1 0 0 0 0,-1 0-1 0 0,1-1 1 0 0,0 1 0 0 0,-1-1 0 0 0,1 0-1 0 0,0 0 1 0 0,0 0 0 0 0,1-1 0 0 0,5 2-1 0 0,-2-1-213 0 0,0-1-1 0 0,0 0 0 0 0,0 0 1 0 0,1-1-1 0 0,-1 0 1 0 0,10-1-1 0 0,5-3-840 0 0,0 0 0 0 0,-1-2-1 0 0,39-15 1 0 0,-14 2-2728 0 0,47-28 0 0 0,-20 5-3631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4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34 644 260 0 0,'-11'6'9446'0'0,"10"-4"-9132"0"0,-1-1-1 0 0,0 0 1 0 0,1 1 0 0 0,-1 0-1 0 0,1-1 1 0 0,0 1 0 0 0,-1 0-1 0 0,1 0 1 0 0,0 0-1 0 0,0-1 1 0 0,0 1 0 0 0,0 0-1 0 0,0 1 1 0 0,1-1 0 0 0,-2 3-1 0 0,1 1 47 0 0,1 0-1 0 0,-1 0 1 0 0,1 0-1 0 0,0 0 1 0 0,1 10 0 0 0,1-5-115 0 0,0 0 1 0 0,1-1 0 0 0,0 1-1 0 0,0-1 1 0 0,1 0-1 0 0,7 13 1 0 0,-5-14-125 0 0,-1 0 0 0 0,1-1 1 0 0,0 0-1 0 0,1 0 0 0 0,0-1 0 0 0,0 1 0 0 0,1-2 1 0 0,0 1-1 0 0,16 10 0 0 0,-17-13-90 0 0,0-1 0 0 0,0 0 0 0 0,1 0 0 0 0,-1-1 0 0 0,1 1 0 0 0,-1-2 0 0 0,1 1 0 0 0,0-1 0 0 0,-1 0 0 0 0,1-1 0 0 0,0 0 0 0 0,0 0 0 0 0,11-2 0 0 0,-3 0-14 0 0,-1-2-1 0 0,0 1 0 0 0,0-2 1 0 0,0 0-1 0 0,-1-1 1 0 0,0 0-1 0 0,0-2 1 0 0,0 1-1 0 0,-1-1 0 0 0,0-1 1 0 0,-1-1-1 0 0,1 0 1 0 0,-2 0-1 0 0,0-1 1 0 0,0 0-1 0 0,-1-1 0 0 0,9-14 1 0 0,-3 2-15 0 0,-2-1 0 0 0,0-1 1 0 0,-2 0-1 0 0,0-1 0 0 0,-2 0 0 0 0,-1-1 1 0 0,-2 0-1 0 0,6-37 0 0 0,-4 9 13 0 0,3-101-1 0 0,-12 131-5 0 0,-2 0 0 0 0,0 0 1 0 0,-1 0-1 0 0,-2 1 0 0 0,-1 0 0 0 0,-10-31 1 0 0,14 51 8 0 0,0 0 0 0 0,-1 0 0 0 0,1 0 1 0 0,-1 0-1 0 0,0 1 0 0 0,0-1 1 0 0,0 1-1 0 0,-1-1 0 0 0,1 1 1 0 0,-1 0-1 0 0,-7-5 0 0 0,9 8-13 0 0,0-1 0 0 0,0 1 0 0 0,-1 0-1 0 0,1 0 1 0 0,0 0 0 0 0,-1 0 0 0 0,1 1 0 0 0,0-1-1 0 0,-1 1 1 0 0,1 0 0 0 0,-1-1 0 0 0,1 1 0 0 0,-1 0-1 0 0,1 0 1 0 0,-1 0 0 0 0,1 1 0 0 0,-1-1 0 0 0,1 1-1 0 0,0-1 1 0 0,-1 1 0 0 0,1 0 0 0 0,0 0 0 0 0,-1 0-1 0 0,1 0 1 0 0,0 0 0 0 0,0 1 0 0 0,-4 2 0 0 0,-4 4 4 0 0,0 1 1 0 0,1 0 0 0 0,-1 0 0 0 0,2 1 0 0 0,0 0 0 0 0,0 1-1 0 0,1 0 1 0 0,0 0 0 0 0,-11 24 0 0 0,7-6-2 0 0,0-1-1 0 0,2 2 1 0 0,-7 34 0 0 0,11-38 0 0 0,2 1 1 0 0,0-1-1 0 0,2 1 1 0 0,1 0-1 0 0,0-1 1 0 0,3 1-1 0 0,7 37 1 0 0,-3-33-7 0 0,2 0-1 0 0,1 0 1 0 0,2-1 0 0 0,1 0-1 0 0,29 48 1 0 0,-11-30-1289 0 0,2-1-1 0 0,65 71 1 0 0,30 6-7957 0 0,-92-93 3536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47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28 340 0 0,'-2'-1'2133'0'0,"-2"-2"-1150"0"0,-19-15 5897 0 0,23 18-6800 0 0,0-1 0 0 0,0 1 0 0 0,0 0 0 0 0,-1 0 0 0 0,1 0 0 0 0,0-1 0 0 0,0 1 0 0 0,0 0 0 0 0,0 0 0 0 0,0 0 0 0 0,0-1 0 0 0,0 1 0 0 0,0 0 0 0 0,0 0 0 0 0,0-1 0 0 0,0 1 0 0 0,0 0 0 0 0,0 0 0 0 0,0 0 0 0 0,0-1 0 0 0,4 2 71 0 0,-1 0-1 0 0,1 0 1 0 0,-1 1 0 0 0,0-1 0 0 0,0 1 0 0 0,0 0 0 0 0,0 0-1 0 0,0 0 1 0 0,0 0 0 0 0,0 0 0 0 0,0 1 0 0 0,-1-1 0 0 0,1 1-1 0 0,-1-1 1 0 0,0 1 0 0 0,0 0 0 0 0,0 0 0 0 0,0 0 0 0 0,-1 1-1 0 0,1-1 1 0 0,-1 0 0 0 0,2 4 0 0 0,3 10 151 0 0,-1-1 0 0 0,-1 1-1 0 0,4 21 1 0 0,-6-21-132 0 0,-2 0 1 0 0,0-1-1 0 0,-1 1 0 0 0,0 0 0 0 0,-1-1 1 0 0,-1 1-1 0 0,-1-1 0 0 0,0 0 1 0 0,-1 0-1 0 0,-10 21 0 0 0,0 4 1147 0 0,14-39-1031 0 0,0-4-268 0 0,1 1 0 0 0,-1 0-1 0 0,1 0 1 0 0,-1-1 0 0 0,1 1 0 0 0,-1 0 0 0 0,1-1 0 0 0,0 1 0 0 0,0 0 0 0 0,0-1-1 0 0,0 1 1 0 0,0-1 0 0 0,0 1 0 0 0,0-3 0 0 0,4-17 31 0 0,1 1 1 0 0,1 0-1 0 0,0 0 1 0 0,1 0-1 0 0,15-26 1 0 0,-16 34-51 0 0,1 0 0 0 0,0 0 0 0 0,1 1 0 0 0,0 1 0 0 0,1-1 0 0 0,0 1 1 0 0,1 1-1 0 0,0-1 0 0 0,16-10 0 0 0,-23 18 2 0 0,0 0-1 0 0,1 0 1 0 0,0 0 0 0 0,-1 0 0 0 0,1 1-1 0 0,0-1 1 0 0,0 1 0 0 0,-1 0 0 0 0,1 0-1 0 0,0 1 1 0 0,0-1 0 0 0,0 1 0 0 0,0 0 0 0 0,0 0-1 0 0,0 0 1 0 0,0 1 0 0 0,7 1 0 0 0,-6-1 1 0 0,0 1 0 0 0,-1 0 0 0 0,1 0 1 0 0,-1 0-1 0 0,0 1 0 0 0,1 0 1 0 0,-1 0-1 0 0,0 0 0 0 0,-1 0 1 0 0,1 1-1 0 0,-1-1 0 0 0,1 1 1 0 0,4 8-1 0 0,-3-5-3 0 0,-1 0 1 0 0,0 0 0 0 0,0 1-1 0 0,-1-1 1 0 0,0 1-1 0 0,0 0 1 0 0,-1 0 0 0 0,3 15-1 0 0,-3 0 32 0 0,0 41 1 0 0,-3-45 32 0 0,1-16 0 0 0,2-5-61 0 0,-1 0 1 0 0,0 0-1 0 0,0 0 1 0 0,0 0 0 0 0,0 0-1 0 0,0 0 1 0 0,0 0 0 0 0,-1 0-1 0 0,2-4 1 0 0,-2 4 0 0 0,6-20-5 0 0,2 1-1 0 0,0 0 1 0 0,1 1-1 0 0,1 0 1 0 0,1 0-1 0 0,0 1 1 0 0,2 1 0 0 0,0 0-1 0 0,28-29 1 0 0,-38 44 14 0 0,0 0 1 0 0,0 1 0 0 0,0-1 0 0 0,0 1 0 0 0,0 0 0 0 0,1 0 0 0 0,-1 1-1 0 0,0-1 1 0 0,1 0 0 0 0,-1 1 0 0 0,1 0 0 0 0,0 0 0 0 0,0 0 0 0 0,-1 0-1 0 0,7 1 1 0 0,-8 0 33 0 0,1 0 0 0 0,0 1 0 0 0,-1-1 0 0 0,1 1 0 0 0,-1 0 0 0 0,1 0 0 0 0,-1 0 0 0 0,1 0 0 0 0,-1 0 0 0 0,0 0 0 0 0,0 1 0 0 0,1-1 0 0 0,-1 1 0 0 0,0 0 0 0 0,0-1 0 0 0,-1 1 0 0 0,1 0 0 0 0,0 0 0 0 0,0 0 0 0 0,-1 1 0 0 0,0-1 0 0 0,1 0 0 0 0,0 4 0 0 0,2 2 25 0 0,0 0-1 0 0,-1 1 1 0 0,-1-1-1 0 0,0 1 1 0 0,0-1-1 0 0,0 1 1 0 0,-1 0 0 0 0,0 0-1 0 0,-1 0 1 0 0,-1 10-1 0 0,-1 13 8 0 0,-11 47 0 0 0,6-43-55 0 0,3-11-610 0 0,-10 59-2745 0 0,11-28-6188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48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24 2252 0 0,'-13'-13'9285'0'0,"24"20"-8779"0"0,0 0 0 0 0,-1 1 0 0 0,0 0-1 0 0,0 0 1 0 0,0 1 0 0 0,-1 1 0 0 0,13 17 0 0 0,-13-15-346 0 0,-1 0-1 0 0,-1 0 1 0 0,0 1 0 0 0,-1 0-1 0 0,0 0 1 0 0,-1 0 0 0 0,0 1-1 0 0,-1 0 1 0 0,-1 0 0 0 0,0 0-1 0 0,-1 1 1 0 0,0-1 0 0 0,-1 1-1 0 0,-1-1 1 0 0,0 0 0 0 0,-1 1-1 0 0,-1-1 1 0 0,-6 25 0 0 0,0-25 169 0 0,8-14-322 0 0,0 0 0 0 0,0 0 1 0 0,-1 0-1 0 0,1 0 0 0 0,0 1 0 0 0,0-1 0 0 0,-1 0 0 0 0,1 0 1 0 0,0 0-1 0 0,-1 0 0 0 0,1 0 0 0 0,0 0 0 0 0,0 0 1 0 0,-1 0-1 0 0,1 0 0 0 0,0 0 0 0 0,-1 0 0 0 0,1 0 1 0 0,0 0-1 0 0,0 0 0 0 0,-1-1 0 0 0,1 1 0 0 0,0 0 1 0 0,-1 0-1 0 0,1 0 0 0 0,0 0 0 0 0,0 0 0 0 0,0-1 1 0 0,-1 1-1 0 0,1 0 0 0 0,-1-2 0 0 0,0 1 1 0 0,0 0-1 0 0,0-1 1 0 0,0 1-1 0 0,0-1 0 0 0,1 1 1 0 0,-1-1-1 0 0,0 0 1 0 0,1 1-1 0 0,-1-1 0 0 0,1 0 1 0 0,0 1-1 0 0,0-1 1 0 0,-1 0-1 0 0,1-1 0 0 0,1-15 10 0 0,1 1-1 0 0,0 0 0 0 0,1 0 0 0 0,1 0 0 0 0,1 0 0 0 0,0 0 0 0 0,1 1 0 0 0,1 0 0 0 0,0 0 0 0 0,18-27 0 0 0,-16 29-10 0 0,0 1-1 0 0,1 0 0 0 0,1 0 1 0 0,0 1-1 0 0,1 1 0 0 0,0 0 1 0 0,1 0-1 0 0,0 1 0 0 0,0 1 1 0 0,1 0-1 0 0,23-10 0 0 0,-34 17 38 0 0,0 1-1 0 0,0 0 0 0 0,0 0 1 0 0,0 0-1 0 0,0 0 1 0 0,1 1-1 0 0,-1-1 1 0 0,0 1-1 0 0,0 0 0 0 0,0-1 1 0 0,1 2-1 0 0,-1-1 1 0 0,0 0-1 0 0,0 1 0 0 0,0-1 1 0 0,0 1-1 0 0,0 0 1 0 0,5 2-1 0 0,-5-1 38 0 0,0 0 1 0 0,1 0-1 0 0,-1 0 0 0 0,-1 1 1 0 0,1 0-1 0 0,0-1 0 0 0,-1 1 1 0 0,1 0-1 0 0,-1 0 0 0 0,0 1 0 0 0,0-1 1 0 0,0 0-1 0 0,2 5 0 0 0,1 6 96 0 0,-1-1 1 0 0,0 1-1 0 0,-1 0 0 0 0,0 0 0 0 0,-1 0 0 0 0,-1 0 1 0 0,0 16-1 0 0,-4 33 80 0 0,1-44-349 0 0,1 1 0 0 0,1-1-1 0 0,0 0 1 0 0,2 0 0 0 0,4 26-1 0 0,-5-44-52 0 0,-1 1-1 0 0,1 0 0 0 0,0-1 0 0 0,-1 1 1 0 0,1-1-1 0 0,0 1 0 0 0,0-1 1 0 0,0 0-1 0 0,0 1 0 0 0,0-1 0 0 0,1 0 1 0 0,-1 0-1 0 0,0 1 0 0 0,0-1 0 0 0,1 0 1 0 0,-1 0-1 0 0,1-1 0 0 0,-1 1 0 0 0,1 0 1 0 0,-1 0-1 0 0,1-1 0 0 0,0 1 1 0 0,-1-1-1 0 0,1 1 0 0 0,0-1 0 0 0,-1 0 1 0 0,1 0-1 0 0,0 1 0 0 0,-1-1 0 0 0,1 0 1 0 0,2-1-1 0 0,3 1-905 0 0,-1-1 1 0 0,1 0-1 0 0,-1-1 0 0 0,1 0 0 0 0,-1 0 1 0 0,0 0-1 0 0,6-3 0 0 0,16-10-6000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1:49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1609 223 80 0 0,'-29'-11'9480'0'0,"26"9"-8785"0"0,1 1-1 0 0,-1-1 0 0 0,1 0 1 0 0,-1 0-1 0 0,1 0 0 0 0,0 0 0 0 0,0-1 1 0 0,0 1-1 0 0,0 0 0 0 0,0-1 1 0 0,1 0-1 0 0,-4-5 0 0 0,5 7-651 0 0,0 0 0 0 0,0 0 0 0 0,0 0 0 0 0,0 0 0 0 0,1 0-1 0 0,-1 0 1 0 0,0 0 0 0 0,0 0 0 0 0,1 0 0 0 0,-1 0 0 0 0,0 0 0 0 0,1 0-1 0 0,-1 0 1 0 0,1 0 0 0 0,-1 1 0 0 0,1-1 0 0 0,0 0 0 0 0,-1 0-1 0 0,1 0 1 0 0,0 1 0 0 0,0-1 0 0 0,-1 0 0 0 0,1 1 0 0 0,2-2 0 0 0,21-15 195 0 0,-22 16-188 0 0,27-14 78 0 0,0 0 0 0 0,1 2 0 0 0,61-18 0 0 0,97-12-19 0 0,-183 42-104 0 0,23-5 6 0 0,0 1 1 0 0,1 1-1 0 0,-1 2 1 0 0,1 1-1 0 0,45 3 1 0 0,-71-1 11 0 0,1-1 0 0 0,0 1 0 0 0,-1 0 0 0 0,0 0 0 0 0,1 0 0 0 0,-1 1 0 0 0,0-1 0 0 0,1 1 0 0 0,-1 0 0 0 0,0-1 0 0 0,0 2 0 0 0,-1-1 0 0 0,1 0 0 0 0,0 0 0 0 0,-1 1 0 0 0,5 5 0 0 0,-4-4 32 0 0,-1 1 1 0 0,1-1 0 0 0,-1 1 0 0 0,0 0-1 0 0,0 0 1 0 0,-1 0 0 0 0,1 0 0 0 0,-1 0-1 0 0,0 0 1 0 0,0 8 0 0 0,-1 9 169 0 0,-1 0 1 0 0,-1 0 0 0 0,-1 0 0 0 0,-8 29-1 0 0,9-41-173 0 0,-72 292 1687 0 0,-11 49-166 0 0,1 235-308 0 0,49 4-618 0 0,27-294-387 0 0,-28 690 123 0 0,-57-6-317 0 0,10-439-82 0 0,77-504 596 0 0,-1 0 1 0 0,-23 65-1 0 0,29-100-529 0 0,0 0-1 0 0,0 0 1 0 0,0 0-1 0 0,0-1 1 0 0,0 1-1 0 0,-1 0 0 0 0,1-1 1 0 0,0 1-1 0 0,-1-1 1 0 0,0 0-1 0 0,1 1 1 0 0,-1-1-1 0 0,0 0 1 0 0,0 0-1 0 0,1 0 0 0 0,-1 0 1 0 0,0 0-1 0 0,0 0 1 0 0,0-1-1 0 0,0 1 1 0 0,0-1-1 0 0,0 1 0 0 0,0-1 1 0 0,-1 0-1 0 0,1 0 1 0 0,-2 0-1 0 0,-7 0-65 0 0,0-1 0 0 0,0 0-1 0 0,-20-5 1 0 0,14 2 103 0 0,-163-25-2483 0 0,-310-12 0 0 0,87 43-3761 0 0,133 8-1560 0 0,254-10 7063 0 0,-189 8-9500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31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18 624 0 0,'0'0'915'0'0,"18"-13"1826"0"0,-9 9-4098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00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61 1360 0 0,'-35'-23'6292'0'0,"-19"-11"924"0"0,54 34-7091 0 0,-1 0 0 0 0,1-1 0 0 0,-1 1 0 0 0,1 0 0 0 0,-1-1 0 0 0,1 1 0 0 0,-1 0 0 0 0,1 0 0 0 0,-1 0 0 0 0,0-1 0 0 0,1 1 0 0 0,-1 0 0 0 0,1 0 0 0 0,-1 0 0 0 0,1 0 0 0 0,-1 0 0 0 0,0 0 1 0 0,1 0-1 0 0,-1 0 0 0 0,1 0 0 0 0,-1 0 0 0 0,0 0 0 0 0,1 1 0 0 0,-2-1 0 0 0,2 1-49 0 0,0-1 0 0 0,0 1 0 0 0,0-1 1 0 0,0 1-1 0 0,0 0 0 0 0,-1-1 0 0 0,1 1 0 0 0,0-1 1 0 0,0 1-1 0 0,1 0 0 0 0,-1-1 0 0 0,0 1 1 0 0,0-1-1 0 0,0 1 0 0 0,0-1 0 0 0,0 1 0 0 0,1 0 1 0 0,-1-1-1 0 0,0 1 0 0 0,19 33 1086 0 0,-17-31-916 0 0,45 72 930 0 0,156 255 841 0 0,-21 10-1616 0 0,-139-250-3249 0 0,-37-82-203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00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66 788 0 0,'-17'-65'12593'0'0,"0"79"-10521"0"0,-32 100 1388 0 0,14-29-2623 0 0,-208 459 650 0 0,224-502-1492 0 0,-31 61-717 0 0,47-91-307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05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58 1088 0 0,'-4'-11'5295'0'0,"-5"-30"192"0"0,9 39-4993 0 0,-2-2-256 0 0,2 4-227 0 0,0 0 0 0 0,0 0 0 0 0,0 0 0 0 0,0 0 0 0 0,0 0 0 0 0,0 0 1 0 0,0 0-1 0 0,-1 0 0 0 0,1 1 0 0 0,0-1 0 0 0,0 0 0 0 0,0 0 0 0 0,0 0 0 0 0,0 0 0 0 0,0 0 0 0 0,0 0 1 0 0,0 0-1 0 0,0 0 0 0 0,0 0 0 0 0,0 0 0 0 0,0 0 0 0 0,0 0 0 0 0,0 0 0 0 0,0 0 0 0 0,0 0 0 0 0,0 0 0 0 0,0-1 1 0 0,0 1-1 0 0,0 0 0 0 0,-1 0 0 0 0,1 0 0 0 0,0 0 0 0 0,0 0 0 0 0,0 0 0 0 0,0 0 0 0 0,0 0 0 0 0,0 0 0 0 0,0 0 1 0 0,0 0-1 0 0,0 0 0 0 0,0 0 0 0 0,7 149 401 0 0,0 7-171 0 0,-7-153-270 0 0,-1 32-406 0 0,2 0 0 0 0,1 0 0 0 0,13 65 0 0 0,-11-93-458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06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99 1264 0 0,'-5'-58'7839'0'0,"4"55"-7497"0"0,1 0 0 0 0,-1 0 0 0 0,0 0 0 0 0,0 0-1 0 0,0 0 1 0 0,0 0 0 0 0,0 1 0 0 0,-1-1 0 0 0,1 0 0 0 0,-1 1 0 0 0,0-1 0 0 0,-2-2 0 0 0,3 4-235 0 0,0 3-21 0 0,-11 23-27 0 0,2 1 1 0 0,1 1-1 0 0,1-1 1 0 0,-7 43-1 0 0,11-52-36 0 0,0 6-205 0 0,0 0 1 0 0,2 0 0 0 0,0 0 0 0 0,2 25 0 0 0,1-31-1553 0 0,1 0 1 0 0,1-1-1 0 0,7 26 1 0 0,-3-23-2084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07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38 134 872 0 0,'-22'-22'10289'0'0,"21"22"-10205"0"0,1-1 0 0 0,-1 1 0 0 0,1-1 0 0 0,-1 1 0 0 0,1 0 0 0 0,-1-1 0 0 0,1 1 0 0 0,-1 0 0 0 0,1-1 0 0 0,-1 1 0 0 0,1 0 0 0 0,-1 0 0 0 0,1 0 0 0 0,-1-1 0 0 0,1 1 0 0 0,-1 0 0 0 0,0 0 0 0 0,1 0 0 0 0,-1 0 0 0 0,1 0 0 0 0,-2 0 0 0 0,-1 9 373 0 0,11 21-382 0 0,43 66 129 0 0,3-3 0 0 0,70 88 0 0 0,-117-170-192 0 0,2 2-338 0 0,48 66 772 0 0,-16-33-7816 0 0</inkml:trace>
  <inkml:trace contextRef="#ctx0" brushRef="#br0" timeOffset="1">424 57 992 0 0,'-24'-50'11785'0'0,"24"49"-11679"0"0,0 1 1 0 0,-1-1-1 0 0,1 1 1 0 0,0 0 0 0 0,-1-1-1 0 0,1 1 1 0 0,0 0 0 0 0,-1-1-1 0 0,1 1 1 0 0,-1 0 0 0 0,1-1-1 0 0,-1 1 1 0 0,1 0-1 0 0,-1 0 1 0 0,1-1 0 0 0,0 1-1 0 0,-1 0 1 0 0,0 0 0 0 0,-3 4 7 0 0,1-1 1 0 0,-1 1-1 0 0,1 1 1 0 0,0-1-1 0 0,0 1 1 0 0,1-1 0 0 0,-1 1-1 0 0,1 0 1 0 0,0 0-1 0 0,0-1 1 0 0,1 2-1 0 0,-2 6 1 0 0,-6 13 121 0 0,-183 535 1150 0 0,192-558-1396 0 0,-20 64-401 0 0,10-24-3589 0 0,11-30 1540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07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104 192 4 0 0,'-3'-1'1986'0'0,"-5"1"-749"0"0,1-1-139 0 0,-1 1-1 0 0,1-1 1 0 0,0 0-1 0 0,-10-4 1 0 0,14 4-834 0 0,0 0 0 0 0,0-1 0 0 0,0 1 0 0 0,0-1 0 0 0,1 0 0 0 0,-1 0 0 0 0,0 0 0 0 0,1 0 0 0 0,0 0 0 0 0,-1-1 1 0 0,1 1-1 0 0,0-1 0 0 0,0 1 0 0 0,-2-6 0 0 0,2 5-185 0 0,1 0-1 0 0,0-1 1 0 0,0 1 0 0 0,1 0-1 0 0,-1-1 1 0 0,1 0 0 0 0,0 1 0 0 0,0-1-1 0 0,0 1 1 0 0,0-1 0 0 0,0 1-1 0 0,1-1 1 0 0,-1 1 0 0 0,1-1 0 0 0,0 1-1 0 0,0 0 1 0 0,1-1 0 0 0,-1 1-1 0 0,1 0 1 0 0,-1 0 0 0 0,1 0 0 0 0,0 0-1 0 0,0 0 1 0 0,5-5 0 0 0,-3 3-68 0 0,1 0 0 0 0,-1 0 0 0 0,1 1 0 0 0,0-1 0 0 0,0 1 1 0 0,0 0-1 0 0,1 0 0 0 0,-1 1 0 0 0,1 0 0 0 0,0 0 1 0 0,0 0-1 0 0,0 1 0 0 0,13-4 0 0 0,-13 5-10 0 0,0 0-1 0 0,0 0 1 0 0,0 1 0 0 0,0 0 0 0 0,0 0-1 0 0,0 0 1 0 0,7 2 0 0 0,-9-1-1 0 0,0 1 0 0 0,0-1 0 0 0,-1 1 0 0 0,1 0-1 0 0,-1 0 1 0 0,1 0 0 0 0,4 3 0 0 0,-4-1 21 0 0,-1-1-1 0 0,1 0 1 0 0,-1 1-1 0 0,0-1 1 0 0,0 1-1 0 0,0 0 0 0 0,0 0 1 0 0,-1 0-1 0 0,0 0 1 0 0,0 1-1 0 0,0-1 1 0 0,0 1-1 0 0,-1-1 1 0 0,1 1-1 0 0,-1 0 0 0 0,0-1 1 0 0,0 7-1 0 0,0 10 200 0 0,0-1 0 0 0,-5 39 0 0 0,0-7 36 0 0,4-50 56 0 0,1 6 456 0 0,-2-7-738 0 0,1-1 0 0 0,0 0 1 0 0,0 1-1 0 0,0-1 1 0 0,0 1-1 0 0,0-1 1 0 0,-1 1-1 0 0,1-1 0 0 0,0 0 1 0 0,0 1-1 0 0,0-1 1 0 0,0 1-1 0 0,0-1 1 0 0,0 1-1 0 0,0-1 0 0 0,1 1 1 0 0,-1-1-1 0 0,0 0 1 0 0,0 1-1 0 0,0-1 0 0 0,0 1 1 0 0,1-1-1 0 0,-1 1 1 0 0,0-1-1 0 0,0 0 1 0 0,1 1-1 0 0,-1-1 0 0 0,0 0 1 0 0,0 1-1 0 0,1-1 1 0 0,6 0-36 0 0,-1-1 1 0 0,1 1-1 0 0,0 0 1 0 0,-1 1 0 0 0,1-1-1 0 0,-1 1 1 0 0,1 1-1 0 0,-1-1 1 0 0,0 1-1 0 0,1 0 1 0 0,-1 0-1 0 0,0 1 1 0 0,0 0 0 0 0,0 0-1 0 0,-1 1 1 0 0,8 5-1 0 0,-2-2 34 0 0,-1 1 0 0 0,1 0 0 0 0,-1 1-1 0 0,-1 0 1 0 0,0 1 0 0 0,0 0 0 0 0,-1 0-1 0 0,8 13 1 0 0,-13-18 143 0 0,-1 0 0 0 0,1 0 0 0 0,-1 1 0 0 0,0-1-1 0 0,0 1 1 0 0,-1 0 0 0 0,1 0 0 0 0,-1-1 0 0 0,-1 1 0 0 0,1 0 0 0 0,-1 0 0 0 0,0 0 0 0 0,0 0-1 0 0,-1-1 1 0 0,0 1 0 0 0,0 0 0 0 0,0 0 0 0 0,-1 0 0 0 0,1-1 0 0 0,-4 8 0 0 0,0-5 35 0 0,1 0 1 0 0,-1 0 0 0 0,0 0-1 0 0,0 0 1 0 0,-1-1-1 0 0,0 0 1 0 0,0 0 0 0 0,-1 0-1 0 0,0-1 1 0 0,0 0-1 0 0,-1-1 1 0 0,0 1 0 0 0,1-2-1 0 0,-2 1 1 0 0,1-1 0 0 0,0 0-1 0 0,-1 0 1 0 0,0-1-1 0 0,0-1 1 0 0,0 1 0 0 0,0-1-1 0 0,0-1 1 0 0,0 0 0 0 0,-16 0-1 0 0,17-1-197 0 0,0 0 0 0 0,0-1 0 0 0,1 0-1 0 0,-1 0 1 0 0,0 0 0 0 0,-14-6 0 0 0,21 6-170 0 0,-1 0 0 0 0,1 0 0 0 0,-1 0 0 0 0,1 0 1 0 0,0 0-1 0 0,-1 0 0 0 0,1 0 0 0 0,0 0 0 0 0,0-1 0 0 0,-1 1 1 0 0,1 0-1 0 0,0-1 0 0 0,1 1 0 0 0,-1-1 0 0 0,0 0 0 0 0,0 1 1 0 0,1-1-1 0 0,-1 1 0 0 0,1-1 0 0 0,-1 0 0 0 0,1 0 0 0 0,0 1 1 0 0,-1-1-1 0 0,1 0 0 0 0,0 0 0 0 0,0 1 0 0 0,0-1 0 0 0,1 0 1 0 0,-1 0-1 0 0,0 1 0 0 0,1-1 0 0 0,0-2 0 0 0,1-5-1799 0 0,0 1-1 0 0,1 0 1 0 0,0 0 0 0 0,1 0-1 0 0,4-7 1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07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74 804 0 0,'-2'0'3233'0'0,"-26"-1"4256"0"0,25 1-7055 0 0,115-27 2162 0 0,57-12-3923 0 0,-158 37 727 0 0,15-2-1953 0 0,-9 6-1929 0 0,-6 2 1292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08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55 688 0 0,'-38'35'5385'0'0,"24"-23"-3353"0"0,0 1 0 0 0,-20 24-1 0 0,33-36-1753 0 0,1-1-241 0 0,0 1-1 0 0,0-1 1 0 0,0 0 0 0 0,0 0 0 0 0,0 1 0 0 0,0-1-1 0 0,0 0 1 0 0,1 1 0 0 0,-1-1 0 0 0,0 0-1 0 0,0 0 1 0 0,0 1 0 0 0,0-1 0 0 0,0 0 0 0 0,1 0-1 0 0,-1 1 1 0 0,0-1 0 0 0,0 0 0 0 0,0 0-1 0 0,1 0 1 0 0,-1 1 0 0 0,0-1 0 0 0,0 0 0 0 0,1 0-1 0 0,-1 0 1 0 0,0 0 0 0 0,0 0 0 0 0,1 1 0 0 0,-1-1-1 0 0,0 0 1 0 0,1 0 0 0 0,-1 0 0 0 0,0 0-1 0 0,1 0 1 0 0,12-1 203 0 0,0 0 0 0 0,0-1-1 0 0,0 0 1 0 0,22-7 0 0 0,54-24 100 0 0,-17 6-175 0 0,-1 2-127 0 0,32-10-1486 0 0,-34 15-5017 0 0,-48 15 1307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08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262 154 1204 0 0,'4'-15'2434'0'0,"-2"1"-1"0"0,0-1 1 0 0,-1 1-1 0 0,0-1 1 0 0,-3-27-1 0 0,1 39-2224 0 0,0 1 0 0 0,0-1-1 0 0,0 1 1 0 0,0-1 0 0 0,0 1-1 0 0,-1-1 1 0 0,1 1 0 0 0,-1 0-1 0 0,0 0 1 0 0,1-1 0 0 0,-1 1-1 0 0,0 0 1 0 0,0 1-1 0 0,-5-4 1 0 0,6 4-71 0 0,-3 1-30 0 0,-1 2-89 0 0,0 0 0 0 0,0 0 0 0 0,0 0 0 0 0,0 1 0 0 0,0-1 0 0 0,0 1 0 0 0,1 0 0 0 0,-1 1 0 0 0,1-1 1 0 0,0 1-1 0 0,0 0 0 0 0,0 0 0 0 0,0 0 0 0 0,1 0 0 0 0,-6 9 0 0 0,-5 11 13 0 0,-23 46 0 0 0,34-63-24 0 0,-19 39 19 0 0,3 1 0 0 0,1 0 0 0 0,-17 79 0 0 0,31-104-14 0 0,0 0-1 0 0,1 0 1 0 0,2 0 0 0 0,0 1 0 0 0,1-1 0 0 0,1 1 0 0 0,2-1 0 0 0,0 0-1 0 0,1 0 1 0 0,11 34 0 0 0,-12-47-2 0 0,1 0 0 0 0,0 0 0 0 0,0 0 0 0 0,1-1 0 0 0,0 0 0 0 0,1 0 0 0 0,0 0 0 0 0,0 0 0 0 0,0-1 0 0 0,1 0 0 0 0,0 0 0 0 0,1-1 0 0 0,-1 0 0 0 0,1 0 0 0 0,0-1 0 0 0,1 0 0 0 0,-1 0 0 0 0,1-1 0 0 0,0 0 0 0 0,0-1 0 0 0,1 0 0 0 0,-1 0 0 0 0,0-1 0 0 0,1 0 0 0 0,0-1 0 0 0,-1 0 0 0 0,1 0 0 0 0,0-1 0 0 0,0-1 0 0 0,-1 1 0 0 0,14-4 0 0 0,0-1 81 0 0,-1 0 0 0 0,1-2-1 0 0,-2 0 1 0 0,1-2-1 0 0,-1 0 1 0 0,0-1 0 0 0,-1-1-1 0 0,-1-1 1 0 0,1-1 0 0 0,-2-1-1 0 0,0-1 1 0 0,-1 0 0 0 0,0-1-1 0 0,18-23 1 0 0,-24 25 56 0 0,0 0-1 0 0,0-1 0 0 0,-2 0 1 0 0,0 0-1 0 0,-1-1 1 0 0,0-1-1 0 0,-1 1 0 0 0,-1-1 1 0 0,-1 0-1 0 0,0-1 1 0 0,-1 1-1 0 0,-1-1 0 0 0,-1 0 1 0 0,-1 0-1 0 0,0 0 1 0 0,-1 0-1 0 0,-1 0 0 0 0,-5-31 1 0 0,2 32-116 0 0,-1 1 0 0 0,-1 0 0 0 0,0 0 0 0 0,-1 1 1 0 0,-1 0-1 0 0,0 0 0 0 0,-1 0 0 0 0,-1 1 0 0 0,0 1 0 0 0,-1-1 0 0 0,0 2 1 0 0,-1 0-1 0 0,0 0 0 0 0,-1 1 0 0 0,0 0 0 0 0,-1 1 0 0 0,-1 1 0 0 0,1 0 0 0 0,-22-9 1 0 0,28 16-166 0 0,1-1 0 0 0,-1 1 1 0 0,0 1-1 0 0,0-1 1 0 0,0 1-1 0 0,0 1 1 0 0,0-1-1 0 0,-1 2 1 0 0,1-1-1 0 0,0 1 0 0 0,0 0 1 0 0,0 0-1 0 0,0 1 1 0 0,1 0-1 0 0,-1 1 1 0 0,0 0-1 0 0,1 0 0 0 0,0 0 1 0 0,-1 1-1 0 0,2 0 1 0 0,-12 9-1 0 0,-1 2-1978 0 0,0 1 0 0 0,2 1-1 0 0,0 1 1 0 0,1 0 0 0 0,-24 36 0 0 0,15-18-4879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14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27 184 0 0,'-7'-26'15027'0'0,"6"27"-14991"0"0,1 1 1 0 0,0-1 0 0 0,0 1-1 0 0,0-1 1 0 0,0 0-1 0 0,0 1 1 0 0,0-1-1 0 0,1 1 1 0 0,-1-1 0 0 0,0 0-1 0 0,1 1 1 0 0,-1-1-1 0 0,1 0 1 0 0,0 1 0 0 0,-1-1-1 0 0,1 0 1 0 0,0 0-1 0 0,0 1 1 0 0,-1-1 0 0 0,3 2-1 0 0,26 31 770 0 0,-18-22-457 0 0,232 243 1766 0 0,-157-170-1866 0 0,93 77 213 0 0,-171-156 1126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14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56 1860 0 0,'-1'-3'524'0'0,"0"0"23"0"0,1 0 0 0 0,-1 0 1 0 0,0 0-1 0 0,0 0 0 0 0,0 0 1 0 0,-1 0-1 0 0,1 0 0 0 0,-1 0 1 0 0,1 1-1 0 0,-1-1 0 0 0,0 1 1 0 0,0-1-1 0 0,0 1 0 0 0,0 0 1 0 0,-1 0-1 0 0,1 0 0 0 0,0 0 1 0 0,-5-3-1 0 0,6 5-485 0 0,-1 0-1 0 0,1 0 0 0 0,0 0 1 0 0,-1 0-1 0 0,1 0 0 0 0,-1 0 1 0 0,1 0-1 0 0,0 0 0 0 0,-1 1 1 0 0,1-1-1 0 0,0 0 0 0 0,-1 1 1 0 0,1-1-1 0 0,0 1 0 0 0,0-1 1 0 0,-1 1-1 0 0,1 0 0 0 0,0 0 1 0 0,0-1-1 0 0,-1 2 0 0 0,-20 18 381 0 0,-5 11 12 0 0,0 2 1 0 0,-32 54 0 0 0,-35 78 293 0 0,47-78-285 0 0,-80 151 216 0 0,56-103-476 0 0,31-60-33 0 0,39-73-254 0 0,-3 3 320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15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15 1036 0 0,'26'-3'17164'0'0,"-24"2"-17074"0"0,38-10 182 0 0,-34 11-264 0 0,-4 0-10 0 0,1 0 0 0 0,-1 0 0 0 0,1 1 0 0 0,-1-1 0 0 0,1 1 0 0 0,-1-1 0 0 0,1 1 0 0 0,-1 0 0 0 0,1 0 0 0 0,-1 0 0 0 0,0 0-1 0 0,1 0 1 0 0,-1 1 0 0 0,0-1 0 0 0,0 1 0 0 0,0-1 0 0 0,0 1 0 0 0,0 0 0 0 0,0 0 0 0 0,-1 0 0 0 0,1 0 0 0 0,-1 0 0 0 0,3 3 0 0 0,-1 0 0 0 0,1 2 8 0 0,0 1-1 0 0,-1 0 1 0 0,0 0 0 0 0,0 1 0 0 0,-1-1-1 0 0,1 0 1 0 0,-2 1 0 0 0,1-1-1 0 0,-1 1 1 0 0,-1 0 0 0 0,0-1 0 0 0,0 1-1 0 0,-3 16 1 0 0,0 0 36 0 0,-2 0-1 0 0,-1-1 1 0 0,-14 37-1 0 0,0-17 448 0 0,-1 0-1 0 0,-52 76 0 0 0,7-11 91 0 0,46-81-525 0 0,19-26-36 0 0,1 1 9 0 0,0-3-25 0 0,0 0 0 0 0,0 0 0 0 0,0 1 1 0 0,0-1-1 0 0,0 0 0 0 0,0 1 1 0 0,0-1-1 0 0,0 0 0 0 0,0 1 0 0 0,0-1 1 0 0,0 0-1 0 0,0 1 0 0 0,0-1 0 0 0,0 0 1 0 0,0 1-1 0 0,0-1 0 0 0,0 0 1 0 0,0 0-1 0 0,0 1 0 0 0,1-1 0 0 0,-1 0 1 0 0,0 1-1 0 0,0-1 0 0 0,0 0 0 0 0,1 0 1 0 0,-1 1-1 0 0,0-1 0 0 0,3 1 10 0 0,0-1-1 0 0,0 1 1 0 0,0-1-1 0 0,1 0 0 0 0,-1 0 1 0 0,0 0-1 0 0,0 0 1 0 0,0-1-1 0 0,0 1 1 0 0,0-1-1 0 0,5-2 0 0 0,41-15 31 0 0,-37 14-25 0 0,153-55 1 0 0,-159 57-20 0 0,0 1 0 0 0,-1 0 1 0 0,1-1 0 0 0,-1 1 0 0 0,11-6 0 0 0,-8 3-93 0 0,-7 4-46 0 0,13-7-1900 0 0,-10 4 434 0 0,-1-1-1 0 0,1 0 1 0 0,-1 0 0 0 0,0-1-1 0 0,4-7 1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15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138 110 1556 0 0,'-1'-32'7791'0'0,"-5"-39"0"0"0,6 69-7387 0 0,0 2-367 0 0,0 0 0 0 0,0 0 0 0 0,0-1 0 0 0,0 1 0 0 0,0 0 0 0 0,0 0 0 0 0,0 0 0 0 0,0-1 0 0 0,0 1 0 0 0,0 0 0 0 0,-1 0 0 0 0,1 0 0 0 0,0-1 0 0 0,0 1 0 0 0,0 0 0 0 0,0 0 0 0 0,0 0 0 0 0,0 0 0 0 0,0 0 1 0 0,-1-1-1 0 0,1 1 0 0 0,0 0 0 0 0,0 0 0 0 0,0 0 0 0 0,0 0 0 0 0,-1 0 0 0 0,1 0 0 0 0,0-1 0 0 0,0 1 0 0 0,0 0 0 0 0,0 0 0 0 0,-1 0 0 0 0,1 0 0 0 0,0 0 0 0 0,0 0 0 0 0,0 0 0 0 0,-1 0 0 0 0,1 0 0 0 0,-4 8-11 0 0,0 0 0 0 0,1 0-1 0 0,0 1 1 0 0,0-1 0 0 0,1 1-1 0 0,0-1 1 0 0,0 1 0 0 0,0 12-1 0 0,-2 7 37 0 0,-42 182 407 0 0,22-105-317 0 0,17-76-355 0 0,-6 29 415 0 0,6-23-4540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16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76 340 0 0,'-37'-31'9251'0'0,"30"23"-7641"0"0,-1 1 0 0 0,0 0 0 0 0,0 1-1 0 0,-17-10 1 0 0,23 17-1107 0 0,4 4-168 0 0,10 15-22 0 0,16 21-90 0 0,78 105 336 0 0,116 153-156 0 0,-178-239-272 0 0,-26-34-1088 0 0,39 43 1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16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99 1292 0 0,'-2'-11'2050'0'0,"-1"1"0"0"0,0-1 1 0 0,-1 1-1 0 0,0 0 0 0 0,0 0 0 0 0,-1 0 0 0 0,-11-16 749 0 0,13 27-2516 0 0,-2 2-215 0 0,1 0 0 0 0,0 0 0 0 0,0 0 0 0 0,0 1 0 0 0,1-1 0 0 0,-1 1 0 0 0,1 0 1 0 0,0 0-1 0 0,0 0 0 0 0,-3 5 0 0 0,-26 53 254 0 0,19-35-176 0 0,-238 510 1495 0 0,203-440-3393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18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97 1440 0 0,'-3'-1'2482'0'0,"-15"-2"2427"0"0,-1-2 0 0 0,-18-6 1 0 0,35 10-4320 0 0,0 0-356 0 0,0 1 0 0 0,0-1 0 0 0,0 0 0 0 0,0 0 0 0 0,0 0 0 0 0,0 0 0 0 0,0-1 0 0 0,0 1 0 0 0,-2-3 0 0 0,5 1-215 0 0,0 1 0 0 0,0-1 0 0 0,0 0-1 0 0,0 0 1 0 0,1 1 0 0 0,-1-1 0 0 0,1 0 0 0 0,0 1 0 0 0,-1-1 0 0 0,1 1 0 0 0,0 0-1 0 0,1 0 1 0 0,-1 0 0 0 0,0 0 0 0 0,1 0 0 0 0,-1 0 0 0 0,1 1 0 0 0,-1-1-1 0 0,6-1 1 0 0,-4 0-23 0 0,-1 1 0 0 0,1 1 0 0 0,0-1 0 0 0,1 0 0 0 0,-1 1 0 0 0,0 0 0 0 0,0 0 0 0 0,0 0 0 0 0,1 1 0 0 0,-1-1 0 0 0,1 1 1 0 0,-1 0-1 0 0,0 0 0 0 0,1 1 0 0 0,-1-1 0 0 0,0 1 0 0 0,1 0 0 0 0,-1 0 0 0 0,0 0 0 0 0,0 1 0 0 0,0-1 0 0 0,0 1 0 0 0,0 0 0 0 0,0 0 0 0 0,0 1 0 0 0,-1-1 0 0 0,1 1 0 0 0,-1 0 0 0 0,4 3 0 0 0,-2 0-1 0 0,0-1 1 0 0,-1 1-1 0 0,0-1 1 0 0,0 1-1 0 0,0 1 1 0 0,0-1 0 0 0,-1 0-1 0 0,0 1 1 0 0,0 0-1 0 0,-1-1 1 0 0,0 1-1 0 0,0 0 1 0 0,-1 0-1 0 0,0 1 1 0 0,0-1-1 0 0,0 12 1 0 0,-3-6 24 0 0,-1 1 0 0 0,0-1 0 0 0,0 1 0 0 0,-2-1 0 0 0,0 0 0 0 0,0-1 1 0 0,-1 1-1 0 0,0-1 0 0 0,-14 18 0 0 0,8-9 22 0 0,-20 36 121 0 0,31-56-147 0 0,1 4-5 0 0,1 0-16 0 0,8-6-3 0 0,-3 0 11 0 0,7 0-21 0 0,1 0 0 0 0,-1 1 0 0 0,1 0 0 0 0,-1 1 0 0 0,1 1 0 0 0,-1 0 0 0 0,0 0 0 0 0,0 2 0 0 0,0 0 0 0 0,0 0 0 0 0,17 9 0 0 0,-23-9 33 0 0,1 0 0 0 0,-1 0 0 0 0,-1 1 0 0 0,1 0-1 0 0,-1 0 1 0 0,0 0 0 0 0,0 1 0 0 0,0 0-1 0 0,-1 1 1 0 0,0-1 0 0 0,0 1 0 0 0,5 10 0 0 0,-8-12 130 0 0,1 1 0 0 0,-1-1 0 0 0,-1 1 0 0 0,1 0 0 0 0,-1 0 0 0 0,0 0 0 0 0,-1 0 0 0 0,1-1 0 0 0,-1 1 0 0 0,0 0 0 0 0,-1 0 0 0 0,1 0 0 0 0,-1 0 0 0 0,0 0 0 0 0,-1 0 0 0 0,1-1 0 0 0,-6 11 0 0 0,3-7 67 0 0,0-1 0 0 0,-1 0 0 0 0,1 0-1 0 0,-2-1 1 0 0,1 1 0 0 0,-1-1 0 0 0,-1 0-1 0 0,1-1 1 0 0,-1 0 0 0 0,0 0 0 0 0,0 0-1 0 0,-1-1 1 0 0,0 0 0 0 0,0 0 0 0 0,0-1-1 0 0,0 0 1 0 0,-1-1 0 0 0,-13 5 0 0 0,7-5-133 0 0,1 1 1 0 0,0-2 0 0 0,-1 0 0 0 0,0 0 0 0 0,1-1 0 0 0,-1-1 0 0 0,0-1-1 0 0,1 0 1 0 0,-1-1 0 0 0,-26-6 0 0 0,38 7-175 0 0,-1 0 0 0 0,1 0 0 0 0,0-1 0 0 0,-1 1 0 0 0,1-1 0 0 0,0 1 0 0 0,0-1 0 0 0,0 0 0 0 0,0 0 1 0 0,0 0-1 0 0,0-1 0 0 0,0 1 0 0 0,1-1 0 0 0,-1 1 0 0 0,1-1 0 0 0,-3-4 0 0 0,4 5-161 0 0,1 0 1 0 0,-1-1 0 0 0,0 1-1 0 0,1-1 1 0 0,-1 1-1 0 0,1 0 1 0 0,0-1 0 0 0,-1 1-1 0 0,1-1 1 0 0,1 1-1 0 0,-1-1 1 0 0,0 1 0 0 0,0-1-1 0 0,1 1 1 0 0,0 0-1 0 0,-1-1 1 0 0,1 1 0 0 0,0 0-1 0 0,0-1 1 0 0,0 1-1 0 0,0 0 1 0 0,1 0-1 0 0,-1 0 1 0 0,2-2 0 0 0,29-33-5114 0 0,-7 15-995 0 0,-5 5-1174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18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16 128 1680 0 0,'-12'-28'9594'0'0,"11"21"-7934"0"0,1 6-1566 0 0,-1 0 0 0 0,1 0 0 0 0,-1 0 0 0 0,1 0 0 0 0,0 0 0 0 0,0 0 0 0 0,0 0 0 0 0,0 0 0 0 0,0 0 1 0 0,0 0-1 0 0,0 0 0 0 0,0 0 0 0 0,0 0 0 0 0,0-1 0 0 0,0 1 0 0 0,1 0 0 0 0,-1 0 0 0 0,0 0 0 0 0,1 0 0 0 0,-1 0 1 0 0,1 1-1 0 0,-1-1 0 0 0,1 0 0 0 0,0 0 0 0 0,-1 0 0 0 0,1 0 0 0 0,0 0 0 0 0,-1 1 0 0 0,1-1 0 0 0,0 0 0 0 0,0 1 1 0 0,0-1-1 0 0,0 1 0 0 0,0-1 0 0 0,0 1 0 0 0,0-1 0 0 0,-1 1 0 0 0,1-1 0 0 0,1 1 0 0 0,-1 0 0 0 0,0 0 0 0 0,1-1 1 0 0,48-14-389 0 0,0 3 1 0 0,0 1 0 0 0,1 3 0 0 0,0 2 0 0 0,102 1 0 0 0,-143 5-536 0 0,-1 1 1 0 0,1 0 0 0 0,-1 0 0 0 0,12 4-1 0 0,2 3-4230 0 0</inkml:trace>
  <inkml:trace contextRef="#ctx0" brushRef="#br0" timeOffset="1">161 381 1504 0 0,'-139'59'13340'0'0,"121"-49"-12046"0"0,17-9-888 0 0,4-1-127 0 0,30-11 73 0 0,-20 7-291 0 0,490-137-544 0 0,-283 90-8397 0 0,-176 42 3411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18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75 1516 0 0,'-27'-60'14183'0'0,"26"58"-13585"0"0,1 2-566 0 0,1-1 0 0 0,-1 1 0 0 0,0 0 0 0 0,0-1 0 0 0,0 1 0 0 0,0-1 0 0 0,0 1 0 0 0,0-1 0 0 0,0 1 0 0 0,0 0-1 0 0,0-1 1 0 0,-1 1 0 0 0,1-1 0 0 0,0 1 0 0 0,0 0 0 0 0,0-1 0 0 0,0 1 0 0 0,-1-1 0 0 0,1 1 0 0 0,0 0 0 0 0,0-1 0 0 0,0 1 0 0 0,-1 0 0 0 0,1-1 0 0 0,0 1 0 0 0,-1 0 0 0 0,1 0 0 0 0,0-1 0 0 0,-1 1 0 0 0,1 0 0 0 0,0 0 0 0 0,-1 0 0 0 0,1-1 0 0 0,-1 1 0 0 0,1 0 0 0 0,0 0 0 0 0,-1 0 0 0 0,1 0 0 0 0,-1 0 0 0 0,1 0 0 0 0,-1 0-1 0 0,1 0 1 0 0,0 0 0 0 0,-1 0 0 0 0,1 0 0 0 0,-1 0 0 0 0,1 0 0 0 0,0 0 0 0 0,-1 0 0 0 0,1 0 0 0 0,-1 0 0 0 0,1 1 0 0 0,0-1 0 0 0,-1 0 0 0 0,1 0 0 0 0,0 0 0 0 0,-1 1 0 0 0,1-1 0 0 0,0 0 0 0 0,-1 1 0 0 0,1-1 0 0 0,0 0 0 0 0,-1 1 0 0 0,-21 19 73 0 0,9-4-47 0 0,1 0 0 0 0,1 2-1 0 0,1-1 1 0 0,0 1-1 0 0,-9 26 1 0 0,-28 100 82 0 0,41-123-118 0 0,0 1-1 0 0,2-1 1 0 0,1 1-1 0 0,1-1 1 0 0,0 1-1 0 0,2 0 1 0 0,4 39-1 0 0,-3-53 18 0 0,0 0 0 0 0,1 0-1 0 0,0 1 1 0 0,1-1 0 0 0,-1-1-1 0 0,2 1 1 0 0,-1 0-1 0 0,1-1 1 0 0,0 0 0 0 0,0 1-1 0 0,1-2 1 0 0,0 1-1 0 0,1 0 1 0 0,-1-1 0 0 0,1 0-1 0 0,0-1 1 0 0,1 1-1 0 0,-1-1 1 0 0,1 0 0 0 0,0-1-1 0 0,0 1 1 0 0,1-2 0 0 0,9 5-1 0 0,-4-4 102 0 0,0-1-1 0 0,0 0 0 0 0,0-1 1 0 0,1 0-1 0 0,-1-1 1 0 0,0 0-1 0 0,1-2 0 0 0,-1 1 1 0 0,0-2-1 0 0,1 1 1 0 0,-1-2-1 0 0,0 0 0 0 0,0 0 1 0 0,-1-2-1 0 0,1 1 1 0 0,17-10-1 0 0,-12 5 57 0 0,-1-1-1 0 0,-1 0 1 0 0,1-1 0 0 0,-2-1-1 0 0,1 0 1 0 0,-2-1-1 0 0,0-1 1 0 0,0 0 0 0 0,-2-1-1 0 0,20-29 1 0 0,-22 28-85 0 0,-1 0 1 0 0,-1 0 0 0 0,-1-1-1 0 0,-1 0 1 0 0,0 0-1 0 0,-1-1 1 0 0,-1 0-1 0 0,0 0 1 0 0,-1 0-1 0 0,0-20 1 0 0,-3 29-77 0 0,0-1 1 0 0,-1 1-1 0 0,0 0 1 0 0,0-1-1 0 0,-1 1 1 0 0,-1 0-1 0 0,1 0 1 0 0,-1 0 0 0 0,-1 0-1 0 0,1 1 1 0 0,-2-1-1 0 0,1 1 1 0 0,-1 0-1 0 0,0 0 1 0 0,-1 1-1 0 0,0-1 1 0 0,0 1-1 0 0,0 0 1 0 0,-1 1-1 0 0,0 0 1 0 0,-11-8-1 0 0,4 6-41 0 0,1 0 1 0 0,-1 1-1 0 0,0 0 0 0 0,0 1 0 0 0,-1 1 0 0 0,0 1 1 0 0,-26-5-1 0 0,17 5-509 0 0,0 2 0 0 0,0 0 0 0 0,-1 2 0 0 0,-28 3 0 0 0,39-1-205 0 0,0 0-1 0 0,1 1 1 0 0,-1 1-1 0 0,1 0 1 0 0,0 1-1 0 0,-13 6 1 0 0,12-3-2093 0 0,0-1 0 0 0,-21 17 0 0 0,5-2-5243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19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5669 0 0,'17'2'6988'0'0,"9"-2"-2659"0"0,-7 1-1673 0 0,-2 1-348 0 0,2-2-1876 0 0,-6-5-696 0 0,3-2-1364 0 0,-8 2-8 0 0,3 0-692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0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1 876 0 0,'-3'0'3776'0'0,"-2"1"-3016"0"0,-16 4 4106 0 0,21-5-4789 0 0,-1 0 0 0 0,1 0 1 0 0,0 0-1 0 0,-1 0 0 0 0,1 0 1 0 0,0 1-1 0 0,-1-1 0 0 0,1 0 0 0 0,0 0 1 0 0,-1 0-1 0 0,1 1 0 0 0,0-1 1 0 0,-1 0-1 0 0,1 0 0 0 0,0 1 0 0 0,0-1 1 0 0,-1 0-1 0 0,1 1 0 0 0,0-1 1 0 0,0 0-1 0 0,0 1 0 0 0,-1-1 0 0 0,1 0 1 0 0,0 1-1 0 0,0-1 0 0 0,0 0 1 0 0,0 1-1 0 0,0-1 0 0 0,0 0 0 0 0,0 1 1 0 0,0-1-1 0 0,0 1 0 0 0,0-1 1 0 0,0 0-1 0 0,0 1 0 0 0,0-1 0 0 0,0 1 1 0 0,0-1-1 0 0,0 0 0 0 0,0 1 1 0 0,0 0-1 0 0,3 0-9 0 0,-1 1 0 0 0,1-1 0 0 0,-1 1 0 0 0,1-1 0 0 0,-1 0 0 0 0,1 0 0 0 0,0 0 0 0 0,-1 0 0 0 0,1-1 0 0 0,0 1 0 0 0,0-1 0 0 0,0 1 0 0 0,3-1 0 0 0,-2 0-9 0 0,56 5 134 0 0,0-3 1 0 0,105-11 0 0 0,-76 3-2445 0 0,-76 5 1091 0 0,10 0-4374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73 344 0 0,'-9'6'1065'0'0,"0"1"0"0"0,1 0 1 0 0,0 0-1 0 0,0 1 0 0 0,1 0 0 0 0,0 1 0 0 0,0-1 0 0 0,1 1 1 0 0,-6 11-1 0 0,11-18-926 0 0,0 0 1 0 0,0-1-1 0 0,0 1 1 0 0,0 0-1 0 0,0 0 1 0 0,1 0 0 0 0,-1 0-1 0 0,0-1 1 0 0,1 1-1 0 0,0 0 1 0 0,-1 0-1 0 0,1 0 1 0 0,0 0-1 0 0,0 0 1 0 0,0 0 0 0 0,0 0-1 0 0,1 0 1 0 0,-1 0-1 0 0,0 0 1 0 0,1 0-1 0 0,0 0 1 0 0,-1 0-1 0 0,1 0 1 0 0,0 0 0 0 0,0-1-1 0 0,0 1 1 0 0,0 0-1 0 0,0-1 1 0 0,0 1-1 0 0,1-1 1 0 0,-1 1 0 0 0,0-1-1 0 0,1 1 1 0 0,-1-1-1 0 0,1 0 1 0 0,-1 0-1 0 0,1 0 1 0 0,0 0-1 0 0,0 0 1 0 0,-1 0 0 0 0,5 1-1 0 0,2 1 7 0 0,0-1-1 0 0,0 0 1 0 0,1 0-1 0 0,-1 0 0 0 0,1-1 1 0 0,-1-1-1 0 0,1 0 1 0 0,11-1-1 0 0,36-5 133 0 0,-2-3 0 0 0,92-27 0 0 0,99-57-2276 0 0,-216 81 295 0 0,27-18 1 0 0,-45 23-412 0 0,0 0 0 0 0,18-17 0 0 0,-9 5-2737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0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30 2044 0 0,'-2'-1'1909'0'0,"-46"-17"8809"0"0,48 18-10694 0 0,-1 0 1 0 0,1 0-1 0 0,0 0 1 0 0,-1 0-1 0 0,1-1 0 0 0,0 1 1 0 0,-1 0-1 0 0,1 0 1 0 0,0 0-1 0 0,-1-1 1 0 0,1 1-1 0 0,0 0 1 0 0,-1 0-1 0 0,1-1 1 0 0,0 1-1 0 0,0 0 0 0 0,-1-1 1 0 0,1 1-1 0 0,0 0 1 0 0,0-1-1 0 0,-1 0 1 0 0,9 0 42 0 0,0-1 0 0 0,0 1 1 0 0,0 1-1 0 0,1-1 0 0 0,-1 1 1 0 0,0 1-1 0 0,0-1 0 0 0,0 1 0 0 0,0 1 1 0 0,0 0-1 0 0,0 0 0 0 0,14 6 1 0 0,7 4 251 0 0,54 31 0 0 0,-56-26-246 0 0,0 0 0 0 0,-1 2 0 0 0,-1 1-1 0 0,0 1 1 0 0,-2 1 0 0 0,-1 2 0 0 0,-1 0 0 0 0,0 1 0 0 0,-2 0-1 0 0,26 48 1 0 0,-34-53-32 0 0,-2 1 0 0 0,0 0 0 0 0,-1 0 0 0 0,-2 0 0 0 0,0 1 0 0 0,-1 0 0 0 0,-1 0 0 0 0,-1 0 0 0 0,-1 1 0 0 0,-1-1 0 0 0,-1 1 0 0 0,-1-1 0 0 0,-1 1 0 0 0,-1-1 0 0 0,-1 0 0 0 0,-7 23 0 0 0,-1-9 27 0 0,-1 0 0 0 0,-2-1 0 0 0,-2-1 1 0 0,-1 0-1 0 0,-2-1 0 0 0,-41 53 0 0 0,33-53-807 0 0,-60 56 1 0 0,55-60-2090 0 0,-67 43 1 0 0,68-53-944 0 0,2-6-1619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0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1368 0 0,'52'-26'12152'0'0,"-31"16"-10859"0"0,-24 22-3416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3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85 832 0 0,'2'-12'7275'0'0,"-2"9"-6637"0"0,1 0 1 0 0,-1 0 0 0 0,0 0 0 0 0,0 0 0 0 0,0 0-1 0 0,0 0 1 0 0,-1 0 0 0 0,1 0 0 0 0,-1 1-1 0 0,0-1 1 0 0,0 0 0 0 0,0 0 0 0 0,-1-3-1 0 0,1 5-504 0 0,0-1 1 0 0,0 0-1 0 0,-1 1 0 0 0,1-1 0 0 0,-1 1 0 0 0,1 0 0 0 0,-1-1 0 0 0,1 1 0 0 0,-1 0 0 0 0,1 0 1 0 0,-1 0-1 0 0,0 0 0 0 0,0 0 0 0 0,0 0 0 0 0,-1 0 0 0 0,-6-1-106 0 0,1 0 0 0 0,-1 0 0 0 0,1 1 0 0 0,-1 0 0 0 0,0 1 0 0 0,1 0 0 0 0,-1 0 0 0 0,0 1 0 0 0,1 0 0 0 0,-1 0 0 0 0,1 1 0 0 0,-1 0 0 0 0,1 1 0 0 0,0 0-1 0 0,0 0 1 0 0,0 0 0 0 0,0 1 0 0 0,1 1 0 0 0,0-1 0 0 0,-1 1 0 0 0,-6 6 0 0 0,1 0-25 0 0,1 0 0 0 0,0 1 0 0 0,1 0 0 0 0,0 1 0 0 0,1 0 1 0 0,0 1-1 0 0,1 0 0 0 0,1 1 0 0 0,0-1 0 0 0,-7 21 0 0 0,5-5 7 0 0,1 2 0 0 0,2-1 0 0 0,1 1 0 0 0,1 1 0 0 0,2-1 0 0 0,1 34 0 0 0,19 198 65 0 0,-9-183-11 0 0,4 112 492 0 0,-8 0 1 0 0,-9 1-1 0 0,-50 320 0 0 0,55-511-548 0 0,-18 108 330 0 0,-6 181 1 0 0,24-286-323 0 0,0 1 1 0 0,0-1-1 0 0,1 1 0 0 0,0-1 1 0 0,0 1-1 0 0,0-1 0 0 0,1 0 1 0 0,0 0-1 0 0,1 0 0 0 0,3 9 1 0 0,-3-12-8 0 0,-1 1-1 0 0,1-1 1 0 0,0 0 0 0 0,0 0 0 0 0,0 0-1 0 0,0 0 1 0 0,0-1 0 0 0,1 1 0 0 0,-1-1 0 0 0,1 0-1 0 0,-1 1 1 0 0,1-2 0 0 0,0 1 0 0 0,0 0-1 0 0,0-1 1 0 0,0 0 0 0 0,6 1 0 0 0,7 1-115 0 0,0-1 0 0 0,0 0 0 0 0,0-1 0 0 0,21-3 1 0 0,71-10-1140 0 0,-94 10 1047 0 0,166-30-3350 0 0,-58 3-2717 0 0,-9 1-2847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6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88 1776 0 0,'0'0'3873'0'0,"-16"-2"670"0"0,-4-4-454 0 0,-6 0-168 0 0,26 6-3885 0 0,0 0 0 0 0,-1 0-1 0 0,1 0 1 0 0,0 0 0 0 0,0 0-1 0 0,-1 0 1 0 0,1 0 0 0 0,0 0-1 0 0,0 0 1 0 0,-1 0 0 0 0,1-1-1 0 0,0 1 1 0 0,0 0 0 0 0,-1 0-1 0 0,1 0 1 0 0,0 0 0 0 0,0 0-1 0 0,0-1 1 0 0,0 1 0 0 0,-1 0-1 0 0,1 0 1 0 0,0 0-1 0 0,0-1 1 0 0,0 1 0 0 0,0 0-1 0 0,0 0 1 0 0,-1-1 0 0 0,1 1-1 0 0,0 0 1 0 0,0 0 0 0 0,0 0-1 0 0,0-1 1 0 0,0 1 0 0 0,0 0-1 0 0,0-1 1 0 0,0 1 0 0 0,0 0-1 0 0,0 0 1 0 0,0-1 0 0 0,0 1-1 0 0,0 0 1 0 0,0 0 0 0 0,0 0-1 0 0,0-1 1 0 0,1 1 0 0 0,-1 0-1 0 0,0 0 1 0 0,0-1 0 0 0,0 1-1 0 0,0 0 1 0 0,1-1 0 0 0,15-12 265 0 0,27-8-462 0 0,-27 15 152 0 0,-1 1 0 0 0,1 0-1 0 0,0 1 1 0 0,0 1 0 0 0,0 0 0 0 0,0 1-1 0 0,0 1 1 0 0,1 0 0 0 0,27 4-1 0 0,-37-2 7 0 0,0 0-1 0 0,0 0 1 0 0,0 1-1 0 0,0 1 1 0 0,0-1 0 0 0,-1 1-1 0 0,1 0 1 0 0,-1 0-1 0 0,0 1 1 0 0,10 7-1 0 0,-12-7 7 0 0,0 0-1 0 0,0 0 1 0 0,0 1 0 0 0,0-1-1 0 0,-1 1 1 0 0,0 0 0 0 0,0 0-1 0 0,0 0 1 0 0,-1 0 0 0 0,0 0-1 0 0,0 1 1 0 0,0-1 0 0 0,0 1-1 0 0,1 10 1 0 0,-2-3 9 0 0,-1 1 0 0 0,0-1 0 0 0,0 0 0 0 0,-1 1 1 0 0,-1-1-1 0 0,0 0 0 0 0,-1 0 0 0 0,-5 15 0 0 0,-3 3 8 0 0,-2 0 0 0 0,-17 32 0 0 0,-22 29 256 0 0,-103 135-1 0 0,154-226-269 0 0,-1 1 1 0 0,1 0 0 0 0,0 0-1 0 0,-1-1 1 0 0,1 1-1 0 0,0 0 1 0 0,0 0-1 0 0,0 0 1 0 0,0 0 0 0 0,1 0-1 0 0,-1 1 1 0 0,0-1-1 0 0,1 0 1 0 0,0 0-1 0 0,-1 0 1 0 0,1 0-1 0 0,0 1 1 0 0,0 2 0 0 0,1-5-2 0 0,0 1 0 0 0,0 0 1 0 0,0-1-1 0 0,-1 1 1 0 0,1-1-1 0 0,0 1 0 0 0,0-1 1 0 0,0 0-1 0 0,0 1 1 0 0,0-1-1 0 0,0 0 0 0 0,0 0 1 0 0,0 0-1 0 0,0 0 0 0 0,0 1 1 0 0,0-1-1 0 0,0-1 1 0 0,0 1-1 0 0,2 0 0 0 0,20-2 33 0 0,-22 2-37 0 0,228-44 109 0 0,-159 28-93 0 0,-10 3-502 0 0,60-14 1135 0 0,-45 6-8588 0 0,-56 12 2100 0 0,-6 2 629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6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90 976 0 0,'-14'12'16565'0'0,"10"-6"-14562"0"0,8-5-1902 0 0,1-1 0 0 0,0 1-1 0 0,0-1 1 0 0,0 0-1 0 0,0 0 1 0 0,0-1-1 0 0,-1 0 1 0 0,6-1-1 0 0,46-12 227 0 0,-31 7-197 0 0,185-47 304 0 0,-204 52-416 0 0,4 1-14 0 0,0 0 0 0 0,0-1 1 0 0,0 0-1 0 0,-1-1 0 0 0,14-5 0 0 0,-21 7-138 0 0,10-3-1062 0 0,3-2-4387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6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69 740 0 0,'24'-52'15743'0'0,"-24"52"-15478"0"0,0-1 0 0 0,0 0 0 0 0,0 0 0 0 0,0 0 1 0 0,0 0-1 0 0,0 0 0 0 0,8-9 4209 0 0,-5 19-3768 0 0,1 49 2096 0 0,-8 114-1 0 0,-22 60-1509 0 0,-1-68-905 0 0,21-133-1496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7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42 720 0 0,'6'-41'20969'0'0,"-3"62"-18044"0"0,1 120 1465 0 0,-6 71-1945 0 0,-1-33-1536 0 0,5-138-788 0 0,-1-23-26 0 0,-1 0 1 0 0,-3 31 0 0 0,2-40-95 0 0,-1 1-1 0 0,2-1-49 0 0,0-7-293 0 0,25-59-19938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548 126 1088 0 0,'-18'-14'7319'0'0,"-23"-21"0"0"0,10 9-992 0 0,30 25-6181 0 0,4 1 9 0 0,93-17 204 0 0,124-5 0 0 0,-110 13-292 0 0,-105 8-69 0 0,0 1 0 0 0,0 0 1 0 0,0 0-1 0 0,0 0 0 0 0,0 1 1 0 0,0 0-1 0 0,7 2 0 0 0,-9-3 21 0 0,-1 1 0 0 0,0 0 0 0 0,0 0 0 0 0,0 0 0 0 0,0 1 0 0 0,0-1-1 0 0,-1 0 1 0 0,1 1 0 0 0,0-1 0 0 0,-1 1 0 0 0,1-1 0 0 0,2 4 0 0 0,-2 0 92 0 0,1 0 0 0 0,-1 0 0 0 0,0 0 0 0 0,0 1 0 0 0,-1-1 0 0 0,1 1 1 0 0,-1-1-1 0 0,0 1 0 0 0,-1 8 0 0 0,2-2 161 0 0,3 41 829 0 0,-3-1 0 0 0,-4 59 0 0 0,-18 106 464 0 0,14-166-1300 0 0,-37 603 860 0 0,43-605-1020 0 0,0 60 479 0 0,-14 116 0 0 0,13-219-573 0 0,0 0 1 0 0,0 0-1 0 0,-1 0 0 0 0,0 0 1 0 0,0 0-1 0 0,-1-1 0 0 0,0 1 1 0 0,0-1-1 0 0,0 1 1 0 0,0-1-1 0 0,-1 0 0 0 0,0-1 1 0 0,0 1-1 0 0,0-1 0 0 0,0 1 1 0 0,-1-1-1 0 0,0 0 0 0 0,0-1 1 0 0,0 1-1 0 0,0-1 0 0 0,-1 0 1 0 0,1-1-1 0 0,-8 3 1 0 0,-11 4 28 0 0,-1-2 0 0 0,0 0 1 0 0,-1-2-1 0 0,-30 2 0 0 0,26-3-32 0 0,-134 13-5472 0 0,-199-6 0 0 0,321-13 1521 0 0,15-1-1573 0 0,2-1-4460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2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403 117 68 0 0,'6'-5'1938'0'0,"-2"1"-817"0"0,1 1-1 0 0,-1-1 1 0 0,0 1 0 0 0,0-1 0 0 0,-1 0-1 0 0,1 0 1 0 0,-1-1 0 0 0,0 1-1 0 0,5-11 782 0 0,-8 14-1705 0 0,0-1 0 0 0,1 1 0 0 0,-1-1 0 0 0,0 1 0 0 0,0-1 0 0 0,0 1 0 0 0,0-1 0 0 0,-1 1 0 0 0,1-1-1 0 0,0 1 1 0 0,0 0 0 0 0,-1-1 0 0 0,1 1 0 0 0,-2-3 0 0 0,-1 0-101 0 0,0 1 0 0 0,-1 0-1 0 0,1 0 1 0 0,-1 0 0 0 0,0 0-1 0 0,0 1 1 0 0,0-1 0 0 0,0 1-1 0 0,0 0 1 0 0,-1 0 0 0 0,1 1-1 0 0,-1-1 1 0 0,1 1 0 0 0,-1 0-1 0 0,1 0 1 0 0,-1 0 0 0 0,0 1 0 0 0,1 0-1 0 0,-6 0 1 0 0,-1 0-74 0 0,-1 0-1 0 0,1 1 1 0 0,0 0-1 0 0,0 1 1 0 0,0 0 0 0 0,0 1-1 0 0,-13 5 1 0 0,14-4-13 0 0,0 1-1 0 0,1 0 1 0 0,-1 0 0 0 0,1 1-1 0 0,0 1 1 0 0,1-1 0 0 0,0 1-1 0 0,0 1 1 0 0,0 0 0 0 0,1 0-1 0 0,-7 9 1 0 0,5-3 7 0 0,1 0 1 0 0,0 0-1 0 0,1 1 1 0 0,1 0-1 0 0,0 1 0 0 0,-6 26 1 0 0,0 13 46 0 0,3 1 0 0 0,2 1 0 0 0,0 66 0 0 0,16 172 254 0 0,-7-257-295 0 0,10 750 889 0 0,-52 24 395 0 0,1-27 610 0 0,43-519-1181 0 0,1-201-538 0 0,3 0 0 0 0,16 67 0 0 0,-21-119-157 0 0,1 0 0 0 0,1-1 0 0 0,-1 1 0 0 0,2-1 0 0 0,0 0 0 0 0,9 15 0 0 0,-11-22-31 0 0,0 0-1 0 0,0 0 1 0 0,0 0-1 0 0,1-1 1 0 0,-1 1-1 0 0,1-1 1 0 0,0 0-1 0 0,0 0 1 0 0,1-1-1 0 0,-1 1 1 0 0,1-1-1 0 0,0-1 1 0 0,-1 1-1 0 0,1-1 1 0 0,8 3-1 0 0,2-3-232 0 0,0 0-1 0 0,0-1 0 0 0,0 0 0 0 0,0-1 0 0 0,0-1 1 0 0,-1-1-1 0 0,29-5 0 0 0,105-38-2993 0 0,18-25-5557 0 0,-78 28-750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30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8 811 1956 0 0,'-7'-14'9220'0'0,"15"24"-8844"0"0,-5-6-108 0 0,0 0 1 0 0,0 0-1 0 0,0-1 1 0 0,0 1-1 0 0,6 3 0 0 0,-7-5-178 0 0,0-1 0 0 0,1 0 0 0 0,-1 0 0 0 0,0 0 0 0 0,0-1-1 0 0,0 1 1 0 0,1 0 0 0 0,-1-1 0 0 0,0 0 0 0 0,1 1 0 0 0,-1-1-1 0 0,0 0 1 0 0,1 0 0 0 0,3-1 0 0 0,3-1 23 0 0,1 0 0 0 0,-1 0 1 0 0,0-1-1 0 0,0 0 0 0 0,0-1 0 0 0,0 0 1 0 0,0 0-1 0 0,-1-1 0 0 0,8-6 0 0 0,4-3-3 0 0,-1-2 0 0 0,23-22-1 0 0,-24 17-78 0 0,0 0-1 0 0,-1-1 0 0 0,-1-1 1 0 0,-1 0-1 0 0,-2-1 0 0 0,19-45 1 0 0,-11 15-24 0 0,-2-1 1 0 0,13-67-1 0 0,-25 87-6 0 0,-1 0 0 0 0,-1 0-1 0 0,-2 0 1 0 0,-1 0 0 0 0,-5-48 0 0 0,3 81-3 0 0,0 0 0 0 0,0 0 0 0 0,-1-1 0 0 0,1 1 0 0 0,-1 0 1 0 0,1 0-1 0 0,-1 0 0 0 0,0 0 0 0 0,0 0 0 0 0,0 0 0 0 0,0 0 0 0 0,0 0 0 0 0,-1 0 1 0 0,1 0-1 0 0,-3-2 0 0 0,-7-1 14 0 0,8 5-10 0 0,0 0 0 0 0,0 0 0 0 0,0 0 0 0 0,0 0 0 0 0,0 1 0 0 0,0-1 0 0 0,1 1 0 0 0,-1 0 0 0 0,0 0 0 0 0,0 0-1 0 0,1 0 1 0 0,-1 0 0 0 0,1 1 0 0 0,-4 2 0 0 0,0 0-2 0 0,1 0 0 0 0,0 1 0 0 0,0 0 0 0 0,0 0 0 0 0,-7 10 0 0 0,1 2 3 0 0,0 0 1 0 0,2 1-1 0 0,-10 24 0 0 0,5-7 15 0 0,2 0 0 0 0,2 1 0 0 0,1 1 0 0 0,-5 45 0 0 0,11-54 2 0 0,1 0 0 0 0,1 0 0 0 0,2 1 0 0 0,1-1 0 0 0,1 0 0 0 0,8 35 1 0 0,-6-46 15 0 0,1 1 0 0 0,0-1 0 0 0,1 0 0 0 0,1-1 0 0 0,0 1 0 0 0,1-1 0 0 0,1-1 0 0 0,1 0 0 0 0,0-1 0 0 0,1 0 0 0 0,20 19 0 0 0,-11-15-239 0 0,1-1-1 0 0,0-1 1 0 0,2-1-1 0 0,0-1 1 0 0,0-1-1 0 0,50 18 0 0 0,-28-14-3070 0 0,-15-8-1826 0 0,-13-4 405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31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81 592 0 0,'-45'-59'12976'0'0,"46"65"-12914"0"0,1-1 0 0 0,-1 0 0 0 0,1 1 0 0 0,5 8 0 0 0,4 11 76 0 0,-2 13 207 0 0,4 44 1 0 0,-11-70-204 0 0,0-38 2714 0 0,3-7-2817 0 0,12-46-1 0 0,-15 72-46 0 0,0 1 0 0 0,1 0-1 0 0,-1 0 1 0 0,1 0 0 0 0,0 1-1 0 0,4-7 1 0 0,-5 11 3 0 0,-1 0 1 0 0,0 0-1 0 0,0-1 1 0 0,0 1-1 0 0,1 0 1 0 0,-1 0-1 0 0,1 0 1 0 0,-1 1-1 0 0,1-1 1 0 0,-1 0-1 0 0,1 0 1 0 0,-1 1-1 0 0,1-1 1 0 0,0 1-1 0 0,-1-1 1 0 0,1 1-1 0 0,0 0 1 0 0,-1 0-1 0 0,1 0 1 0 0,0 0-1 0 0,-1 0 1 0 0,1 0-1 0 0,0 0 1 0 0,-1 0-1 0 0,1 1 1 0 0,0-1-1 0 0,1 2 1 0 0,3 0 1 0 0,-1 0 1 0 0,0 0 0 0 0,0 1-1 0 0,0 0 1 0 0,-1 0 0 0 0,1 0 0 0 0,-1 0-1 0 0,1 1 1 0 0,-1 0 0 0 0,0 0-1 0 0,-1 0 1 0 0,1 1 0 0 0,4 6-1 0 0,3 6 13 0 0,-1 1-1 0 0,9 22 0 0 0,-16-35-1 0 0,9 31 75 0 0,-10-28 670 0 0,1-1 0 0 0,0 1 0 0 0,6 11 1 0 0,-9-18-562 0 0,1-35 376 0 0,0 23-551 0 0,1 0-1 0 0,0 0 0 0 0,1 1 0 0 0,0 0 0 0 0,0-1 1 0 0,1 1-1 0 0,1 0 0 0 0,0 1 0 0 0,0-1 0 0 0,11-14 1 0 0,-11 18-27 0 0,-1 1 1 0 0,1 0-1 0 0,0-1 1 0 0,1 1-1 0 0,-1 1 1 0 0,1-1-1 0 0,0 1 1 0 0,0 0-1 0 0,0 1 1 0 0,0-1 0 0 0,1 1-1 0 0,-1 0 1 0 0,1 1-1 0 0,0 0 1 0 0,0 0-1 0 0,0 0 1 0 0,11-1-1 0 0,-13 3-46 0 0,-1 0-1 0 0,1-1 0 0 0,-1 1 0 0 0,1 1 1 0 0,-1-1-1 0 0,0 1 0 0 0,1-1 0 0 0,-1 1 1 0 0,1 1-1 0 0,-1-1 0 0 0,0 0 0 0 0,0 1 1 0 0,0 0-1 0 0,0 0 0 0 0,0 0 0 0 0,0 1 1 0 0,-1-1-1 0 0,1 1 0 0 0,-1 0 0 0 0,1 0 1 0 0,-1 0-1 0 0,0 1 0 0 0,0-1 0 0 0,-1 1 1 0 0,1-1-1 0 0,-1 1 0 0 0,1 0 0 0 0,-1 0 1 0 0,-1 0-1 0 0,1 0 0 0 0,0 0 0 0 0,-1 1 1 0 0,1 5-1 0 0,6 41-3946 0 0,-4-17-2519 0 0,-3-17-85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32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20 1416 0 0,'0'0'2093'0'0,"-16"4"4916"0"0,3-2-4403 0 0,12-2-2541 0 0,0 0-1 0 0,1 0 1 0 0,-1 0 0 0 0,0 0 0 0 0,1 0 0 0 0,-1 0 0 0 0,0 0-1 0 0,1 1 1 0 0,-1-1 0 0 0,1 0 0 0 0,-1 0 0 0 0,1 1-1 0 0,-1-1 1 0 0,0 1 0 0 0,1-1 0 0 0,-1 0 0 0 0,1 1-1 0 0,-1 0 1 0 0,3 9 206 0 0,1 0-1 0 0,0-1 1 0 0,1 1-1 0 0,6 11 1 0 0,11 32 570 0 0,22 139 4545 0 0,-40-200-4671 0 0,3-23-839 0 0,-3 15 303 0 0,4-9-146 0 0,0 1 0 0 0,2-1 0 0 0,0 2 0 0 0,15-28 0 0 0,-17 40-50 0 0,0-1-1 0 0,1 1 1 0 0,0 0-1 0 0,0 0 1 0 0,1 1 0 0 0,1 0-1 0 0,-1 1 1 0 0,2 0-1 0 0,17-12 1 0 0,-25 18 12 0 0,-1 1-1 0 0,1 1 1 0 0,1-1-1 0 0,-1 0 1 0 0,0 1-1 0 0,0-1 1 0 0,0 1-1 0 0,1 0 1 0 0,-1 0-1 0 0,1 1 1 0 0,-1-1-1 0 0,1 1 1 0 0,-1-1 0 0 0,1 1-1 0 0,-1 0 1 0 0,1 0-1 0 0,-1 1 1 0 0,1-1-1 0 0,-1 1 1 0 0,1 0-1 0 0,-1 0 1 0 0,0 0-1 0 0,1 0 1 0 0,-1 0-1 0 0,0 1 1 0 0,0-1-1 0 0,0 1 1 0 0,0 0 0 0 0,0 0-1 0 0,0 0 1 0 0,2 3-1 0 0,1 1 15 0 0,-1 0 0 0 0,-1 1 0 0 0,1-1 0 0 0,-1 1-1 0 0,-1 0 1 0 0,1 0 0 0 0,-1 0 0 0 0,0 0 0 0 0,0 1 0 0 0,-1-1-1 0 0,0 1 1 0 0,1 13 0 0 0,-1 7 51 0 0,-1 0 0 0 0,-5 46 0 0 0,0 4-531 0 0,4-78 394 0 0,-1 1 0 0 0,1-1 0 0 0,0 1 0 0 0,0-1 0 0 0,0 1 1 0 0,0 0-1 0 0,0-1 0 0 0,0 1 0 0 0,0-1 0 0 0,0 1 0 0 0,0-1 0 0 0,1 1 0 0 0,-1-1 0 0 0,0 1 0 0 0,0-1 0 0 0,0 1 0 0 0,0-1 0 0 0,1 1 0 0 0,-1-1 0 0 0,0 1 0 0 0,1-1 0 0 0,-1 1 0 0 0,0-1 0 0 0,1 1 0 0 0,-1-1 0 0 0,1 0 0 0 0,-1 1 0 0 0,0-1 0 0 0,1 0 0 0 0,-1 1 0 0 0,1-1 0 0 0,-1 0 0 0 0,1 0 0 0 0,0 1 0 0 0,16-6-2233 0 0,-15 4 2395 0 0,4-3-1025 0 0,0 1 0 0 0,-1 0-1 0 0,1-1 1 0 0,-1 0-1 0 0,0 0 1 0 0,5-6 0 0 0,-6 7 20 0 0,23-25-6600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33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179 134 848 0 0,'-13'-6'5248'0'0,"-20"-7"5890"0"0,34 11-11085 0 0,0 1 0 0 0,0 0 0 0 0,0 0 0 0 0,0-1 1 0 0,0 1-1 0 0,0 0 0 0 0,1 0 0 0 0,-1 0 0 0 0,0 0 0 0 0,1 0 1 0 0,-1 1-1 0 0,0-1 0 0 0,1 0 0 0 0,-1 1 0 0 0,1-1 1 0 0,0 1-1 0 0,1-1 0 0 0,38-11 180 0 0,-32 10-155 0 0,123-26 138 0 0,201-18 0 0 0,-254 38-193 0 0,-73 7-20 0 0,-1 1 0 0 0,1 0 0 0 0,-1 0-1 0 0,1 1 1 0 0,6 0 0 0 0,-11 0 1 0 0,1-1 0 0 0,0 0 0 0 0,-1 1 1 0 0,1-1-1 0 0,-1 1 0 0 0,1-1 0 0 0,-1 1 0 0 0,1 0 0 0 0,-1 0 0 0 0,0-1 0 0 0,1 1 0 0 0,-1 0 0 0 0,0 0 0 0 0,0 0 1 0 0,1 1-1 0 0,-1-1 0 0 0,0 0 0 0 0,0 0 0 0 0,0 1 0 0 0,-1-1 0 0 0,1 0 0 0 0,0 1 0 0 0,0 1 0 0 0,3 16 151 0 0,-2 1 0 0 0,-1 0 0 0 0,0 0 0 0 0,-2 0 0 0 0,-4 33 0 0 0,1 2 344 0 0,10 570 1714 0 0,2-388-2117 0 0,11 642 607 0 0,30-20 1126 0 0,-33-673-1838 0 0,7 105 69 0 0,-18-202 167 0 0,5 108 1262 0 0,-9-170-1212 0 0,-2 22 1223 0 0,1-48-1471 0 0,-1 0 1 0 0,1 0 0 0 0,-1 0-1 0 0,1 0 1 0 0,-1 0-1 0 0,1 0 1 0 0,-1 0-1 0 0,0 0 1 0 0,1 0-1 0 0,-1 0 1 0 0,0 0-1 0 0,0 0 1 0 0,1-1-1 0 0,-1 1 1 0 0,0 0-1 0 0,0-1 1 0 0,0 1-1 0 0,0 0 1 0 0,0-1-1 0 0,0 1 1 0 0,0-1-1 0 0,0 0 1 0 0,0 1-1 0 0,-3 0 1 0 0,-26 2-53 0 0,27-2 53 0 0,-62-2-1573 0 0,-127-17 0 0 0,118 9 132 0 0,-119-12-3042 0 0,-85-10-6305 0 0,179 18 3239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33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29 1072 0 0,'-3'0'2046'0'0,"-10"0"1246"0"0,10 0-1933 0 0,-11 0-96 0 0,10 0-129 0 0,2 1-116 0 0,-19 0 2455 0 0,14-2-867 0 0,16-3-2549 0 0,21-3-28 0 0,1 0 1 0 0,39-3-1 0 0,-43 8-2033 0 0,34 2 0 0 0,-56 0 1217 0 0,10 2-509 0 0,-4 2-3532 0 0,-1 2 743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33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 1264 0 0,'-17'11'1983'0'0,"0"1"-1"0"0,0 1 1 0 0,2 0-1 0 0,-19 20 1 0 0,34-32-1950 0 0,-1-1 0 0 0,1 0 0 0 0,0 1 0 0 0,0-1 0 0 0,-1 1 0 0 0,1-1-1 0 0,0 1 1 0 0,0-1 0 0 0,-1 1 0 0 0,1-1 0 0 0,0 1 0 0 0,0 0 0 0 0,0-1 0 0 0,0 1 0 0 0,0-1 0 0 0,0 1 0 0 0,0-1 0 0 0,0 1 0 0 0,0-1-1 0 0,0 1 1 0 0,0 0 0 0 0,0-1 0 0 0,0 1 0 0 0,0-1 0 0 0,1 1 0 0 0,-1-1 0 0 0,0 1 0 0 0,0-1 0 0 0,1 1 0 0 0,-1-1 0 0 0,0 1-1 0 0,1-1 1 0 0,-1 0 0 0 0,0 1 0 0 0,1-1 0 0 0,-1 1 0 0 0,0-1 0 0 0,1 0 0 0 0,-1 1 0 0 0,1-1 0 0 0,-1 0 0 0 0,1 0 0 0 0,-1 1-1 0 0,1-1 1 0 0,-1 0 0 0 0,1 0 0 0 0,-1 0 0 0 0,1 1 0 0 0,0-1 0 0 0,-1 0 0 0 0,1 0 0 0 0,-1 0 0 0 0,1 0 0 0 0,-1 0 0 0 0,2 0 0 0 0,15 1 73 0 0,0-1 1 0 0,0 0 0 0 0,0-1 0 0 0,21-4 0 0 0,73-18-1332 0 0,-80 15 430 0 0,83-19-4208 0 0,-51 10 875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37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35 776 0 0,'29'-34'15774'0'0,"-35"36"-15755"0"0,1 0 0 0 0,0 1-1 0 0,0-1 1 0 0,0 1 0 0 0,0 0-1 0 0,1 1 1 0 0,-1-1 0 0 0,1 1-1 0 0,0 0 1 0 0,0 0 0 0 0,0 0 0 0 0,1 1-1 0 0,-6 8 1 0 0,-3 5 3 0 0,1 1 0 0 0,-12 27 0 0 0,12-23 13 0 0,2 1 0 0 0,1 1 0 0 0,1-1 0 0 0,1 1 0 0 0,-4 37 0 0 0,9-51 7 0 0,0 0 1 0 0,1 0-1 0 0,0 0 1 0 0,1 0 0 0 0,0 0-1 0 0,0-1 1 0 0,1 1-1 0 0,1 0 1 0 0,0-1 0 0 0,0 1-1 0 0,1-1 1 0 0,0 0-1 0 0,1 0 1 0 0,0-1-1 0 0,8 12 1 0 0,-9-16 97 0 0,-1-1-1 0 0,1 0 1 0 0,0 0 0 0 0,1-1 0 0 0,-1 1-1 0 0,1-1 1 0 0,-1 0 0 0 0,1 0 0 0 0,0 0-1 0 0,0-1 1 0 0,0 0 0 0 0,0 0 0 0 0,9 2-1 0 0,-6-2 102 0 0,1-1 0 0 0,-1 0-1 0 0,1 0 1 0 0,-1-1-1 0 0,1 0 1 0 0,-1-1-1 0 0,0 0 1 0 0,13-2 0 0 0,-10 0 87 0 0,0 0 0 0 0,0-1 1 0 0,-1 0-1 0 0,1 0 0 0 0,-1-1 1 0 0,0-1-1 0 0,0 1 1 0 0,-1-2-1 0 0,1 1 0 0 0,-1-1 1 0 0,-1-1-1 0 0,1 0 0 0 0,10-13 1 0 0,-9 6-49 0 0,-1 0 1 0 0,0 0 0 0 0,-1-1 0 0 0,-1 0-1 0 0,0-1 1 0 0,-1 1 0 0 0,-1-1-1 0 0,0 0 1 0 0,1-21 0 0 0,-4 29-218 0 0,-1-1 0 0 0,0 1 1 0 0,-1-1-1 0 0,0 1 0 0 0,0-1 1 0 0,-1 0-1 0 0,-1 1 0 0 0,1-1 1 0 0,-2 1-1 0 0,1 0 0 0 0,-1 0 1 0 0,-1 0-1 0 0,1 0 0 0 0,-1 0 1 0 0,-1 1-1 0 0,0-1 0 0 0,0 1 1 0 0,-9-10-1 0 0,6 10-69 0 0,-1 1-1 0 0,0 0 1 0 0,0 1 0 0 0,0 0-1 0 0,-1 0 1 0 0,0 1 0 0 0,0 0 0 0 0,0 1-1 0 0,-1 0 1 0 0,0 0 0 0 0,-17-2-1 0 0,14 3-485 0 0,-1 1-1 0 0,1 1 0 0 0,-22 0 1 0 0,26 1-479 0 0,-1 1 1 0 0,1 1-1 0 0,0 0 1 0 0,0 0 0 0 0,-11 4-1 0 0,-10 11-3990 0 0,12-2-1597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44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196 184 200 0 0,'-9'-8'7441'0'0,"-29"-6"-868"0"0,37 14-6130 0 0,2-12-248 0 0,19-42 8 0 0,-19 53-198 0 0,0-2-4 0 0,0 0 0 0 0,0 0 1 0 0,1 0-1 0 0,-1 0 0 0 0,1 1 0 0 0,0-1 0 0 0,0 1 0 0 0,0-1 0 0 0,0 1 0 0 0,0 0 0 0 0,0 0 1 0 0,4-3-1 0 0,1-2-5 0 0,15-12 7 0 0,28-11-2 0 0,-48 29-9 0 0,4 1 1 0 0,-4 0 6 0 0,0-1 1 0 0,0 1-1 0 0,0 0 0 0 0,0 0 1 0 0,0 0-1 0 0,0 0 1 0 0,0 0-1 0 0,-1 1 1 0 0,1-1-1 0 0,0 0 0 0 0,0 1 1 0 0,0 0-1 0 0,-1-1 1 0 0,1 1-1 0 0,0 0 0 0 0,-1 0 1 0 0,1 0-1 0 0,0 0 1 0 0,-1 0-1 0 0,1 0 1 0 0,-1 0-1 0 0,0 1 0 0 0,1-1 1 0 0,-1 1-1 0 0,0-1 1 0 0,2 4-1 0 0,7 10 7 0 0,0 1-1 0 0,-1 0 1 0 0,-1 0-1 0 0,-1 1 1 0 0,0 0-1 0 0,-1 0 1 0 0,-1 1-1 0 0,3 19 1 0 0,-2-2 92 0 0,-1 0 0 0 0,-3 1 0 0 0,-1 42-1 0 0,-3-47 90 0 0,-1 0 0 0 0,-2 0 0 0 0,-1-1 0 0 0,-2 0-1 0 0,0 0 1 0 0,-3-1 0 0 0,0 0 0 0 0,-1-1-1 0 0,-2 0 1 0 0,-1-1 0 0 0,-1 0 0 0 0,-2-2-1 0 0,0 0 1 0 0,-29 31 0 0 0,40-50-58 0 0,0 0 1 0 0,0 0-1 0 0,0 0 1 0 0,-1 0-1 0 0,1-1 1 0 0,-1-1-1 0 0,0 1 1 0 0,-1-1-1 0 0,1-1 1 0 0,-1 0-1 0 0,-10 3 0 0 0,15-5-108 0 0,1-1 0 0 0,-1 1 0 0 0,0-1 0 0 0,1 0 0 0 0,-1 0 0 0 0,1 0 0 0 0,-1-1 0 0 0,0 1 0 0 0,1-1 0 0 0,-1 0 0 0 0,1 0 0 0 0,-1 0 0 0 0,1 0-1 0 0,0-1 1 0 0,0 0 0 0 0,-1 1 0 0 0,1-1 0 0 0,0 0 0 0 0,0 0 0 0 0,1-1 0 0 0,-1 1 0 0 0,0-1 0 0 0,1 1 0 0 0,-1-1 0 0 0,1 0 0 0 0,0 0 0 0 0,0 0-1 0 0,0 0 1 0 0,0 0 0 0 0,-1-5 0 0 0,0 2-22 0 0,0 0-1 0 0,0 0 1 0 0,0-1-1 0 0,1 1 0 0 0,0-1 1 0 0,1 1-1 0 0,0-1 1 0 0,0 0-1 0 0,0 0 1 0 0,1 1-1 0 0,-1-1 1 0 0,2 0-1 0 0,-1 0 1 0 0,1 0-1 0 0,0 1 0 0 0,0-1 1 0 0,1 0-1 0 0,0 1 1 0 0,0 0-1 0 0,1-1 1 0 0,0 1-1 0 0,0 0 1 0 0,0 0-1 0 0,6-8 1 0 0,-6 11 0 0 0,0 0 1 0 0,0 0 0 0 0,0 1 0 0 0,0-1 0 0 0,1 1 0 0 0,-1 0 0 0 0,1 0-1 0 0,-1 0 1 0 0,1 1 0 0 0,0-1 0 0 0,0 1 0 0 0,-1 0 0 0 0,1 0 0 0 0,0 0-1 0 0,0 0 1 0 0,0 1 0 0 0,0-1 0 0 0,6 1 0 0 0,-1 1 8 0 0,0-1 0 0 0,0 1 0 0 0,0 1 0 0 0,0 0-1 0 0,0 0 1 0 0,0 0 0 0 0,10 5 0 0 0,-5 0-1 0 0,0 1 0 0 0,-1 0 0 0 0,1 1 0 0 0,17 15 0 0 0,44 48 11 0 0,-69-67-16 0 0,5 6-177 0 0,0 0 0 0 0,1-1 0 0 0,24 17 0 0 0,-31-24-341 0 0,1 0 0 0 0,-1-1 1 0 0,1 1-1 0 0,-1-1 0 0 0,1-1 0 0 0,0 1 0 0 0,-1-1 0 0 0,1 0 1 0 0,0 0-1 0 0,0-1 0 0 0,0 0 0 0 0,0 0 0 0 0,11-1 0 0 0,4-3-3594 0 0,0-3-2020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45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82 498 1012 0 0,'-27'17'7350'0'0,"-13"9"7088"0"0,39-25-14424 0 0,-1 1 0 0 0,1-1 1 0 0,0 1-1 0 0,0 0 0 0 0,0-1 0 0 0,0 1 0 0 0,0 0 1 0 0,1 0-1 0 0,-1-1 0 0 0,0 1 0 0 0,1 0 0 0 0,-1 0 1 0 0,1 3-1 0 0,-2-3-18 0 0,1 18 10 0 0,2 1 11 0 0,1 1 1 0 0,1 0 0 0 0,1-1-1 0 0,1 1 1 0 0,0-1-1 0 0,2 0 1 0 0,1-1-1 0 0,0 0 1 0 0,1 0 0 0 0,2 0-1 0 0,0-2 1 0 0,0 1-1 0 0,19 20 1 0 0,-28-36-2 0 0,1 0 0 0 0,0 0 0 0 0,0 0 0 0 0,0 0 0 0 0,0 0 0 0 0,0-1 0 0 0,1 1 0 0 0,-1-1 0 0 0,1 0 0 0 0,-1 0 0 0 0,1-1 0 0 0,0 1 0 0 0,0-1 0 0 0,0 1 0 0 0,0-1 1 0 0,6 0-1 0 0,-5-1-3 0 0,0 0 0 0 0,0 0 0 0 0,0 0 0 0 0,0-1 0 0 0,0 0 1 0 0,0 0-1 0 0,0 0 0 0 0,0-1 0 0 0,0 0 0 0 0,0 0 1 0 0,7-4-1 0 0,2-3 10 0 0,-1-1 1 0 0,1 0-1 0 0,-1-1 1 0 0,-1 0-1 0 0,0-1 1 0 0,20-27-1 0 0,-13 14 8 0 0,-2-2 1 0 0,0 0-1 0 0,-2-1 0 0 0,-2 0 1 0 0,0-2-1 0 0,-2 1 0 0 0,-1-1 1 0 0,-1-1-1 0 0,6-44 0 0 0,-10 38-8 0 0,-1 0 0 0 0,-3-1 1 0 0,0 1-1 0 0,-3-1 0 0 0,-1 0 0 0 0,-2 1 0 0 0,-15-59 0 0 0,17 84-33 0 0,0 1 0 0 0,-1-1 0 0 0,-1 1 0 0 0,0-1 0 0 0,0 1-1 0 0,-1 1 1 0 0,0-1 0 0 0,-1 1 0 0 0,-9-11 0 0 0,16 20 5 0 0,-1 1 0 0 0,0-1 0 0 0,1 1 0 0 0,-1-1-1 0 0,0 1 1 0 0,1 0 0 0 0,-1-1 0 0 0,0 1 0 0 0,0 0 0 0 0,0-1 0 0 0,1 1 0 0 0,-1 0 0 0 0,0 0 0 0 0,0 0 0 0 0,0 0 0 0 0,0-1-1 0 0,1 1 1 0 0,-1 1 0 0 0,0-1 0 0 0,0 0 0 0 0,0 0 0 0 0,0 0 0 0 0,1 0 0 0 0,-1 0 0 0 0,-1 1 0 0 0,-18 13-84 0 0,14-6 71 0 0,1 0 0 0 0,-1 0 1 0 0,1 0-1 0 0,0 1 1 0 0,1 0-1 0 0,0 0 1 0 0,1 0-1 0 0,0 1 1 0 0,-3 12-1 0 0,-1 14-18 0 0,-3 39-1 0 0,9-72 38 0 0,-2 40-10 0 0,1 0-1 0 0,2 1 1 0 0,11 83-1 0 0,-5-94 15 0 0,1 0-1 0 0,1 0 0 0 0,2-1 0 0 0,1 0 0 0 0,26 49 1 0 0,-34-74 10 0 0,2 0 1 0 0,-1-1-1 0 0,1 1 1 0 0,0-1-1 0 0,0-1 1 0 0,0 1-1 0 0,1-1 1 0 0,0 1 0 0 0,0-2-1 0 0,0 1 1 0 0,1-1-1 0 0,12 7 1 0 0,-8-7-57 0 0,-1 0-1 0 0,1 0 1 0 0,-1-1 0 0 0,1-1 0 0 0,0 0 0 0 0,0 0-1 0 0,1-1 1 0 0,12 0 0 0 0,-21-1-326 0 0,0 0-128 0 0,39-4-4191 0 0,5-11-5363 0 0,-33 8 4461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45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71 348 0 0,'-15'3'8619'0'0,"-15"3"1276"0"0,47-9-10778 0 0,72-17 1327 0 0,69-12 93 0 0,-94 16-353 0 0,-62 16-162 0 0,39-9-637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46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82 2248 0 0,'-4'-23'10250'0'0,"0"6"-4268"0"0,8 24-4600 0 0,8 26-926 0 0,-2 0-1 0 0,-1 1 0 0 0,-2 0 0 0 0,6 67 0 0 0,-4-33-106 0 0,-2 11 3608 0 0,-7-78-3455 0 0,-1-42 152 0 0,3 18-614 0 0,1 1 0 0 0,1 0 1 0 0,1 0-1 0 0,9-27 0 0 0,-10 38-67 0 0,0 1 1 0 0,1 0-1 0 0,0 0 0 0 0,0 1 0 0 0,1-1 0 0 0,0 1 0 0 0,1 0 0 0 0,0 1 0 0 0,0 0 0 0 0,15-14 0 0 0,-18 20 14 0 0,0-1 0 0 0,0 1-1 0 0,1-1 1 0 0,-1 1 0 0 0,0 0-1 0 0,1 1 1 0 0,-1-1 0 0 0,1 1-1 0 0,0 0 1 0 0,-1 0 0 0 0,1 0-1 0 0,0 1 1 0 0,0 0 0 0 0,-1 0-1 0 0,1 0 1 0 0,0 0 0 0 0,0 1-1 0 0,-1-1 1 0 0,1 1 0 0 0,0 1-1 0 0,-1-1 1 0 0,1 1 0 0 0,-1-1-1 0 0,0 1 1 0 0,1 1 0 0 0,6 3-1 0 0,-1 1 15 0 0,1 0 0 0 0,-1 1 0 0 0,-1 0-1 0 0,0 1 1 0 0,0 0 0 0 0,0 0-1 0 0,-1 1 1 0 0,12 20 0 0 0,8 8 190 0 0,-27-37 43 0 0,-5-34-180 0 0,3 22-56 0 0,1-1-1 0 0,0 1 0 0 0,1-1 1 0 0,0 1-1 0 0,1 0 1 0 0,0 0-1 0 0,0-1 1 0 0,8-18-1 0 0,-7 22-13 0 0,1-1-1 0 0,0 1 1 0 0,1 0 0 0 0,-1-1-1 0 0,1 2 1 0 0,1-1 0 0 0,0 1-1 0 0,0 0 1 0 0,0 0 0 0 0,14-11 0 0 0,-17 15 3 0 0,0 1 0 0 0,0 0 1 0 0,0 0-1 0 0,1 1 1 0 0,-1-1-1 0 0,0 0 0 0 0,1 1 1 0 0,-1 0-1 0 0,1 0 1 0 0,-1 0-1 0 0,1 0 1 0 0,-1 1-1 0 0,1-1 0 0 0,0 1 1 0 0,-1 0-1 0 0,1 0 1 0 0,-1 0-1 0 0,1 1 0 0 0,0-1 1 0 0,-1 1-1 0 0,1 0 1 0 0,-1 0-1 0 0,1 0 1 0 0,-1 0-1 0 0,1 1 0 0 0,-1-1 1 0 0,0 1-1 0 0,0 0 1 0 0,0 0-1 0 0,0 0 0 0 0,0 0 1 0 0,0 1-1 0 0,-1-1 1 0 0,1 1-1 0 0,2 3 1 0 0,3 4 8 0 0,0 0 0 0 0,-1 1 1 0 0,0 0-1 0 0,-1 0 1 0 0,0 0-1 0 0,-1 1 1 0 0,0-1-1 0 0,6 24 1 0 0,-6-14 29 0 0,19 63-71 0 0,-24-83-6 0 0,4 3-134 0 0,-4-4 155 0 0,0 0 1 0 0,0 1-1 0 0,0-1 0 0 0,0 0 0 0 0,0 0 0 0 0,1 1 1 0 0,-1-1-1 0 0,0 0 0 0 0,0 0 0 0 0,0 1 1 0 0,0-1-1 0 0,1 0 0 0 0,-1 0 0 0 0,0 0 0 0 0,0 1 1 0 0,0-1-1 0 0,1 0 0 0 0,-1 0 0 0 0,0 0 1 0 0,0 0-1 0 0,1 0 0 0 0,-1 1 0 0 0,0-1 0 0 0,1 0 1 0 0,-1 0-1 0 0,0 0 0 0 0,0 0 0 0 0,1 0 0 0 0,-1 0 1 0 0,0 0-1 0 0,1 0 0 0 0,-1 0 0 0 0,0 0 1 0 0,0 0-1 0 0,1 0 0 0 0,10-2-692 0 0,-1 0 1 0 0,1-1-1 0 0,-1 0 0 0 0,0-1 1 0 0,0 0-1 0 0,0 0 0 0 0,-1-1 1 0 0,16-10-1 0 0,3 0-1100 0 0,61-32-5952 0 0,-37 20 652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47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66 2176 0 0,'0'0'8457'0'0,"-2"0"-7750"0"0,0 0-666 0 0,1 0 203 0 0,0 0 0 0 0,0-1-1 0 0,0 1 1 0 0,1 0 0 0 0,-12 5 4976 0 0,19 9-2534 0 0,-2-11-2410 0 0,0-1-1 0 0,0 0 1 0 0,1 0-1 0 0,-1 0 1 0 0,1-1 0 0 0,0 1-1 0 0,-1-1 1 0 0,10 0 0 0 0,47-2 463 0 0,-45 1-481 0 0,45-4 5 0 0,-2-3 0 0 0,1-3 1 0 0,79-22-1 0 0,-127 29-98 0 0,-8 2-862 0 0,0 0-1 0 0,1-1 1 0 0,-2 1 0 0 0,1-1 0 0 0,6-3 0 0 0,-10 4 290 0 0,0 1 1 0 0,10-19-7721 0 0,-10 18 7721 0 0,-1 0-1 0 0,0-1 1 0 0,0 1 0 0 0,-1 0-1 0 0,1 0 1 0 0,0 0-1 0 0,-1-2 1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47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19 2872 0 0,'-13'-5'2345'0'0,"-22"-7"9120"0"0,26 10-10901 0 0,8 2-473 0 0,1 0-1 0 0,-1 1 1 0 0,0-1-1 0 0,1 0 1 0 0,-1 0-1 0 0,1 1 1 0 0,-1-1-1 0 0,1 0 0 0 0,-1 1 1 0 0,0-1-1 0 0,1 1 1 0 0,0-1-1 0 0,-1 1 1 0 0,1-1-1 0 0,-1 1 1 0 0,1-1-1 0 0,0 1 1 0 0,-1-1-1 0 0,1 1 1 0 0,0 0-1 0 0,-1-1 1 0 0,1 1-1 0 0,0-1 1 0 0,0 1-1 0 0,0 0 1 0 0,-1-1-1 0 0,1 1 0 0 0,0 0 1 0 0,0-1-1 0 0,0 1 1 0 0,0 1-1 0 0,-2 23 1776 0 0,5 10-320 0 0,8 127 2028 0 0,15 81-3213 0 0,-24-226-1023 0 0,-2-10-479 0 0,1-1-1 0 0,0 0 1 0 0,0 1 0 0 0,1-1 0 0 0,4 11 0 0 0,2-12-2357 0 0,-8-5 3206 0 0,1 0 1 0 0,0 0 0 0 0,0 0-1 0 0,-1 0 1 0 0,1 0-1 0 0,0 0 1 0 0,0 0-1 0 0,0 0 1 0 0,-1 0-1 0 0,1 0 1 0 0,0-1-1 0 0,0 1 1 0 0,-1 0-1 0 0,1 0 1 0 0,0-1 0 0 0,-1 1-1 0 0,1 0 1 0 0,3-4-1167 0 0,-2 3 949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48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48 256 0 0,'36'-45'12752'0'0,"-26"43"-10880"0"0,-10 2-1820 0 0,1 0 0 0 0,-1 0 1 0 0,0 0-1 0 0,1 0 0 0 0,-1 0 0 0 0,0 0 1 0 0,1 0-1 0 0,-1 0 0 0 0,1 0 0 0 0,-1 0 1 0 0,0 0-1 0 0,1 0 0 0 0,-1 0 0 0 0,1 0 1 0 0,-1 0-1 0 0,0 0 0 0 0,1 0 0 0 0,-1 0 1 0 0,0 1-1 0 0,1-1 0 0 0,-1 0 0 0 0,0 0 0 0 0,1 0 1 0 0,-1 1-1 0 0,0-1 0 0 0,1 0 0 0 0,-1 1 1 0 0,0-1-1 0 0,0 0 0 0 0,1 0 0 0 0,-1 1 1 0 0,0-1-1 0 0,0 1 0 0 0,4 3 395 0 0,0 1 0 0 0,0 0 0 0 0,-1 0 0 0 0,0 0 1 0 0,0 1-1 0 0,-1-1 0 0 0,1 1 0 0 0,2 8 0 0 0,9 47 1546 0 0,-13-56-1826 0 0,12 66 1117 0 0,-3 2 0 0 0,0 86 0 0 0,-10-139 71 0 0,0-16-562 0 0,0-13-468 0 0,1-10-292 0 0,1 1 1 0 0,0 0-1 0 0,2-1 0 0 0,0 1 1 0 0,1 1-1 0 0,1-1 1 0 0,0 1-1 0 0,1 0 1 0 0,13-22-1 0 0,-7 17-33 0 0,1 1 0 0 0,0 0 1 0 0,2 1-1 0 0,0 1 0 0 0,1 0 0 0 0,29-24 0 0 0,-41 39-20 0 0,0 0 0 0 0,0 0 1 0 0,1 1-1 0 0,-1 0 0 0 0,1-1 0 0 0,0 2 0 0 0,0-1 0 0 0,0 1 0 0 0,0 0 1 0 0,1 0-1 0 0,-1 1 0 0 0,13-2 0 0 0,-15 3 8 0 0,-1 0 0 0 0,1 1 1 0 0,0-1-1 0 0,0 1 0 0 0,0 0 0 0 0,-1 0 0 0 0,1 0 0 0 0,0 0 1 0 0,-1 1-1 0 0,1-1 0 0 0,-1 1 0 0 0,0 0 0 0 0,1 0 0 0 0,-1 0 1 0 0,0 0-1 0 0,0 1 0 0 0,0 0 0 0 0,-1-1 0 0 0,1 1 0 0 0,-1 0 1 0 0,1 0-1 0 0,-1 0 0 0 0,2 4 0 0 0,4 8 21 0 0,0 0 0 0 0,-1 1 0 0 0,-1 0 0 0 0,0 0-1 0 0,-1 0 1 0 0,4 27 0 0 0,-4-8 57 0 0,-1 1 0 0 0,-1 37-1 0 0,-3-71-185 0 0,0 0 1 0 0,0 1-1 0 0,0-1 0 0 0,0 0 0 0 0,1 0 0 0 0,-1 0 0 0 0,1 1 1 0 0,-1-1-1 0 0,1 0 0 0 0,0 0 0 0 0,2 3 0 0 0,-3-4-12 0 0,1 0 1 0 0,-1-1-1 0 0,1 1 0 0 0,0 0 1 0 0,0 0-1 0 0,0-1 0 0 0,-1 1 1 0 0,1-1-1 0 0,0 1 0 0 0,0-1 1 0 0,0 1-1 0 0,0-1 0 0 0,0 1 1 0 0,0-1-1 0 0,0 0 0 0 0,0 1 1 0 0,0-1-1 0 0,1 0 0 0 0,3 0-559 0 0,0 0 1 0 0,1-1-1 0 0,-1 0 0 0 0,0 0 0 0 0,0 0 1 0 0,0-1-1 0 0,8-3 0 0 0,4 0-638 0 0,42-16-6993 0 0,-21 6 626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48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61 612 0 0,'-19'3'4596'0'0,"9"-2"-2304"0"0,0 1 0 0 0,0 0 0 0 0,0 1 0 0 0,1 0 0 0 0,-15 7 921 0 0,21-10-2367 0 0,-22 6 2585 0 0,28-6-3251 0 0,52-13 194 0 0,-11 2-246 0 0,74-19-142 0 0,-49 12-3238 0 0,3 2-9219 0 0,-57 13 5772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48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 2536 0 0,'-95'67'12487'0'0,"87"-62"-11062"0"0,0 0 1 0 0,0 0-1 0 0,-11 11 557 0 0,19-15-1910 0 0,1-1 0 0 0,-1 1 0 0 0,1-1 0 0 0,-1 0 0 0 0,0 1 0 0 0,1-1 0 0 0,-1 0 0 0 0,1 1 0 0 0,-1-1 0 0 0,1 0 0 0 0,-1 0 0 0 0,1 1 0 0 0,-1-1 0 0 0,1 0 0 0 0,-1 0 0 0 0,1 0 0 0 0,-1 0 0 0 0,1 0 0 0 0,-1 1 0 0 0,2-1 0 0 0,58-4 660 0 0,104-19 0 0 0,-100 12-751 0 0,68-8-1289 0 0,6-1-2933 0 0,-47 3-3679 0 0,-45 6-445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49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31 2028 0 0,'-24'-20'11448'0'0,"10"11"-8010"0"0,8 9-1928 0 0,5 0-1456 0 0,1 0 0 0 0,0-1 0 0 0,-1 1 0 0 0,1 0 1 0 0,-1 0-1 0 0,1 0 0 0 0,0 0 0 0 0,-1-1 0 0 0,1 1 1 0 0,-1 0-1 0 0,1 0 0 0 0,-1 0 0 0 0,1 0 0 0 0,0 0 1 0 0,-1 0-1 0 0,1 0 0 0 0,-1 0 0 0 0,1 0 0 0 0,-1 0 1 0 0,1 1-1 0 0,0-1 0 0 0,-1 0 0 0 0,1 0 0 0 0,-1 1 0 0 0,-5 3 370 0 0,0 0 0 0 0,0 1 0 0 0,1 0 1 0 0,0 0-1 0 0,0 1 0 0 0,0 0 0 0 0,0-1 0 0 0,1 2 0 0 0,0-1 0 0 0,1 0 0 0 0,-4 8 0 0 0,-7 16 578 0 0,-10 36 1 0 0,18-48-724 0 0,-1 1-69 0 0,-11 30 331 0 0,2 2 1 0 0,2 0-1 0 0,-10 70 0 0 0,22-100-410 0 0,-1 2 149 0 0,0 48 1 0 0,3-66-231 0 0,0 1 0 0 0,1 0 0 0 0,0-1 0 0 0,0 1 0 0 0,0 0 0 0 0,1-1 0 0 0,0 1 0 0 0,0-1 0 0 0,0 0 0 0 0,0 0 0 0 0,1 0 0 0 0,0 0 0 0 0,6 8-1 0 0,-6-11-28 0 0,-1 0 0 0 0,1 0 0 0 0,-1 0-1 0 0,1-1 1 0 0,0 1 0 0 0,-1-1 0 0 0,1 0-1 0 0,0 1 1 0 0,0-1 0 0 0,0-1 0 0 0,0 1-1 0 0,0 0 1 0 0,0-1 0 0 0,0 1 0 0 0,1-1-1 0 0,-1 0 1 0 0,0 0 0 0 0,0-1-1 0 0,0 1 1 0 0,6-2 0 0 0,2 0 12 0 0,-1-1 0 0 0,1 0 1 0 0,-1-1-1 0 0,17-8 0 0 0,-2-2-2 0 0,0-2 0 0 0,-1 0 1 0 0,-1-1-1 0 0,-1-1 0 0 0,-1-2 0 0 0,0 0 0 0 0,22-29 1 0 0,-17 16-9 0 0,-2-1 1 0 0,-1-1-1 0 0,-2-1 1 0 0,23-53-1 0 0,-39 78-15 0 0,-1-1-1 0 0,0 1 1 0 0,-1-1-1 0 0,0 1 0 0 0,-1-1 1 0 0,0 0-1 0 0,0-16 1 0 0,-1 23-25 0 0,-2 1-1 0 0,1-1 1 0 0,0 1 0 0 0,-1-1 0 0 0,0 1 0 0 0,0 0-1 0 0,0-1 1 0 0,-1 1 0 0 0,1 0 0 0 0,-1 0 0 0 0,0 0-1 0 0,0 0 1 0 0,-1 0 0 0 0,1 0 0 0 0,-1 0 0 0 0,0 1-1 0 0,0 0 1 0 0,0-1 0 0 0,0 1 0 0 0,-1 0 0 0 0,1 0-1 0 0,-6-3 1 0 0,0 2-174 0 0,0 0-1 0 0,0 0 1 0 0,0 0 0 0 0,0 1-1 0 0,-1 1 1 0 0,1 0-1 0 0,-1 0 1 0 0,0 1-1 0 0,-14 0 1 0 0,-12 1-1026 0 0,-42 5 0 0 0,75-4 1144 0 0,-52 6-1705 0 0,0 2-1 0 0,-57 19 1 0 0,-36 19-6624 0 0,26 0-2586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5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98 1176 0 0,'0'0'948'0'0,"-4"-24"2703"0"0,3 15-2577 0 0,-15-26 9900 0 0,20 35-10946 0 0,198-13 131 0 0,2 0-413 0 0,-146 10-3643 0 0,-55 2 2972 0 0,2 2-432 0 0,8 2-2333 0 0,-8 2 1209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51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47 1768 0 0,'-93'83'10907'0'0,"92"-83"-10832"0"0,1 0 0 0 0,-1 1 0 0 0,1-1 0 0 0,-1 1 0 0 0,1-1 0 0 0,-1 1 0 0 0,1-1 0 0 0,0 1 0 0 0,-1 0 0 0 0,1-1 0 0 0,0 1 0 0 0,-1-1 0 0 0,1 1 0 0 0,0 0 0 0 0,0-1 0 0 0,-1 1 0 0 0,1 0-1 0 0,0-1 1 0 0,0 1 0 0 0,0 0 0 0 0,0 1 0 0 0,0-2-34 0 0,1 0 0 0 0,-1 1 0 0 0,0-1 1 0 0,1 1-1 0 0,-1-1 0 0 0,0 1 0 0 0,1-1 0 0 0,-1 0 0 0 0,0 1 0 0 0,1-1 0 0 0,-1 0 0 0 0,1 1 0 0 0,-1-1 0 0 0,1 0 0 0 0,-1 1 0 0 0,1-1 0 0 0,-1 0 0 0 0,1 0 0 0 0,-1 0 0 0 0,2 1 0 0 0,28 1 479 0 0,-28-2-475 0 0,35-2 139 0 0,-1-2-1 0 0,0-1 0 0 0,44-13 0 0 0,-51 11-143 0 0,123-32-1056 0 0,-120 28-1773 0 0,-1 0-1 0 0,51-28 0 0 0,-51 22-1945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51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30 704 0 0,'-60'-27'11174'0'0,"58"26"-10572"0"0,-7-1 1726 0 0,90 43-89 0 0,-6-4-1451 0 0,-33-13-569 0 0,-1 1 1 0 0,-2 2 0 0 0,0 1-1 0 0,41 42 1 0 0,-69-60-195 0 0,-1 1 0 0 0,0 1 0 0 0,0-1 0 0 0,-2 2 0 0 0,1-1 0 0 0,-2 1 1 0 0,0 0-1 0 0,0 1 0 0 0,-1 0 0 0 0,-1 0 0 0 0,0 0 0 0 0,-1 1 0 0 0,-1-1 1 0 0,0 1-1 0 0,-1 0 0 0 0,0 0 0 0 0,-1 26 0 0 0,-5-6-328 0 0,-1-1 0 0 0,-2 1 0 0 0,-1-1 0 0 0,-1 0 0 0 0,-2-1 0 0 0,-17 34 1 0 0,-4 2-4155 0 0,-74 112 0 0 0,59-110-1490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52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4688 0 0,'-12'4'19810'0'0,"4"-4"-20669"0"0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2:55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50 1236 0 0,'-8'-8'5956'0'0,"-18"-20"1997"0"0,-11 16-6690 0 0,25 11-1219 0 0,9 0-13 0 0,-1 1-13 0 0,-12 1-13 0 0,0 0 0 0 0,0 1 0 0 0,0 1 0 0 0,1 0 0 0 0,-1 1 0 0 0,1 1 0 0 0,0 1 0 0 0,0 0 0 0 0,0 0 0 0 0,1 2 0 0 0,0 0 0 0 0,0 0 0 0 0,-15 13 0 0 0,19-13 19 0 0,1 1 0 0 0,0-1 0 0 0,0 1 0 0 0,0 1 1 0 0,1 0-1 0 0,1 0 0 0 0,0 1 0 0 0,0-1 0 0 0,1 2 0 0 0,0-1 0 0 0,1 1 0 0 0,1-1 0 0 0,-1 1 0 0 0,2 1 0 0 0,0-1 0 0 0,0 0 0 0 0,-1 20 0 0 0,3 26 610 0 0,3-1 0 0 0,10 67 0 0 0,30 114 715 0 0,-14-89-897 0 0,-1 30 135 0 0,6 341 0 0 0,-10-87 219 0 0,-18-389-735 0 0,15 57 0 0 0,-13-75 11 0 0,-6-23-68 0 0,0 0 1 0 0,0 0-1 0 0,1 1 0 0 0,-1-1 1 0 0,1 0-1 0 0,-1 0 1 0 0,1 0-1 0 0,2 2 1 0 0,-3-3-9 0 0,1-1 0 0 0,-1 0 0 0 0,1 0 0 0 0,-1 0 0 0 0,1 0 0 0 0,-1 0 0 0 0,1 0 0 0 0,0 0 1 0 0,-1 0-1 0 0,1-1 0 0 0,0 1 0 0 0,0-1 0 0 0,-1 1 0 0 0,1-1 0 0 0,0 0 0 0 0,0 0 1 0 0,0 1-1 0 0,2-2 0 0 0,9 0-27 0 0,0-1 0 0 0,1 0 0 0 0,-1-1 0 0 0,-1 0 0 0 0,1-1 1 0 0,0-1-1 0 0,-1 0 0 0 0,17-10 0 0 0,94-62-2083 0 0,-117 73 1881 0 0,99-72-4274 0 0,-41 19-3056 0 0,-39 33 1365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0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252 167 376 0 0,'1'-11'4451'0'0,"-1"6"-3760"0"0,0 0 0 0 0,-1 0 0 0 0,0 0 0 0 0,0 0 0 0 0,0 0-1 0 0,-1 0 1 0 0,0 0 0 0 0,1 1 0 0 0,-2-1 0 0 0,1 1 0 0 0,-4-7 0 0 0,5 10-620 0 0,0 0 0 0 0,0-1 0 0 0,0 1 0 0 0,-1 0 0 0 0,1-1 0 0 0,0 1 0 0 0,0 0 0 0 0,-1 0 0 0 0,1 0 0 0 0,-1 0 0 0 0,1 0 0 0 0,-1 1 0 0 0,1-1 0 0 0,-1 0 0 0 0,0 1 0 0 0,1-1 0 0 0,-1 1 0 0 0,0 0 0 0 0,1-1 0 0 0,-1 1 0 0 0,0 0 0 0 0,1 0 0 0 0,-1 0 0 0 0,0 0 0 0 0,0 0 0 0 0,1 0 0 0 0,-1 1 0 0 0,0-1 0 0 0,1 1 0 0 0,-1-1 0 0 0,1 1 0 0 0,-1-1 0 0 0,0 1 0 0 0,1 0 0 0 0,-1 0 0 0 0,1 0 0 0 0,0 0 0 0 0,-3 2 0 0 0,-2 2 29 0 0,0 0 0 0 0,1 1-1 0 0,-1-1 1 0 0,1 1 0 0 0,0 0-1 0 0,1 1 1 0 0,-7 10-1 0 0,-23 54 343 0 0,29-60-364 0 0,-12 31 88 0 0,2 0 0 0 0,2 0 0 0 0,1 2-1 0 0,3-1 1 0 0,-9 90 0 0 0,18-121-144 0 0,0 0 0 0 0,0 0 0 0 0,1-1 0 0 0,1 1 0 0 0,0 0-1 0 0,0 0 1 0 0,1-1 0 0 0,1 1 0 0 0,0-1 0 0 0,8 17 0 0 0,-9-23-7 0 0,0 0 0 0 0,0 0 1 0 0,1 0-1 0 0,0 0 0 0 0,0 0 0 0 0,0 0 0 0 0,1-1 1 0 0,-1 0-1 0 0,1 0 0 0 0,0 0 0 0 0,0-1 0 0 0,0 0 1 0 0,1 0-1 0 0,-1 0 0 0 0,1 0 0 0 0,0-1 0 0 0,0 0 1 0 0,0 0-1 0 0,0-1 0 0 0,0 0 0 0 0,11 1 0 0 0,-1-1 1 0 0,-1-2 0 0 0,1 0 0 0 0,-1-1 0 0 0,0 0 0 0 0,0-2 0 0 0,0 1 0 0 0,0-2 0 0 0,-1 0 0 0 0,0-1 0 0 0,0 0 0 0 0,14-9 0 0 0,-8 3 0 0 0,0-1 0 0 0,0-1-1 0 0,-2 0 1 0 0,0-2-1 0 0,-1 0 1 0 0,24-28-1 0 0,-27 25-2 0 0,0 0 0 0 0,-2-1 0 0 0,0 0 1 0 0,-1-1-1 0 0,-1-1 0 0 0,-1 0 0 0 0,7-27 0 0 0,-11 30-7 0 0,0-1 0 0 0,-2 1 1 0 0,0-1-1 0 0,-1 0 0 0 0,-2 0 0 0 0,1 0 0 0 0,-2 1 1 0 0,-6-39-1 0 0,4 47-7 0 0,0 0-1 0 0,-1 0 1 0 0,0 0 0 0 0,0 1 0 0 0,-1-1 0 0 0,-1 1-1 0 0,0 0 1 0 0,0 0 0 0 0,-1 1 0 0 0,0 0 0 0 0,0 0-1 0 0,-1 0 1 0 0,-1 1 0 0 0,1 1 0 0 0,-1-1 0 0 0,0 1-1 0 0,-1 1 1 0 0,0 0 0 0 0,0 0 0 0 0,0 1 0 0 0,-1 0-1 0 0,1 1 1 0 0,-1 0 0 0 0,-12-3 0 0 0,19 7-80 0 0,0-1 1 0 0,1 1 0 0 0,-1 0 0 0 0,0 0-1 0 0,1 0 1 0 0,-1 0 0 0 0,0 1-1 0 0,1-1 1 0 0,-1 1 0 0 0,1 0 0 0 0,-1 0-1 0 0,1 1 1 0 0,-5 1 0 0 0,6-2-219 0 0,-1 1 1 0 0,0-1 0 0 0,1 1 0 0 0,0-1 0 0 0,-1 1-1 0 0,1 0 1 0 0,0 0 0 0 0,0 0 0 0 0,0 0 0 0 0,0 0 0 0 0,0 1-1 0 0,1-1 1 0 0,-1 1 0 0 0,0-1 0 0 0,-1 5 0 0 0,3-5-174 0 0,0 0-1 0 0,0 0 1 0 0,0 0 0 0 0,0 0 0 0 0,0 0 0 0 0,1 0 0 0 0,-1-1 0 0 0,0 1 0 0 0,1 0 0 0 0,0 0 0 0 0,-1 0 0 0 0,1-1 0 0 0,2 4 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09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50 1512 0 0,'-12'-49'14934'0'0,"14"78"-12834"0"0,6 36-1 0 0,1 10-627 0 0,12 332 2209 0 0,-16-137-5019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0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70 424 0 0,'5'-10'4328'0'0,"11"-33"3270"0"0,-15 41-6989 0 0,5-9 2223 0 0,-1 8-933 0 0,-2 11-858 0 0,2 162 3457 0 0,-10 298-2577 0 0,7-438-2899 0 0,0-15-1952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1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1114 75 1848 0 0,'-31'-36'9613'0'0,"23"28"-7147"0"0,6 7-2657 0 0,-6-5 3339 0 0,8 5-3100 0 0,0 1 0 0 0,0 0-1 0 0,0 0 1 0 0,0 0 0 0 0,0-1 0 0 0,0 1 0 0 0,0 0 0 0 0,0 0 0 0 0,0 0 0 0 0,0-1 0 0 0,0 1 0 0 0,0 0 0 0 0,0 0 0 0 0,0 0 0 0 0,0 0-1 0 0,0-1 1 0 0,1 1 0 0 0,-1 0 0 0 0,0 0 0 0 0,0 0 0 0 0,0 0 0 0 0,0-1 0 0 0,0 1 0 0 0,1 0 0 0 0,-1 0 0 0 0,0 0 0 0 0,0 0 0 0 0,0 0-1 0 0,1 0 1 0 0,-1 0 0 0 0,0 0 0 0 0,0 0 0 0 0,0-1 0 0 0,1 1 0 0 0,-1 0 0 0 0,0 0 0 0 0,0 0 0 0 0,0 0 0 0 0,1 0 0 0 0,-1 0 0 0 0,0 0 0 0 0,1 1-1 0 0,1-2 279 0 0,2 1-44 0 0,67-6 749 0 0,107-5-309 0 0,-175 11-718 0 0,30 1 8 0 0,-30-1-12 0 0,24 7 102 0 0,-23-4 41 0 0,0 1 0 0 0,0 0 0 0 0,-1 0 0 0 0,0 0-1 0 0,0 0 1 0 0,0 0 0 0 0,0 1 0 0 0,0 0 0 0 0,-1-1 0 0 0,0 1 0 0 0,0 0 0 0 0,0 0 0 0 0,-1 0 0 0 0,1 0 0 0 0,0 10 0 0 0,2 13 749 0 0,0 48 0 0 0,-4-54-615 0 0,-25 631 3965 0 0,18-561-3920 0 0,-47 494 1021 0 0,46-493-1263 0 0,7 168 0 0 0,4-160 648 0 0,-3-99-721 0 0,-1 0 0 0 0,1-1 0 0 0,-1 1 0 0 0,1 0 0 0 0,-1 0 0 0 0,0-1 0 0 0,0 1 0 0 0,0 0 0 0 0,1-1-1 0 0,-2 1 1 0 0,1-1 0 0 0,0 1 0 0 0,0-1 0 0 0,0 1 0 0 0,-1-1 0 0 0,1 0 0 0 0,-1 0 0 0 0,1 0 0 0 0,-2 2 0 0 0,-32 15 55 0 0,35-17-62 0 0,-25 9 6 0 0,-1-1 0 0 0,0 0-1 0 0,-40 6 1 0 0,-86 7-104 0 0,142-21 80 0 0,-632 48-6847 0 0,475-39 3778 0 0,132-8 1911 0 0,-35 2-2043 0 0,22-6-3640 0 0,20-1-2205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2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49 1744 0 0,'12'-8'4397'0'0,"19"-18"9157"0"0,-32 25-13506 0 0,0 0 0 0 0,0-1 1 0 0,0 1-1 0 0,-1 0 0 0 0,1 0 0 0 0,0 0 0 0 0,-1 0 0 0 0,1 0 1 0 0,-1 1-1 0 0,0-1 0 0 0,1 0 0 0 0,-1 1 0 0 0,1-1 0 0 0,-1 1 1 0 0,0-1-1 0 0,1 1 0 0 0,-1 0 0 0 0,0 0 0 0 0,-2 0 0 0 0,-1 0-10 0 0,0 1 0 0 0,1 0-1 0 0,-1-1 1 0 0,1 2 0 0 0,-1-1-1 0 0,1 1 1 0 0,-6 2 0 0 0,0 1-23 0 0,0 0-1 0 0,1 1 1 0 0,0 0 0 0 0,0 1 0 0 0,-14 13 0 0 0,6 0 0 0 0,1 0-1 0 0,1 1 1 0 0,1 1-1 0 0,1 0 0 0 0,1 1 1 0 0,1 0-1 0 0,1 1 1 0 0,-14 48-1 0 0,10-11 72 0 0,1 1 1 0 0,-5 95-1 0 0,14 98 446 0 0,21 2-132 0 0,-8-136-277 0 0,43 666 1280 0 0,68 254-781 0 0,-117-1017-632 0 0,75 521 84 0 0,-72-500-12 0 0,9 53 68 0 0,-13-88-118 0 0,1 0-1 0 0,0 0 1 0 0,0-1-1 0 0,1 1 1 0 0,1-1-1 0 0,-1 0 1 0 0,8 11-1 0 0,-8-17-71 0 0,-1 1 1 0 0,1-1-1 0 0,-1 1 0 0 0,1-1 0 0 0,0 0 0 0 0,0-1 1 0 0,1 1-1 0 0,-1-1 0 0 0,0 1 0 0 0,1-1 0 0 0,-1 0 0 0 0,1-1 1 0 0,0 1-1 0 0,0-1 0 0 0,0 0 0 0 0,0 0 0 0 0,0-1 0 0 0,-1 0 1 0 0,1 1-1 0 0,9-2 0 0 0,6-1-627 0 0,0 0 0 0 0,0-2 0 0 0,31-9 1 0 0,-22 4-721 0 0,0-1 0 0 0,41-21 0 0 0,11-15-4327 0 0,-5-6-2770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3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73 476 36 0 0,'-2'-1'2236'0'0,"-53"-12"8608"0"0,52 13-10737 0 0,2 0-71 0 0,1 0 1 0 0,-1 0 0 0 0,1 0 0 0 0,-1 0-1 0 0,1 0 1 0 0,-1 0 0 0 0,1 0 0 0 0,-1 0-1 0 0,1 0 1 0 0,-1 0 0 0 0,1 0 0 0 0,-1 0-1 0 0,1 0 1 0 0,-1 0 0 0 0,1 0 0 0 0,-1 1-1 0 0,1-1 1 0 0,0 0 0 0 0,-1 0 0 0 0,1 0-1 0 0,-1 1 1 0 0,1-1 0 0 0,-1 1 0 0 0,1 6 181 0 0,1 1 1 0 0,0-1-1 0 0,1 0 0 0 0,-1 1 1 0 0,1-1-1 0 0,1 0 1 0 0,-1 0-1 0 0,1 0 1 0 0,0-1-1 0 0,1 1 1 0 0,0-1-1 0 0,0 1 0 0 0,0-1 1 0 0,1 0-1 0 0,-1-1 1 0 0,10 9-1 0 0,-10-11-159 0 0,1-1 0 0 0,-1 0-1 0 0,0 0 1 0 0,1 0 0 0 0,0-1-1 0 0,-1 1 1 0 0,1-1 0 0 0,0 0-1 0 0,-1 0 1 0 0,1-1-1 0 0,0 0 1 0 0,0 1 0 0 0,0-1-1 0 0,0-1 1 0 0,0 1 0 0 0,-1-1-1 0 0,1 0 1 0 0,0 0 0 0 0,0 0-1 0 0,6-4 1 0 0,3 0 52 0 0,-1-1 1 0 0,0 0-1 0 0,0-1 0 0 0,0-1 0 0 0,16-13 1 0 0,-15 9-51 0 0,-1-1 0 0 0,0 0 0 0 0,-1-1 0 0 0,0 0 1 0 0,-2-1-1 0 0,0 0 0 0 0,0-1 0 0 0,13-31 0 0 0,-10 16-29 0 0,-1-1-1 0 0,-2-1 0 0 0,11-61 1 0 0,-17 58-42 0 0,-1 1 1 0 0,-3-42-1 0 0,-1 32-211 0 0,-13 47 142 0 0,11 1 75 0 0,-1 0 0 0 0,1 0 0 0 0,0 1 0 0 0,-1-1 0 0 0,2 1 1 0 0,-1 0-1 0 0,0 0 0 0 0,1 0 0 0 0,0 0 0 0 0,-1 0 0 0 0,0 6 1 0 0,-11 23 11 0 0,2 0 0 0 0,1 1 0 0 0,-10 58 1 0 0,18-70-3 0 0,0-1 0 0 0,2 1 1 0 0,0 0-1 0 0,2 0 0 0 0,0 0 1 0 0,1-1-1 0 0,7 27 1 0 0,-6-38 7 0 0,0 0 0 0 0,1 0 0 0 0,0 0 0 0 0,0 0 0 0 0,1-1 0 0 0,1 1 1 0 0,0-1-1 0 0,0 0 0 0 0,0-1 0 0 0,1 0 0 0 0,1 0 0 0 0,-1 0 1 0 0,1-1-1 0 0,1 0 0 0 0,-1-1 0 0 0,1 1 0 0 0,12 5 0 0 0,-10-6-375 0 0,0-1 0 0 0,1-1 0 0 0,-1 0 0 0 0,1 0-1 0 0,0-1 1 0 0,16 2 0 0 0,-15-3-908 0 0,-1-1 1 0 0,1-1-1 0 0,0 0 1 0 0,0-1-1 0 0,0-1 1 0 0,14-2-1 0 0,3-5-5276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4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6 114 656 0 0,'-2'-11'5452'0'0,"1"-9"-176"0"0,-1-1-2643 0 0,6 22-2589 0 0,-3-1-41 0 0,-1 0-1 0 0,1-1 0 0 0,-1 1 1 0 0,1 0-1 0 0,-1 0 0 0 0,1 0 0 0 0,-1 1 1 0 0,1-1-1 0 0,-1 0 0 0 0,1 0 1 0 0,0 0-1 0 0,-1 0 0 0 0,1 0 1 0 0,-1 1-1 0 0,1-1 0 0 0,-1 0 0 0 0,1 0 1 0 0,-1 1-1 0 0,1 0 0 0 0,8 12 35 0 0,-1 1-1 0 0,0 0 1 0 0,-2 1-1 0 0,1-1 1 0 0,-2 1 0 0 0,0 1-1 0 0,-1-1 1 0 0,4 21-1 0 0,-3 7 1963 0 0,1 83-1 0 0,-9-180-1643 0 0,6 28-334 0 0,1 0 0 0 0,2 0 1 0 0,0 0-1 0 0,13-32 0 0 0,-18 56-29 0 0,-1-1 1 0 0,1 1-1 0 0,0 0 0 0 0,0 0 0 0 0,0 0 0 0 0,0 0 0 0 0,0 0 0 0 0,0 0 0 0 0,1 0 0 0 0,-1 1 0 0 0,1-1 0 0 0,-1 0 1 0 0,1 1-1 0 0,0-1 0 0 0,0 1 0 0 0,-1 0 0 0 0,1-1 0 0 0,0 1 0 0 0,0 0 0 0 0,0 0 0 0 0,4-1 0 0 0,-4 1-34 0 0,2 2 20 0 0,-1 0 21 0 0,0-1-1 0 0,0 1 1 0 0,0 1 0 0 0,1-1-1 0 0,-1 0 1 0 0,-1 1-1 0 0,1-1 1 0 0,0 1-1 0 0,0 0 1 0 0,0 0-1 0 0,-1 0 1 0 0,5 4-1 0 0,-2 0 2 0 0,0 0 0 0 0,0 1 1 0 0,-1-1-1 0 0,0 1 0 0 0,4 7 0 0 0,-1 2 7 0 0,0 1 0 0 0,-1-1 0 0 0,-1 1 0 0 0,4 24 0 0 0,-7-25 68 0 0,-2-13 75 0 0,0 1 1 0 0,0-1-1 0 0,1 1 1 0 0,-1-1-1 0 0,1 1 1 0 0,0-1-1 0 0,0 1 1 0 0,0-1-1 0 0,0 0 1 0 0,4 6-1 0 0,-6-14-110 0 0,1 1 0 0 0,0 0 0 0 0,0-1 0 0 0,0 1 0 0 0,0-1 0 0 0,1 1 0 0 0,1-5 0 0 0,-2 8-32 0 0,33-155 178 0 0,-28 139-192 0 0,1 1-1 0 0,0-1 1 0 0,2 1-1 0 0,-1 1 1 0 0,2-1-1 0 0,0 1 1 0 0,12-15-1 0 0,-19 28 2 0 0,0 0-1 0 0,0-1 1 0 0,0 1-1 0 0,0 0 1 0 0,1 0-1 0 0,-1 0 1 0 0,0 0-1 0 0,1 1 1 0 0,0-1-1 0 0,-1 1 1 0 0,1 0-1 0 0,0-1 1 0 0,0 1-1 0 0,0 0 1 0 0,-1 1-1 0 0,1-1 1 0 0,0 0-1 0 0,0 1 1 0 0,0 0-1 0 0,0-1 1 0 0,0 1-1 0 0,0 0 0 0 0,0 1 1 0 0,0-1-1 0 0,0 1 1 0 0,5 0-1 0 0,-3 1 5 0 0,1 1 0 0 0,-1-1 0 0 0,0 1-1 0 0,0 0 1 0 0,0 0 0 0 0,0 1-1 0 0,-1-1 1 0 0,1 1 0 0 0,-1 0 0 0 0,0 0-1 0 0,0 0 1 0 0,-1 1 0 0 0,4 5 0 0 0,2 4-65 0 0,-1 2 1 0 0,0-1 0 0 0,-1 1 0 0 0,5 18-1 0 0,14 32-2982 0 0,-22-58 1698 0 0,0-1 0 0 0,0 0 0 0 0,1 0 0 0 0,0 0 0 0 0,0-1 0 0 0,9 9 0 0 0,-1-3-4120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6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0 235 1480 0 0,'0'-2'1680'0'0,"4"-47"4673"0"0,-3 42-5749 0 0,1 0-1 0 0,0 0 1 0 0,0 0-1 0 0,5-12 0 0 0,-6 19-576 0 0,0-1 0 0 0,0 0 0 0 0,0 0 0 0 0,-1 1 0 0 0,1-1 0 0 0,0 1 0 0 0,0-1 0 0 0,0 1-1 0 0,0-1 1 0 0,0 1 0 0 0,0-1 0 0 0,0 1 0 0 0,0 0 0 0 0,0 0 0 0 0,0-1 0 0 0,1 1-1 0 0,-1 0 1 0 0,0 0 0 0 0,0 0 0 0 0,0 0 0 0 0,0 0 0 0 0,0 1 0 0 0,0-1 0 0 0,0 0 0 0 0,0 0-1 0 0,0 1 1 0 0,2 0 0 0 0,5 4 68 0 0,-1 0 0 0 0,1 1 0 0 0,-1 0 0 0 0,0 0 0 0 0,-1 1 0 0 0,1 0 0 0 0,-1 0 0 0 0,-1 0 0 0 0,1 1-1 0 0,-1 0 1 0 0,6 13 0 0 0,1 4 231 0 0,-1 0-1 0 0,14 49 0 0 0,-1 41 3759 0 0,-19-167-3934 0 0,2 0 0 0 0,14-55-1 0 0,-13 78-146 0 0,0 2 1 0 0,2-1-1 0 0,1 1 0 0 0,1 1 0 0 0,21-33 0 0 0,-31 55-14 0 0,1 0 1 0 0,-1 0-1 0 0,1 0 0 0 0,0 0 1 0 0,0 1-1 0 0,0-1 0 0 0,1 1 1 0 0,-1 0-1 0 0,1 0 1 0 0,0 0-1 0 0,0 0 0 0 0,0 1 1 0 0,0 0-1 0 0,0-1 0 0 0,0 2 1 0 0,1-1-1 0 0,-1 0 0 0 0,7-1 1 0 0,-8 4 9 0 0,0-1 1 0 0,-1 1-1 0 0,1 0 0 0 0,0 0 1 0 0,-1 0-1 0 0,1 0 1 0 0,0 0-1 0 0,-1 0 1 0 0,1 1-1 0 0,-1-1 0 0 0,0 1 1 0 0,0 0-1 0 0,1 0 1 0 0,-1 0-1 0 0,3 3 0 0 0,0 1-1 0 0,-1-1 0 0 0,1 1-1 0 0,-1 0 1 0 0,0 0-1 0 0,-1 0 1 0 0,0 0-1 0 0,1 1 1 0 0,-2-1-1 0 0,4 12 1 0 0,0 6 47 0 0,4 36 0 0 0,-8-39-287 0 0,2 0 0 0 0,7 25 0 0 0,-10-40-122 0 0,2 1-1 0 0,-1-1 1 0 0,1 0-1 0 0,0 0 0 0 0,1 0 1 0 0,-1 0-1 0 0,7 8 1 0 0,-7-12-118 0 0,-1 1 0 0 0,1-1 1 0 0,-1 0-1 0 0,1 0 1 0 0,0 0-1 0 0,0 0 1 0 0,0-1-1 0 0,0 1 0 0 0,0-1 1 0 0,1 0-1 0 0,-1 1 1 0 0,0-2-1 0 0,1 1 1 0 0,-1 0-1 0 0,0-1 1 0 0,1 1-1 0 0,3-1 0 0 0,16 0-4607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7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28 1536 0 0,'-6'-8'4609'0'0,"-6"-9"1560"0"0,24 19-4672 0 0,12 1-1097 0 0,0-2 0 0 0,0 0 0 0 0,0-1 0 0 0,27-4 0 0 0,31-1-86 0 0,-55 5-251 0 0,-10-1-29 0 0,1 1 1 0 0,0 1-1 0 0,28 5 0 0 0,-41-5-31 0 0,1 1 0 0 0,-1-1 0 0 0,0 1 1 0 0,1 1-1 0 0,-1-1 0 0 0,0 1 0 0 0,0 0 0 0 0,0 0 0 0 0,-1 0 1 0 0,1 1-1 0 0,-1-1 0 0 0,0 1 0 0 0,0 0 0 0 0,0 0 0 0 0,5 7 1 0 0,2 6 175 0 0,-1 1 0 0 0,-1 0 1 0 0,-1 1-1 0 0,0 0 1 0 0,-1 0-1 0 0,-1 0 0 0 0,6 34 1 0 0,10 148 1043 0 0,-19-157-963 0 0,24 354 1418 0 0,32 357-210 0 0,56 557-639 0 0,-68-588-747 0 0,-45-685 1 0 0,5 117 708 0 0,-7-122 191 0 0,-2 1 0 0 0,-9 52-1 0 0,11-84-907 0 0,-1 1-1 0 0,0-1 1 0 0,0 1-1 0 0,-1-1 1 0 0,1 1-1 0 0,0-1 1 0 0,-1 0-1 0 0,0 0 1 0 0,0 1-1 0 0,0-1 1 0 0,0-1-1 0 0,-1 1 1 0 0,1 0-1 0 0,-1 0 1 0 0,1-1-1 0 0,-1 0 1 0 0,0 1-1 0 0,0-1 0 0 0,0 0 1 0 0,0 0-1 0 0,0-1 1 0 0,-1 1-1 0 0,1-1 1 0 0,-1 1-1 0 0,1-1 1 0 0,-1 0-1 0 0,1-1 1 0 0,-7 2-1 0 0,-7-1-61 0 0,0 0-1 0 0,0-2 0 0 0,-1 0 1 0 0,-31-6-1 0 0,26 4-15 0 0,0 0-184 0 0,-477-83-8777 0 0,429 66 5256 0 0,30 0-2463 0 0,17 3-1744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7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44 1960 0 0,'-4'0'1860'0'0,"-72"0"5977"0"0,74 0-7236 0 0,-2 0-79 0 0,-9 0-150 0 0,1 0 1071 0 0,28-3-1024 0 0,47-8-281 0 0,54-8-771 0 0,-41 9-2916 0 0,-51 10-1096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8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71 2260 0 0,'-87'62'9766'0'0,"86"-62"-9607"0"0,-1 1-1 0 0,1 0 1 0 0,0 0 0 0 0,0 0 0 0 0,0 0 0 0 0,0 0 0 0 0,0 0 0 0 0,0 0 0 0 0,1 0-1 0 0,-1 0 1 0 0,0 0 0 0 0,1 0 0 0 0,-2 3 0 0 0,2-4-98 0 0,0 1 0 0 0,0 0 0 0 0,0-1 0 0 0,0 1 0 0 0,0-1 0 0 0,0 1 0 0 0,0-1 0 0 0,0 1 0 0 0,0-1 0 0 0,0 1 0 0 0,0-1 0 0 0,0 1 1 0 0,1-1-1 0 0,-1 1 0 0 0,0-1 0 0 0,0 1 0 0 0,1-1 0 0 0,-1 0 0 0 0,0 1 0 0 0,1-1 0 0 0,-1 1 0 0 0,0-1 0 0 0,1 0 0 0 0,-1 1 0 0 0,3 0 34 0 0,-1 1 0 0 0,0-1 0 0 0,0 0 0 0 0,0 0 0 0 0,1 0 0 0 0,-1 0 0 0 0,1-1 0 0 0,-1 1-1 0 0,0-1 1 0 0,1 1 0 0 0,-1-1 0 0 0,5 0 0 0 0,29-3 24 0 0,1-1 1 0 0,-1-3-1 0 0,0 0 0 0 0,43-16 0 0 0,-45 13-375 0 0,121-40-2863 0 0,-54 8-3023 0 0,-50 17 457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8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173 187 788 0 0,'3'-6'1103'0'0,"1"0"485"0"0,-1 0 0 0 0,1-1 0 0 0,-1 1-1 0 0,0-1 1 0 0,-1 0 0 0 0,3-10 0 0 0,-5 15-911 0 0,-2-3 136 0 0,-1 2 124 0 0,-5 6-733 0 0,0 3 20 0 0,1 0-1 0 0,0 0 0 0 0,0 1 1 0 0,0 0-1 0 0,1 0 0 0 0,0 1 0 0 0,0-1 1 0 0,-8 16-1 0 0,6-10-45 0 0,-8 12 86 0 0,1 1 1 0 0,1 0-1 0 0,2 1 0 0 0,0 1 1 0 0,2 0-1 0 0,1 0 1 0 0,-8 49-1 0 0,14-58-156 0 0,2 0 0 0 0,-1 0-1 0 0,2 0 1 0 0,1 0 0 0 0,4 29 0 0 0,-2-35-46 0 0,0 0 0 0 0,0-1 0 0 0,1 0 0 0 0,1 1 0 0 0,0-2 1 0 0,1 1-1 0 0,0-1 0 0 0,14 21 0 0 0,-13-24-17 0 0,0 0 0 0 0,0-1 1 0 0,1 1-1 0 0,0-1 0 0 0,0-1 0 0 0,1 0 0 0 0,0 0 0 0 0,0 0 1 0 0,0-1-1 0 0,1-1 0 0 0,0 0 0 0 0,0 0 0 0 0,0-1 1 0 0,0 0-1 0 0,0 0 0 0 0,1-1 0 0 0,-1-1 0 0 0,1 0 0 0 0,-1 0 1 0 0,1-1-1 0 0,11-1 0 0 0,-9 0 82 0 0,0-1 1 0 0,1 0-1 0 0,-1-1 0 0 0,0-1 1 0 0,-1 0-1 0 0,1 0 0 0 0,-1-2 0 0 0,0 1 1 0 0,0-1-1 0 0,0-1 0 0 0,-1 0 1 0 0,0-1-1 0 0,0 0 0 0 0,-1-1 1 0 0,0 0-1 0 0,11-14 0 0 0,-6 4-10 0 0,-2-1 0 0 0,0 0 0 0 0,-1-1 0 0 0,-1 0 0 0 0,-1-1 0 0 0,-2 0 0 0 0,0-1 0 0 0,0 0 1 0 0,3-28-1 0 0,-6 23-43 0 0,-1 0 1 0 0,-2-1-1 0 0,0 0 0 0 0,-2 0 1 0 0,-2 1-1 0 0,0-1 1 0 0,-9-37-1 0 0,8 55-64 0 0,0 0 0 0 0,0 0-1 0 0,-1 0 1 0 0,0 0 0 0 0,-1 1-1 0 0,-1 0 1 0 0,1 0 0 0 0,-2 0-1 0 0,1 1 1 0 0,-1 0 0 0 0,-1 0 0 0 0,1 0-1 0 0,-17-12 1 0 0,13 13-41 0 0,0 0-1 0 0,-1 1 1 0 0,0 0 0 0 0,0 1 0 0 0,-1 1 0 0 0,0 0 0 0 0,0 0-1 0 0,0 1 1 0 0,0 1 0 0 0,-1 0 0 0 0,-16-1 0 0 0,8 2-578 0 0,-1 1 1 0 0,1 1 0 0 0,-1 1 0 0 0,1 1-1 0 0,-1 0 1 0 0,-27 8 0 0 0,-8 10-3631 0 0,2 9-3397 0 0,38-17 341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18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6457 0 0,'0'0'10641'0'0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2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26 2672 0 0,'-158'45'14455'0'0,"166"-46"-14354"0"0,1 0 0 0 0,-1 0 0 0 0,1-1 1 0 0,11-4-1 0 0,12-2 0 0 0,61-14-168 0 0,-26 7-2080 0 0,1 2-5734 0 0,-51 11 2646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2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96 2360 0 0,'-1'1'141'0'0,"-10"6"1423"0"0,-1 0-1 0 0,1 1 1 0 0,1 1 0 0 0,-1-1 0 0 0,1 2 0 0 0,1-1 0 0 0,0 1 0 0 0,-9 12 0 0 0,18-21-1503 0 0,0-1 0 0 0,0 1 0 0 0,-1-1 0 0 0,1 1 0 0 0,0-1 0 0 0,0 1-1 0 0,0 0 1 0 0,0-1 0 0 0,0 1 0 0 0,0-1 0 0 0,0 1 0 0 0,0 0 0 0 0,0-1 0 0 0,0 1 0 0 0,0-1 0 0 0,0 1 0 0 0,0 0-1 0 0,0-1 1 0 0,1 1 0 0 0,-1-1 0 0 0,0 1 0 0 0,0-1 0 0 0,1 1 0 0 0,-1-1 0 0 0,0 1 0 0 0,1-1 0 0 0,-1 1-1 0 0,0-1 1 0 0,1 1 0 0 0,-1-1 0 0 0,1 0 0 0 0,-1 1 0 0 0,1-1 0 0 0,-1 0 0 0 0,1 1 0 0 0,-1-1 0 0 0,1 0-1 0 0,-1 1 1 0 0,1-1 0 0 0,-1 0 0 0 0,1 0 0 0 0,-1 0 0 0 0,2 0 0 0 0,19 5 266 0 0,-21-5-303 0 0,18 1 108 0 0,0-2 0 0 0,-1 0 0 0 0,1-1 0 0 0,-1-1 0 0 0,0 0 0 0 0,0-1 0 0 0,28-11 0 0 0,-6 3-42 0 0,186-69-3007 0 0,-81 13-6214 0 0,-102 45 2830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2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341 139 2560 0 0,'0'-5'1709'0'0,"0"0"-240"0"0,0 0-1 0 0,0 0 1 0 0,0-1 0 0 0,-1 1 0 0 0,0 0 0 0 0,-2-6-1 0 0,3 10-1319 0 0,0 0 0 0 0,-1 0 0 0 0,1 0-1 0 0,-1 0 1 0 0,1 0 0 0 0,-1 1 0 0 0,0-1-1 0 0,1 0 1 0 0,-1 0 0 0 0,0 0-1 0 0,0 1 1 0 0,1-1 0 0 0,-1 0 0 0 0,0 1-1 0 0,0-1 1 0 0,0 1 0 0 0,0-1 0 0 0,0 1-1 0 0,0-1 1 0 0,0 1 0 0 0,0 0 0 0 0,0 0-1 0 0,0-1 1 0 0,0 1 0 0 0,0 0 0 0 0,0 0-1 0 0,0 0 1 0 0,0 0 0 0 0,0 0-1 0 0,0 0 1 0 0,0 0 0 0 0,0 0 0 0 0,0 1-1 0 0,0-1 1 0 0,0 0 0 0 0,0 1 0 0 0,0-1-1 0 0,0 0 1 0 0,0 1 0 0 0,-1 1 0 0 0,-8 3 122 0 0,1 0 0 0 0,-1 1 0 0 0,1 1 0 0 0,1 0 0 0 0,0 0 0 0 0,0 1 0 0 0,0-1 1 0 0,1 2-1 0 0,0-1 0 0 0,0 1 0 0 0,1 0 0 0 0,-5 10 0 0 0,-5 10 126 0 0,2-1 1 0 0,-22 61-1 0 0,30-69-314 0 0,0 1-1 0 0,2-1 1 0 0,0 1 0 0 0,1 0-1 0 0,1 0 1 0 0,1 0-1 0 0,3 36 1 0 0,-1-49-66 0 0,0 0 0 0 0,0 0-1 0 0,1-1 1 0 0,1 1 0 0 0,-1 0 0 0 0,1-1 0 0 0,1 0-1 0 0,-1 1 1 0 0,1-1 0 0 0,6 7 0 0 0,-6-9-1 0 0,0-1-1 0 0,0 0 1 0 0,0 0 0 0 0,1 0 0 0 0,-1 0-1 0 0,1-1 1 0 0,0 0 0 0 0,0 0 0 0 0,1 0 0 0 0,-1 0-1 0 0,0-1 1 0 0,1 0 0 0 0,0 0 0 0 0,-1-1-1 0 0,9 2 1 0 0,3-1 12 0 0,0-1 0 0 0,0-1-1 0 0,0 0 1 0 0,1-1 0 0 0,-1-1-1 0 0,-1-1 1 0 0,1 0 0 0 0,0-1 0 0 0,-1-1-1 0 0,0 0 1 0 0,0-2 0 0 0,0 1 0 0 0,-1-2-1 0 0,0 0 1 0 0,0-1 0 0 0,19-16-1 0 0,-15 11 11 0 0,-2-1-1 0 0,0 0 1 0 0,0-2-1 0 0,-2 0 1 0 0,0 0-1 0 0,-1-1 1 0 0,-1-1-1 0 0,0-1 1 0 0,-2 0-1 0 0,0 0 1 0 0,14-40-1 0 0,-21 48-7 0 0,-1 0-1 0 0,0 0 0 0 0,-1 0 0 0 0,0-1 1 0 0,-1 1-1 0 0,0-1 0 0 0,-1 1 0 0 0,0-1 0 0 0,-5-22 1 0 0,4 27-20 0 0,-1 0 0 0 0,-1 1 0 0 0,1 0 0 0 0,-1 0 0 0 0,-1 0 0 0 0,1 0 0 0 0,-1 0 0 0 0,0 1 0 0 0,-1-1 0 0 0,0 1 0 0 0,0 0 0 0 0,0 1 0 0 0,0-1 0 0 0,-1 1 0 0 0,0 0 0 0 0,0 0 0 0 0,-9-4 0 0 0,-7-3-61 0 0,0 1 1 0 0,-1 1-1 0 0,0 1 1 0 0,-1 1-1 0 0,0 1 1 0 0,0 1-1 0 0,-1 1 1 0 0,1 2-1 0 0,-1 0 1 0 0,-37 1-1 0 0,31 3-1032 0 0,0 1 0 0 0,0 2 0 0 0,-33 8 0 0 0,37-5-1878 0 0,1 1 0 0 0,-1 1 1 0 0,-37 19-1 0 0,31-10-5761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0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51 144 1492 0 0,'-7'-9'1885'0'0,"1"0"1"0"0,0 0-1 0 0,0-1 0 0 0,1 0 0 0 0,-5-11 0 0 0,3 6-552 0 0,6 14-968 0 0,1 0-329 0 0,0 1-1 0 0,-1 0 0 0 0,1-1 1 0 0,0 1-1 0 0,0 0 0 0 0,0-1 1 0 0,-1 1-1 0 0,1-1 0 0 0,0 1 1 0 0,0 0-1 0 0,0-1 0 0 0,0 1 1 0 0,0-1-1 0 0,0 1 0 0 0,0-1 1 0 0,0 1-1 0 0,0 0 0 0 0,0-1 1 0 0,0 1-1 0 0,0-1 0 0 0,0 1 1 0 0,0-1-1 0 0,0 1 0 0 0,0 0 1 0 0,0-1-1 0 0,0 1 0 0 0,1-1 1 0 0,-1 1-1 0 0,0 0 0 0 0,0-1 1 0 0,0 1-1 0 0,1 0 0 0 0,-1-1 1 0 0,0 1-1 0 0,1 0 0 0 0,-1-1 1 0 0,0 1-1 0 0,1 0 0 0 0,-1 0 1 0 0,0-1-1 0 0,1 1 0 0 0,-1 0 1 0 0,0 0-1 0 0,1 0 0 0 0,-1-1 1 0 0,1 1-1 0 0,-1 0 0 0 0,0 0 1 0 0,1 0-1 0 0,0 0 0 0 0,6 2 104 0 0,1 1-1 0 0,-1 0 0 0 0,0 0 1 0 0,0 0-1 0 0,0 1 0 0 0,0 0 1 0 0,-1 1-1 0 0,1-1 0 0 0,-1 1 1 0 0,0 1-1 0 0,-1-1 0 0 0,1 1 1 0 0,-1 0-1 0 0,6 9 0 0 0,2 3-6 0 0,-1 0 0 0 0,-1 1 0 0 0,-1 1 0 0 0,9 21 0 0 0,2 22 760 0 0,-2 1 1 0 0,12 78-1 0 0,-34-170-135 0 0,0 0-1 0 0,2-1 0 0 0,3-44 1 0 0,-1 56-763 0 0,0 1 0 0 0,1 0 1 0 0,1 0-1 0 0,1 0 1 0 0,0 0-1 0 0,1 1 1 0 0,1 0-1 0 0,1 0 0 0 0,13-24 1 0 0,-18 36-4 0 0,0 0 0 0 0,0 0 0 0 0,0 1-1 0 0,0-1 1 0 0,1 1 0 0 0,-1 0 0 0 0,1 0 0 0 0,0 0 0 0 0,0 0 0 0 0,-1 0 0 0 0,1 0 0 0 0,0 1-1 0 0,1-1 1 0 0,-1 1 0 0 0,0 0 0 0 0,0 0 0 0 0,0 0 0 0 0,1 1 0 0 0,-1-1 0 0 0,0 1 0 0 0,1 0-1 0 0,-1-1 1 0 0,1 1 0 0 0,-1 1 0 0 0,0-1 0 0 0,1 1 0 0 0,-1-1 0 0 0,0 1 0 0 0,1 0 0 0 0,-1 0-1 0 0,0 0 1 0 0,0 1 0 0 0,5 2 0 0 0,1 1-16 0 0,0 1 1 0 0,0-1-1 0 0,-1 2 0 0 0,0-1 0 0 0,0 1 1 0 0,-1 0-1 0 0,0 1 0 0 0,0 0 0 0 0,-1 0 1 0 0,7 10-1 0 0,-5-1-2 0 0,0 0 1 0 0,0 0 0 0 0,7 28-1 0 0,5 13 140 0 0,-19-56-83 0 0,1 3 53 0 0,-6-11-62 0 0,2-4-7 0 0,0 0-1 0 0,1-1 1 0 0,0 1-1 0 0,1 0 1 0 0,0 0-1 0 0,0-1 1 0 0,2-11 0 0 0,-1 10 5 0 0,2-15 16 0 0,0 1 0 0 0,2-1 0 0 0,9-28 0 0 0,-11 45-40 0 0,0 1-1 0 0,0 0 0 0 0,1 0 1 0 0,1 0-1 0 0,-1 0 1 0 0,2 1-1 0 0,-1 0 1 0 0,1 0-1 0 0,0 0 1 0 0,0 1-1 0 0,1-1 1 0 0,8-5-1 0 0,-12 11 1 0 0,0-1 1 0 0,1 1-1 0 0,-1 0 0 0 0,1 0 0 0 0,0 0 0 0 0,-1 1 0 0 0,1-1 0 0 0,0 1 1 0 0,0 0-1 0 0,0 0 0 0 0,0 0 0 0 0,0 0 0 0 0,0 1 0 0 0,0 0 0 0 0,1 0 1 0 0,4 0-1 0 0,-3 2-6 0 0,-1-1 1 0 0,1 0-1 0 0,-1 1 1 0 0,1 0-1 0 0,-1 1 0 0 0,0-1 1 0 0,0 1-1 0 0,0 0 1 0 0,0 0-1 0 0,6 6 1 0 0,2 3-11 0 0,-2 0 0 0 0,1 0 0 0 0,-2 1 0 0 0,0 0 0 0 0,0 1 0 0 0,-1 0 0 0 0,7 16 0 0 0,-3 1 63 0 0,19 62 0 0 0,-12-30-1579 0 0,5-3-3670 0 0,-24-57 4506 0 0,1-1 0 0 0,-1 1 0 0 0,1-1 0 0 0,0 1 1 0 0,0-1-1 0 0,0 0 0 0 0,0 1 0 0 0,0-1 1 0 0,0 0-1 0 0,0-1 0 0 0,1 1 0 0 0,3 2 0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1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162 141 460 0 0,'-27'1'6816'0'0,"-41"7"0"0"0,29-2-3616 0 0,37-6-2819 0 0,-20 3 889 0 0,18-2-295 0 0,14-3-588 0 0,38-10 224 0 0,86-34 0 0 0,-54 17-565 0 0,-76 27-98 0 0,73-27-1181 0 0,-28 4-3822 0 0,-48 25 4426 0 0,1-1 1 0 0,10-13-5026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1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14 452 0 0,'-38'-10'10444'0'0,"16"6"-6185"0"0,19 5-3662 0 0,2-1-476 0 0,0 0 1 0 0,1 0-1 0 0,-1 0 0 0 0,0 0 0 0 0,0 0 0 0 0,0 0 1 0 0,0 0-1 0 0,1 1 0 0 0,-1-1 0 0 0,0 0 1 0 0,0 0-1 0 0,1 1 0 0 0,-1-1 0 0 0,0 1 0 0 0,0-1 1 0 0,1 1-1 0 0,-1-1 0 0 0,0 1 0 0 0,1-1 1 0 0,-1 1-1 0 0,1 0 0 0 0,-1-1 0 0 0,1 1 0 0 0,-1 0 1 0 0,1-1-1 0 0,-1 1 0 0 0,1 0 0 0 0,0 0 1 0 0,-1-1-1 0 0,1 1 0 0 0,0 0 0 0 0,0 0 0 0 0,0 0 1 0 0,0 0-1 0 0,-1-1 0 0 0,1 1 0 0 0,0 0 0 0 0,0 0 1 0 0,0 0-1 0 0,1 0 0 0 0,-1-1 0 0 0,0 3 1 0 0,2 20 1036 0 0,1 1 0 0 0,1-1 0 0 0,10 34 0 0 0,-1-3-674 0 0,66 239-289 0 0,-74-281-947 0 0,-1 0 0 0 0,13 22 0 0 0,-15-31 180 0 0,0 0 0 0 0,0 0 1 0 0,0 0-1 0 0,0-1 0 0 0,1 1 0 0 0,-1 0 1 0 0,1-1-1 0 0,-1 0 0 0 0,1 0 1 0 0,0 1-1 0 0,0-2 0 0 0,0 1 0 0 0,0 0 1 0 0,7 2-1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1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78 300 0 0,'3'-18'7020'0'0,"12"-33"0"0"0,-14 49-6327 0 0,-1 2-648 0 0,0 0 1 0 0,0 0-1 0 0,0-1 1 0 0,0 1-1 0 0,0 0 0 0 0,0 0 1 0 0,0-1-1 0 0,0 1 1 0 0,0 0-1 0 0,0 0 1 0 0,0-1-1 0 0,0 1 1 0 0,0 0-1 0 0,0 0 1 0 0,0-1-1 0 0,0 1 0 0 0,0 0 1 0 0,0 0-1 0 0,1 0 1 0 0,-1-1-1 0 0,0 1 1 0 0,0 0-1 0 0,0 0 1 0 0,0 0-1 0 0,1 0 1 0 0,-1-1-1 0 0,0 1 1 0 0,0 0-1 0 0,0 0 0 0 0,1 0 1 0 0,-1 0-1 0 0,0 0 1 0 0,0 0-1 0 0,1 0 1 0 0,-1-1-1 0 0,0 1 1 0 0,0 0-1 0 0,1 0 1 0 0,-1 0-1 0 0,0 0 0 0 0,0 0 1 0 0,0 0-1 0 0,1 0 1 0 0,-1 0-1 0 0,0 0 1 0 0,0 0-1 0 0,1 1 1 0 0,-1-1-1 0 0,0 0 1 0 0,0 0-1 0 0,1 0 1 0 0,-1 0-1 0 0,0 0 0 0 0,0 0 1 0 0,0 0-1 0 0,1 1 1 0 0,-1-1-1 0 0,0 0 1 0 0,0 0-1 0 0,16 10 1683 0 0,-7 0-885 0 0,0 2-1 0 0,-2-1 1 0 0,1 1-1 0 0,-1 0 1 0 0,9 25-1 0 0,19 69 772 0 0,-24-67-1143 0 0,1 11 8 0 0,-2 1 0 0 0,7 97 0 0 0,-17-122-207 0 0,0-26-269 0 0,0-1 0 0 0,0 1 1 0 0,0 0-1 0 0,0 0 1 0 0,0 0-1 0 0,-1-1 1 0 0,1 1-1 0 0,0 0 1 0 0,0 0-1 0 0,0 0 1 0 0,0 0-1 0 0,-1-1 0 0 0,1 1 1 0 0,0 0-1 0 0,0 0 1 0 0,-1 0-1 0 0,1 0 1 0 0,0 0-1 0 0,0 0 1 0 0,0 0-1 0 0,-1 0 1 0 0,1 0-1 0 0,0 0 1 0 0,0 0-1 0 0,-1 0 0 0 0,1 0 1 0 0,0 0-1 0 0,0 0 1 0 0,-1 0-1 0 0,1 0 1 0 0,0 0-1 0 0,0 0 1 0 0,-1 0-1 0 0,1 0 1 0 0,0 0-1 0 0,0 0 1 0 0,0 0-1 0 0,-1 1 0 0 0,1-1 1 0 0,0 0-1 0 0,0 0 1 0 0,0 0-1 0 0,0 0 1 0 0,-1 1-1 0 0,1-1 1 0 0,0 0-1 0 0,0 0 1 0 0,0 0-1 0 0,0 0 0 0 0,0 1 1 0 0,-1-1-1 0 0,1 0 1 0 0,0 0-1 0 0,0 1 1 0 0,0-1-1 0 0,0 0 1 0 0,0 0-1 0 0,0 1 1 0 0,0-1-1 0 0,0 0 1 0 0,0 0-1 0 0,0 0 0 0 0,0 1 1 0 0,-3-7 5 0 0,1 0 0 0 0,0 0 0 0 0,0 0-1 0 0,1 0 1 0 0,0 0 0 0 0,0 0 0 0 0,0-1 0 0 0,1-11 0 0 0,0 15-4 0 0,-1-18-19 0 0,2-1 0 0 0,0 0 0 0 0,2 1-1 0 0,0-1 1 0 0,2 1 0 0 0,0 0 0 0 0,1 0 0 0 0,2 1 0 0 0,0 0-1 0 0,1 0 1 0 0,0 0 0 0 0,2 1 0 0 0,0 1 0 0 0,1 0-1 0 0,1 1 1 0 0,18-19 0 0 0,-26 31-11 0 0,0 0 1 0 0,0 1-1 0 0,1-1 1 0 0,0 1-1 0 0,0 0 1 0 0,0 1-1 0 0,0 0 1 0 0,0 0-1 0 0,1 0 1 0 0,-1 0-1 0 0,11-1 1 0 0,-13 3 17 0 0,0 0-1 0 0,0 1 1 0 0,0 0 0 0 0,0 0 0 0 0,0 0-1 0 0,0 0 1 0 0,0 1 0 0 0,0 0 0 0 0,0 0-1 0 0,0 0 1 0 0,-1 0 0 0 0,1 0 0 0 0,0 1-1 0 0,0-1 1 0 0,-1 1 0 0 0,1 0 0 0 0,-1 0 0 0 0,0 1-1 0 0,1-1 1 0 0,-1 1 0 0 0,3 3 0 0 0,4 6 2 0 0,0 0 0 0 0,-1 0 0 0 0,0 1 0 0 0,-1 0 0 0 0,-1 0 1 0 0,0 1-1 0 0,-1 0 0 0 0,7 23 0 0 0,1 11-1 0 0,9 63 0 0 0,-20-94-82 0 0,-2-6-73 0 0,0 0 0 0 0,1 0-1 0 0,1-1 1 0 0,0 1 0 0 0,0-1 0 0 0,1 0 0 0 0,0 0 0 0 0,10 17-1 0 0,-12-25-91 0 0,0 0-1 0 0,1 0 0 0 0,-1 0 1 0 0,0 0-1 0 0,1-1 0 0 0,-1 1 1 0 0,1-1-1 0 0,0 0 0 0 0,-1 1 0 0 0,1-1 1 0 0,0-1-1 0 0,0 1 0 0 0,-1 0 1 0 0,1-1-1 0 0,0 1 0 0 0,0-1 1 0 0,0 0-1 0 0,0 0 0 0 0,0 0 1 0 0,0 0-1 0 0,0-1 0 0 0,5-1 0 0 0,7-1-2086 0 0,0-1-1 0 0,0-1 1 0 0,14-6-1 0 0,-25 9 1427 0 0,33-14-6925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4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24 1608 0 0,'7'-23'16448'0'0,"-9"25"-16432"0"0,0 0-1 0 0,0 0 1 0 0,0 0-1 0 0,0 0 1 0 0,1 0-1 0 0,-1 1 1 0 0,1-1 0 0 0,0 1-1 0 0,-1-1 1 0 0,1 1-1 0 0,0-1 1 0 0,0 5-1 0 0,-12 41 8 0 0,9-32-16 0 0,-14 74-1 0 0,3 0-1 0 0,4 1 1 0 0,2 137-1 0 0,10-194-3 0 0,1 1 0 0 0,9 51-1 0 0,-8-70 7 0 0,1 0 0 0 0,1 0 0 0 0,0-1 0 0 0,1 1 0 0 0,0-1 1 0 0,2-1-1 0 0,12 21 0 0 0,-16-29 7 0 0,0-1 0 0 0,0 0 1 0 0,1 0-1 0 0,0-1 0 0 0,-1 1 0 0 0,2-1 1 0 0,-1 0-1 0 0,0 0 0 0 0,1-1 1 0 0,0 0-1 0 0,0 0 0 0 0,11 5 0 0 0,-12-7-1 0 0,-1 0-1 0 0,1 0 0 0 0,0 0 1 0 0,0-1-1 0 0,0 0 0 0 0,0 0 0 0 0,0 0 1 0 0,0 0-1 0 0,-1-1 0 0 0,1 1 0 0 0,0-1 1 0 0,0-1-1 0 0,0 1 0 0 0,-1-1 0 0 0,1 1 1 0 0,-1-1-1 0 0,1-1 0 0 0,4-2 0 0 0,1-3 24 0 0,0 0-1 0 0,0 0 1 0 0,-1-1 0 0 0,0 0-1 0 0,-1-1 1 0 0,0 0-1 0 0,0 0 1 0 0,-1-1-1 0 0,0 1 1 0 0,-1-2-1 0 0,-1 1 1 0 0,8-20-1 0 0,-2-3 186 0 0,0-1 0 0 0,-3 0 0 0 0,6-43 0 0 0,-10 48-39 0 0,-2 0 0 0 0,0 1 1 0 0,-2-1-1 0 0,-2 0 0 0 0,-6-39 0 0 0,5 52-127 0 0,-1-1 0 0 0,-1 1 0 0 0,-1 0 1 0 0,0 0-1 0 0,-1 0 0 0 0,-1 1 0 0 0,0 0 0 0 0,-1 0 1 0 0,-1 1-1 0 0,-13-15 0 0 0,16 21-47 0 0,-2-2-1 0 0,0 1 0 0 0,-1 0 0 0 0,0 0 0 0 0,-20-15 0 0 0,-12-4 12 0 0,8 10-592 0 0,32 18 108 0 0,-10-8-1473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5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13 811 1416 0 0,'0'0'12864'0'0,"-1"0"-12814"0"0,1 0 0 0 0,-1 0 0 0 0,0 0 0 0 0,1 0 0 0 0,-1 0 0 0 0,0 0 0 0 0,1 0 0 0 0,-1 0 0 0 0,0 1 0 0 0,1-1 0 0 0,-1 0 0 0 0,0 0 0 0 0,1 0 0 0 0,-1 1 0 0 0,1-1-1 0 0,-1 0 1 0 0,0 1 0 0 0,0 0 0 0 0,4 8 19 0 0,1 0 0 0 0,0 0 0 0 0,0 0 0 0 0,1-1 0 0 0,0 1 0 0 0,1-1 0 0 0,0-1 0 0 0,0 1 0 0 0,0-1 0 0 0,1 0 0 0 0,12 10 0 0 0,-17-16 320 0 0,0-1 19 0 0,0 1-299 0 0,1-1 0 0 0,-1 0 1 0 0,0 0-1 0 0,0 0 0 0 0,0 0 1 0 0,0 0-1 0 0,0 0 0 0 0,0-1 1 0 0,0 1-1 0 0,1-1 0 0 0,-1 1 1 0 0,0-1-1 0 0,0 0 0 0 0,0 0 1 0 0,-1 0-1 0 0,4-1 0 0 0,-1-2 17 0 0,1 1-1 0 0,-1-1 0 0 0,0 0 1 0 0,0 0-1 0 0,0 0 1 0 0,3-6-1 0 0,3-4 28 0 0,-1 0 0 0 0,-1-1 0 0 0,9-23 1 0 0,-1-6-83 0 0,-3-1 1 0 0,-1 0 0 0 0,-3 0 0 0 0,-1-1 0 0 0,-2 0 0 0 0,-3-1-1 0 0,-3-74 1 0 0,-2 83-32 0 0,-3-1-1 0 0,-13-60 1 0 0,11 76-20 0 0,0-1 0 0 0,-2 1 0 0 0,0 1-1 0 0,-1-1 1 0 0,-17-24 0 0 0,24 43-26 0 0,0 1 0 0 0,0-1 1 0 0,0 1-1 0 0,0 0 0 0 0,-6-3 0 0 0,7 4-12 0 0,-15 6-11 0 0,15-3 24 0 0,1 0 1 0 0,-1 1 0 0 0,0-1-1 0 0,1 0 1 0 0,-1 0 0 0 0,1 1 0 0 0,-1-1-1 0 0,1 1 1 0 0,0-1 0 0 0,-1 1-1 0 0,1 0 1 0 0,0-1 0 0 0,0 1 0 0 0,0 0-1 0 0,1 0 1 0 0,-2 3 0 0 0,-8 34-24 0 0,9-36 29 0 0,-5 37-12 0 0,1 0-1 0 0,2 0 1 0 0,2 1 0 0 0,6 62-1 0 0,3-34 21 0 0,32 122 1 0 0,-27-143-18 0 0,30 73 0 0 0,-34-101 26 0 0,0-2 0 0 0,1 1 1 0 0,1-1-1 0 0,1 0 0 0 0,1-1 0 0 0,19 21 0 0 0,-28-34-34 0 0,0-1 1 0 0,0 0-1 0 0,0 0 1 0 0,0 0-1 0 0,0 0 1 0 0,0-1-1 0 0,1 0 1 0 0,-1 0-1 0 0,1 0 1 0 0,0 0-1 0 0,0-1 1 0 0,-1 1 0 0 0,1-1-1 0 0,0 0 1 0 0,0-1-1 0 0,0 1 1 0 0,0-1-1 0 0,0 0 1 0 0,0-1-1 0 0,0 1 1 0 0,0-1-1 0 0,6-1 1 0 0,0-1-754 0 0,0 0 0 0 0,0-1 1 0 0,14-6-1 0 0,29-20-7114 0 0,-30 16 695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5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96 128 764 0 0,'-3'0'2452'0'0,"-65"5"15396"0"0,66-5-17167 0 0,-15 6 2532 0 0,11-2-1062 0 0,17-2-2384 0 0,61-4 510 0 0,-1-3 0 0 0,1-4 0 0 0,85-21-1 0 0,-46 1 115 0 0,-109 29-429 0 0,9-9-2134 0 0,-10 6 1599 0 0,0 1 1 0 0,0 0-1 0 0,-1 0 1 0 0,1-1-1 0 0,-1 1 1 0 0,1-1-1 0 0,-1 1 1 0 0,0 0 0 0 0,0-5-1 0 0,-7-23-9346 0 0,7 28 8874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27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58 2216 0 0,'-59'-38'16037'0'0,"58"38"-15754"0"0,0-1-1 0 0,-1 1 1 0 0,1 0 0 0 0,0-1 0 0 0,-1 1-1 0 0,1-1 1 0 0,0 1 0 0 0,0-1-1 0 0,0 0 1 0 0,-1 1 0 0 0,1-1-1 0 0,-25-12 10802 0 0,25 13-11049 0 0,-7 4-32 0 0,4 6-3 0 0,5-4 0 0 0,-1 0 0 0 0,1 1 0 0 0,0-1 0 0 0,0 1 0 0 0,0-1 0 0 0,4 8 0 0 0,3 18 0 0 0,1 23 0 0 0,53 399 0 0 0,-24-145 0 0 0,-37-296 0 0 0,0-2 0 0 0,0-1 0 0 0,-1-2 0 0 0,-5-18 0 0 0,-6-13-3425 0 0,8 16 965 0 0,1 0-1 0 0,0 1 0 0 0,0-1 1 0 0,1 0-1 0 0,0 0 0 0 0,-1-11 1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32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21 905 2024 0 0,'-11'-10'9971'0'0,"11"10"-9844"0"0,-1 0 1 0 0,1-1-1 0 0,0 1 1 0 0,0 0-1 0 0,-1 0 1 0 0,1 0-1 0 0,0 0 1 0 0,-1 0-1 0 0,1 0 1 0 0,0 0-1 0 0,-1 0 1 0 0,1 0-1 0 0,-1 0 1 0 0,1 0-1 0 0,0 0 1 0 0,-1 0-1 0 0,1 0 1 0 0,0 0-1 0 0,-1 0 1 0 0,1 0-1 0 0,0 0 1 0 0,-1 0-1 0 0,1 1 1 0 0,0-1-1 0 0,0 0 1 0 0,-1 0-1 0 0,5 15 1806 0 0,19 19-721 0 0,-15-25-1056 0 0,1 0 1 0 0,-1 0-1 0 0,1-1 0 0 0,1 0 1 0 0,0-1-1 0 0,0 0 1 0 0,0 0-1 0 0,1-1 0 0 0,15 7 1 0 0,-22-13-140 0 0,-1 1 0 0 0,0 0 0 0 0,1-1 0 0 0,-1 1 0 0 0,1-1 0 0 0,0 0 0 0 0,-1 0 1 0 0,1-1-1 0 0,-1 1 0 0 0,1-1 0 0 0,2 0 0 0 0,39-13 95 0 0,-33 9-93 0 0,-1-1-1 0 0,0 0 1 0 0,0-1-1 0 0,0 0 1 0 0,-1-1-1 0 0,0 0 1 0 0,0-1-1 0 0,-1 0 1 0 0,13-17-1 0 0,-3 2 16 0 0,-1-1-1 0 0,27-53 0 0 0,-28 41-22 0 0,-1 0 0 0 0,-3 0-1 0 0,0-1 1 0 0,-3-1 0 0 0,8-51 0 0 0,-12 39-22 0 0,-1 0 1 0 0,-3 0-1 0 0,-7-88 1 0 0,2 112 0 0 0,-1-1 1 0 0,-1 1 0 0 0,-2 0-1 0 0,0 0 1 0 0,-18-39 0 0 0,25 65 5 0 0,0 0 0 0 0,-1-1 1 0 0,1 1-1 0 0,-1 0 1 0 0,0 0-1 0 0,1 0 1 0 0,-1 0-1 0 0,0 0 1 0 0,0 0-1 0 0,0 0 0 0 0,0 0 1 0 0,0 0-1 0 0,0 0 1 0 0,0 0-1 0 0,0 0 1 0 0,0 0-1 0 0,0 1 1 0 0,0-1-1 0 0,0 1 1 0 0,-1-1-1 0 0,1 1 0 0 0,0-1 1 0 0,0 1-1 0 0,-1 0 1 0 0,1-1-1 0 0,0 1 1 0 0,-1 0-1 0 0,1 0 1 0 0,0 0-1 0 0,-1 0 0 0 0,1 0 1 0 0,0 0-1 0 0,-1 0 1 0 0,1 1-1 0 0,0-1 1 0 0,-1 0-1 0 0,1 1 1 0 0,0-1-1 0 0,0 1 0 0 0,0-1 1 0 0,-1 1-1 0 0,1 0 1 0 0,0 0-1 0 0,0-1 1 0 0,-1 2-1 0 0,-4 3-4 0 0,0 0 1 0 0,0 0-1 0 0,1 0 0 0 0,0 1 0 0 0,0 0 0 0 0,-6 8 1 0 0,0 4 5 0 0,1 1 1 0 0,1 0 0 0 0,0 0 0 0 0,2 1-1 0 0,0 0 1 0 0,-7 35 0 0 0,5 0 5 0 0,-4 73-1 0 0,10-23 240 0 0,5-1-1 0 0,4 1 1 0 0,37 188-1 0 0,-31-236-147 0 0,23 69-1 0 0,-29-108-69 0 0,1-1 1 0 0,0 0 0 0 0,1 0-1 0 0,1-1 1 0 0,1 0 0 0 0,1-1-1 0 0,0 0 1 0 0,14 15 0 0 0,-22-27-19 0 0,1 1 1 0 0,0-1 0 0 0,0 0 0 0 0,1 0-1 0 0,-1 0 1 0 0,1 0 0 0 0,-1-1-1 0 0,1 0 1 0 0,0 0 0 0 0,0 0 0 0 0,0 0-1 0 0,0-1 1 0 0,0 0 0 0 0,0 0-1 0 0,1 0 1 0 0,-1-1 0 0 0,0 0-1 0 0,0 0 1 0 0,11-1 0 0 0,-12 0-491 0 0,0 0 0 0 0,1-1 0 0 0,-1 1 0 0 0,0-1 0 0 0,0 1 1 0 0,0-1-1 0 0,0-1 0 0 0,0 1 0 0 0,0 0 0 0 0,-1-1 0 0 0,1 0 0 0 0,-1 0 0 0 0,0 0 0 0 0,0 0 1 0 0,4-6-1 0 0,-3-3-4394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32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366 145 2028 0 0,'-85'31'3737'0'0,"-157"67"7300"0"0,238-96-10591 0 0,0-1 1 0 0,1 1 0 0 0,-1 0 0 0 0,1 0 0 0 0,-1 1 0 0 0,1-1-1 0 0,0 1 1 0 0,0 0 0 0 0,-4 3 0 0 0,7-5-398 0 0,0-1 1 0 0,0 0-1 0 0,0 1 0 0 0,0-1 0 0 0,0 1 1 0 0,0-1-1 0 0,0 0 0 0 0,0 1 1 0 0,0-1-1 0 0,0 1 0 0 0,0-1 0 0 0,0 0 1 0 0,0 1-1 0 0,0-1 0 0 0,0 0 0 0 0,1 1 1 0 0,-1-1-1 0 0,0 1 0 0 0,0-1 1 0 0,0 0-1 0 0,1 1 0 0 0,-1-1 0 0 0,0 0 1 0 0,0 0-1 0 0,1 1 0 0 0,-1-1 1 0 0,0 0-1 0 0,1 0 0 0 0,-1 1 0 0 0,0-1 1 0 0,1 0-1 0 0,-1 0 0 0 0,0 0 1 0 0,1 1-1 0 0,-1-1 0 0 0,0 0 0 0 0,1 0 1 0 0,-1 0-1 0 0,0 0 0 0 0,1 0 1 0 0,-1 0-1 0 0,1 0 0 0 0,15 4 576 0 0,-16-4-624 0 0,19 2 382 0 0,1 0 0 0 0,-1-2 0 0 0,1-1 0 0 0,0 0 0 0 0,31-7 1 0 0,-18 3-129 0 0,283-40 896 0 0,306-39-441 0 0,855-39-359 0 0,-1439 120-346 0 0,174-20-1535 0 0,-249 6-8191 0 0,-25 11 2098 0 0,18 3 115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36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2 476 0 0,'-3'1'2509'0'0,"2"0"-2325"0"0,-9 1 2417 0 0,-1 2-1 0 0,1 0 1 0 0,-1 0 0 0 0,-14 9 0 0 0,24-12-2116 0 0,0-1-372 0 0,1 0 1 0 0,-1 0-1 0 0,1 1 1 0 0,0-1-1 0 0,-1 0 1 0 0,1 1-1 0 0,-1-1 1 0 0,1 0-1 0 0,0 1 1 0 0,-1-1-1 0 0,1 1 1 0 0,0-1-1 0 0,-1 1 1 0 0,1-1-1 0 0,0 0 1 0 0,-1 1-1 0 0,1-1 1 0 0,0 1-1 0 0,0 0 1 0 0,3 1 49 0 0,0 0 0 0 0,0 0 0 0 0,0-1 0 0 0,0 1-1 0 0,0-1 1 0 0,0 0 0 0 0,1 0 0 0 0,-1 0 0 0 0,0 0 0 0 0,8 0 0 0 0,36 3 696 0 0,6-7-237 0 0,90-16 0 0 0,-51 5-411 0 0,-89 14-172 0 0,35-9-1851 0 0,-30-4-3602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36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2996 0 0,'3'-45'13873'0'0,"-4"27"-6708"0"0,2 30-6658 0 0,38 566 7573 0 0,-37-528-7934 0 0,0 60-146 0 0,-3-96 0 0 0,-1-5-68 0 0,1-8-368 0 0,-1-1-511 0 0,-15-7-2477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37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50 2472 0 0,'-3'0'8123'0'0,"-29"8"5818"0"0,36-2-13027 0 0,-1-5-847 0 0,0 0 1 0 0,0-1-1 0 0,0 0 1 0 0,1 1 0 0 0,-1-1-1 0 0,0 0 1 0 0,0 0-1 0 0,0-1 1 0 0,0 1-1 0 0,6-2 1 0 0,-6 2-48 0 0,181-30 700 0 0,-92 12-541 0 0,-77 14-157 0 0,23-3 86 0 0,-37 7-347 0 0,18-5 482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37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3268 0 0,'11'-45'15314'0'0,"-8"30"-8774"0"0,4 61-4467 0 0,-3 1 0 0 0,-2 73 1 0 0,-2-33-649 0 0,2 8-3117 0 0,-4 48-5276 0 0,1 15-1852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39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60 80 0 0,'-3'0'2777'0'0,"-8"1"-239"0"0,-50 7 10062 0 0,59-7-11868 0 0,-18 8 2464 0 0,40-10-3083 0 0,0 0 0 0 0,0-1 0 0 0,0-1 0 0 0,0-1-1 0 0,22-8 1 0 0,-3 2-50 0 0,88-15-1741 0 0,-74 15-1976 0 0,-2-1-4987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39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64 536 0 0,'-33'22'4828'0'0,"-93"68"15023"0"0,129-87-19206 0 0,-3-2-633 0 0,0-1-1 0 0,0 0 0 0 0,0 1 1 0 0,0-1-1 0 0,1 0 0 0 0,-1 0 1 0 0,0 1-1 0 0,0-1 0 0 0,0 0 1 0 0,0 0-1 0 0,0 0 0 0 0,1 1 1 0 0,-1-1-1 0 0,0 0 0 0 0,0 0 1 0 0,1 0-1 0 0,-1 0 0 0 0,0 1 1 0 0,0-1-1 0 0,0 0 0 0 0,1 0 1 0 0,-1 0-1 0 0,0 0 0 0 0,0 0 1 0 0,1 0-1 0 0,-1 0 0 0 0,0 0 1 0 0,1 1-1 0 0,-1-1 0 0 0,0 0 1 0 0,0 0-1 0 0,1 0 0 0 0,-1 0 1 0 0,0-1-1 0 0,0 1 0 0 0,1 0 1 0 0,-1 0-1 0 0,0 0 0 0 0,1 0 1 0 0,-1 0-1 0 0,0 0 0 0 0,0 0 1 0 0,1-1-1 0 0,237-62 969 0 0,-55 14-2567 0 0,2 4-4529 0 0,-119 28-2387 0 0,-37 9-226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40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80 149 1116 0 0,'-9'-10'1322'0'0,"2"0"-1"0"0,-1 0 1 0 0,1-1-1 0 0,1 1 1 0 0,0-2-1 0 0,1 1 1 0 0,-5-14-1 0 0,-9-17 1834 0 0,18 40-2961 0 0,0-3 682 0 0,6 11-568 0 0,1 0-1 0 0,-1 0 0 0 0,0 0 1 0 0,0 1-1 0 0,-1 0 0 0 0,7 15 1 0 0,19 49 941 0 0,-30-70-1233 0 0,22 56 355 0 0,-3 1 1 0 0,-2 0 0 0 0,-3 2-1 0 0,9 89 1 0 0,-19-110 2304 0 0,-4-56-2525 0 0,0-19-108 0 0,2 0 0 0 0,1 0 0 0 0,2 0 0 0 0,1 0 0 0 0,19-57 0 0 0,-24 89-51 0 0,0 1 0 0 0,1 0 1 0 0,0-1-1 0 0,-1 1 0 0 0,1 0 0 0 0,0 0 1 0 0,1 0-1 0 0,-1 0 0 0 0,0 1 1 0 0,1-1-1 0 0,-1 0 0 0 0,1 1 0 0 0,0 0 1 0 0,0 0-1 0 0,0 0 0 0 0,0 0 0 0 0,4-2 1 0 0,-4 3 0 0 0,0 0 1 0 0,1 0-1 0 0,-1 1 1 0 0,0-1-1 0 0,0 1 1 0 0,0 0-1 0 0,0 0 1 0 0,1 0-1 0 0,-1 0 1 0 0,0 0-1 0 0,0 1 1 0 0,0 0-1 0 0,0-1 1 0 0,0 1-1 0 0,0 0 1 0 0,0 1-1 0 0,0-1 1 0 0,0 0 0 0 0,0 1-1 0 0,3 2 1 0 0,8 5-18 0 0,0 1 0 0 0,-1 1 1 0 0,0 0-1 0 0,22 26 1 0 0,-28-29 18 0 0,-1 0-1 0 0,0 1 1 0 0,0 0 0 0 0,-1 0-1 0 0,0 0 1 0 0,-1 0 0 0 0,0 1-1 0 0,-1 0 1 0 0,4 13 0 0 0,-5-13 16 0 0,2 24 140 0 0,-4-32-84 0 0,-1-2-63 0 0,1 1 1 0 0,-1-1-1 0 0,1 0 0 0 0,-1 0 0 0 0,1 0 0 0 0,-1 0 0 0 0,0 0 0 0 0,1 0 1 0 0,-1 0-1 0 0,1 0 0 0 0,-1 0 0 0 0,1 0 0 0 0,-1 0 0 0 0,0-1 0 0 0,1 1 1 0 0,-1 0-1 0 0,1 0 0 0 0,-1 0 0 0 0,1-1 0 0 0,-1 1 0 0 0,1 0 1 0 0,-1-1-1 0 0,1 1 0 0 0,-1 0 0 0 0,1-1 0 0 0,-1 1 0 0 0,1-1 0 0 0,0 1 1 0 0,-1-1-1 0 0,1 1 0 0 0,0-1 0 0 0,-1 1 0 0 0,1-1 0 0 0,0 1 1 0 0,0-1-1 0 0,0 1 0 0 0,-1-1 0 0 0,1 1 0 0 0,0-1 0 0 0,0 1 0 0 0,0-2 1 0 0,-8-32-3 0 0,7 25 5 0 0,-1-6 9 0 0,1 1-1 0 0,0 0 1 0 0,1-1 0 0 0,1 1-1 0 0,0-1 1 0 0,4-17 0 0 0,1 7-61 0 0,0 0-1 0 0,16-39 1 0 0,-20 59 32 0 0,1-1-1 0 0,0 0 1 0 0,0 1-1 0 0,0-1 1 0 0,1 1 0 0 0,0 0-1 0 0,0 0 1 0 0,0 0-1 0 0,1 1 1 0 0,4-5-1 0 0,-6 7 7 0 0,-1 0 0 0 0,1 1 0 0 0,-1-1 0 0 0,1 1 0 0 0,0 0-1 0 0,0 0 1 0 0,-1 0 0 0 0,1 0 0 0 0,0 0 0 0 0,0 0 0 0 0,0 1-1 0 0,0 0 1 0 0,0-1 0 0 0,0 1 0 0 0,0 0 0 0 0,0 0-1 0 0,0 1 1 0 0,0-1 0 0 0,0 1 0 0 0,0-1 0 0 0,0 1 0 0 0,0 0-1 0 0,2 2 1 0 0,2 0 10 0 0,-1 0 1 0 0,0 0-1 0 0,-1 1 0 0 0,1 0 0 0 0,-1 0 0 0 0,1 1 0 0 0,-1-1 1 0 0,-1 1-1 0 0,1 0 0 0 0,-1 1 0 0 0,0-1 0 0 0,0 1 0 0 0,0 0 1 0 0,-1 0-1 0 0,0 0 0 0 0,0 0 0 0 0,4 12 0 0 0,0 9 123 0 0,0 1-1 0 0,-2-1 0 0 0,3 32 1 0 0,0 5 64 0 0,-1-7 127 0 0,-7-57-314 0 0,1 0-1 0 0,-1 1 1 0 0,0-1 0 0 0,0 1 0 0 0,0-1 0 0 0,0 0 0 0 0,1 1 0 0 0,-1-1 0 0 0,0 0 0 0 0,0 1 0 0 0,1-1-1 0 0,-1 0 1 0 0,0 0 0 0 0,1 1 0 0 0,-1-1 0 0 0,0 0 0 0 0,1 0 0 0 0,-1 0 0 0 0,0 1 0 0 0,1-1 0 0 0,-1 0-1 0 0,0 0 1 0 0,1 0 0 0 0,-1 0 0 0 0,1 0 0 0 0,-1 0 0 0 0,0 0 0 0 0,1 1 0 0 0,-1-1 0 0 0,1 0 0 0 0,-1 0-1 0 0,0-1 1 0 0,1 1 0 0 0,0 0 0 0 0,13-1-106 0 0,-14 0 95 0 0,15-2-768 0 0,0-2-1 0 0,-1 0 0 0 0,0-1 1 0 0,0-1-1 0 0,-1 0 0 0 0,0 0 1 0 0,16-13-1 0 0,-3 4-1854 0 0,7-7-4258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41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290 146 920 0 0,'-217'102'16539'0'0,"161"-77"-11759"0"0,41-16-2661 0 0,14-9-1918 0 0,1 1-168 0 0,0-1 1 0 0,0 0-1 0 0,0 0 1 0 0,0 0-1 0 0,0 0 1 0 0,0 0-1 0 0,0 0 1 0 0,0 0-1 0 0,0 0 1 0 0,0 0-1 0 0,0 1 1 0 0,0-1-1 0 0,0 0 1 0 0,0 0-1 0 0,0 0 1 0 0,0 0-1 0 0,0 0 1 0 0,0 0-1 0 0,0 0 1 0 0,0 0-1 0 0,0 1 1 0 0,0-1-1 0 0,0 0 1 0 0,0 0-1 0 0,0 0 1 0 0,0 0-1 0 0,0 0 1 0 0,1 1 268 0 0,-1-1-269 0 0,0 0 1 0 0,0 0-1 0 0,0 0 1 0 0,0 0-1 0 0,0 0 1 0 0,0 0-1 0 0,0 0 1 0 0,0 0-1 0 0,1 0 1 0 0,-1 0-1 0 0,0 0 1 0 0,0 0-1 0 0,0 0 1 0 0,0 0-1 0 0,0 0 1 0 0,0 0-1 0 0,0 0 1 0 0,4 1 157 0 0,0-1 0 0 0,-1 0 0 0 0,1-1 1 0 0,0 1-1 0 0,-1 0 0 0 0,6-2 1 0 0,564-105 1739 0 0,5 37-1468 0 0,323-25-316 0 0,-837 87-2758 0 0,-61 8 1642 0 0,-62-3-16398 0 0,39 2 10436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46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265 176 260 0 0,'-10'-11'2436'0'0,"-1"0"-1"0"0,-14-11 0 0 0,15 13-1482 0 0,-2 1-1 0 0,1 0 0 0 0,-1 1 1 0 0,-21-10-1 0 0,31 17-896 0 0,0-1 1 0 0,0 1 0 0 0,0 0-1 0 0,1-1 1 0 0,-1 1-1 0 0,0 0 1 0 0,0 0-1 0 0,0 1 1 0 0,1-1 0 0 0,-1 0-1 0 0,0 0 1 0 0,0 1-1 0 0,1-1 1 0 0,-1 1-1 0 0,0 0 1 0 0,1 0 0 0 0,-1-1-1 0 0,0 1 1 0 0,1 0-1 0 0,-1 0 1 0 0,1 0-1 0 0,0 0 1 0 0,-1 1 0 0 0,-1 2-1 0 0,-2 1 178 0 0,0 0-1 0 0,1 0 1 0 0,0 1-1 0 0,-6 10 1 0 0,-2 6 111 0 0,2 1-1 0 0,1 0 0 0 0,1 0 1 0 0,0 0-1 0 0,2 1 1 0 0,1 1-1 0 0,1-1 1 0 0,-1 25-1 0 0,4-30-237 0 0,1 0 0 0 0,0 0-1 0 0,2 0 1 0 0,0-1-1 0 0,1 1 1 0 0,1-1 0 0 0,0 1-1 0 0,2-1 1 0 0,0 0 0 0 0,1-1-1 0 0,10 19 1 0 0,-13-29-78 0 0,0 0 0 0 0,1 0 0 0 0,0-1 0 0 0,0 1 0 0 0,1-1 0 0 0,0 0 0 0 0,0-1 0 0 0,0 1 0 0 0,1-1 0 0 0,-1-1 0 0 0,1 1 0 0 0,0-1 0 0 0,1 0 0 0 0,-1 0 0 0 0,1-1 0 0 0,0 0 0 0 0,-1-1 0 0 0,1 0 0 0 0,0 0 0 0 0,9 1 0 0 0,-7-3-3 0 0,1 1 0 0 0,-1-1 0 0 0,0-1 0 0 0,0 0 0 0 0,0-1 0 0 0,1 0 0 0 0,-1 0 1 0 0,-1-1-1 0 0,1 0 0 0 0,0-1 0 0 0,-1 0 0 0 0,0 0 0 0 0,0-1 0 0 0,0 0 0 0 0,15-13 0 0 0,-13 9-15 0 0,0-1 0 0 0,-1-1 0 0 0,0 1 0 0 0,-1-2 0 0 0,0 1 0 0 0,-1-1 0 0 0,0-1 0 0 0,-1 0 0 0 0,0 0 0 0 0,-1 0 1 0 0,8-28-1 0 0,-9 22-7 0 0,-1 0 0 0 0,0 0 0 0 0,-2 0 0 0 0,0-1 0 0 0,-1 1 0 0 0,-1 0 0 0 0,-1-1 1 0 0,-6-34-1 0 0,4 38-2 0 0,-1 0 1 0 0,0 0-1 0 0,-2 1 1 0 0,0-1-1 0 0,0 1 1 0 0,-1 0-1 0 0,-1 1 1 0 0,-1 0-1 0 0,0 0 1 0 0,-15-18-1 0 0,15 23 5 0 0,1 1 0 0 0,-2-1 0 0 0,1 1 0 0 0,-1 1 0 0 0,0 0 0 0 0,-1 0 0 0 0,1 1 0 0 0,-2 0 0 0 0,1 1 0 0 0,0 0-1 0 0,-1 1 1 0 0,0 1 0 0 0,0-1 0 0 0,-21-2 0 0 0,24 6-3 0 0,0 0 0 0 0,0 0 1 0 0,0 0-1 0 0,0 1 0 0 0,0 0 0 0 0,1 1 0 0 0,-1 0 0 0 0,-16 6 0 0 0,20-6-8 0 0,0 0 0 0 0,0 0 1 0 0,0 1-1 0 0,0 0 0 0 0,0 0 0 0 0,1 0 0 0 0,-1 0 0 0 0,1 1 1 0 0,0-1-1 0 0,0 1 0 0 0,0 0 0 0 0,0 1 0 0 0,1-1 0 0 0,0 1 0 0 0,-4 5 1 0 0,6-8-118 0 0,0 0 0 0 0,1 0 0 0 0,-1 0 1 0 0,1 0-1 0 0,-1 0 0 0 0,1 0 0 0 0,0 0 0 0 0,-1 0 1 0 0,1 0-1 0 0,0 0 0 0 0,1 0 0 0 0,-1 0 1 0 0,0 1-1 0 0,0-1 0 0 0,1 0 0 0 0,-1 0 1 0 0,1 0-1 0 0,0-1 0 0 0,0 1 0 0 0,-1 0 1 0 0,1 0-1 0 0,1 0 0 0 0,-1 0 0 0 0,0-1 0 0 0,0 1 1 0 0,0-1-1 0 0,1 1 0 0 0,-1-1 0 0 0,1 1 1 0 0,-1-1-1 0 0,1 0 0 0 0,0 0 0 0 0,2 2 1 0 0,4 2-1118 0 0,0-1 0 0 0,0 0 0 0 0,0-1 1 0 0,0 1-1 0 0,1-2 0 0 0,12 4 1 0 0,9-1-4182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46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35 103 1608 0 0,'-35'10'21068'0'0,"44"-13"-20565"0"0,28-9-138 0 0,43-6 0 0 0,-50 12-282 0 0,12-3-28 0 0,93-23 110 0 0,-105 18-5552 0 0,-5-4-4246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47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79 564 0 0,'-1'-25'6726'0'0,"-1"-1"2525"0"0,2 25-9108 0 0,-1 0 0 0 0,1 0 0 0 0,0 0-1 0 0,0 1 1 0 0,0-1 0 0 0,0 0 0 0 0,0 0 0 0 0,0 0 0 0 0,0 0 0 0 0,0 0 0 0 0,0 0 0 0 0,0 0 0 0 0,0 0 0 0 0,0 1-1 0 0,1-1 1 0 0,-1 0 0 0 0,0 0 0 0 0,1 0 0 0 0,-1 0 0 0 0,1 1 0 0 0,-1-1 0 0 0,1 0 0 0 0,-1 0 0 0 0,1 1 0 0 0,0-2 0 0 0,6 1-28 0 0,-1-1 1 0 0,0 2-1 0 0,0-1 1 0 0,0 1-1 0 0,0 0 1 0 0,1 0-1 0 0,-1 0 1 0 0,0 1-1 0 0,0 0 1 0 0,0 0-1 0 0,0 1 1 0 0,0 0-1 0 0,0 0 1 0 0,0 0 0 0 0,-1 1-1 0 0,1 0 1 0 0,-1 0-1 0 0,0 0 1 0 0,0 0-1 0 0,0 1 1 0 0,0 0-1 0 0,4 5 1 0 0,-3-4-29 0 0,-1 0 0 0 0,0 1 1 0 0,0 0-1 0 0,-1 0 0 0 0,0 0 1 0 0,0 1-1 0 0,0-1 0 0 0,-1 1 0 0 0,0 0 1 0 0,0 0-1 0 0,-1 0 0 0 0,0 0 1 0 0,0 1-1 0 0,-1-1 0 0 0,0 1 0 0 0,0-1 1 0 0,0 1-1 0 0,-1 8 0 0 0,-3 2 144 0 0,0 0 0 0 0,-1-1 1 0 0,0 1-1 0 0,-2-1 0 0 0,0 0 0 0 0,-1 0 0 0 0,-11 20 0 0 0,-7 5 565 0 0,-44 58 0 0 0,39-63-309 0 0,17-22 120 0 0,-18 28-1 0 0,30-41-454 0 0,1-2-141 0 0,0 1 0 0 0,0-1 1 0 0,1 1-1 0 0,-1-1 0 0 0,0 1 0 0 0,0 0 1 0 0,1-1-1 0 0,-1 1 0 0 0,0-1 0 0 0,1 0 1 0 0,-1 1-1 0 0,1-1 0 0 0,-1 1 1 0 0,1-1-1 0 0,-1 0 0 0 0,1 1 0 0 0,-1-1 1 0 0,1 0-1 0 0,-1 1 0 0 0,1-1 1 0 0,-1 0-1 0 0,1 0 0 0 0,-1 1 0 0 0,1-1 1 0 0,0 0-1 0 0,-1 0 0 0 0,1 0 0 0 0,-1 0 1 0 0,1 0-1 0 0,0 0 0 0 0,-1 0 1 0 0,1 0-1 0 0,-1 0 0 0 0,1 0 0 0 0,1-1 1 0 0,30-3 32 0 0,-21 2 0 0 0,305-50-493 0 0,-109 5-3327 0 0,-169 37 1184 0 0,38-16 0 0 0,-63 21-151 0 0,0-2-1 0 0,-1 1 0 0 0,17-12 0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47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79 1864 0 0,'-185'-31'15232'0'0,"124"20"-11933"0"0,58 10-3071 0 0,-9-3 350 0 0,79-8-1488 0 0,0 3 0 0 0,121-1 0 0 0,-124 10-2485 0 0,-23 3-3128 0 0,-23 0 374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47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 2692 0 0,'-86'61'15972'0'0,"86"-60"-15946"0"0,0-1-1 0 0,0 1 1 0 0,0-1 0 0 0,1 1 0 0 0,-1-1 0 0 0,0 0 0 0 0,0 1-1 0 0,0-1 1 0 0,1 1 0 0 0,-1-1 0 0 0,0 0 0 0 0,0 1-1 0 0,1-1 1 0 0,-1 0 0 0 0,0 1 0 0 0,1-1 0 0 0,-1 0 0 0 0,0 0-1 0 0,1 1 1 0 0,-1-1 0 0 0,1 0 0 0 0,-1 0 0 0 0,0 0 0 0 0,1 1-1 0 0,-1-1 1 0 0,2 0 0 0 0,34-3-240 0 0,0-1 1 0 0,-1-2-1 0 0,66-20 0 0 0,-34 9-1812 0 0,34-11-4946 0 0,-48 11-132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4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68 140 0 0,'-8'-5'2393'0'0,"3"2"-1200"0"0,1 0 0 0 0,-1 0 1 0 0,1 0-1 0 0,0-1 0 0 0,0 1 0 0 0,0-1 1 0 0,-6-7 642 0 0,12 6-1037 0 0,-2 4-780 0 0,0 1-1 0 0,0 0 0 0 0,0 0 0 0 0,0-1 0 0 0,0 1 0 0 0,0 0 0 0 0,0 0 0 0 0,0-1 1 0 0,0 1-1 0 0,0 0 0 0 0,0 0 0 0 0,0-1 0 0 0,0 1 0 0 0,0 0 0 0 0,0 0 0 0 0,0-1 1 0 0,0 1-1 0 0,0 0 0 0 0,0 0 0 0 0,0-1 0 0 0,1 1 0 0 0,-1 0 0 0 0,0 0 0 0 0,0 0 1 0 0,0-1-1 0 0,0 1 0 0 0,1 0 0 0 0,-1 0 0 0 0,0 0 0 0 0,0 0 0 0 0,0-1 0 0 0,1 1 1 0 0,-1 0-1 0 0,0 0 0 0 0,0 0 0 0 0,1 0 0 0 0,5-2 168 0 0,1 1 0 0 0,0 0 1 0 0,-1 0-1 0 0,1 1 0 0 0,-1 0 0 0 0,1 0 1 0 0,0 0-1 0 0,-1 1 0 0 0,1 0 0 0 0,-1 0 0 0 0,1 1 1 0 0,-1 0-1 0 0,1 0 0 0 0,-1 0 0 0 0,8 5 1 0 0,3 2 195 0 0,1 0 1 0 0,-1 1 0 0 0,31 26 0 0 0,-33-24-219 0 0,-1 2 1 0 0,-1 0-1 0 0,0 0 1 0 0,0 1-1 0 0,-2 1 1 0 0,18 30-1 0 0,-24-36-89 0 0,1 0 0 0 0,-2 1 1 0 0,0 0-1 0 0,0 0 0 0 0,-1 0 1 0 0,0 0-1 0 0,-1 1 0 0 0,0-1 0 0 0,-1 1 1 0 0,0 0-1 0 0,-1-1 0 0 0,-2 20 1 0 0,1-25 202 0 0,0 1 0 0 0,-1-1 0 0 0,0 1 0 0 0,0-1 0 0 0,0 0 0 0 0,-5 7 0 0 0,5-13-175 0 0,1 0-97 0 0,0 0 1 0 0,0 0-1 0 0,1 0 1 0 0,-1 0-1 0 0,0 0 1 0 0,0 0-1 0 0,0-1 1 0 0,0 1-1 0 0,1 0 1 0 0,-1 0-1 0 0,0-1 1 0 0,0 1-1 0 0,0-1 1 0 0,1 1-1 0 0,-1-1 1 0 0,0 1-1 0 0,-1-2 1 0 0,1-10 14 0 0,0-1 0 0 0,0 0 0 0 0,1 0 1 0 0,1 0-1 0 0,0 0 0 0 0,1 1 0 0 0,0-1 0 0 0,1 0 1 0 0,0 1-1 0 0,1 0 0 0 0,1 0 0 0 0,7-15 1 0 0,3-4-28 0 0,2 0 1 0 0,1 1-1 0 0,31-38 1 0 0,-43 59-7 0 0,1 1 0 0 0,0 0 1 0 0,0 0-1 0 0,1 1 0 0 0,0 0 0 0 0,0 0 1 0 0,0 1-1 0 0,1 0 0 0 0,0 0 0 0 0,1 1 1 0 0,-1 0-1 0 0,21-6 0 0 0,-26 10 14 0 0,1 1-1 0 0,-1-1 1 0 0,0 1 0 0 0,1 0-1 0 0,-1 0 1 0 0,1 1-1 0 0,-1-1 1 0 0,1 1 0 0 0,-1 0-1 0 0,0 0 1 0 0,1 1-1 0 0,-1-1 1 0 0,0 1 0 0 0,0 0-1 0 0,0 0 1 0 0,0 0-1 0 0,0 1 1 0 0,-1-1 0 0 0,1 1-1 0 0,-1 0 1 0 0,4 4 0 0 0,0-1 46 0 0,-1 1 1 0 0,0 1-1 0 0,0-1 1 0 0,0 1-1 0 0,-1 0 1 0 0,0 0-1 0 0,-1 1 1 0 0,6 13-1 0 0,-3 0 87 0 0,-1 0 1 0 0,-1 0-1 0 0,3 41 0 0 0,-4 68 88 0 0,-4-126-207 0 0,5 72-3973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4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455 217 4296 0 0,'-187'93'8119'0'0,"-64"30"1375"0"0,234-116-8024 0 0,28-13 253 0 0,31-14-699 0 0,33-13-690 0 0,1 4 0 0 0,108-26 0 0 0,166-19-107 0 0,-292 62-177 0 0,482-67 106 0 0,2 29-96 0 0,-458 44-68 0 0,95-11-203 0 0,-177 17-20 0 0,-1 0 1 0 0,1 0-1 0 0,-1 0 0 0 0,1-1 1 0 0,-1 1-1 0 0,1 0 1 0 0,-1-1-1 0 0,0 1 0 0 0,1-1 1 0 0,-1 1-1 0 0,0-1 1 0 0,0 0-1 0 0,1 0 1 0 0,-1 1-1 0 0,0-1 0 0 0,0 0 1 0 0,0 0-1 0 0,0 0 1 0 0,0 0-1 0 0,0-1 0 0 0,1-1 1 0 0,-2 2 23 0 0,0 0 0 0 0,0 1 1 0 0,0-1-1 0 0,0 0 1 0 0,0 0-1 0 0,-1 0 0 0 0,1 0 1 0 0,0 0-1 0 0,-1 0 0 0 0,1 1 1 0 0,0-1-1 0 0,-1 0 1 0 0,1 0-1 0 0,-1 0 0 0 0,1 1 1 0 0,-1-1-1 0 0,0 0 1 0 0,1 1-1 0 0,-1-1 0 0 0,0 0 1 0 0,1 1-1 0 0,-1-1 0 0 0,0 1 1 0 0,0-1-1 0 0,0 1 1 0 0,1 0-1 0 0,-1-1 0 0 0,0 1 1 0 0,0 0-1 0 0,0 0 0 0 0,-1-1 1 0 0,-38-13-6810 0 0,11 6 719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2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153 104 1340 0 0,'0'0'1441'0'0,"-3"0"-230"0"0,-7-1 547 0 0,-1-1 0 0 0,1 0 0 0 0,-13-4 0 0 0,20 5-1304 0 0,2 1-343 0 0,0 0 0 0 0,0 0 0 0 0,0 0-1 0 0,0-1 1 0 0,0 1 0 0 0,0 0-1 0 0,0-1 1 0 0,0 1 0 0 0,0-1 0 0 0,0 1-1 0 0,0-1 1 0 0,0 1 0 0 0,0-1-1 0 0,0 0 1 0 0,0 1 0 0 0,0-1 0 0 0,1 0-1 0 0,-1 0 1 0 0,0 0 0 0 0,1 1 0 0 0,-1-1-1 0 0,0 0 1 0 0,1 0 0 0 0,-1 0-1 0 0,1 0 1 0 0,0 0 0 0 0,-1 0 0 0 0,1-2-1 0 0,-1 1-40 0 0,1 0-1 0 0,-1 1 1 0 0,1-1-1 0 0,0 0 1 0 0,-1 0-1 0 0,1 0 1 0 0,0 0-1 0 0,1 0 1 0 0,-1 0-1 0 0,0 0 1 0 0,0 0-1 0 0,1 0 1 0 0,-1 0-1 0 0,1 1 1 0 0,1-4-1 0 0,0 2-54 0 0,-1 0 0 0 0,1 1 0 0 0,0-1-1 0 0,0 1 1 0 0,0-1 0 0 0,0 1 0 0 0,1 0-1 0 0,-1 0 1 0 0,1 0 0 0 0,-1 0 0 0 0,1 0-1 0 0,0 1 1 0 0,-1-1 0 0 0,1 1 0 0 0,0 0-1 0 0,0 0 1 0 0,6-2 0 0 0,-3 2-12 0 0,-1 1 1 0 0,0-1-1 0 0,0 1 1 0 0,0 0-1 0 0,1 1 1 0 0,-1-1-1 0 0,0 1 0 0 0,0 0 1 0 0,0 0-1 0 0,7 3 1 0 0,-5-1-1 0 0,0 0 0 0 0,0 0 0 0 0,0 0 0 0 0,0 1 1 0 0,-1 0-1 0 0,0 1 0 0 0,0-1 0 0 0,0 1 0 0 0,0 0 0 0 0,-1 1 1 0 0,1-1-1 0 0,-2 1 0 0 0,1 0 0 0 0,0 0 0 0 0,4 10 0 0 0,-6-6 41 0 0,0 0 0 0 0,-1 0 0 0 0,0 0 0 0 0,0 1 0 0 0,-1-1 0 0 0,-1 1 0 0 0,1-1 0 0 0,-2 1 0 0 0,0-1 0 0 0,0 0 0 0 0,0 1 0 0 0,-2-1 0 0 0,1 0-1 0 0,-1 0 1 0 0,-8 17 0 0 0,-1 0 331 0 0,-2 1 0 0 0,0-2 0 0 0,-2 0 0 0 0,-22 28-1 0 0,-11 8 1195 0 0,-57 57-1 0 0,103-116-1505 0 0,0 0 7 0 0,-1 0 0 0 0,1 1 1 0 0,0 0-1 0 0,0-1 0 0 0,-3 6 0 0 0,5-8-6 0 0,6 3 23 0 0,-5-4-85 0 0,0 1 1 0 0,0-1 0 0 0,0 0 0 0 0,1 0-1 0 0,-1 1 1 0 0,0-1 0 0 0,0 0 0 0 0,0 1 0 0 0,1-1-1 0 0,-1 0 1 0 0,0 0 0 0 0,0 0 0 0 0,1 1-1 0 0,-1-1 1 0 0,0 0 0 0 0,0 0 0 0 0,1 0-1 0 0,-1 1 1 0 0,0-1 0 0 0,1 0 0 0 0,-1 0-1 0 0,0 0 1 0 0,0 0 0 0 0,1 0 0 0 0,-1 0-1 0 0,0 0 1 0 0,1 0 0 0 0,-1 0 0 0 0,0 0-1 0 0,1 0 1 0 0,-1 0 0 0 0,1 0 0 0 0,38-2 88 0 0,69-14 0 0 0,-28 3-10 0 0,85-11-30 0 0,35-5 275 0 0,-197 29-469 0 0,-1 0 1 0 0,1-1-1 0 0,-1 1 1 0 0,1-1-1 0 0,-1 0 1 0 0,0 1-1 0 0,1-1 1 0 0,-1 0-1 0 0,0 0 1 0 0,0-1-1 0 0,3-1 1 0 0,12-18-8064 0 0,-9 9 3148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2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25 1516 0 0,'-16'0'6225'0'0,"-5"-1"-301"0"0,1 1 2503 0 0,60 4-8073 0 0,-1-2 0 0 0,1-1 0 0 0,49-6-1 0 0,-15 1-281 0 0,103-8-638 0 0,-173 12-9 0 0,0-1 1 0 0,0 0-1 0 0,0 1 0 0 0,0-1 1 0 0,0-1-1 0 0,0 1 0 0 0,4-3 1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2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43 1276 0 0,'-23'-14'5332'0'0,"-16"-15"4836"0"0,34 32-8862 0 0,5-4-1264 0 0,0 1 0 0 0,-1 0 0 0 0,1 0 0 0 0,0 0 0 0 0,-1 0 0 0 0,1 0 0 0 0,0 1-1 0 0,-1-1 1 0 0,1 0 0 0 0,0 0 0 0 0,-1 0 0 0 0,1 0 0 0 0,0 0 0 0 0,-1 0 0 0 0,1 0 0 0 0,0 1 0 0 0,-1-1 0 0 0,1 0 0 0 0,0 0 0 0 0,-1 0 0 0 0,1 1-1 0 0,0-1 1 0 0,0 0 0 0 0,-1 1 0 0 0,1-1 0 0 0,0 0 0 0 0,0 0 0 0 0,0 1 0 0 0,-1-1 0 0 0,1 0 0 0 0,0 1 0 0 0,-3 27 1636 0 0,1-1 0 0 0,2 1-1 0 0,4 50 1 0 0,0-30-621 0 0,24 303 3059 0 0,-20-269-3712 0 0,-6-63-360 0 0,0 8-118 0 0,-2-10-2802 0 0,32-31-10167 0 0,-20 0 7688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3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76 784 0 0,'6'-19'3873'0'0,"-4"14"-2219"0"0,0-1 0 0 0,-1 0 0 0 0,1 0 0 0 0,-1 1 0 0 0,0-1 0 0 0,-1 0 0 0 0,1-10 0 0 0,-13 28 1434 0 0,-9 23 248 0 0,-29 64 0 0 0,38-69-2676 0 0,0 2 1 0 0,2 0 0 0 0,2 0 0 0 0,-9 61 0 0 0,16-78-557 0 0,0 0-1 0 0,0-1 1 0 0,2 1 0 0 0,0 0 0 0 0,1-1-1 0 0,0 1 1 0 0,8 27 0 0 0,-7-35-82 0 0,0 1-1 0 0,0-1 1 0 0,1 0 0 0 0,0 0-1 0 0,0 0 1 0 0,1-1-1 0 0,-1 1 1 0 0,2-1 0 0 0,-1 0-1 0 0,0-1 1 0 0,1 1 0 0 0,0-1-1 0 0,1 0 1 0 0,-1-1 0 0 0,1 1-1 0 0,8 3 1 0 0,-4-3-5 0 0,1-1 1 0 0,0 0-1 0 0,-1 0 1 0 0,2-1 0 0 0,-1-1-1 0 0,0 0 1 0 0,0 0-1 0 0,1-1 1 0 0,-1-1-1 0 0,1 0 1 0 0,-1-1-1 0 0,1 0 1 0 0,-1-1-1 0 0,0 0 1 0 0,0-1-1 0 0,0-1 1 0 0,0 0-1 0 0,0 0 1 0 0,-1-1-1 0 0,0-1 1 0 0,0 0-1 0 0,16-11 1 0 0,-14 8-15 0 0,0 0 1 0 0,-1-1-1 0 0,-1-1 0 0 0,1 0 1 0 0,-2 0-1 0 0,1-1 1 0 0,-2-1-1 0 0,0 1 0 0 0,0-1 1 0 0,-1-1-1 0 0,-1 0 1 0 0,0 0-1 0 0,-1 0 0 0 0,0-1 1 0 0,-1 0-1 0 0,-1 0 1 0 0,4-25-1 0 0,-7 32-5 0 0,-1 0 1 0 0,0 0-1 0 0,0 0 0 0 0,0 0 0 0 0,-1 0 1 0 0,0 0-1 0 0,-1 0 0 0 0,1 1 1 0 0,-1-1-1 0 0,-1 0 0 0 0,0 1 0 0 0,0-1 1 0 0,0 1-1 0 0,-1 0 0 0 0,0 0 1 0 0,-1 1-1 0 0,1-1 0 0 0,-1 1 0 0 0,-1 0 1 0 0,1 0-1 0 0,-1 0 0 0 0,0 1 1 0 0,0 0-1 0 0,0 0 0 0 0,-1 0 0 0 0,0 1 1 0 0,-12-6-1 0 0,0 2-200 0 0,-1 0 0 0 0,0 1 1 0 0,-1 2-1 0 0,0 0 0 0 0,1 1 0 0 0,-25-2 0 0 0,-71 3-3746 0 0,106 4 3158 0 0,-1-1 1 0 0,1 2 0 0 0,-1 0 0 0 0,-10 3-1 0 0,16-3-763 0 0,-1 0 0 0 0,1 0 0 0 0,0 0 0 0 0,0 1 0 0 0,-5 4 0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5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1069 1340 0 0,'-4'2'543'0'0,"2"-2"29"0"0,0 1-1 0 0,0 0 1 0 0,1 0-1 0 0,-1 0 1 0 0,0 1-1 0 0,0-1 1 0 0,1 0 0 0 0,-1 0-1 0 0,1 1 1 0 0,-1-1-1 0 0,1 1 1 0 0,0 0-1 0 0,-1-1 1 0 0,1 1 0 0 0,0 0-1 0 0,-1 2 1 0 0,2-2-104 0 0,0-1-318 0 0,0 1-1 0 0,0-1 1 0 0,0 1-1 0 0,0-1 1 0 0,0 1-1 0 0,0-1 0 0 0,1 1 1 0 0,-1-1-1 0 0,0 1 1 0 0,1-1-1 0 0,-1 0 1 0 0,1 1-1 0 0,0-1 0 0 0,0 0 1 0 0,-1 0-1 0 0,1 1 1 0 0,0-1-1 0 0,0 0 1 0 0,0 0-1 0 0,0 0 0 0 0,2 2 1 0 0,-1-2-41 0 0,0 0 0 0 0,1 0 0 0 0,-1 0 0 0 0,0-1 0 0 0,0 1-1 0 0,0-1 1 0 0,0 1 0 0 0,1-1 0 0 0,-1 0 0 0 0,0 0 0 0 0,0 0 0 0 0,0 0 0 0 0,3-1 0 0 0,6-1 98 0 0,1 0 1 0 0,-1-1-1 0 0,0-1 0 0 0,15-6 1 0 0,9-6-57 0 0,-1-1 1 0 0,-1-1-1 0 0,0-2 0 0 0,-1-1 1 0 0,-2-2-1 0 0,0-1 1 0 0,42-45-1 0 0,-49 44-115 0 0,-2-2 1 0 0,0-1-1 0 0,-2 0 0 0 0,-1-1 0 0 0,-1-2 0 0 0,-2 1 1 0 0,0-2-1 0 0,15-54 0 0 0,-18 42-10 0 0,-3 0 1 0 0,-1-1-1 0 0,-2 0 0 0 0,0-65 1 0 0,-8 36-39 0 0,-22-141 0 0 0,24 215 10 0 0,0-1 0 0 0,0 1 0 0 0,0-1-1 0 0,0 1 1 0 0,0-1 0 0 0,0 1 0 0 0,0 0 0 0 0,0-1 0 0 0,0 1-1 0 0,0-1 1 0 0,0 1 0 0 0,-1-1 0 0 0,1 1 0 0 0,0 0 0 0 0,0-1-1 0 0,0 1 1 0 0,-1 0 0 0 0,1-1 0 0 0,0 1 0 0 0,0 0 0 0 0,-1-1-1 0 0,1 1 1 0 0,0 0 0 0 0,-1-1 0 0 0,1 1 0 0 0,0 0 0 0 0,-1 0-1 0 0,1-1 1 0 0,-1 1 0 0 0,1 0 0 0 0,0 0 0 0 0,-1 0 0 0 0,1 0-1 0 0,-1-1 1 0 0,-11 11-28 0 0,-6 25 3 0 0,4 8 16 0 0,3 0 0 0 0,2 1 0 0 0,-7 81 0 0 0,14 139 331 0 0,5-219-97 0 0,1 0 0 0 0,15 67 0 0 0,-15-97-183 0 0,0-1 0 0 0,0 0 0 0 0,1 0-1 0 0,1 0 1 0 0,0-1 0 0 0,1 0 0 0 0,1 0-1 0 0,0-1 1 0 0,1 0 0 0 0,0 0 0 0 0,18 17 0 0 0,-20-23-102 0 0,1-1 1 0 0,0 0 0 0 0,0 0-1 0 0,1-1 1 0 0,-1 0 0 0 0,1-1-1 0 0,0 1 1 0 0,0-2-1 0 0,0 1 1 0 0,0-2 0 0 0,1 1-1 0 0,13 0 1 0 0,-4-1-1392 0 0,34-3 0 0 0,13-9-4922 0 0,-50 5 2820 0 0,-3 1-1260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5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429 261 1192 0 0,'-417'161'13966'0'0,"405"-154"-12586"0"0,20-4 26 0 0,25-6-418 0 0,336-89 704 0 0,-155 33-1408 0 0,201-35-29 0 0,662-63 1 0 0,-782 130-860 0 0,-271 28-2819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5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78 684 0 0,'-86'42'12149'0'0,"84"-41"-11515"0"0,-17 10 3108 0 0,28-10-3478 0 0,0 0-1 0 0,0-1 1 0 0,0 0 0 0 0,0 0 0 0 0,0-1 0 0 0,0 0-1 0 0,17-5 1 0 0,383-104 942 0 0,-385 103-1170 0 0,1-2-1150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6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78 628 0 0,'-1'-3'2474'0'0,"-20"-36"8405"0"0,21 39-10829 0 0,-1 0 1 0 0,1 0 0 0 0,0 0-1 0 0,-1-1 1 0 0,1 1 0 0 0,0 0 0 0 0,0 0-1 0 0,-1 0 1 0 0,1-1 0 0 0,0 1-1 0 0,0 0 1 0 0,-1 0 0 0 0,1-1-1 0 0,0 1 1 0 0,0 0 0 0 0,0-1-1 0 0,0 1 1 0 0,-1 0 0 0 0,1-1 0 0 0,0 1-1 0 0,0 0 1 0 0,0-1 0 0 0,0 1-1 0 0,0 0 1 0 0,0-1 0 0 0,0 1-1 0 0,0-1 1 0 0,0 1 0 0 0,0 0 0 0 0,0-1-1 0 0,0 1 1 0 0,0 0 0 0 0,0-1-1 0 0,0 1 1 0 0,0 0 0 0 0,1-1-1 0 0,-1 1 1 0 0,0-1 0 0 0,0 0-17 0 0,1 1 0 0 0,-1-1 0 0 0,0 0 0 0 0,1 0 1 0 0,-1 1-1 0 0,0-1 0 0 0,1 0 0 0 0,-1 0 0 0 0,1 1 0 0 0,-1-1 1 0 0,1 1-1 0 0,-1-1 0 0 0,1 0 0 0 0,0 1 0 0 0,-1-1 0 0 0,1 1 0 0 0,0-1 1 0 0,-1 1-1 0 0,1 0 0 0 0,0-1 0 0 0,-1 1 0 0 0,1 0 0 0 0,1-1 1 0 0,15-2 63 0 0,0 0 1 0 0,0 1-1 0 0,0 1 1 0 0,1 1 0 0 0,-1 0-1 0 0,0 1 1 0 0,19 4-1 0 0,-32-4-65 0 0,0 0 1 0 0,0 1-1 0 0,0-1 0 0 0,0 1 0 0 0,-1-1 1 0 0,1 1-1 0 0,-1 0 0 0 0,1 1 0 0 0,-1-1 0 0 0,0 1 1 0 0,0-1-1 0 0,0 1 0 0 0,0 0 0 0 0,0 0 0 0 0,0 0 1 0 0,2 5-1 0 0,-2-2 58 0 0,0 0-1 0 0,0 0 1 0 0,-1 0 0 0 0,0 0 0 0 0,0 0 0 0 0,-1 0-1 0 0,0 0 1 0 0,0 1 0 0 0,0 10 0 0 0,-1 3 176 0 0,-2 0 0 0 0,0 0 0 0 0,-1 0 0 0 0,-1 0 0 0 0,-11 30 0 0 0,-6 8 550 0 0,-4-1-1 0 0,-42 72 1 0 0,67-128-802 0 0,-1 0 0 0 0,1 0 1 0 0,-1 0-1 0 0,1 0 1 0 0,-1-1-1 0 0,1 1 0 0 0,-1 0 1 0 0,1 0-1 0 0,0 0 0 0 0,0 0 1 0 0,0 0-1 0 0,-1 0 0 0 0,1 0 1 0 0,0 0-1 0 0,0 0 0 0 0,0 0 1 0 0,0 0-1 0 0,1 0 1 0 0,-1 0-1 0 0,0 2 0 0 0,1-3-6 0 0,-1 1-1 0 0,1 0 0 0 0,0-1 1 0 0,-1 1-1 0 0,1-1 0 0 0,-1 1 0 0 0,1-1 1 0 0,0 1-1 0 0,0-1 0 0 0,-1 0 1 0 0,1 1-1 0 0,0-1 0 0 0,-1 0 1 0 0,1 0-1 0 0,0 1 0 0 0,0-1 1 0 0,0 0-1 0 0,-1 0 0 0 0,3 0 1 0 0,5 0 11 0 0,-1 0 0 0 0,1-1-1 0 0,0 0 1 0 0,9-2 0 0 0,-11 2-6 0 0,63-16-70 0 0,82-29-1 0 0,-93 27-557 0 0,-21 6-1359 0 0,41-18 0 0 0,-65 24-598 0 0,1 0 0 0 0,-1-1 1 0 0,16-13-1 0 0,-10 4-3762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6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119 121 2036 0 0,'-47'-15'5093'0'0,"28"10"-1846"0"0,-32-15 0 0 0,49 19-2579 0 0,2 0-641 0 0,0 1 0 0 0,0 0 0 0 0,1-1 0 0 0,-1 1 0 0 0,0 0 0 0 0,0-1 0 0 0,0 1 0 0 0,0-1 0 0 0,0 1 0 0 0,1 0 0 0 0,-1-1 0 0 0,0 1 0 0 0,0 0 0 0 0,1 0 0 0 0,-1-1 0 0 0,0 1 0 0 0,0 0 0 0 0,1-1 0 0 0,-1 1 0 0 0,0 0 0 0 0,1 0 0 0 0,-1 0 0 0 0,0-1 0 0 0,1 1 0 0 0,-1 0 0 0 0,1 0 0 0 0,50-15 189 0 0,-1 3 0 0 0,71-7 0 0 0,-22 7-2671 0 0,-8 1-3865 0 0,-65 9 1831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6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106 107 444 0 0,'-19'11'3054'0'0,"-5"1"2445"0"0,-37 28 0 0 0,60-39-5063 0 0,1 0-388 0 0,0-1 0 0 0,0 1 0 0 0,1 0 0 0 0,-1 0 0 0 0,0-1 0 0 0,1 1 0 0 0,-1 0 0 0 0,1-1 0 0 0,-1 1 0 0 0,1-1 0 0 0,-1 1 0 0 0,1-1 0 0 0,-1 1 0 0 0,1-1 0 0 0,-1 1 0 0 0,1-1 0 0 0,0 1 0 0 0,-1-1 1 0 0,1 0-1 0 0,0 1 0 0 0,-1-1 0 0 0,1 0 0 0 0,0 0 0 0 0,0 1 0 0 0,-1-1 0 0 0,1 0 0 0 0,0 0 0 0 0,0 0 0 0 0,-1 0 0 0 0,1 0 0 0 0,0 0 0 0 0,0 0 0 0 0,-1 0 0 0 0,1 0 0 0 0,1-1 0 0 0,37-5 183 0 0,251-66-1700 0 0,-2-6-6380 0 0,-195 52 2679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7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79 1940 0 0,'-1'-2'329'0'0,"-3"-4"841"0"0,1 0 0 0 0,0 0 1 0 0,0 0-1 0 0,-1-7 0 0 0,3 11-1026 0 0,1 1 0 0 0,-1-1 0 0 0,1 1 0 0 0,0-1 0 0 0,0 1 0 0 0,0-1 0 0 0,0 1 0 0 0,0 0 0 0 0,0-1 0 0 0,0 1 0 0 0,1-1 0 0 0,-1 1 0 0 0,0-1-1 0 0,1 1 1 0 0,-1 0 0 0 0,1-1 0 0 0,0 1 0 0 0,-1 0 0 0 0,1-1 0 0 0,0 1 0 0 0,0 0 0 0 0,0 0 0 0 0,1-2 0 0 0,-1 3-110 0 0,0-1 0 0 0,-1 1 0 0 0,1-1 0 0 0,0 1 0 0 0,0-1 0 0 0,0 1 0 0 0,0-1 0 0 0,0 1 0 0 0,0 0 0 0 0,0 0 0 0 0,0-1 0 0 0,0 1 0 0 0,0 0 0 0 0,0 0 0 0 0,0 0 0 0 0,0 0 0 0 0,0 0 0 0 0,1 1 0 0 0,-1-1 52 0 0,5-1 10 0 0,0 1 1 0 0,-1 0-1 0 0,1 1 1 0 0,0-1-1 0 0,-1 1 0 0 0,1 0 1 0 0,-1 1-1 0 0,1-1 0 0 0,-1 1 1 0 0,0 0-1 0 0,6 3 1 0 0,3 2 189 0 0,0 1-1 0 0,19 14 1 0 0,-23-15-227 0 0,0 1-1 0 0,0 0 0 0 0,-1 1 1 0 0,0 0-1 0 0,-1 0 0 0 0,0 0 1 0 0,0 2-1 0 0,-1-1 0 0 0,0 1 1 0 0,-1-1-1 0 0,0 2 1 0 0,0-1-1 0 0,-2 1 0 0 0,1 0 1 0 0,-1 0-1 0 0,-1 0 0 0 0,0 0 1 0 0,-1 1-1 0 0,-1-1 0 0 0,0 1 1 0 0,0-1-1 0 0,-1 1 0 0 0,-1 0 1 0 0,-2 17-1 0 0,1-21 38 0 0,1-1 0 0 0,-2 1 0 0 0,1-1 0 0 0,-1 0-1 0 0,-1 1 1 0 0,1-1 0 0 0,-1-1 0 0 0,-6 9 0 0 0,10-15-76 0 0,-1 0 0 0 0,0-1 0 0 0,0 1 0 0 0,0-1 0 0 0,0 1 0 0 0,0-1 0 0 0,1 1 0 0 0,-1-1 0 0 0,0 1 0 0 0,0-1 1 0 0,0 0-1 0 0,0 1 0 0 0,0-1 0 0 0,0 0 0 0 0,0 0 0 0 0,-1 0 0 0 0,1 0 0 0 0,0 0 0 0 0,0 0 0 0 0,0 0 0 0 0,0 0 0 0 0,0 0 0 0 0,0-1 0 0 0,0 1 0 0 0,0 0 1 0 0,0-1-1 0 0,0 1 0 0 0,0-1 0 0 0,1 1 0 0 0,-1-1 0 0 0,-2 0 0 0 0,0-6-7 0 0,-1-1 0 0 0,1 1 0 0 0,1 0 0 0 0,-1-1 0 0 0,1 0 0 0 0,1 0 0 0 0,-1 1 0 0 0,1-1 0 0 0,1 0 0 0 0,-1 0 0 0 0,1 0 0 0 0,1 0 0 0 0,-1 0 0 0 0,2 0 1 0 0,-1 0-1 0 0,1 1 0 0 0,0-1 0 0 0,0 1 0 0 0,1-1 0 0 0,0 1 0 0 0,7-13 0 0 0,-7 14-14 0 0,1 0 0 0 0,-1 0 0 0 0,1 1 0 0 0,0-1 0 0 0,1 1 1 0 0,-1 0-1 0 0,1 0 0 0 0,0 0 0 0 0,0 1 0 0 0,1 0 0 0 0,-1 0 0 0 0,1 0 0 0 0,0 0 1 0 0,0 1-1 0 0,0 0 0 0 0,1 1 0 0 0,-1-1 0 0 0,0 1 0 0 0,1 0 0 0 0,0 1 1 0 0,-1-1-1 0 0,1 2 0 0 0,0-1 0 0 0,0 1 0 0 0,0-1 0 0 0,7 2 0 0 0,-2 1-1 0 0,-1 1 0 0 0,1 0 0 0 0,-1 0 0 0 0,1 1 0 0 0,-1 1 0 0 0,-1 0 0 0 0,1 0 0 0 0,-1 1 0 0 0,1 1 0 0 0,-2-1 0 0 0,1 2 0 0 0,-1-1 0 0 0,0 1 0 0 0,8 10 0 0 0,-3-1 91 0 0,0 0 0 0 0,-2 1 0 0 0,0 0 0 0 0,-1 1 0 0 0,-1 0 1 0 0,13 36-1 0 0,-18-70 1950 0 0,3-27-1837 0 0,5-24-246 0 0,-7 41 70 0 0,20-46-1 0 0,-21 61-28 0 0,-1 0 0 0 0,2 0 0 0 0,-1 1 0 0 0,1 0 0 0 0,1 0 0 0 0,0 0 0 0 0,10-9 1 0 0,-14 15-1 0 0,0 1 0 0 0,0-1 1 0 0,0 1-1 0 0,0 0 0 0 0,0 0 1 0 0,0 0-1 0 0,1 0 0 0 0,-1 1 1 0 0,1 0-1 0 0,-1-1 1 0 0,1 1-1 0 0,-1 0 0 0 0,1 1 1 0 0,0-1-1 0 0,0 1 0 0 0,-1-1 1 0 0,1 1-1 0 0,4 1 1 0 0,-2 0 4 0 0,0 1 0 0 0,-1 0 0 0 0,1 0 0 0 0,0 0 0 0 0,-1 1 0 0 0,0 0 0 0 0,1 0 0 0 0,-1 0 1 0 0,0 0-1 0 0,-1 1 0 0 0,1 0 0 0 0,-1 0 0 0 0,5 5 0 0 0,-3-1 22 0 0,0 0-1 0 0,0 1 1 0 0,-1-1-1 0 0,-1 1 1 0 0,1 0 0 0 0,-1 0-1 0 0,3 13 1 0 0,0 6 28 0 0,-1-1 1 0 0,-1 1 0 0 0,-2 0-1 0 0,0 51 1 0 0,-3-70-383 0 0,0 1 0 0 0,1 0-1 0 0,4 14 1 0 0,-4-20-513 0 0,0 0 0 0 0,0 0 0 0 0,1 0 0 0 0,0-1 0 0 0,-1 1 1 0 0,4 4-1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7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243 125 828 0 0,'-237'145'15100'0'0,"231"-138"-13522"0"0,13-5-527 0 0,10-2-506 0 0,3-2-273 0 0,-1-2 0 0 0,0 0 0 0 0,32-13 0 0 0,-7 3-81 0 0,49-13 60 0 0,559-134 378 0 0,-646 160-654 0 0,234-35 1 0 0,-77 23-3409 0 0,-113 17 183 0 0,-18 3-3486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8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0 444 0 0,'-195'56'16302'0'0,"192"-55"-15848"0"0,-2 4 1430 0 0,36-11-1268 0 0,140-17 759 0 0,-149 22-1337 0 0,0 0-1 0 0,0 2 0 0 0,0 0 1 0 0,0 2-1 0 0,41 9 0 0 0,-58-11-34 0 0,-1 1 0 0 0,1 0 0 0 0,0 0 0 0 0,-1 0 0 0 0,1 0 0 0 0,-1 0 0 0 0,0 1 0 0 0,0 0 0 0 0,0 0 0 0 0,0 0 0 0 0,0 1 0 0 0,0-1 0 0 0,-1 1 0 0 0,0 0-1 0 0,0 0 1 0 0,0 0 0 0 0,4 7 0 0 0,-5-6 6 0 0,0 1-1 0 0,0-1 0 0 0,-1 1 0 0 0,1 0 0 0 0,-1-1 1 0 0,-1 1-1 0 0,1 0 0 0 0,-1 0 0 0 0,0-1 0 0 0,0 1 1 0 0,-1 0-1 0 0,0 0 0 0 0,0-1 0 0 0,-3 12 0 0 0,-3 4 167 0 0,-1 0 0 0 0,-1 0 0 0 0,-1-1 0 0 0,-1-1-1 0 0,-22 31 1 0 0,-76 84 2349 0 0,89-112-1812 0 0,19-20-643 0 0,-12 15 783 0 0,13-17-836 0 0,0 0-1 0 0,-1 1 1 0 0,1-1 0 0 0,0 0-1 0 0,0 1 1 0 0,0-1-1 0 0,0 1 1 0 0,0-1-1 0 0,0 0 1 0 0,0 1-1 0 0,0-1 1 0 0,0 0 0 0 0,0 1-1 0 0,0-1 1 0 0,0 1-1 0 0,0-1 1 0 0,0 0-1 0 0,0 1 1 0 0,0-1-1 0 0,1 0 1 0 0,-1 1 0 0 0,0-1-1 0 0,0 0 1 0 0,0 1-1 0 0,0-1 1 0 0,1 0-1 0 0,-1 1 1 0 0,0-1-1 0 0,0 0 1 0 0,1 0 0 0 0,-1 1-1 0 0,0-1 1 0 0,1 0-1 0 0,-1 0 1 0 0,0 0-1 0 0,1 1 1 0 0,-1-1-1 0 0,0 0 1 0 0,1 0 0 0 0,0 0-1 0 0,0 1 2 0 0,0-1 0 0 0,0 0 1 0 0,0 0-1 0 0,0 1 0 0 0,1-1 0 0 0,-1 0 0 0 0,0 0 0 0 0,0 0 0 0 0,0 0 1 0 0,0 0-1 0 0,1-1 0 0 0,-1 1 0 0 0,0 0 0 0 0,0-1 0 0 0,0 1 0 0 0,2-1 1 0 0,1 0 28 0 0,182-44 595 0 0,20-3-476 0 0,193-34 89 0 0,-397 82-276 0 0,3-1-80 0 0,0 1 1 0 0,0-1 0 0 0,0-1 0 0 0,0 1 0 0 0,0-1 0 0 0,-1 0 0 0 0,1 0 0 0 0,6-3 0 0 0,-6-11-3440 0 0,-1-4 202 0 0,5-17-1591 0 0,-1 11-1151 0 0,0 3-1409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8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64 159 1420 0 0,'-60'-75'16248'0'0,"60"75"-16194"0"0,0-1 0 0 0,-1 1 1 0 0,1 0-1 0 0,0-1 1 0 0,-1 1-1 0 0,1-1 1 0 0,0 1-1 0 0,0 0 0 0 0,-1-1 1 0 0,1 1-1 0 0,0-1 1 0 0,0 1-1 0 0,0 0 1 0 0,0-1-1 0 0,0 1 0 0 0,-1-1 1 0 0,1 1-1 0 0,0-1 1 0 0,0 1-1 0 0,0-1 1 0 0,0 1-1 0 0,0-1 1 0 0,0 1-1 0 0,1-1 0 0 0,-1 1 1 0 0,0 0-1 0 0,0-1 1 0 0,0 1-1 0 0,0-1 1 0 0,0 1-1 0 0,1-1 0 0 0,-1 1 1 0 0,0 0-1 0 0,0-1 1 0 0,1 1-1 0 0,-1 0 1 0 0,0-1-1 0 0,1 1 0 0 0,-1 0 1 0 0,0-1-1 0 0,1 1 1 0 0,-1 0-1 0 0,1-1 1 0 0,-1 1-1 0 0,0 0 0 0 0,1 0 1 0 0,50-15 193 0 0,0 2 1 0 0,63-7-1 0 0,-56 11-308 0 0,10 1-1753 0 0,-26 8-2991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9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73 126 2076 0 0,'-50'40'8438'0'0,"28"-21"-3891"0"0,22-19-4465 0 0,0 1 1 0 0,0-1 0 0 0,0 1 0 0 0,0-1-1 0 0,0 1 1 0 0,0-1 0 0 0,1 1 0 0 0,-1-1-1 0 0,0 1 1 0 0,0-1 0 0 0,1 1 0 0 0,-1-1-1 0 0,0 1 1 0 0,1-1 0 0 0,-1 0 0 0 0,0 1-1 0 0,1-1 1 0 0,-1 1 0 0 0,0-1 0 0 0,1 0-1 0 0,-1 0 1 0 0,1 1 0 0 0,-1-1 0 0 0,1 0-1 0 0,-1 0 1 0 0,1 1 0 0 0,-1-1 0 0 0,1 0-1 0 0,22 3 875 0 0,30-11-604 0 0,-46 7-178 0 0,240-64-230 0 0,-4-20-7538 0 0,-195 66 3869 0 0,0-1-1445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3:59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86 211 1848 0 0,'-8'-7'953'0'0,"-1"1"0"0"0,1-1 0 0 0,0 0 0 0 0,1-1 1 0 0,-1 0-1 0 0,2 0 0 0 0,-12-18 0 0 0,16 23-823 0 0,0 0 1 0 0,1 0-1 0 0,-1 0 0 0 0,1-1 1 0 0,0 1-1 0 0,0 0 0 0 0,0-1 1 0 0,0 1-1 0 0,0 0 0 0 0,1-1 1 0 0,0 1-1 0 0,-1-1 0 0 0,1 1 1 0 0,1-1-1 0 0,-1 1 1 0 0,0 0-1 0 0,1-1 0 0 0,0 1 1 0 0,0-1-1 0 0,0 1 0 0 0,0 0 1 0 0,0 0-1 0 0,1 0 0 0 0,-1 0 1 0 0,1 0-1 0 0,0 0 0 0 0,0 0 1 0 0,3-4-1 0 0,-2 4-63 0 0,1-1 1 0 0,-1 1-1 0 0,1 0 0 0 0,-1 1 0 0 0,1-1 1 0 0,0 1-1 0 0,0-1 0 0 0,0 1 0 0 0,0 0 1 0 0,0 1-1 0 0,1-1 0 0 0,-1 1 0 0 0,0 0 1 0 0,7-1-1 0 0,-3 1 21 0 0,-1 1 0 0 0,1 0 0 0 0,0 0 0 0 0,-1 0 0 0 0,1 1 0 0 0,0 1 0 0 0,14 4 0 0 0,-7-1 20 0 0,-1 1 0 0 0,0 0 0 0 0,0 1 0 0 0,0 1 0 0 0,-1 0 0 0 0,0 1 1 0 0,21 19-1 0 0,-22-15-44 0 0,0 0 1 0 0,-1 1-1 0 0,-1 0 0 0 0,-1 0 1 0 0,0 1-1 0 0,0 1 1 0 0,-2 0-1 0 0,0 0 0 0 0,-1 0 1 0 0,0 1-1 0 0,4 23 1 0 0,1 12 1824 0 0,-10-50-1150 0 0,-5 4-221 0 0,1-18-478 0 0,1 0 0 0 0,1-1 0 0 0,0 1 1 0 0,0-1-1 0 0,1 1 0 0 0,1-1 0 0 0,0 1 1 0 0,1-1-1 0 0,4-16 0 0 0,-2 14-44 0 0,1 0-1 0 0,0 0 1 0 0,1 0 0 0 0,0 1-1 0 0,1 0 1 0 0,1 0 0 0 0,11-15-1 0 0,-17 26 2 0 0,0 0 0 0 0,0 1-1 0 0,0 0 1 0 0,0-1 0 0 0,0 1 0 0 0,0 0-1 0 0,1 0 1 0 0,-1 0 0 0 0,1 0 0 0 0,-1 1-1 0 0,1-1 1 0 0,0 1 0 0 0,-1-1 0 0 0,1 1-1 0 0,0 0 1 0 0,0 0 0 0 0,0 0 0 0 0,0 1 0 0 0,0-1-1 0 0,0 1 1 0 0,1 0 0 0 0,-1-1 0 0 0,0 1-1 0 0,0 1 1 0 0,0-1 0 0 0,0 0 0 0 0,0 1-1 0 0,0-1 1 0 0,0 1 0 0 0,0 0 0 0 0,0 0-1 0 0,0 0 1 0 0,0 1 0 0 0,0-1 0 0 0,4 4-1 0 0,1 0 6 0 0,-1 1 1 0 0,0 0-1 0 0,0 1 0 0 0,0-1 0 0 0,-1 1 0 0 0,0 0 0 0 0,0 1 0 0 0,-1 0 1 0 0,0 0-1 0 0,7 15 0 0 0,-4-2 54 0 0,-1 1 1 0 0,-2 0 0 0 0,0 0-1 0 0,-1 0 1 0 0,-1 1 0 0 0,0 33-1 0 0,5 32-904 0 0,-4-63-2415 0 0,1-4-3611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00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91 1588 0 0,'-79'33'11144'0'0,"44"-13"-3675"0"0,57-20-7133 0 0,0-2 0 0 0,0 0 0 0 0,-1-1-1 0 0,1-1 1 0 0,22-8 0 0 0,-3 2-143 0 0,151-32 89 0 0,231-20 0 0 0,-303 56-3300 0 0,-119 6 2863 0 0,1 0-1 0 0,-1 0 1 0 0,0 0-1 0 0,0 0 1 0 0,0 0-1 0 0,0 0 1 0 0,0 0 0 0 0,1 1-1 0 0,-1-1 1 0 0,0 0-1 0 0,0 1 1 0 0,0-1-1 0 0,0 1 1 0 0,0-1-1 0 0,0 1 1 0 0,0-1 0 0 0,0 1-1 0 0,0 0 1 0 0,0-1-1 0 0,0 1 1 0 0,0 1-1 0 0,0-1-11 0 0,-1 0-1 0 0,1 0 1 0 0,-1 0-1 0 0,0 0 0 0 0,0 0 1 0 0,1 0-1 0 0,-1 0 1 0 0,0 0-1 0 0,0 0 0 0 0,0 1 1 0 0,0-1-1 0 0,0 0 1 0 0,0 0-1 0 0,-1 0 0 0 0,1 0 1 0 0,0 0-1 0 0,-1 2 1 0 0,-1 2-829 0 0,-1 0 0 0 0,1 0 0 0 0,-1 0 0 0 0,0 0 0 0 0,-1-1 0 0 0,-5 8 0 0 0,-4 1-3147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00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 64 0 0,'-89'48'9597'0'0,"41"-22"-3272"0"0,31-18-3887 0 0,3 0 103 0 0,30-8-1383 0 0,35-8-644 0 0,-11 1-304 0 0,67-2 1 0 0,-96 8-207 0 0,-1 2 1 0 0,1-1-1 0 0,-1 1 1 0 0,1 1-1 0 0,-1 0 1 0 0,1 0-1 0 0,-1 1 1 0 0,0 0 0 0 0,0 1-1 0 0,-1 0 1 0 0,15 9-1 0 0,-20-11 13 0 0,-1 1 1 0 0,1 0-1 0 0,-1 0 1 0 0,0 0-1 0 0,0 0 0 0 0,0 0 1 0 0,0 1-1 0 0,-1-1 0 0 0,1 1 1 0 0,-1 0-1 0 0,0 0 0 0 0,0 0 1 0 0,0 0-1 0 0,2 7 0 0 0,-3-4 61 0 0,0 0 0 0 0,0 1 0 0 0,0-1 0 0 0,-1 0 0 0 0,0 0 0 0 0,0 0 0 0 0,0 1 0 0 0,-3 8 0 0 0,-1 1 166 0 0,-1-1 0 0 0,0 0 0 0 0,-1-1 0 0 0,0 0 0 0 0,-2 0 0 0 0,0 0 0 0 0,-10 14 0 0 0,-79 109 5065 0 0,97-138-5301 0 0,-1 0 1 0 0,1 0-1 0 0,0 0 1 0 0,0 1-1 0 0,-1-1 0 0 0,1 0 1 0 0,0 0-1 0 0,0 0 1 0 0,-1 1-1 0 0,1-1 0 0 0,0 0 1 0 0,0 1-1 0 0,0-1 1 0 0,0 0-1 0 0,-1 0 0 0 0,1 1 1 0 0,0-1-1 0 0,0 0 1 0 0,0 1-1 0 0,0-1 1 0 0,0 0-1 0 0,0 1 0 0 0,0-1 1 0 0,0 0-1 0 0,0 1 1 0 0,0-1-1 0 0,0 0 0 0 0,0 1 1 0 0,0-1-1 0 0,0 0 1 0 0,0 1-1 0 0,0-1 1 0 0,0 0-1 0 0,0 1 0 0 0,1-1 1 0 0,-1 0-1 0 0,0 1 1 0 0,0-1-1 0 0,0 0 0 0 0,1 1 1 0 0,15-2 459 0 0,21-10 150 0 0,-36 11-617 0 0,216-75-1098 0 0,47-18-1179 0 0,-299 106-10983 0 0,18-4 9085 0 0,-21 7-5383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08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11 802 1444 0 0,'-10'-14'13512'0'0,"10"15"-13414"0"0,0 0-39 0 0,6 13 173 0 0,1-6-80 0 0,-1 0 0 0 0,2-1 0 0 0,-1 0-1 0 0,1 0 1 0 0,9 6 0 0 0,-14-11-77 0 0,0 0-1 0 0,1 0 1 0 0,-1-1 0 0 0,1 1 0 0 0,-1-1-1 0 0,1 0 1 0 0,0 0 0 0 0,-1 0-1 0 0,1 0 1 0 0,0-1 0 0 0,0 1 0 0 0,0-1-1 0 0,-1 0 1 0 0,1 0 0 0 0,0-1 0 0 0,0 1-1 0 0,7-2 1 0 0,1-3-27 0 0,1 0 0 0 0,-1 0 0 0 0,0-1 1 0 0,0-1-1 0 0,0 0 0 0 0,-1-1 0 0 0,0 0 0 0 0,-1 0 0 0 0,1-1 1 0 0,-2-1-1 0 0,1 0 0 0 0,-1 0 0 0 0,-1 0 0 0 0,11-19 0 0 0,5-11-22 0 0,-1-1-1 0 0,30-80 0 0 0,-33 69 25 0 0,26-106 0 0 0,-41 133-42 0 0,0-1 0 0 0,-2 1-1 0 0,-1-1 1 0 0,-1 0 0 0 0,-2 0 0 0 0,-4-37 0 0 0,4 56-11 0 0,0 0 0 0 0,0 0 0 0 0,-1 1 1 0 0,0-1-1 0 0,0 0 0 0 0,-1 1 0 0 0,1 0 1 0 0,-1-1-1 0 0,-1 1 0 0 0,1 0 0 0 0,-1 1 1 0 0,0-1-1 0 0,-6-5 0 0 0,9 10 3 0 0,0 1 0 0 0,0-1-1 0 0,-1 0 1 0 0,1 1 0 0 0,0-1 0 0 0,-1 1-1 0 0,1 0 1 0 0,0-1 0 0 0,-1 1 0 0 0,1 0-1 0 0,-1 0 1 0 0,1 0 0 0 0,0 0 0 0 0,-1 0-1 0 0,1 0 1 0 0,-1 0 0 0 0,1 0 0 0 0,-1 1-1 0 0,1-1 1 0 0,0 1 0 0 0,-1-1 0 0 0,1 1-1 0 0,0-1 1 0 0,0 1 0 0 0,-1 0 0 0 0,1-1-1 0 0,0 1 1 0 0,0 0 0 0 0,0 0 0 0 0,0 0-1 0 0,-1 1 1 0 0,-4 4-6 0 0,0 0-1 0 0,0 0 1 0 0,-8 11-1 0 0,0 5-7 0 0,0 1-1 0 0,1 0 1 0 0,2 1 0 0 0,-17 49 0 0 0,12-22-14 0 0,-12 76 0 0 0,22-93 23 0 0,2 0 0 0 0,1 0 0 0 0,2 54 0 0 0,2-74 14 0 0,1-1 0 0 0,0 1 0 0 0,0 0 0 0 0,2-1 0 0 0,0 1 0 0 0,0-1 0 0 0,1 0 0 0 0,1-1 0 0 0,0 1 0 0 0,0-1 0 0 0,14 18 0 0 0,-15-24 21 0 0,1 0 0 0 0,-1 0 1 0 0,1-1-1 0 0,1 1 0 0 0,-1-1 0 0 0,1-1 1 0 0,0 0-1 0 0,0 1 0 0 0,0-2 0 0 0,0 1 1 0 0,1-1-1 0 0,-1 0 0 0 0,13 2 1 0 0,1-1-892 0 0,0-1 0 0 0,1 0 0 0 0,34-2 0 0 0,-20 2-7707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09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112 280 876 0 0,'-39'-22'6876'0'0,"38"21"-6361"0"0,-23-9 1913 0 0,-12 6-72 0 0,34 5-2196 0 0,2-1-154 0 0,-1 0 0 0 0,0 0 1 0 0,1 0-1 0 0,-1 0 1 0 0,1 1-1 0 0,-1-1 1 0 0,1 0-1 0 0,-1 1 1 0 0,1-1-1 0 0,-1 0 0 0 0,1 1 1 0 0,-1-1-1 0 0,1 0 1 0 0,-1 1-1 0 0,1-1 1 0 0,0 1-1 0 0,-1 0 1 0 0,9 12 114 0 0,-7-12-103 0 0,9 5 541 0 0,-4-3-410 0 0,0-1 0 0 0,0-1 0 0 0,1 1 0 0 0,-1-1 0 0 0,1 0 0 0 0,-1-1 0 0 0,1 0 0 0 0,-1 0 0 0 0,8-1 0 0 0,64-11 204 0 0,-45 6-200 0 0,186-31 166 0 0,796-122 76 0 0,-891 142-413 0 0,254-29-132 0 0,-374 45-162 0 0,0 0 0 0 0,0 1 1 0 0,0 0-1 0 0,0 0 0 0 0,0 0 1 0 0,0 1-1 0 0,7 1 0 0 0,0 5-4040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1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67 912 0 0,'-24'-24'5949'0'0,"23"23"-5819"0"0,0 1 1 0 0,1-1 0 0 0,-1 0 0 0 0,0 1-1 0 0,0-1 1 0 0,0 1 0 0 0,1-1 0 0 0,-1 1-1 0 0,0-1 1 0 0,0 1 0 0 0,0 0 0 0 0,0-1-1 0 0,0 1 1 0 0,0 0 0 0 0,0 0 0 0 0,0 0-1 0 0,0-1 1 0 0,-1 1 0 0 0,-9-3 1395 0 0,24 2-1165 0 0,49-2-293 0 0,69-13 0 0 0,-41 4-6145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1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55 161 16 0 0,'-4'2'815'0'0,"-5"5"1387"0"0,0-1 0 0 0,1 1 0 0 0,-17 17 623 0 0,28-24-2588 0 0,30-6-60 0 0,0-1-1 0 0,-1-1 1 0 0,56-23 0 0 0,-31 11-271 0 0,254-88-5431 0 0,-234 82 2342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4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27 137 876 0 0,'-5'-12'2067'0'0,"1"3"-420"0"0,0-1 1 0 0,0 0-1 0 0,-4-18 0 0 0,8 25-1522 0 0,-1 1-1 0 0,1-1 1 0 0,0 1-1 0 0,0-1 1 0 0,0 1-1 0 0,0-1 0 0 0,0 1 1 0 0,1-1-1 0 0,-1 1 1 0 0,1-1-1 0 0,-1 1 1 0 0,1-1-1 0 0,0 1 1 0 0,0 0-1 0 0,0-1 1 0 0,0 1-1 0 0,1 0 0 0 0,-1 0 1 0 0,1 0-1 0 0,2-4 1 0 0,-1 5-69 0 0,0-1 1 0 0,0 0 0 0 0,0 1-1 0 0,0-1 1 0 0,0 1 0 0 0,0 0-1 0 0,0 0 1 0 0,1 0-1 0 0,-1 1 1 0 0,0-1 0 0 0,0 1-1 0 0,1 0 1 0 0,-1 0 0 0 0,0 0-1 0 0,1 0 1 0 0,3 1 0 0 0,1 1 1 0 0,0 0 0 0 0,0 1 0 0 0,0 1 0 0 0,-1-1 1 0 0,1 1-1 0 0,-1 0 0 0 0,0 1 0 0 0,0-1 0 0 0,0 2 1 0 0,-1-1-1 0 0,8 9 0 0 0,-1-1-13 0 0,-2 0-1 0 0,1 2 0 0 0,-2-1 1 0 0,10 19-1 0 0,-12-18 51 0 0,-1 1 1 0 0,-1-1-1 0 0,-1 1 0 0 0,0 1 0 0 0,-1-1 0 0 0,-1 1 0 0 0,0-1 1 0 0,-1 1-1 0 0,-1 0 0 0 0,-1 0 0 0 0,0 0 0 0 0,-1 0 0 0 0,-1 0 1 0 0,-5 23-1 0 0,-2 7 4012 0 0,6-49-3723 0 0,3 2-377 0 0,0 0 1 0 0,0 0-1 0 0,-1 0 0 0 0,1 0 1 0 0,0 0-1 0 0,0 0 1 0 0,0 0-1 0 0,-1 0 0 0 0,1 0 1 0 0,0 0-1 0 0,0-1 0 0 0,0 1 1 0 0,-1 0-1 0 0,1 0 1 0 0,0 0-1 0 0,0 0 0 0 0,0 0 1 0 0,0-1-1 0 0,0 1 1 0 0,-1 0-1 0 0,1 0 0 0 0,0 0 1 0 0,0-1-1 0 0,0 1 0 0 0,0 0 1 0 0,0 0-1 0 0,0 0 1 0 0,0-1-1 0 0,0 1 0 0 0,0 0 1 0 0,0 0-1 0 0,0 0 1 0 0,0-1-1 0 0,0 1 0 0 0,0 0 1 0 0,0-1-1 0 0,-1-16 26 0 0,1 0 0 0 0,0-1 0 0 0,2 1 0 0 0,0 0 0 0 0,1 0 0 0 0,0 0 0 0 0,1 0 0 0 0,2 1 0 0 0,-1-1 0 0 0,2 1 0 0 0,0 0 0 0 0,1 1 0 0 0,0 0 0 0 0,2 0 0 0 0,-1 1 0 0 0,22-24 0 0 0,-28 36-33 0 0,-1 0-1 0 0,0 0 1 0 0,0 0 0 0 0,1 1 0 0 0,-1-1-1 0 0,1 0 1 0 0,0 1 0 0 0,-1 0 0 0 0,1 0-1 0 0,0 0 1 0 0,0 0 0 0 0,-1 0 0 0 0,1 0-1 0 0,0 1 1 0 0,0-1 0 0 0,0 1 0 0 0,0 0-1 0 0,0 0 1 0 0,0 0 0 0 0,0 0 0 0 0,0 1-1 0 0,0-1 1 0 0,0 1 0 0 0,0 0 0 0 0,0 0-1 0 0,-1 0 1 0 0,1 0 0 0 0,0 0 0 0 0,0 0-1 0 0,-1 1 1 0 0,1 0 0 0 0,-1-1 0 0 0,0 1-1 0 0,3 2 1 0 0,2 2 4 0 0,0 0 1 0 0,-1 0-1 0 0,0 1 0 0 0,0 0 0 0 0,0 0 1 0 0,-1 0-1 0 0,0 0 0 0 0,-1 1 0 0 0,1 0 1 0 0,3 11-1 0 0,7 42-4 0 0,-5-16 82 0 0,-8-41 84 0 0,-1-7-84 0 0,0-14-72 0 0,1-10-26 0 0,3-1 2 0 0,0 1 0 0 0,19-50 0 0 0,-19 65 10 0 0,0 0 1 0 0,0 0 0 0 0,2 1-1 0 0,-1 0 1 0 0,1 0 0 0 0,1 0 0 0 0,0 1-1 0 0,14-13 1 0 0,-20 20 0 0 0,1 1 0 0 0,-1 0 0 0 0,1 0 0 0 0,-1 0 0 0 0,1 1-1 0 0,0-1 1 0 0,0 1 0 0 0,0-1 0 0 0,0 1 0 0 0,0 0 0 0 0,0 0 0 0 0,0 1 0 0 0,0-1 0 0 0,1 0 0 0 0,-1 1 0 0 0,0 0-1 0 0,0 0 1 0 0,1 0 0 0 0,-1 0 0 0 0,0 0 0 0 0,0 1 0 0 0,0-1 0 0 0,1 1 0 0 0,-1 0 0 0 0,0 0 0 0 0,0 0 0 0 0,0 1 0 0 0,5 2-1 0 0,-2 0 6 0 0,1 0 0 0 0,-1 1-1 0 0,-1 0 1 0 0,1 0-1 0 0,-1 1 1 0 0,0-1-1 0 0,0 1 1 0 0,0 0 0 0 0,-1 0-1 0 0,0 1 1 0 0,5 10-1 0 0,-1 5 18 0 0,-1 1 0 0 0,-1 0-1 0 0,-1 0 1 0 0,-1 0 0 0 0,2 39 0 0 0,-1-10-2 0 0,-4-51-14 0 0,-1 0-1 0 0,1 0 1 0 0,-1 1-1 0 0,1-1 1 0 0,0 0-1 0 0,-1 0 1 0 0,1 0-1 0 0,0 0 0 0 0,0 0 1 0 0,-1 0-1 0 0,1 0 1 0 0,0 0-1 0 0,0-1 1 0 0,0 1-1 0 0,0 0 1 0 0,1 0-1 0 0,-1-1 1 0 0,0 1-1 0 0,0-1 0 0 0,0 1 1 0 0,0-1-1 0 0,1 1 1 0 0,-1-1-1 0 0,0 0 1 0 0,0 0-1 0 0,1 1 1 0 0,-1-1-1 0 0,0 0 1 0 0,0 0-1 0 0,1 0 1 0 0,-1-1-1 0 0,0 1 0 0 0,2 0 1 0 0,6-1 12 0 0,0 0 1 0 0,0 0-1 0 0,11-4 1 0 0,-16 4-214 0 0,20-5-663 0 0,27-11-1 0 0,-26 5-2958 0 0,-1-3-4118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96 2328 0 0,'-148'64'17334'0'0,"152"-62"-15986"0"0,-3-2-1290 0 0,-1 1-1 0 0,1-1 1 0 0,-1 0 0 0 0,1 1 0 0 0,-1-1-1 0 0,1 1 1 0 0,-1-1 0 0 0,1 0 0 0 0,-1 0-1 0 0,1 1 1 0 0,-1-1 0 0 0,1 0 0 0 0,-1 0-1 0 0,1 1 1 0 0,0-1 0 0 0,-1 0 0 0 0,1 0-1 0 0,0 0 1 0 0,-1 0 0 0 0,2 0 0 0 0,69-2 1350 0 0,71-12 0 0 0,77-21-937 0 0,-66 9-265 0 0,-2 4-56 0 0,199-34 121 0 0,-289 45-1218 0 0,-59 10 335 0 0,6 2-637 0 0</inkml:trace>
  <inkml:trace contextRef="#ctx0" brushRef="#br0" timeOffset="1">728 395 312 0 0,'-49'13'32152'0'0,"49"-11"-32141"0"0,1 1-1 0 0,-1-1 0 0 0,1 1 0 0 0,0-1 1 0 0,-1 1-1 0 0,1-1 0 0 0,0 0 1 0 0,2 3-1 0 0,-3-4-5 0 0,8 27-394 0 0,-3 0 0 0 0,5 45 0 0 0,-4 58-4711 0 0,-5-80 2413 0 0,1 53-7721 0 0,0-51-388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5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73 1316 0 0,'0'0'1008'0'0,"-2"-1"-122"0"0,-44-5 5397 0 0,35 4-2169 0 0,252-31-2941 0 0,-79 7-3455 0 0,-120 21-4542 0 0,-31 5 3554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6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68 181 1080 0 0,'-19'12'3333'0'0,"7"-5"-534"0"0,0 1 0 0 0,-12 11 1275 0 0,24-18-4031 0 0,0-1 0 0 0,1 1 0 0 0,0 0 0 0 0,-1-1 0 0 0,1 1 0 0 0,-1-1 0 0 0,1 1 0 0 0,0-1 0 0 0,-1 1 0 0 0,1-1 0 0 0,0 0 0 0 0,-1 1 0 0 0,1-1 0 0 0,0 0 0 0 0,0 1 0 0 0,-1-1 0 0 0,1 0 1 0 0,0 0-1 0 0,0 0 0 0 0,0 0 0 0 0,78-7 85 0 0,-2-4 1 0 0,109-30 0 0 0,152-63-5237 0 0,-285 87 3691 0 0,24-9-1432 0 0,4-3-748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4 210 872 0 0,'-1'-4'413'0'0,"0"1"0"0"0,0-1 0 0 0,1 1 0 0 0,0-1 0 0 0,-1 0 1 0 0,1 0-1 0 0,0 1 0 0 0,1-1 0 0 0,-1 0 0 0 0,1 1 0 0 0,0-1 0 0 0,-1 1 0 0 0,2-1 0 0 0,-1 1 0 0 0,0-1 0 0 0,1 1 0 0 0,-1 0 0 0 0,1-1 0 0 0,0 1 1 0 0,3-3-1 0 0,0-1-134 0 0,0 0 0 0 0,0 1 0 0 0,1-1 0 0 0,0 1 1 0 0,0 1-1 0 0,1-1 0 0 0,10-6 0 0 0,-13 10-224 0 0,1 1-1 0 0,-1 0 0 0 0,0 1 0 0 0,0-1 0 0 0,0 1 0 0 0,1-1 0 0 0,-1 1 0 0 0,0 0 1 0 0,0 1-1 0 0,1-1 0 0 0,-1 1 0 0 0,0 0 0 0 0,0 0 0 0 0,0 0 0 0 0,0 0 0 0 0,5 3 0 0 0,1 1-8 0 0,-1 0-1 0 0,0 0 0 0 0,0 0 0 0 0,-1 1 0 0 0,1 0 0 0 0,-2 1 0 0 0,1 0 0 0 0,0 0 0 0 0,-1 1 0 0 0,-1 0 1 0 0,1 0-1 0 0,-1 1 0 0 0,-1-1 0 0 0,0 1 0 0 0,6 13 0 0 0,-6-10-13 0 0,-1 1 0 0 0,0-1 0 0 0,-1 1 0 0 0,0 0 0 0 0,-1 0 0 0 0,0 0 0 0 0,-1 0 0 0 0,-1 1 0 0 0,0-1 0 0 0,-1 0 0 0 0,-3 20 0 0 0,-5 19 2826 0 0,6-75-2537 0 0,11-4-276 0 0,2 0 0 0 0,0 0 1 0 0,24-44-1 0 0,-21 47-33 0 0,-1-2-12 0 0,2 0 0 0 0,1 1 1 0 0,0 1-1 0 0,2 1 1 0 0,1 0-1 0 0,1 1 0 0 0,25-23 1 0 0,-42 43-2 0 0,0 0 0 0 0,-1 0 0 0 0,1 1 0 0 0,0-1 1 0 0,0 1-1 0 0,0 0 0 0 0,0-1 0 0 0,0 1 0 0 0,0 0 0 0 0,1 0 0 0 0,-1 0 0 0 0,0 1 1 0 0,1-1-1 0 0,-1 0 0 0 0,0 1 0 0 0,1 0 0 0 0,-1-1 0 0 0,1 1 0 0 0,-1 0 1 0 0,0 0-1 0 0,1 1 0 0 0,-1-1 0 0 0,1 0 0 0 0,-1 1 0 0 0,0-1 0 0 0,1 1 0 0 0,-1 0 1 0 0,0 0-1 0 0,0 0 0 0 0,1 0 0 0 0,-1 0 0 0 0,0 0 0 0 0,0 1 0 0 0,0-1 0 0 0,0 1 1 0 0,-1-1-1 0 0,1 1 0 0 0,2 3 0 0 0,1 1 11 0 0,0 1 1 0 0,-1 0-1 0 0,0 0 0 0 0,0 0 0 0 0,0 1 1 0 0,-1-1-1 0 0,-1 1 0 0 0,1 0 1 0 0,-1 0-1 0 0,2 11 0 0 0,0 25 151 0 0,-2 61 0 0 0,-3-62-40 0 0,8 58-1 0 0,-6-100-120 0 0,0 0 1 0 0,0 0-1 0 0,0 0 1 0 0,1 0-1 0 0,-1 0 0 0 0,0 0 1 0 0,1 0-1 0 0,-1-1 1 0 0,1 1-1 0 0,-1-1 1 0 0,1 1-1 0 0,-1-1 0 0 0,1 0 1 0 0,-1 1-1 0 0,1-1 1 0 0,-1 0-1 0 0,1 0 1 0 0,2 0-1 0 0,11-1-703 0 0,-1 0 1 0 0,22-4-1 0 0,12-8-8426 0 0,-32 7 4939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7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56 1884 0 0,'-118'55'8398'0'0,"61"-23"-1690"0"0,55-31-5958 0 0,-16 11 5222 0 0,81-16-4387 0 0,98-18 1 0 0,-115 15-1353 0 0,642-92 369 0 0,-643 93-576 0 0,-23 4-21 0 0,41-9 1 0 0,-61 10-22 0 0,14-1-606 0 0,-10 1 1961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7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0 496 0 0,'-25'14'28298'0'0,"56"138"-27481"0"0,-23-87-1679 0 0,1 80 0 0 0,-8-2-4188 0 0,1 17-6591 0 0,0-107 2849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0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1832 0 0,'7'-21'4460'0'0,"6"-8"5929"0"0,-10 31-9208 0 0,8 30-678 0 0,-1 1 0 0 0,-2 0 1 0 0,6 42-1 0 0,-3-9-554 0 0,-9-56-259 0 0,20 82 370 0 0,-12-62-3407 0 0,2-2-4247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10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20 1216 0 0,'-7'-5'9736'0'0,"6"5"-9648"0"0,0 0-1 0 0,1 0 0 0 0,-1 0 0 0 0,0 0 0 0 0,0 1 0 0 0,0-1 1 0 0,0 0-1 0 0,0 0 0 0 0,0 1 0 0 0,1-1 0 0 0,-1 1 0 0 0,0-1 1 0 0,0 1-1 0 0,1-1 0 0 0,-1 1 0 0 0,0-1 0 0 0,0 1 0 0 0,1-1 1 0 0,-2 2 71 0 0,13 7-11 0 0,12-5-114 0 0,0-2 0 0 0,0-1 1 0 0,0 0-1 0 0,0-2 0 0 0,0 0 0 0 0,30-7 0 0 0,3 1-227 0 0,44-6-2265 0 0,-49 6-1553 0 0,-18 5-78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21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 1308 0 0,'-7'-5'24419'0'0,"7"20"-24742"0"0,93 258 270 0 0,-76-222 202 0 0,-3-7-811 0 0,-3-17-2886 0 0,-7-16-575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23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80 984 0 0,'-33'12'30964'0'0,"32"-10"-30038"0"0,-1 5-1850 0 0,2-5 1006 0 0,3-3-54 0 0,132-42 88 0 0,-34 8-638 0 0,-65 21-1369 0 0,-15 5-2540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2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1144 0 0,'-13'12'31598'0'0,"12"-4"-31573"0"0,-4-2-25 0 0,-8-5 0 0 0,0-4 0 0 0,0 1 0 0 0,3-1 0 0 0,3-3 0 0 0,6 1-224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2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45 123 64 0 0,'-24'-29'15205'0'0,"21"27"-14103"0"0,1 1 0 0 0,-1-1-1 0 0,0 1 1 0 0,-7-2 2030 0 0,13 3-2653 0 0,69-4 409 0 0,0-4-1 0 0,91-20 1 0 0,-86 13-672 0 0,30-7-2 0 0,-104 22-228 0 0,0-1 43 0 0,10 0-60 0 0,-10 1 49 0 0,15-5 2590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28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75 1192 0 0,'0'0'1222'0'0,"-4"-14"2475"0"0,-18-46 21898 0 0,21 70-25612 0 0,1 0 0 0 0,1 0 1 0 0,0 0-1 0 0,0 0 0 0 0,5 18 0 0 0,0-3-215 0 0,5 36-3633 0 0,33 98-1 0 0,13-18-8246 0 0,-33-93 2986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3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5 772 0 0,'0'0'18828'0'0,"10"7"-18719"0"0,77-1 425 0 0,0-4-1 0 0,156-17 0 0 0,-240 15-367 0 0,0 0-6 0 0,8 0-32 0 0,-8 0 97 0 0,0 0-138 0 0,-2 0-639 0 0,21-2 1696 0 0,-11-1-4153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31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11 127 508 0 0,'-8'-44'7584'0'0,"6"28"-5238"0"0,2 15-2284 0 0,0 0-1 0 0,0 0 0 0 0,0 0 0 0 0,0 0 0 0 0,0-1 1 0 0,0 1-1 0 0,0 0 0 0 0,0 0 0 0 0,0 0 1 0 0,1 0-1 0 0,-1 0 0 0 0,1 0 0 0 0,-1 0 1 0 0,1 0-1 0 0,-1 0 0 0 0,1 0 0 0 0,-1 0 0 0 0,1 1 1 0 0,0-1-1 0 0,-1 0 0 0 0,1 0 0 0 0,0 0 1 0 0,0 1-1 0 0,0-1 0 0 0,0 0 0 0 0,0 1 1 0 0,-1-1-1 0 0,1 1 0 0 0,1-1 0 0 0,5-2-69 0 0,-1 1 0 0 0,0 0 0 0 0,0 0-1 0 0,7 0 1 0 0,0-1 149 0 0,32-6-234 0 0,2 2 0 0 0,62-1-1 0 0,-24 7-6188 0 0,-71 2 2873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31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66 896 0 0,'-75'27'12963'0'0,"79"-27"-12680"0"0,10 0 107 0 0,0 0 0 0 0,0-1 1 0 0,26-5-1 0 0,-13 0-263 0 0,248-63 229 0 0,-273 69-479 0 0,39-7-3173 0 0,-38 7 2731 0 0,16 0-2342 0 0,7-3-2224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35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15 464 1228 0 0,'-13'-16'11229'0'0,"12"11"-9161"0"0,13-7-2259 0 0,-3 6 707 0 0,14-13-395 0 0,-2 0 1 0 0,0-1-1 0 0,-1-1 0 0 0,0-1 1 0 0,21-33-1 0 0,-30 38-100 0 0,-2-1 0 0 0,1 0 1 0 0,-2 0-1 0 0,-1-1 0 0 0,0 0 0 0 0,-1 0 0 0 0,-1 0 1 0 0,4-34-1 0 0,-5-4 12 0 0,-3 57-34 0 0,-1 0 1 0 0,0 0-1 0 0,0-1 0 0 0,0 1 0 0 0,0 0 1 0 0,1 0-1 0 0,-1-1 0 0 0,0 1 1 0 0,0 0-1 0 0,0-1 0 0 0,0 1 0 0 0,0 0 1 0 0,0-1-1 0 0,0 1 0 0 0,0 0 0 0 0,0-1 1 0 0,0 1-1 0 0,0 0 0 0 0,0 0 1 0 0,0-1-1 0 0,0 1 0 0 0,0 0 0 0 0,0-1 1 0 0,0 1-1 0 0,-1 0 0 0 0,1-1 0 0 0,0 1 1 0 0,0 0-1 0 0,0 0 0 0 0,0-1 1 0 0,-1 1-1 0 0,1 0 0 0 0,0 0 0 0 0,0-1 1 0 0,0 1-1 0 0,-1 0 0 0 0,1 0 0 0 0,0 0 1 0 0,0 0-1 0 0,-1-1 0 0 0,1 1 1 0 0,0 0-1 0 0,-1 0 0 0 0,1 0 0 0 0,0 0 1 0 0,-1 0-1 0 0,1 0 0 0 0,0 0 0 0 0,0 0 1 0 0,-1 0-1 0 0,1 0 0 0 0,0 0 1 0 0,-1 0-1 0 0,1 0 0 0 0,0 0 0 0 0,-1 0 1 0 0,1 0-1 0 0,0 0 0 0 0,-1 0 0 0 0,1 0 1 0 0,0 0-1 0 0,0 0 0 0 0,-1 1 1 0 0,1-1-1 0 0,0 0 0 0 0,-1 0 0 0 0,-16 14-20 0 0,1 11 8 0 0,2 1 0 0 0,0 0 0 0 0,-14 42 0 0 0,-22 88-39 0 0,47-148 52 0 0,-13 52 106 0 0,2 1 1 0 0,2 0-1 0 0,4 1 0 0 0,2-1 0 0 0,3 1 0 0 0,2 1 1 0 0,3-1-1 0 0,20 116 0 0 0,22 7 56 0 0,-13-65 1038 0 0,-27-100 763 0 0,-8-29-561 0 0,-10-36-590 0 0,13 41-953 0 0,-9-31 161 0 0,1-1 0 0 0,2 0 0 0 0,2 0-1 0 0,1 0 1 0 0,2-60 0 0 0,3 70-9 0 0,2-1 0 0 0,0 0-1 0 0,2 1 1 0 0,1-1 0 0 0,1 1 0 0 0,2 1-1 0 0,0 0 1 0 0,16-31 0 0 0,-16 40-19 0 0,1 0 0 0 0,1 1 0 0 0,0 0 0 0 0,1 0 0 0 0,1 2 0 0 0,0-1 0 0 0,1 1 0 0 0,0 1 0 0 0,32-20 0 0 0,-35 26 0 0 0,0 0 1 0 0,0 1-1 0 0,0 0 1 0 0,1 1 0 0 0,-1 0-1 0 0,1 1 1 0 0,13-3 0 0 0,-16 5 3 0 0,-1 1 1 0 0,1-1 0 0 0,-1 1 0 0 0,1 1 0 0 0,0 0 0 0 0,-1 0 0 0 0,1 0-1 0 0,-1 1 1 0 0,0 0 0 0 0,15 7 0 0 0,-20-8-6 0 0,-1-1 0 0 0,0 1 0 0 0,1 1 0 0 0,-1-1 0 0 0,0 0-1 0 0,0 1 1 0 0,0-1 0 0 0,0 1 0 0 0,0-1 0 0 0,0 1 0 0 0,0 0 0 0 0,-1 0 0 0 0,1 0 0 0 0,0 0 0 0 0,-1 0 0 0 0,0 0 0 0 0,1 1-1 0 0,-1-1 1 0 0,0 0 0 0 0,1 5 0 0 0,-2-3 3 0 0,1-1 0 0 0,-1 0-1 0 0,0 1 1 0 0,-1-1 0 0 0,1 0-1 0 0,-1 1 1 0 0,1-1 0 0 0,-1 0-1 0 0,0 1 1 0 0,0-1 0 0 0,0 0-1 0 0,-1 0 1 0 0,-2 5 0 0 0,-5 6-13 0 0,0-1 1 0 0,-1-1 0 0 0,0 0 0 0 0,-1 0 0 0 0,-17 15-1 0 0,-8 2 7 0 0,-1-1-1 0 0,-2-2 1 0 0,-74 39-1 0 0,106-61 16 0 0,5-3-2 0 0,0 0 1 0 0,-1 1-1 0 0,1-1 0 0 0,-1 0 0 0 0,1 0 0 0 0,-1 0 1 0 0,0-1-1 0 0,1 1 0 0 0,-1-1 0 0 0,-3 1 0 0 0,4-1-1 0 0,-1 1 0 0 0,0-1 0 0 0,0 0 0 0 0,0 0-1 0 0,1 0 1 0 0,-1 0 0 0 0,0-1 0 0 0,0 1 0 0 0,1-1 0 0 0,-1 1-1 0 0,-5-3 1 0 0,6 2 3 0 0,1 0 0 0 0,-1 0 0 0 0,1 0 0 0 0,0 0 0 0 0,-1 0-1 0 0,1-1 1 0 0,0 1 0 0 0,0-1 0 0 0,-1 1 0 0 0,1 0 0 0 0,0-1 0 0 0,0 0 0 0 0,1 1-1 0 0,-1-1 1 0 0,0 0 0 0 0,0 1 0 0 0,1-1 0 0 0,-1 0 0 0 0,1 0 0 0 0,0 1 0 0 0,-1-1-1 0 0,1 0 1 0 0,0 0 0 0 0,0 0 0 0 0,1-2 0 0 0,-2 4-6 0 0,1-1 1 0 0,0 0-1 0 0,0 1 1 0 0,0-1-1 0 0,0 0 0 0 0,1 1 1 0 0,-1-1-1 0 0,0 1 0 0 0,0-1 1 0 0,0 0-1 0 0,0 1 1 0 0,1-1-1 0 0,-1 1 0 0 0,0-1 1 0 0,1 1-1 0 0,-1-1 1 0 0,0 0-1 0 0,1 1 0 0 0,-1-1 1 0 0,1 0-1 0 0,3 1-16 0 0,-3-1-20 0 0,2 1 1 0 0,3 0 28 0 0,0 0 1 0 0,0 1-1 0 0,-1 0 0 0 0,1 1 0 0 0,0-1 0 0 0,-1 1 0 0 0,1 0 1 0 0,-1 0-1 0 0,0 1 0 0 0,1-1 0 0 0,-1 1 0 0 0,-1 1 0 0 0,8 4 1 0 0,12 11 31 0 0,27 27 0 0 0,-42-37-6 0 0,101 104 193 0 0,-57-55-1715 0 0,3-3-3760 0 0,-53-51 4341 0 0,1-1-1 0 0,0 0 1 0 0,0 0-1 0 0,0-1 0 0 0,0 1 1 0 0,5 1-1 0 0,10 4-5074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37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1173 224 0 0,'23'-99'22015'0'0,"-23"99"-21893"0"0,11 17 2757 0 0,4 27-600 0 0,-6 19-564 0 0,4 105-1 0 0,-11-12-4585 0 0,-2-137 1926 0 0,0-18 849 0 0,2 41-4235 0 0,-1-39 3470 0 0,-1-1 0 0 0,1 1 0 0 0,0-1 0 0 0,0 1 0 0 0,0-1 0 0 0,0 1 0 0 0,0-1 0 0 0,2 3 0 0 0</inkml:trace>
  <inkml:trace contextRef="#ctx0" brushRef="#br0" timeOffset="1">749 201 1080 0 0,'6'-39'3783'0'0,"1"-56"0"0"0,-4 53-1718 0 0,-3 41-1969 0 0,0 0-1 0 0,0 0 1 0 0,1 0-1 0 0,-1 0 1 0 0,0 0 0 0 0,0 0-1 0 0,0 0 1 0 0,0 0 0 0 0,0 0-1 0 0,-1 0 1 0 0,1 0-1 0 0,0 0 1 0 0,0 0 0 0 0,-1 0-1 0 0,1 0 1 0 0,0 0 0 0 0,-1 0-1 0 0,1 0 1 0 0,-1 0-1 0 0,1 1 1 0 0,-1-1 0 0 0,0 0-1 0 0,-1-1 1 0 0,1 2-15 0 0,1 0 1 0 0,-1 0 0 0 0,0 0-1 0 0,0 0 1 0 0,0 0 0 0 0,0 0-1 0 0,0 0 1 0 0,0 0 0 0 0,0 0-1 0 0,0 1 1 0 0,1-1 0 0 0,-1 0-1 0 0,0 1 1 0 0,0-1-1 0 0,0 1 1 0 0,0-1 0 0 0,1 1-1 0 0,-1-1 1 0 0,0 1 0 0 0,0 0-1 0 0,-7 6 384 0 0,0 0-1 0 0,1 1 0 0 0,-8 9 1 0 0,-8 15 296 0 0,1 1 1 0 0,1 1 0 0 0,-22 51 0 0 0,-35 116 722 0 0,58-136-1138 0 0,2 0 0 0 0,4 1 0 0 0,-10 115-1 0 0,19-88-115 0 0,4 1 0 0 0,12 103 0 0 0,-9-182-493 0 0,0 0 0 0 0,1 0-1 0 0,0 0 1 0 0,1 0 0 0 0,1-1-1 0 0,0 0 1 0 0,11 19 0 0 0,-12-26-330 0 0,0-1 1 0 0,0 0 0 0 0,1 0-1 0 0,0 0 1 0 0,0 0 0 0 0,12 9-1 0 0,-12-11-233 0 0,0 0-1 0 0,1-1 0 0 0,-1 0 0 0 0,1 0 0 0 0,0-1 0 0 0,0 1 0 0 0,0-1 1 0 0,0-1-1 0 0,9 3 0 0 0,12-1-5430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39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28 728 0 0,'-2'-3'1074'0'0,"0"0"1"0"0,0 0-1 0 0,-1-1 0 0 0,1 1 0 0 0,-1 1 1 0 0,1-1-1 0 0,-5-4 0 0 0,-2 12-1065 0 0,0 0 0 0 0,1 0 0 0 0,-1 1 0 0 0,1 0 0 0 0,1 0 0 0 0,-8 8 0 0 0,-6 5 15 0 0,-10 7 30 0 0,1 2 0 0 0,-39 46 0 0 0,68-73-46 0 0,-1 0 1 0 0,1 0-1 0 0,0 1 1 0 0,0-1-1 0 0,0 0 0 0 0,0 1 1 0 0,0-1-1 0 0,0 1 1 0 0,0 0-1 0 0,1-1 1 0 0,-1 1-1 0 0,1 0 1 0 0,-1-1-1 0 0,1 1 0 0 0,-1 0 1 0 0,1-1-1 0 0,0 1 1 0 0,0 0-1 0 0,0 0 1 0 0,0-1-1 0 0,0 1 0 0 0,0 0 1 0 0,0 0-1 0 0,1-1 1 0 0,-1 1-1 0 0,1 2 1 0 0,1-2 8 0 0,0 0 0 0 0,0 0 1 0 0,0 0-1 0 0,0 0 0 0 0,0 0 1 0 0,0-1-1 0 0,0 1 0 0 0,1-1 1 0 0,-1 1-1 0 0,1-1 0 0 0,-1 0 1 0 0,1 0-1 0 0,-1 0 1 0 0,1 0-1 0 0,0 0 0 0 0,3 0 1 0 0,24 5 36 0 0,46 2 1 0 0,-45-5 18 0 0,0 1 1 0 0,30 7-1 0 0,-52-9-36 0 0,-1 1 0 0 0,0 0 0 0 0,0 0-1 0 0,0 1 1 0 0,0 0 0 0 0,0 0 0 0 0,-1 0 0 0 0,0 1 0 0 0,0 0-1 0 0,0 1 1 0 0,10 10 0 0 0,-15-14-13 0 0,0 1 1 0 0,-1-1-1 0 0,1 0 0 0 0,-1 0 1 0 0,1 1-1 0 0,-1-1 0 0 0,0 1 1 0 0,0-1-1 0 0,0 1 1 0 0,0-1-1 0 0,-1 1 0 0 0,1 0 1 0 0,0-1-1 0 0,-1 1 0 0 0,0 0 1 0 0,0-1-1 0 0,0 1 0 0 0,0 5 1 0 0,-1-4 20 0 0,-1 0-1 0 0,1 1 1 0 0,0-1 0 0 0,-1 0 0 0 0,0 0 0 0 0,0-1 0 0 0,0 1 0 0 0,0 0 0 0 0,-1-1 0 0 0,0 1 0 0 0,-3 3 0 0 0,0-1 31 0 0,1-1 1 0 0,-1 1-1 0 0,-1-1 1 0 0,1-1-1 0 0,-1 1 1 0 0,0-1-1 0 0,0 0 1 0 0,0-1-1 0 0,0 0 1 0 0,-1 0-1 0 0,1 0 1 0 0,-1-1-1 0 0,-10 2 1 0 0,-9-1 87 0 0,24-3-169 0 0,0 0 45 0 0,-4-2-27 0 0,4 2-11 0 0,0 0 1 0 0,-1-1 0 0 0,1 0-1 0 0,0 0 1 0 0,0 0-1 0 0,-6-2 1 0 0,8 2-57 0 0,-1-5-352 0 0,2 6 329 0 0,-1 0-1 0 0,1-1 1 0 0,0 1 0 0 0,0-1-1 0 0,-1 1 1 0 0,1-1-1 0 0,0 1 1 0 0,0-1 0 0 0,0 1-1 0 0,0-1 1 0 0,0 1 0 0 0,0-1-1 0 0,0 1 1 0 0,0-1 0 0 0,0 1-1 0 0,0-1 1 0 0,0 1-1 0 0,0-1 1 0 0,0 1 0 0 0,0-1-1 0 0,0 1 1 0 0,0 0 0 0 0,1-1-1 0 0,-1 1 1 0 0,0-1 0 0 0,0 1-1 0 0,0-1 1 0 0,1 1-1 0 0,-1 0 1 0 0,0-1 0 0 0,1 1-1 0 0,-1-1 1 0 0,0 1 0 0 0,1 0-1 0 0,-1-1 1 0 0,1 1 0 0 0,0-1-1 0 0,19-13-4256 0 0,-8 6 1304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0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99 1964 0 0,'1'-2'1594'0'0,"0"-3"-1057"0"0,0 1 0 0 0,-1-1 0 0 0,1 1 0 0 0,-1-1 0 0 0,0 1 0 0 0,0-1 0 0 0,0 0 0 0 0,-1 1 0 0 0,0-1 0 0 0,0 1 0 0 0,0-1 0 0 0,-3-7 0 0 0,3 10-465 0 0,-1 0-1 0 0,1 0 1 0 0,0 0 0 0 0,-1 0 0 0 0,1 0 0 0 0,-1 0 0 0 0,0 1-1 0 0,1-1 1 0 0,-1 1 0 0 0,0-1 0 0 0,0 1 0 0 0,0 0 0 0 0,0 0-1 0 0,0-1 1 0 0,0 1 0 0 0,0 1 0 0 0,-1-1 0 0 0,1 0 0 0 0,0 1-1 0 0,-1-1 1 0 0,1 1 0 0 0,0-1 0 0 0,-1 1 0 0 0,1 0 0 0 0,0 0-1 0 0,-1 0 1 0 0,1 0 0 0 0,-4 1 0 0 0,-7 2 45 0 0,-1 0 1 0 0,1 0 0 0 0,0 2-1 0 0,-1-1 1 0 0,2 2 0 0 0,-1 0-1 0 0,-17 11 1 0 0,9-4 3 0 0,1 1 0 0 0,1 0-1 0 0,-25 26 1 0 0,35-31-78 0 0,1 0 0 0 0,-1 1 0 0 0,2 0 0 0 0,0 0 0 0 0,0 1 0 0 0,-10 22 0 0 0,15-30-32 0 0,1 0 0 0 0,0 0 1 0 0,0 0-1 0 0,0 0 0 0 0,0 0 0 0 0,1 0 0 0 0,-1 0 0 0 0,1 0 1 0 0,0 0-1 0 0,-1 0 0 0 0,1 0 0 0 0,1 0 0 0 0,-1 1 1 0 0,0-1-1 0 0,1 0 0 0 0,0 0 0 0 0,0 0 0 0 0,0 0 0 0 0,0 0 1 0 0,0 0-1 0 0,0-1 0 0 0,1 1 0 0 0,-1 0 0 0 0,1-1 1 0 0,0 1-1 0 0,0-1 0 0 0,0 1 0 0 0,0-1 0 0 0,0 0 0 0 0,1 0 1 0 0,-1 0-1 0 0,5 3 0 0 0,1 0 5 0 0,1-1-1 0 0,0 0 1 0 0,0 0 0 0 0,0-1-1 0 0,0 0 1 0 0,1-1 0 0 0,-1 0-1 0 0,1 0 1 0 0,-1-1 0 0 0,1 0 0 0 0,0-1-1 0 0,-1 0 1 0 0,1-1 0 0 0,0 0-1 0 0,11-2 1 0 0,-10 1-10 0 0,-1-1 1 0 0,0 0-1 0 0,0 0 0 0 0,-1-1 1 0 0,1 0-1 0 0,-1-1 1 0 0,0 0-1 0 0,0 0 0 0 0,0-1 1 0 0,-1 0-1 0 0,1-1 1 0 0,-2 0-1 0 0,1 0 0 0 0,7-9 1 0 0,40-69 153 0 0,-22 31 604 0 0,-32 52-595 0 0,-8 34-48 0 0,3-18-81 0 0,0 1 0 0 0,1 0 0 0 0,1 0 0 0 0,0 0 0 0 0,1 0 0 0 0,2 28 0 0 0,-1-38-28 0 0,1 0 0 0 0,0 0-1 0 0,0-1 1 0 0,0 1 0 0 0,1 0 0 0 0,0-1 0 0 0,0 0 0 0 0,0 1-1 0 0,0-1 1 0 0,0 0 0 0 0,1 0 0 0 0,0 0 0 0 0,0 0-1 0 0,0-1 1 0 0,0 1 0 0 0,1-1 0 0 0,0 0 0 0 0,-1 0 0 0 0,1 0-1 0 0,0 0 1 0 0,0-1 0 0 0,0 1 0 0 0,1-1 0 0 0,-1 0-1 0 0,8 2 1 0 0,-5-2 0 0 0,1 1 0 0 0,0-2 0 0 0,0 1 0 0 0,0-1-1 0 0,0 0 1 0 0,0-1 0 0 0,1 0 0 0 0,-1 0 0 0 0,0-1 0 0 0,0 0-1 0 0,0 0 1 0 0,14-5 0 0 0,-11 2-8 0 0,1-1 0 0 0,-1 0-1 0 0,0-1 1 0 0,0 0 0 0 0,-1-1 0 0 0,0 0-1 0 0,15-14 1 0 0,2-6-5 0 0,-2-2 1 0 0,0 0-1 0 0,-2-2 0 0 0,25-43 0 0 0,-37 54 125 0 0,-7 14-161 0 0,-1 0 0 0 0,1-1 0 0 0,0 1 0 0 0,7-7 0 0 0,-10 12 14 0 0,-3 3 10 0 0,1-1 13 0 0,-1 0 1 0 0,1 1-1 0 0,0-1 0 0 0,-1 1 1 0 0,1 0-1 0 0,0 0 0 0 0,0-1 1 0 0,0 1-1 0 0,0 0 0 0 0,0 0 0 0 0,-1 3 1 0 0,0 0 7 0 0,-5 8 43 0 0,1 0 0 0 0,0 1-1 0 0,1 0 1 0 0,1 0 0 0 0,-5 24 0 0 0,8-34 0 0 0,1-1 1 0 0,-1 1 0 0 0,1 0-1 0 0,0-1 1 0 0,0 1-1 0 0,1 0 1 0 0,-1-1 0 0 0,1 1-1 0 0,-1-1 1 0 0,1 1 0 0 0,0-1-1 0 0,1 1 1 0 0,-1-1-1 0 0,1 1 1 0 0,-1-1 0 0 0,1 0-1 0 0,0 0 1 0 0,0 0-1 0 0,0 0 1 0 0,1 0 0 0 0,-1 0-1 0 0,1-1 1 0 0,-1 1-1 0 0,1-1 1 0 0,0 0 0 0 0,0 0-1 0 0,0 0 1 0 0,5 3-1 0 0,-1-2 10 0 0,-1 0-1 0 0,1-1 1 0 0,-1 0-1 0 0,1 0 1 0 0,0 0-1 0 0,0-1 1 0 0,0 0-1 0 0,0 0 1 0 0,0 0-1 0 0,0-1 1 0 0,0 0-1 0 0,12-3 1 0 0,-8 1-24 0 0,-1 0 1 0 0,0-1 0 0 0,0-1-1 0 0,-1 0 1 0 0,1 0 0 0 0,-1-1-1 0 0,15-10 1 0 0,3-5 6 0 0,-2-2 0 0 0,-1 0 0 0 0,0-2 0 0 0,25-34 0 0 0,-41 49 22 0 0,-5 4-46 0 0,1 1 0 0 0,-1 0 0 0 0,1 0 0 0 0,0 1-1 0 0,0-1 1 0 0,9-5 0 0 0,-13 9-19 0 0,1 0-1 0 0,-1 0 0 0 0,0 0 1 0 0,0 0-1 0 0,1 0 0 0 0,-1 0 1 0 0,0 0-1 0 0,1 0 1 0 0,-1 0-1 0 0,0 0 0 0 0,0 0 1 0 0,1 0-1 0 0,-1 0 0 0 0,0 0 1 0 0,0 0-1 0 0,1 0 1 0 0,-1 1-1 0 0,0-1 0 0 0,0 0 1 0 0,1 0-1 0 0,-1 0 0 0 0,0 0 1 0 0,0 1-1 0 0,1-1 1 0 0,-1 0-1 0 0,0 0 0 0 0,0 0 1 0 0,0 1-1 0 0,0-1 0 0 0,1 0 1 0 0,-1 0-1 0 0,0 1 1 0 0,0-1-1 0 0,0 0 0 0 0,0 0 1 0 0,0 1-1 0 0,0-1 0 0 0,0 1 1 0 0,4 9 6 0 0,-2 13 137 0 0,-1-1 0 0 0,-2 1-1 0 0,0-1 1 0 0,-6 32 0 0 0,2-17 173 0 0,-7 71 518 0 0,-21 266 1023 0 0,32-254-1211 0 0,1-38 201 0 0,-12 88 1 0 0,11-160-609 0 0,0-1 0 0 0,-1 1 1 0 0,0 0-1 0 0,-1-1 1 0 0,0 0-1 0 0,-1 1 0 0 0,0-1 1 0 0,-8 14-1 0 0,9-19-165 0 0,-1 0 1 0 0,1-1-1 0 0,0 1 1 0 0,-1 0-1 0 0,0-1 0 0 0,0 0 1 0 0,0 0-1 0 0,0 0 1 0 0,0-1-1 0 0,-1 1 0 0 0,1-1 1 0 0,-1 0-1 0 0,1 0 0 0 0,-1 0 1 0 0,0-1-1 0 0,0 0 1 0 0,0 0-1 0 0,-8 1 0 0 0,0-2 21 0 0,0 0 0 0 0,0 0-1 0 0,0-2 1 0 0,0 1 0 0 0,0-2 0 0 0,1 0-1 0 0,-1 0 1 0 0,1-1 0 0 0,-1-1-1 0 0,1 0 1 0 0,1 0 0 0 0,-1-1-1 0 0,1-1 1 0 0,0 0 0 0 0,-10-9-1 0 0,10 9-277 0 0,1-2 0 0 0,1 1 0 0 0,0-1 0 0 0,0-1 0 0 0,0 0 0 0 0,2 0 0 0 0,-1 0 0 0 0,1-1 0 0 0,0 0 0 0 0,1-1 0 0 0,1 1 0 0 0,0-1-1 0 0,0 0 1 0 0,1 0 0 0 0,-2-16 0 0 0,4 14-647 0 0,1 0 0 0 0,1 0 0 0 0,1 0 0 0 0,0 0-1 0 0,0 0 1 0 0,1 0 0 0 0,1 0 0 0 0,6-16 0 0 0,2-2-2728 0 0,1 1 0 0 0,22-38 0 0 0,-5 19-4487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0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76 224 0 0,'0'-76'11154'0'0,"15"87"-9658"0"0,-9-4-1193 0 0,0 0 1 0 0,0 1-1 0 0,0 0 0 0 0,-1 0 1 0 0,-1 0-1 0 0,1 1 1 0 0,3 11-1 0 0,2 1 75 0 0,4 8 60 0 0,138 299 2741 0 0,-127-263-2745 0 0,-2 1 0 0 0,-3 1 1 0 0,13 82-1 0 0,-28-113-343 0 0,-1 0-1 0 0,-1 0 0 0 0,-3 1 0 0 0,-1-1 0 0 0,-1 0 1 0 0,-2 0-1 0 0,-2 0 0 0 0,-1 0 0 0 0,-1-1 1 0 0,-3 0-1 0 0,0-1 0 0 0,-3 0 0 0 0,0-1 1 0 0,-2-1-1 0 0,-2 0 0 0 0,-26 36 0 0 0,11-25-570 0 0,-1-1-1 0 0,-3-2 0 0 0,-1-2 1 0 0,-64 50-1 0 0,65-60-2978 0 0,-1-2 0 0 0,-81 41 1 0 0,57-40-3926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0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55 5384 0 0,'-16'-5'3009'0'0,"1"0"-677"0"0,3 2-516 0 0,2-3 812 0 0,-8 1-1071 0 0,3-3-1485 0 0,3-3-1457 0 0,7-1-1323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1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69 520 0 0,'-6'-10'2320'0'0,"0"0"1"0"0,-1 0-1 0 0,0 0 0 0 0,-1 1 1 0 0,-10-9-1 0 0,17 16-1856 0 0,20 16 2561 0 0,64 48-1993 0 0,140 151 196 0 0,-169-153-2802 0 0,85 120 0 0 0,-119-151-1311 0 0,-8-12-3020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2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79 540 0 0,'-9'-15'3565'0'0,"-1"0"-1"0"0,0 1 1 0 0,-16-19-1 0 0,24 31-2972 0 0,0 2-466 0 0,-1 1 1 0 0,1-1-1 0 0,0 1 1 0 0,0 0-1 0 0,0 0 0 0 0,0 0 1 0 0,0 0-1 0 0,0 0 1 0 0,0 0-1 0 0,0 0 1 0 0,0 1-1 0 0,0-1 0 0 0,0 1 1 0 0,1-1-1 0 0,-1 1 1 0 0,1 0-1 0 0,-1-1 0 0 0,1 1 1 0 0,0 0-1 0 0,-1 0 1 0 0,0 3-1 0 0,-5 7 294 0 0,2 0 0 0 0,-7 19 0 0 0,10-25-273 0 0,-34 98 634 0 0,5 2-1 0 0,-30 191 0 0 0,60-293-858 0 0,-13 127-2254 0 0,14-88-1759 0 0,4-1-3714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2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6 103 1556 0 0,'-4'-9'17616'0'0,"3"1"-17063"0"0,10-1-492 0 0,0 1 0 0 0,1-1-1 0 0,0 2 1 0 0,1-1 0 0 0,0 1 0 0 0,0 1-1 0 0,0 0 1 0 0,1 1 0 0 0,0 0-1 0 0,0 1 1 0 0,23-6 0 0 0,-33 10-61 0 0,1-1 1 0 0,0 1-1 0 0,0 0 1 0 0,-1 0-1 0 0,1 0 1 0 0,0 0-1 0 0,0 0 1 0 0,-1 0-1 0 0,1 1 1 0 0,0 0-1 0 0,0-1 1 0 0,-1 1-1 0 0,1 0 1 0 0,-1 0-1 0 0,1 0 1 0 0,-1 1-1 0 0,1-1 1 0 0,-1 1-1 0 0,0-1 1 0 0,3 3-1 0 0,-2-1 0 0 0,-1 0 1 0 0,0 1-1 0 0,0-1 1 0 0,0 0-1 0 0,0 1 0 0 0,0-1 1 0 0,-1 1-1 0 0,0 0 0 0 0,1-1 1 0 0,-1 1-1 0 0,-1 0 0 0 0,2 7 1 0 0,-1 4-3 0 0,-1 0 1 0 0,0 0-1 0 0,-2 1 0 0 0,1-1 1 0 0,-2 0-1 0 0,-4 17 1 0 0,-9 16-57 0 0,-1-1-1 0 0,-38 74 1 0 0,54-119 53 0 0,2-3-75 0 0,5-4 104 0 0,1 0 0 0 0,-1 0-1 0 0,1 1 1 0 0,0 0 0 0 0,0 0 0 0 0,1 0 0 0 0,-1 1 0 0 0,1 0-1 0 0,0 1 1 0 0,-1 0 0 0 0,1 0 0 0 0,0 1 0 0 0,0 0 0 0 0,0 0 0 0 0,1 1-1 0 0,-1 0 1 0 0,0 0 0 0 0,0 1 0 0 0,0 0 0 0 0,0 0 0 0 0,0 1-1 0 0,0 0 1 0 0,-1 0 0 0 0,1 1 0 0 0,-1 0 0 0 0,1 1 0 0 0,-1-1 0 0 0,0 2-1 0 0,0-1 1 0 0,0 1 0 0 0,-1-1 0 0 0,0 2 0 0 0,0-1 0 0 0,0 1-1 0 0,-1 0 1 0 0,1 0 0 0 0,-2 1 0 0 0,1-1 0 0 0,0 1 0 0 0,-1 0 0 0 0,-1 0-1 0 0,4 9 1 0 0,-4-9 161 0 0,-1-1 0 0 0,0 1 0 0 0,0 0-1 0 0,-1 0 1 0 0,0 0 0 0 0,0 0 0 0 0,-1 0-1 0 0,0 0 1 0 0,0 0 0 0 0,0 0 0 0 0,-1 0 0 0 0,0 0-1 0 0,-1 0 1 0 0,1 0 0 0 0,-1-1 0 0 0,-1 1-1 0 0,1 0 1 0 0,-1-1 0 0 0,0 0 0 0 0,0 0-1 0 0,-1 0 1 0 0,0 0 0 0 0,0 0 0 0 0,-1-1 0 0 0,1 1-1 0 0,-1-1 1 0 0,0 0 0 0 0,-1-1 0 0 0,1 1-1 0 0,-9 4 1 0 0,3-2-64 0 0,-1-1-1 0 0,0-1 0 0 0,0 0 1 0 0,0-1-1 0 0,-1 0 1 0 0,0 0-1 0 0,-16 1 1 0 0,20-4-174 0 0,0 0 0 0 0,1 0 1 0 0,-1-1-1 0 0,0 0 1 0 0,0-1-1 0 0,0 0 1 0 0,0-1-1 0 0,0 1 1 0 0,1-2-1 0 0,-1 1 0 0 0,-12-7 1 0 0,18 8-231 0 0,1 0 1 0 0,0 0 0 0 0,0 0-1 0 0,0 0 1 0 0,0-1-1 0 0,0 1 1 0 0,1-1-1 0 0,-1 0 1 0 0,0 1-1 0 0,1-1 1 0 0,-1 0 0 0 0,1 0-1 0 0,-1 0 1 0 0,1 0-1 0 0,0 0 1 0 0,0-1-1 0 0,0 1 1 0 0,0 0-1 0 0,0 0 1 0 0,1-1 0 0 0,-2-3-1 0 0,2 1-954 0 0,0 0 0 0 0,0-1 0 0 0,1 1 0 0 0,-1 0 0 0 0,1 0 1 0 0,0 0-1 0 0,1 0 0 0 0,-1 0 0 0 0,3-6 0 0 0,4-9-5060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2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28 103 3204 0 0,'-28'12'19193'0'0,"36"-18"-19302"0"0,16-11 204 0 0,1 2 0 0 0,28-14 0 0 0,17-3-2732 0 0,-48 24 300 0 0,9 1-6572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3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90 2636 0 0,'-113'115'15907'0'0,"100"-100"-14121"0"0,13-15-1768 0 0,0 1 0 0 0,1-1 0 0 0,-1 0 0 0 0,0 0 0 0 0,0 0-1 0 0,0 0 1 0 0,0 0 0 0 0,0 1 0 0 0,0-1 0 0 0,0 0 0 0 0,1 0 0 0 0,-1 0 0 0 0,0 0 0 0 0,0 0-1 0 0,0 0 1 0 0,0 0 0 0 0,1 0 0 0 0,-1 0 0 0 0,0 1 0 0 0,0-1 0 0 0,0 0 0 0 0,0 0 0 0 0,1 0 0 0 0,-1 0-1 0 0,0 0 1 0 0,0 0 0 0 0,0 0 0 0 0,0 0 0 0 0,1 0 0 0 0,-1 0 0 0 0,0 0 0 0 0,0 0 0 0 0,0-1-1 0 0,0 1 1 0 0,1 0 0 0 0,-1 0 0 0 0,0 0 0 0 0,0 0 0 0 0,0 0 0 0 0,0 0 0 0 0,0 0 0 0 0,1 0-1 0 0,-1 0 1 0 0,0 0 0 0 0,0-1 0 0 0,32-14 308 0 0,-27 12-257 0 0,232-114-1151 0 0,-157 81-2613 0 0,1 0-3700 0 0,-47 22 424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5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258 155 372 0 0,'9'-28'3936'0'0,"2"-1"602"0"0,10-49 0 0 0,-21 77-4509 0 0,0 1 1 0 0,0-1 0 0 0,0 0-1 0 0,0 1 1 0 0,0-1-1 0 0,0 1 1 0 0,0-1-1 0 0,0 0 1 0 0,0 1-1 0 0,0-1 1 0 0,0 1-1 0 0,0-1 1 0 0,-1 1 0 0 0,1-1-1 0 0,0 0 1 0 0,0 1-1 0 0,-1-1 1 0 0,1 1-1 0 0,0-1 1 0 0,0 1-1 0 0,-1-1 1 0 0,1 1 0 0 0,-1-1-1 0 0,1 1 1 0 0,0 0-1 0 0,-1-1 1 0 0,1 1-1 0 0,-2-1 1 0 0,1 0 4 0 0,-1 1 0 0 0,1-1 0 0 0,-1 1 1 0 0,1 0-1 0 0,-1-1 0 0 0,1 1 0 0 0,-1 0 0 0 0,0 0 0 0 0,1 0 1 0 0,-3 0-1 0 0,-2 1 5 0 0,0-1 1 0 0,0 2-1 0 0,0-1 1 0 0,-8 3-1 0 0,1 3-26 0 0,-1 1 1 0 0,1 0-1 0 0,0 1 1 0 0,1 0-1 0 0,0 1 0 0 0,1 1 1 0 0,0-1-1 0 0,0 2 1 0 0,1-1-1 0 0,1 2 1 0 0,0-1-1 0 0,0 1 0 0 0,2 0 1 0 0,-9 19-1 0 0,4-6 12 0 0,1 2-1 0 0,2-1 0 0 0,0 1 0 0 0,2 1 1 0 0,1-1-1 0 0,-3 50 0 0 0,8-38 142 0 0,1 0 0 0 0,3-1 0 0 0,13 74 0 0 0,41 114 660 0 0,-51-206-802 0 0,130 564 2043 0 0,-87-128-1042 0 0,-22-137-783 0 0,17 132-200 0 0,-16-134-20 0 0,-7-61 239 0 0,15 131 88 0 0,-31-351-314 0 0,20 115 60 0 0,-18-120-63 0 0,1 0 0 0 0,22 51 0 0 0,-27-75-14 0 0,0-1 1 0 0,1 0-1 0 0,1 0 1 0 0,-1 0-1 0 0,1 0 1 0 0,0-1 0 0 0,0 0-1 0 0,1 0 1 0 0,0 0-1 0 0,11 8 1 0 0,-11-10-4 0 0,-1-1 0 0 0,1 0 0 0 0,0 0 0 0 0,0-1 0 0 0,0 1 0 0 0,0-1 0 0 0,0-1 0 0 0,1 1 0 0 0,-1-1 0 0 0,0 0 0 0 0,1 0 0 0 0,-1-1 1 0 0,1 0-1 0 0,7-1 0 0 0,10-2-316 0 0,0-2 0 0 0,0 0 0 0 0,0-1 0 0 0,-1-2 0 0 0,0 0 0 0 0,0-2 0 0 0,29-17 1 0 0,-11 4-2926 0 0,-2-3 1 0 0,69-59 0 0 0,-51 36-3651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5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1184 0 0,'1'-17'4690'0'0,"5"-31"-1"0"0,-3 32-961 0 0,1-32 1228 0 0,6 69-4357 0 0,-9-19-498 0 0,15 48 1077 0 0,19 103-1 0 0,-7 57-1239 0 0,-13-81-1476 0 0,-10-102 152 0 0,0 0 1 0 0,12 30-1 0 0,9 14-6118 0 0,-16-45 867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5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9 126 1392 0 0,'-5'-103'12855'0'0,"5"101"-12171"0"0,-4-18 3193 0 0,7 68-3626 0 0,17 86-1 0 0,-12-86-1185 0 0,13 54-3494 0 0,-7-39-1722 0 0,-6-29 761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6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29 168 1452 0 0,'-20'-15'9428'0'0,"19"15"-9317"0"0,0 0 0 0 0,1-1 0 0 0,0 1 0 0 0,-1 0 0 0 0,1-1-1 0 0,-1 1 1 0 0,1 0 0 0 0,-1-1 0 0 0,1 1 0 0 0,0-1 0 0 0,-1 1 0 0 0,1-1-1 0 0,0 1 1 0 0,-1-1 0 0 0,1 1 0 0 0,0-1 0 0 0,0 1 0 0 0,-1-1 0 0 0,1 1-1 0 0,0-1 1 0 0,0 1 0 0 0,0-1 0 0 0,0 1 0 0 0,0-1 0 0 0,0 1 0 0 0,0-1-1 0 0,0 0 1 0 0,0 1 0 0 0,0-1 0 0 0,0 1 0 0 0,0-1 0 0 0,0 1 0 0 0,0-1-1 0 0,0 1 1 0 0,1-1 0 0 0,-1 0 0 0 0,1 0 206 0 0,1-1-240 0 0,-1 1 0 0 0,1 0 0 0 0,0 0 0 0 0,0 0 0 0 0,0 0 0 0 0,0 0 0 0 0,0 0 0 0 0,0 1 0 0 0,0-1 0 0 0,0 1 0 0 0,0-1 0 0 0,0 1 1 0 0,0 0-1 0 0,0 0 0 0 0,2 0 0 0 0,8-2 160 0 0,93-20 321 0 0,43-9-333 0 0,0-10-122 0 0,-88 23-2747 0 0,-30 9-5372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6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28 1056 0 0,'-4'-27'18534'0'0,"3"35"-17896"0"0,0 0 1 0 0,0 0-1 0 0,1 1 0 0 0,0-1 1 0 0,0 0-1 0 0,3 9 0 0 0,-1 18 391 0 0,8 172 1095 0 0,-1-53-1704 0 0,0-51-2104 0 0,6-36-3069 0 0,-7-52 2376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4:49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20 165 888 0 0,'-19'-21'21109'0'0,"26"16"-21981"0"0,84-32 1053 0 0,1 5-1 0 0,156-35 1 0 0,-244 66-180 0 0,0 1-1 0 0,1-1 0 0 0,-1 1 1 0 0,0-1-1 0 0,0 1 0 0 0,0 1 0 0 0,1-1 1 0 0,-1 0-1 0 0,0 1 0 0 0,0 0 1 0 0,0 0-1 0 0,0 0 0 0 0,0 1 1 0 0,0-1-1 0 0,0 1 0 0 0,0 0 0 0 0,0 0 1 0 0,-1 1-1 0 0,1-1 0 0 0,-1 1 1 0 0,0-1-1 0 0,1 1 0 0 0,-1 0 1 0 0,4 5-1 0 0,0 4 0 0 0,1-1 0 0 0,-2 1 0 0 0,0 0 0 0 0,0 0-1 0 0,6 24 1 0 0,-6-21 4 0 0,20 64 93 0 0,23 118 1 0 0,-2 87 210 0 0,-39-233-238 0 0,69 541 634 0 0,12 75-357 0 0,114 314-47 0 0,-189-921-293 0 0,-3-11-79 0 0,66 301-114 0 0,-21 4 445 0 0,-53-320-310 0 0,10 68 4084 0 0,-13-101-3455 0 0,-3 23 3942 0 0,-4-18-4443 0 0,-9-5-77 0 0,-136-1-1696 0 0,-76 20-5257 0 0,-146 42-5969 0 0,322-52 11870 0 0,-19 3-6688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02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92 0 0,'0'0'2322'0'0,"1"0"-2110"0"0,1 0 0 0 0,0 1 0 0 0,-1-1 0 0 0,1 1-1 0 0,-1-1 1 0 0,1 1 0 0 0,-1 0 0 0 0,1-1 0 0 0,-1 1 0 0 0,1 0 0 0 0,1 2-1 0 0,-4 6-1621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14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679 85 996 0 0,'14'-82'9429'0'0,"-14"80"-8702"0"0,1 4-669 0 0,4 10 13 0 0,0-1 0 0 0,-1 1-1 0 0,-1 0 1 0 0,4 23-1 0 0,2 56 194 0 0,-7-59-143 0 0,22 420 1072 0 0,-23-429-1124 0 0,5 101 349 0 0,-1 5-3350 0 0,2-227-1039 0 0,-1 34 3351 0 0,-6 43 1131 0 0,0-1 1 0 0,-1 1-1 0 0,-1-1 0 0 0,-5-23 0 0 0,6 43-460 0 0,1 1-1 0 0,-1-1 0 0 0,1 1 1 0 0,-1 0-1 0 0,1-1 0 0 0,-1 1 1 0 0,0 0-1 0 0,0 0 0 0 0,1-1 1 0 0,-1 1-1 0 0,0 0 0 0 0,0 0 0 0 0,0 0 1 0 0,0 0-1 0 0,0 0 0 0 0,-1 0 1 0 0,1 1-1 0 0,0-1 0 0 0,0 0 1 0 0,-1 1-1 0 0,1-1 0 0 0,0 0 1 0 0,-1 1-1 0 0,1-1 0 0 0,0 1 0 0 0,-1 0 1 0 0,1 0-1 0 0,-1-1 0 0 0,1 1 1 0 0,-2 0-1 0 0,-2 0-6 0 0,1 0 0 0 0,0 1 0 0 0,-1-1-1 0 0,1 1 1 0 0,0 0 0 0 0,0 0 0 0 0,0 0 0 0 0,-7 3 0 0 0,-27 16 109 0 0,1 1-1 0 0,-57 43 1 0 0,-61 63 81 0 0,-101 117-385 0 0,158-128-5634 0 0,88-102 2817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17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 1428 0 0,'4'-7'10768'0'0,"-9"34"-10049"0"0,0 0-1 0 0,2 0 0 0 0,0 40 0 0 0,-1 9 40 0 0,0 102-214 0 0,5-117-445 0 0,1-21 259 0 0,-1-7-2797 0 0,12-36-333 0 0,-12 2 2499 0 0,0 1 0 0 0,0-1 0 0 0,0 0 1 0 0,0 0-1 0 0,0 0 0 0 0,0 0 0 0 0,0 1 0 0 0,0-1 0 0 0,0 0 0 0 0,-1 0 0 0 0,1 0 1 0 0,1-2-1 0 0,1-3-1322 0 0,8-8-2476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17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95 1984 0 0,'-26'-21'11467'0'0,"26"21"-11418"0"0,0-1-1 0 0,0 1 1 0 0,-1 0 0 0 0,1 0-1 0 0,0 0 1 0 0,0 0-1 0 0,0 0 1 0 0,-1 0 0 0 0,1 0-1 0 0,0 0 1 0 0,0-1 0 0 0,0 1-1 0 0,-1 0 1 0 0,1 0-1 0 0,0 0 1 0 0,0-1 0 0 0,0 1-1 0 0,0 0 1 0 0,0 0-1 0 0,-1 0 1 0 0,1-1 0 0 0,0 1-1 0 0,0 0 1 0 0,0 0-1 0 0,0 0 1 0 0,0-1 0 0 0,0 1-1 0 0,0 0 1 0 0,0 0-1 0 0,0-1 1 0 0,0 1 0 0 0,0 0-1 0 0,0 0 1 0 0,0-1-1 0 0,0 1 1 0 0,0 0 0 0 0,0-1-1 0 0,10-4 550 0 0,23-3-842 0 0,-24 7 435 0 0,151-39-698 0 0,-123 31-1500 0 0,-4 6-3327 0 0,-27 4 3596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17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2436 0 0,'-64'58'11401'0'0,"63"-57"-10937"0"0,0-1-391 0 0,1 0 0 0 0,-1 1-1 0 0,1-1 1 0 0,-1 1 0 0 0,1-1-1 0 0,-1 1 1 0 0,1-1 0 0 0,-1 1-1 0 0,1-1 1 0 0,-1 1 0 0 0,1-1-1 0 0,0 1 1 0 0,-1 0 0 0 0,1-1 0 0 0,0 1-1 0 0,0 0 1 0 0,-1-1 0 0 0,1 1-1 0 0,0 0 1 0 0,0-1 0 0 0,0 1-1 0 0,0 0 1 0 0,0-1 0 0 0,0 1-1 0 0,0 1 1 0 0,1-2-41 0 0,-1 1 0 0 0,1-1 0 0 0,-1 1 0 0 0,1-1 0 0 0,0 0 0 0 0,-1 1 0 0 0,1-1 0 0 0,0 0 0 0 0,0 1 0 0 0,-1-1 0 0 0,1 0 0 0 0,0 0 0 0 0,0 0 0 0 0,-1 0 0 0 0,1 0 0 0 0,0 0 0 0 0,0 0 0 0 0,1 0 0 0 0,48-7-63 0 0,-43 6 173 0 0,56-10-251 0 0,5 0-2036 0 0,-1-5-5032 0 0,-44 9 2102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294 153 864 0 0,'3'-34'5857'0'0,"-3"20"-3881"0"0,0 0-1 0 0,-1 1 0 0 0,-3-21 1 0 0,4 33-1390 0 0,-4-23 2872 0 0,3 23-3393 0 0,0-1 0 0 0,0 1 0 0 0,1 0-1 0 0,-1 0 1 0 0,0 0 0 0 0,0 0 0 0 0,0 0 0 0 0,-1 0 0 0 0,1 0-1 0 0,0 0 1 0 0,0 0 0 0 0,0 0 0 0 0,-1 0 0 0 0,1 1 0 0 0,0-1-1 0 0,-1 1 1 0 0,1-1 0 0 0,-1 1 0 0 0,1-1 0 0 0,-3 1 0 0 0,2 0-28 0 0,-1 0 1 0 0,0 0 0 0 0,1 0 0 0 0,-1 1-1 0 0,0-1 1 0 0,1 1 0 0 0,-1 0 0 0 0,0-1 0 0 0,1 1-1 0 0,-5 3 1 0 0,-5 3-84 0 0,0 1 0 0 0,0 1 1 0 0,-17 15-1 0 0,14-11 168 0 0,-6 5-121 0 0,2 0 0 0 0,-31 35 1 0 0,43-45-6 0 0,1 1 0 0 0,-1 0 1 0 0,1 1-1 0 0,1-1 0 0 0,0 1 1 0 0,0 0-1 0 0,1 0 0 0 0,0 1 1 0 0,-3 13-1 0 0,7-19 5 0 0,-1 0-1 0 0,1 1 1 0 0,0-1 0 0 0,0 0 0 0 0,0 0 0 0 0,1 0 0 0 0,0 0-1 0 0,0 0 1 0 0,0-1 0 0 0,1 1 0 0 0,-1 0 0 0 0,1 0-1 0 0,1-1 1 0 0,-1 1 0 0 0,0-1 0 0 0,1 0 0 0 0,0 1-1 0 0,0-1 1 0 0,0-1 0 0 0,1 1 0 0 0,-1 0 0 0 0,1-1 0 0 0,0 1-1 0 0,6 3 1 0 0,9 6 5 0 0,2-1-1 0 0,0-1 1 0 0,0 0 0 0 0,24 7-1 0 0,-4-1-10 0 0,-34-14 3 0 0,28 13 8 0 0,0 0-1 0 0,-1 3 0 0 0,53 37 1 0 0,-85-55 0 0 0,0 1 0 0 0,0 0 0 0 0,0-1 0 0 0,0 1 1 0 0,-1 0-1 0 0,1 0 0 0 0,-1 0 0 0 0,1 0 0 0 0,-1 0 1 0 0,0 1-1 0 0,0-1 0 0 0,0 0 0 0 0,0 1 0 0 0,0-1 1 0 0,0 0-1 0 0,-1 1 0 0 0,1-1 0 0 0,-1 1 0 0 0,1-1 1 0 0,-1 1-1 0 0,0-1 0 0 0,0 1 0 0 0,0-1 0 0 0,-1 1 1 0 0,1-1-1 0 0,-1 1 0 0 0,1-1 0 0 0,-1 1 0 0 0,0-1 1 0 0,0 0-1 0 0,0 1 0 0 0,0-1 0 0 0,0 0 0 0 0,0 0 1 0 0,-1 0-1 0 0,-1 3 0 0 0,-3 3 39 0 0,0-1 0 0 0,0 0 0 0 0,-1 0 0 0 0,0-1-1 0 0,0 0 1 0 0,0 0 0 0 0,-1-1 0 0 0,-12 7 0 0 0,-3-1 443 0 0,-1-2 1 0 0,-1 0-1 0 0,-38 8 1 0 0,55-15-324 0 0,6-1-140 0 0,-1-1 1 0 0,1 1 0 0 0,0 0-1 0 0,0-1 1 0 0,0 0 0 0 0,0 1-1 0 0,0-1 1 0 0,0 0-1 0 0,0 0 1 0 0,-1 0 0 0 0,1-1-1 0 0,0 1 1 0 0,0 0 0 0 0,0-1-1 0 0,0 0 1 0 0,0 1-1 0 0,0-1 1 0 0,0 0 0 0 0,0 0-1 0 0,0 0 1 0 0,0 0 0 0 0,0 0-1 0 0,1 0 1 0 0,-1-1-1 0 0,0 1 1 0 0,1-1 0 0 0,-1 1-1 0 0,1-1 1 0 0,0 1 0 0 0,-1-1-1 0 0,1 0 1 0 0,0 0-1 0 0,0 0 1 0 0,0 0 0 0 0,0 0-1 0 0,0 0 1 0 0,1 0 0 0 0,-1 0-1 0 0,1 0 1 0 0,-1 0-1 0 0,1 0 1 0 0,0 0 0 0 0,-1 0-1 0 0,1 0 1 0 0,0-1 0 0 0,1 1-1 0 0,-1 0 1 0 0,0 0-1 0 0,1 0 1 0 0,0-4 0 0 0,3-8-6 0 0,0 1 0 0 0,1-1 1 0 0,0 1-1 0 0,1 0 1 0 0,12-19-1 0 0,44-60 46 0 0,-53 79-32 0 0,52-66 20 0 0,-35 48-35 0 0,-2-1 1 0 0,-1-1-1 0 0,-1-2 0 0 0,25-53 0 0 0,-46 85-22 0 0,0 0 0 0 0,0 0 0 0 0,0 1 0 0 0,0-1 0 0 0,0 0 0 0 0,-1 0 0 0 0,1 0 0 0 0,-1 0 0 0 0,0 0 0 0 0,0 0 1 0 0,0 0-1 0 0,0 0 0 0 0,-1 0 0 0 0,1 0 0 0 0,-1 0 0 0 0,1 1 0 0 0,-1-1 0 0 0,0 0 0 0 0,0 0 0 0 0,-3-3 0 0 0,2 3-24 0 0,0 1 0 0 0,0 0 1 0 0,0 0-1 0 0,0 0 0 0 0,0 0 1 0 0,-1 0-1 0 0,1 0 0 0 0,-1 1 1 0 0,0-1-1 0 0,1 1 0 0 0,-1 0 1 0 0,0 0-1 0 0,0 0 0 0 0,0 0 1 0 0,0 0-1 0 0,0 1 0 0 0,0-1 1 0 0,0 1-1 0 0,-5 0 0 0 0,-11 0-638 0 0,-1 0-1 0 0,1 2 1 0 0,-1 1-1 0 0,1 0 1 0 0,0 1-1 0 0,0 1 1 0 0,0 1 0 0 0,-23 11-1 0 0,21-7-2161 0 0,0 0 0 0 0,0 2 0 0 0,-31 23 0 0 0,37-22-1720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19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13 1444 0 0,'-3'0'1348'0'0,"-39"2"7228"0"0,42-3-8513 0 0,-1 1 0 0 0,1 1 1 0 0,-1-1-1 0 0,1 0 1 0 0,0 0-1 0 0,-1 0 0 0 0,1 0 1 0 0,-1 0-1 0 0,1 0 0 0 0,0 0 1 0 0,-1 0-1 0 0,1 1 0 0 0,0-1 1 0 0,-1 0-1 0 0,1 0 1 0 0,0 1-1 0 0,-1-1 0 0 0,1 0 1 0 0,0 0-1 0 0,-1 1 0 0 0,1-1 1 0 0,0 0-1 0 0,-1 1 1 0 0,8 3 131 0 0,1-1 0 0 0,-1 0 0 0 0,1 0 0 0 0,-1 0 0 0 0,1-1 1 0 0,0 0-1 0 0,0-1 0 0 0,11 1 0 0 0,69 1 204 0 0,-84-3-375 0 0,322-16-143 0 0,-325 16-128 0 0,0-1 1 0 0,0 1 0 0 0,0 0 0 0 0,0 0-1 0 0,1 0 1 0 0,-1-1 0 0 0,0 1-1 0 0,0 0 1 0 0,0-1 0 0 0,0 1 0 0 0,0-1-1 0 0,0 1 1 0 0,0-1 0 0 0,0 0-1 0 0,1-1 1 0 0,-4-11-5500 0 0,-3 6 2888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19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62 1548 0 0,'-52'-62'12665'0'0,"53"64"-12556"0"0,0 0-1 0 0,0 0 1 0 0,0 0 0 0 0,0-1 0 0 0,1 1 0 0 0,-1 0 0 0 0,1 0 0 0 0,-1-1 0 0 0,3 3 0 0 0,1 1 214 0 0,8 9 22 0 0,0 1 0 0 0,-2 1 0 0 0,0 0-1 0 0,0 1 1 0 0,-2 0 0 0 0,0 1 0 0 0,-1-1-1 0 0,11 34 1 0 0,-15-35-276 0 0,-1-1 0 0 0,0 1 0 0 0,-1 0-1 0 0,-1 1 1 0 0,0-1 0 0 0,-2 0 0 0 0,1 0 0 0 0,-2 0 0 0 0,0 0 0 0 0,-1 0 0 0 0,-5 16-1 0 0,-3 1-88 0 0,-1 0-1 0 0,-2 0 0 0 0,-25 42 0 0 0,22-47-2850 0 0,-37 46 0 0 0,38-56-1619 0 0,-1-4-2345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19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53 140 0 0,'-41'-44'12870'0'0,"28"35"-8370"0"0,38 31-2079 0 0,-8-6-1953 0 0,54 57 916 0 0,-3 3-1 0 0,105 156 1 0 0,-155-206-1378 0 0,29 39-1759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0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60 704 0 0,'-25'-53'10611'0'0,"25"53"-10535"0"0,-1-1-1 0 0,1 1 1 0 0,0-1-1 0 0,-1 1 1 0 0,1 0-1 0 0,-1-1 1 0 0,1 1-1 0 0,-1-1 1 0 0,1 1 0 0 0,0 0-1 0 0,-1-1 1 0 0,1 1-1 0 0,-1 0 1 0 0,1 0-1 0 0,-1-1 1 0 0,0 1-1 0 0,1 0 1 0 0,-1 0 0 0 0,1 0-1 0 0,-1 0 1 0 0,1 0-1 0 0,-1 0 1 0 0,0 0-1 0 0,1 0 1 0 0,-1 0-1 0 0,1 0 1 0 0,-1 0-1 0 0,0 0 1 0 0,-14 4 507 0 0,14-3-606 0 0,-7 3 230 0 0,0 0 1 0 0,0 1-1 0 0,1 0 1 0 0,-1 0-1 0 0,1 1 1 0 0,1 0-1 0 0,-1 0 1 0 0,-8 11-1 0 0,5-6 17 0 0,-198 235 1935 0 0,165-184-1938 0 0,2 0-1 0 0,-42 91 0 0 0,41-54-1452 0 0,36-84-408 0 0,5-10-514 0 0,1-4 1616 0 0,0 0-1 0 0,0 0 1 0 0,0 1-1 0 0,0-1 1 0 0,0 0-1 0 0,3 7-2153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0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21 976 0 0,'41'-20'13704'0'0,"-28"20"-12031"0"0,-10 4-1442 0 0,-1 0-1 0 0,0 0 1 0 0,0 1 0 0 0,0-1-1 0 0,-1 1 1 0 0,0-1 0 0 0,1 1 0 0 0,-2 0-1 0 0,1-1 1 0 0,0 10 0 0 0,-2 54 1332 0 0,1-60-1360 0 0,-39 419 3693 0 0,35-397-4303 0 0,-3 14 1967 0 0,7-32-4296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0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53 4 0 0,'-2'-1'2838'0'0,"-41"-19"9680"0"0,39 19-11803 0 0,-1 0 1663 0 0,17 4-2246 0 0,0 0 1 0 0,0-1-1 0 0,0 0 0 0 0,0-1 0 0 0,1 0 1 0 0,12-2-1 0 0,82-8 103 0 0,20-12-290 0 0,-76 10-4275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1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23 568 0 0,'-49'22'11167'0'0,"-64"19"-1"0"0,107-39-10444 0 0,4-2-272 0 0,2 0-409 0 0,0 0 0 0 0,-1 0 0 0 0,1 0 0 0 0,0 0 0 0 0,0 0 0 0 0,0 1 0 0 0,-1-1 0 0 0,1 0 0 0 0,0 0 0 0 0,0 0 0 0 0,-1 0 0 0 0,1 0 0 0 0,0 0 0 0 0,0 0 0 0 0,0 1 0 0 0,-1-1 0 0 0,1 0 0 0 0,0 0 0 0 0,0 0 0 0 0,0 0 0 0 0,0 1 0 0 0,0-1 0 0 0,-1 0 0 0 0,1 0 0 0 0,0 0 0 0 0,0 1 0 0 0,0-1 0 0 0,0 0 0 0 0,0 0 0 0 0,0 1 0 0 0,0-1 0 0 0,0 0 0 0 0,34-2 146 0 0,0-2 0 0 0,47-11-1 0 0,-19 3-228 0 0,90-17-3530 0 0,-82 14-2247 0 0,-36 5-1554 0 0,-18 5 597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2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51 636 0 0,'46'-18'9320'0'0,"-44"17"-8469"0"0,-1 0-486 0 0,0 1 0 0 0,0-1-1 0 0,0 1 1 0 0,0-1 0 0 0,5-4 2189 0 0,-5 4-2189 0 0,-1 1 0 0 0,2-3-1 0 0,-7 0-276 0 0,1 1-1 0 0,-1-1 0 0 0,0 1 0 0 0,0 0 1 0 0,0 1-1 0 0,0-1 0 0 0,0 1 0 0 0,-1 0 1 0 0,1 0-1 0 0,0 0 0 0 0,0 1 0 0 0,-1 0 0 0 0,1 0 1 0 0,-7 1-1 0 0,-7 1-50 0 0,1 0 1 0 0,-36 10-1 0 0,37-6-26 0 0,-1 1 0 0 0,1 0 0 0 0,1 1 0 0 0,-1 1 0 0 0,2 0 0 0 0,-1 2 0 0 0,1-1 0 0 0,1 2-1 0 0,0 0 1 0 0,0 1 0 0 0,1 0 0 0 0,1 1 0 0 0,0 0 0 0 0,1 1 0 0 0,1 0 0 0 0,-13 25 0 0 0,7-8 7 0 0,2 1 0 0 0,1 0 0 0 0,2 1 1 0 0,1 0-1 0 0,2 1 0 0 0,1 0 0 0 0,-3 59 1 0 0,10 230 649 0 0,3-56 111 0 0,-59 457 1020 0 0,16-270-1278 0 0,7 128 574 0 0,22-448-846 0 0,-3 82-79 0 0,14-213-162 0 0,0 1 0 0 0,0-1-1 0 0,0 0 1 0 0,1 1 0 0 0,0-1 0 0 0,0 0 0 0 0,0 0 0 0 0,0 1 0 0 0,0-1 0 0 0,1 0 0 0 0,3 6 0 0 0,-3-7-5 0 0,0-1 1 0 0,1 0 0 0 0,-1 1 0 0 0,1-1 0 0 0,-1 0 0 0 0,1 0 0 0 0,-1 0 0 0 0,1-1 0 0 0,0 1 0 0 0,0-1 0 0 0,0 1 0 0 0,0-1-1 0 0,0 0 1 0 0,0 0 0 0 0,0 0 0 0 0,5 0 0 0 0,6 1-22 0 0,0-1 0 0 0,0 0-1 0 0,1-1 1 0 0,-1 0 0 0 0,20-4 0 0 0,72-16-766 0 0,-89 16 592 0 0,245-69-3905 0 0,-92 10-3879 0 0,-87 27 64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4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26 102 140 0 0,'0'-2'1902'0'0,"-18"-66"9490"0"0,18 66-10828 0 0,-3-6 529 0 0,3 8-1062 0 0,-1 0-1 0 0,1-1 1 0 0,-1 1-1 0 0,1 0 1 0 0,0-1-1 0 0,0 1 1 0 0,-1 0-1 0 0,1-1 0 0 0,0 1 1 0 0,0-1-1 0 0,-1 1 1 0 0,1-1-1 0 0,0 1 1 0 0,0-1-1 0 0,0 1 1 0 0,0-1-1 0 0,0 1 1 0 0,0-1-1 0 0,0 1 0 0 0,0-1 1 0 0,0 1-1 0 0,0-1 1 0 0,0 1-1 0 0,0-1 1 0 0,0 1-1 0 0,0-1 1 0 0,0 1-1 0 0,0-1 0 0 0,1 1 1 0 0,-1 0-1 0 0,0-1 1 0 0,0 1-1 0 0,0-1 1 0 0,1 1-1 0 0,-1-1 1 0 0,0 1-1 0 0,1 0 1 0 0,-1-1-1 0 0,0 1 0 0 0,1 0 1 0 0,-1-1-1 0 0,1 1 1 0 0,-1 0-1 0 0,0 0 1 0 0,1-1-1 0 0,-1 1 1 0 0,1 0-1 0 0,-1 0 0 0 0,1 0 1 0 0,-1-1-1 0 0,2 1 1 0 0,9-1-5 0 0,1 0 1 0 0,0 1-1 0 0,-1 0 1 0 0,1 1 0 0 0,0 1-1 0 0,-1-1 1 0 0,1 2-1 0 0,-1 0 1 0 0,0 0-1 0 0,0 1 1 0 0,0 0-1 0 0,11 7 1 0 0,-14-8-14 0 0,-1 1 0 0 0,0 0 0 0 0,-1 0 0 0 0,1 0 0 0 0,-1 1 0 0 0,1 0-1 0 0,-2 1 1 0 0,1-1 0 0 0,0 1 0 0 0,-1 0 0 0 0,0 1 0 0 0,-1-1 0 0 0,1 1 0 0 0,-1 0 0 0 0,-1 0 0 0 0,1 0 0 0 0,-1 0 0 0 0,4 15 0 0 0,-6-14 70 0 0,-1-1 0 0 0,0 1 0 0 0,0 0 0 0 0,-1-1 0 0 0,0 1 0 0 0,0 0 0 0 0,-1-1 0 0 0,0 1 0 0 0,0-1 1 0 0,0 0-1 0 0,-1 0 0 0 0,-1 0 0 0 0,1 0 0 0 0,-1 0 0 0 0,-8 11 0 0 0,-8 8 463 0 0,0-1 0 0 0,-34 31 0 0 0,42-45-386 0 0,-3 4 38 0 0,0-1 92 0 0,-26 33 0 0 0,40-45-222 0 0,1-2-62 0 0,0 1 0 0 0,0-1 0 0 0,0 1 1 0 0,0-1-1 0 0,0 1 0 0 0,0 0 1 0 0,0-1-1 0 0,1 1 0 0 0,-1-1 1 0 0,0 1-1 0 0,0-1 0 0 0,1 1 0 0 0,-1-1 1 0 0,0 1-1 0 0,1-1 0 0 0,-1 0 1 0 0,0 1-1 0 0,1-1 0 0 0,-1 1 0 0 0,1-1 1 0 0,-1 0-1 0 0,0 1 0 0 0,1-1 1 0 0,-1 0-1 0 0,1 0 0 0 0,-1 1 0 0 0,2-1 1 0 0,21 5 74 0 0,28-6-29 0 0,-45 0-37 0 0,114-10 53 0 0,41-2-4349 0 0,-116 15-188 0 0,-17 5-1645 0 0,-16-4 1751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4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47 229 200 0 0,'-2'0'3971'0'0,"-14"-2"1302"0"0,-4 2 332 0 0,12 1-3216 0 0,11-1-2107 0 0,25 3 96 0 0,0-1 1 0 0,44-3-1 0 0,-16 0-211 0 0,-56 1-166 0 0,188-5 336 0 0,-185 5-343 0 0,15-2-1736 0 0</inkml:trace>
  <inkml:trace contextRef="#ctx0" brushRef="#br0" timeOffset="1">666 61 96 0 0,'21'-61'21647'0'0,"-19"66"-21504"0"0,0-1-1 0 0,-1 0 1 0 0,0 1-1 0 0,0-1 1 0 0,0 1-1 0 0,0-1 1 0 0,0 1-1 0 0,-1 6 1 0 0,-1 43 409 0 0,0-43-462 0 0,-19 209 186 0 0,-3-112-4486 0 0,14-78-1746 0 0,-19 43 1 0 0,20-57 536 0 0</inkml:trace>
  <inkml:trace contextRef="#ctx0" brushRef="#br0" timeOffset="2">155 1109 656 0 0,'4'-79'21487'0'0,"-6"83"-21402"0"0,1 1 0 0 0,0 0 0 0 0,0-1 0 0 0,1 1 0 0 0,-1 0 0 0 0,1-1 0 0 0,1 6 0 0 0,-3 18 135 0 0,-2 1-1 0 0,0-1 0 0 0,-12 39 1 0 0,2-7-75 0 0,8-31-124 0 0,-10 49-1668 0 0,12-27-3675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5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697 162 696 0 0,'-7'-12'2951'0'0,"0"0"0"0"0,0 0-1 0 0,-15-17 796 0 0,18 23-2269 0 0,-3-6 2215 0 0,8 11-3658 0 0,-1 1-1 0 0,0 0 0 0 0,0-1 1 0 0,0 1-1 0 0,0-1 1 0 0,0 1-1 0 0,0 0 0 0 0,0-1 1 0 0,1 1-1 0 0,-1 0 0 0 0,0-1 1 0 0,0 1-1 0 0,1 0 1 0 0,-1-1-1 0 0,0 1 0 0 0,0 0 1 0 0,1-1-1 0 0,-1 1 1 0 0,0 0-1 0 0,1 0 0 0 0,-1-1 1 0 0,0 1-1 0 0,1 0 0 0 0,-1 0 1 0 0,1 0-1 0 0,-1 0 1 0 0,0 0-1 0 0,1-1 0 0 0,-1 1 1 0 0,1 0-1 0 0,-1 0 1 0 0,0 0-1 0 0,1 0 0 0 0,-1 0 1 0 0,1 0-1 0 0,-1 0 0 0 0,1 1 1 0 0,68-10 359 0 0,290-35 127 0 0,-324 38-480 0 0,-5 1 164 0 0,49-1 0 0 0,-78 6-200 0 0,-1-1 1 0 0,1 1-1 0 0,0 0 0 0 0,-1 0 0 0 0,1 0 0 0 0,-1 0 1 0 0,1 1-1 0 0,-1-1 0 0 0,1 0 0 0 0,-1 0 0 0 0,1 0 0 0 0,-1 0 1 0 0,1 0-1 0 0,-1 1 0 0 0,1-1 0 0 0,-1 0 0 0 0,0 0 1 0 0,1 1-1 0 0,-1-1 0 0 0,1 0 0 0 0,-1 1 0 0 0,0-1 0 0 0,1 1 1 0 0,-1-1-1 0 0,0 0 0 0 0,1 1 0 0 0,-1-1 0 0 0,0 1 1 0 0,1-1-1 0 0,-1 1 0 0 0,0-1 0 0 0,0 1 0 0 0,0-1 1 0 0,0 1-1 0 0,1-1 0 0 0,-1 1 0 0 0,-4 21 286 0 0,2-9-21 0 0,-23 132 1773 0 0,8-53-895 0 0,-48 429 2226 0 0,42-313-2844 0 0,-43 599-57 0 0,30-193-65 0 0,3-390 1069 0 0,32-221-1447 0 0,-6 40 700 0 0,7-41-630 0 0,-8 33 423 0 0,8-33-515 0 0,1-1-1 0 0,-1 1 1 0 0,-1-1-1 0 0,1 1 1 0 0,0-1-1 0 0,0 1 0 0 0,0-1 1 0 0,-1 0-1 0 0,1 1 1 0 0,-1-1-1 0 0,1 1 0 0 0,-1-1 1 0 0,0 0-1 0 0,1 1 1 0 0,-1-1-1 0 0,0 0 0 0 0,0 0 1 0 0,0 0-1 0 0,0 0 1 0 0,-2 2-1 0 0,0 0-18 0 0,0 0 1 0 0,0-1-1 0 0,0 0 1 0 0,-1 0-1 0 0,1 0 0 0 0,-1 0 1 0 0,1 0-1 0 0,-1-1 1 0 0,1 1-1 0 0,-8 1 0 0 0,-45 6-474 0 0,36-6 181 0 0,-353 44-8150 0 0,121-25-1015 0 0,55-8-2049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6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47 1884 0 0,'-3'-11'6249'0'0,"-6"-25"3594"0"0,6 80-9672 0 0,10 170 17 0 0,-2-41-39 0 0,-1-119-717 0 0,0-3-2890 0 0,-3-18-3987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6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620 58 1928 0 0,'-7'-25'7304'0'0,"3"11"-4576"0"0,3 12-1972 0 0,-2-8 2160 0 0,3 9-2838 0 0,0 1 0 0 0,-1-1-1 0 0,1 1 1 0 0,-1-1 0 0 0,1 1-1 0 0,-1-1 1 0 0,1 1 0 0 0,-1 0 0 0 0,0-1-1 0 0,1 1 1 0 0,-1 0 0 0 0,1 0 0 0 0,-1-1-1 0 0,0 1 1 0 0,1 0 0 0 0,-1 0-1 0 0,0 0 1 0 0,1 0 0 0 0,-1 0 0 0 0,0 0-1 0 0,1 0 1 0 0,-1 0 0 0 0,0 0 0 0 0,1 0-1 0 0,-1 0 1 0 0,0 0 0 0 0,1 0-1 0 0,-1 0 1 0 0,1 1 0 0 0,-1-1 0 0 0,0 0-1 0 0,1 0 1 0 0,-1 1 0 0 0,1-1 0 0 0,-1 1-1 0 0,0-1 1 0 0,1 0 0 0 0,-1 1-1 0 0,-27 22 9 0 0,21-16 215 0 0,-235 183 1139 0 0,169-136-1227 0 0,-102 73 115 0 0,137-99-158 0 0,36-26-167 0 0,-14 6-146 0 0,60-16-18514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7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95 1464 0 0,'-8'-14'4945'0'0,"5"9"-4166"0"0,0 1 0 0 0,1-1 1 0 0,-1 1-1 0 0,1-1 0 0 0,0 0 1 0 0,0 0-1 0 0,1 0 0 0 0,-2-7 1 0 0,3 10-402 0 0,4-11 483 0 0,3-2-268 0 0,-6 14-435 0 0,2 1-120 0 0,-1 0-30 0 0,0 1-1 0 0,0-1 1 0 0,-1 0 0 0 0,1 1 0 0 0,0-1 0 0 0,0 1-1 0 0,0-1 1 0 0,-1 1 0 0 0,1 0 0 0 0,0 0 0 0 0,-1 0-1 0 0,1 0 1 0 0,-1 0 0 0 0,1 0 0 0 0,-1 0 0 0 0,1 1 0 0 0,-1-1-1 0 0,0 0 1 0 0,2 4 0 0 0,-1-3 47 0 0,-1 1-1 0 0,0 0 1 0 0,0 0 0 0 0,0 0 0 0 0,0 0-1 0 0,0 0 1 0 0,-1 0 0 0 0,1 0 0 0 0,-1 0-1 0 0,0 0 1 0 0,0 4 0 0 0,-1 3 193 0 0,-1 1 1 0 0,1-1-1 0 0,-2 0 1 0 0,0 0 0 0 0,0 0-1 0 0,-6 13 1 0 0,-3 0 216 0 0,0 0 0 0 0,-2-1 1 0 0,-19 24-1 0 0,-54 58 598 0 0,64-79-842 0 0,-5 9 66 0 0,27-33-226 0 0,2 0-55 0 0,-1-1 1 0 0,1 1-1 0 0,-1-1 1 0 0,1 0-1 0 0,-1 1 1 0 0,1-1-1 0 0,-1 1 1 0 0,1-1-1 0 0,-1 0 1 0 0,1 1-1 0 0,-1-1 1 0 0,1 0-1 0 0,0 0 1 0 0,-1 1 0 0 0,1-1-1 0 0,0 0 1 0 0,-1 0-1 0 0,2 0 1 0 0,229-68 57 0 0,-145 39-1014 0 0,-6 0-2659 0 0,-27 6-4550 0 0,-32 11 1596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7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61 104 756 0 0,'-25'-19'9539'0'0,"2"3"-3246"0"0,22 16-6144 0 0,1 0 0 0 0,-1 0 0 0 0,0-1 0 0 0,1 1 1 0 0,-1 0-1 0 0,0-1 0 0 0,1 1 0 0 0,-1 0 1 0 0,0-1-1 0 0,1 1 0 0 0,-1-1 0 0 0,1 1 1 0 0,-1-1-1 0 0,1 1 0 0 0,-1-1 0 0 0,1 0 1 0 0,-1 0-1 0 0,0 1-127 0 0,1-1 0 0 0,0 1 0 0 0,0 0 0 0 0,0-1 0 0 0,0 1 0 0 0,-1-1 0 0 0,1 1 0 0 0,0 0 0 0 0,0-1 0 0 0,0 1 0 0 0,0 0 0 0 0,0-1 0 0 0,0 1 0 0 0,0 0 0 0 0,0-1 0 0 0,0 1 0 0 0,0-1 0 0 0,0 1 0 0 0,0 0 0 0 0,0-1 0 0 0,1 1 0 0 0,-1 0 0 0 0,0-1 0 0 0,0 1 0 0 0,0 0 0 0 0,0-1 0 0 0,1 1 0 0 0,-1 0 0 0 0,0-1 0 0 0,0 1 0 0 0,1 0 0 0 0,-1 0 0 0 0,0-1 0 0 0,0 1 0 0 0,1 0 0 0 0,-1 0 0 0 0,0-1 0 0 0,1 1 0 0 0,-1 0 0 0 0,0 0 0 0 0,1 0 0 0 0,-1 0 0 0 0,0 0 0 0 0,1-1 0 0 0,27-8-18 0 0,0 1-1 0 0,51-9 1 0 0,13 5-4709 0 0,-89 11 3781 0 0,16 2-1615 0 0,4 4-7164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7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82 2408 0 0,'-65'46'16210'0'0,"77"-48"-16123"0"0,1 0-1 0 0,0 0 0 0 0,-1-2 0 0 0,20-6 0 0 0,-9 2-139 0 0,26-7-698 0 0,82-26-3184 0 0,-44 12-2646 0 0,-47 15 1256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8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79 252 0 0,'-16'-9'5480'0'0,"10"5"-3895"0"0,-1 1 0 0 0,1-1 0 0 0,0-1 0 0 0,-6-5 0 0 0,11 10-1520 0 0,1-1 0 0 0,-1 1 0 0 0,1-1 0 0 0,0 0 0 0 0,-1 1 0 0 0,1-1 0 0 0,0 1 0 0 0,0-1 1 0 0,-1 0-1 0 0,1 1 0 0 0,0-1 0 0 0,0 0 0 0 0,0 1 0 0 0,0-1 0 0 0,0 0 0 0 0,-1 1 1 0 0,1-1-1 0 0,1 0 0 0 0,-1 1 0 0 0,0-1 0 0 0,0 0 0 0 0,0 1 0 0 0,0-1 0 0 0,0 0 0 0 0,1 1 1 0 0,-1-1-1 0 0,0 1 0 0 0,0-1 0 0 0,1 0 0 0 0,-1 1 0 0 0,1-1 0 0 0,-1 1 0 0 0,0-1 0 0 0,1 1 1 0 0,-1-1-1 0 0,1 1 0 0 0,-1-1 0 0 0,1 1 0 0 0,-1 0 0 0 0,1-1 0 0 0,0 1 0 0 0,-1 0 0 0 0,1-1 1 0 0,0 1-1 0 0,3-3 45 0 0,0 1 1 0 0,0 0-1 0 0,0 0 1 0 0,0 1 0 0 0,6-3-1 0 0,-2 3-37 0 0,0-1 1 0 0,0 1-1 0 0,0 1 0 0 0,0-1 0 0 0,0 2 0 0 0,0-1 1 0 0,0 1-1 0 0,0 0 0 0 0,-1 0 0 0 0,1 1 0 0 0,9 3 0 0 0,-13-3-7 0 0,0-1 0 0 0,0 1 0 0 0,0 0 0 0 0,-1 0-1 0 0,1 1 1 0 0,-1-1 0 0 0,1 1 0 0 0,-1-1-1 0 0,0 1 1 0 0,0 0 0 0 0,0 0 0 0 0,0 1-1 0 0,-1-1 1 0 0,1 0 0 0 0,-1 1 0 0 0,0 0 0 0 0,0-1-1 0 0,0 1 1 0 0,-1 0 0 0 0,1 0 0 0 0,-1 0-1 0 0,2 7 1 0 0,-3-2 70 0 0,1 0 0 0 0,-1 1-1 0 0,-1-1 1 0 0,0 0 0 0 0,0 0-1 0 0,-1-1 1 0 0,0 1 0 0 0,0 0 0 0 0,-1 0-1 0 0,0-1 1 0 0,-1 0 0 0 0,0 1-1 0 0,-6 9 1 0 0,-10 13 429 0 0,-43 54 0 0 0,56-76-467 0 0,-80 92 913 0 0,-25 32 872 0 0,111-132-1813 0 0,32 1 106 0 0,286-51-94 0 0,-222 33-103 0 0,-35 6-4 0 0,21-3-341 0 0,-33 4-2635 0 0,-46 8 2036 0 0,1 1-121 0 0,7 0-149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9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64 372 0 0,'0'-22'14364'0'0,"9"20"-14159"0"0,0 1 1 0 0,1 1-1 0 0,-1 0 1 0 0,0 0-1 0 0,11 2 1 0 0,18 1 20 0 0,221-11 249 0 0,-150-3-4227 0 0,-92 5 1381 0 0,-17 6 2151 0 0,1 0 0 0 0,-1 0 0 0 0,1 0 0 0 0,-1 0 0 0 0,1-1 0 0 0,0 1 0 0 0,-1 0 0 0 0,1-1 0 0 0,4-7-3081 0 0,-8 0 439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9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95 3728 0 0,'-15'-11'1506'0'0,"1"0"-1"0"0,-19-20 1 0 0,-12-10 3871 0 0,49 41-5191 0 0,0 1 1 0 0,0 0 0 0 0,0 0-1 0 0,-1 1 1 0 0,1-1-1 0 0,0 1 1 0 0,-1 0-1 0 0,1 0 1 0 0,-1 0 0 0 0,0 0-1 0 0,0 1 1 0 0,0-1-1 0 0,0 1 1 0 0,0 0-1 0 0,0 0 1 0 0,-1 0 0 0 0,3 3-1 0 0,2 3 40 0 0,0 0 0 0 0,-1 1 0 0 0,-1-1-1 0 0,1 1 1 0 0,3 12 0 0 0,-6-12-145 0 0,0 0 1 0 0,-1 1-1 0 0,0-1 1 0 0,-1 1-1 0 0,0-1 1 0 0,-1 1-1 0 0,0-1 1 0 0,-1 1-1 0 0,0-1 1 0 0,-1 1-1 0 0,0-1 1 0 0,0 1-1 0 0,-1-1 0 0 0,-5 11 1 0 0,-7 16-223 0 0,-2-1-1 0 0,-29 46 1 0 0,36-66-91 0 0,-10 19-2212 0 0,10-13-2713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9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41 1112 0 0,'-16'-16'6578'0'0,"12"13"-5336"0"0,0-1 0 0 0,0 0 0 0 0,0 1 0 0 0,-1 0 0 0 0,-6-4-1 0 0,11 7-1204 0 0,0 0 0 0 0,0 0 0 0 0,-1 0 0 0 0,1 0 0 0 0,0 0 0 0 0,0 0 0 0 0,0 0 0 0 0,-1 0 0 0 0,1 0 0 0 0,0 0 0 0 0,0 0 0 0 0,0 0 0 0 0,-1 0 0 0 0,1 1 0 0 0,0-1-1 0 0,0 0 1 0 0,0 0 0 0 0,0 0 0 0 0,-1 0 0 0 0,1 0 0 0 0,0 0 0 0 0,0 1 0 0 0,0-1 0 0 0,0 0 0 0 0,0 0 0 0 0,0 0 0 0 0,-1 1 0 0 0,1-1 0 0 0,0 0 0 0 0,0 0 0 0 0,0 0 0 0 0,0 0 0 0 0,0 1-1 0 0,0-1 1 0 0,0 0 0 0 0,0 0 0 0 0,0 0 0 0 0,0 1 0 0 0,0-1 0 0 0,0 0 0 0 0,0 0 0 0 0,0 1 0 0 0,0-1 0 0 0,0 0 0 0 0,0 0 0 0 0,0 0 0 0 0,0 0 0 0 0,0 1 0 0 0,0-1 0 0 0,1 0 0 0 0,-1 0-1 0 0,0 1 1 0 0,2 12 761 0 0,-2-13-763 0 0,15 35 850 0 0,1-2 0 0 0,1 0 0 0 0,2-2 0 0 0,39 51 0 0 0,52 86 163 0 0,-66-79-1835 0 0,-31-58-1754 0 0,8 32 0 0 0,-20-54 15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2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79 788 0 0,'-3'-15'3666'0'0,"-1"0"-1"0"0,0 1 1 0 0,-10-21 1689 0 0,12 35-5241 0 0,1 1 0 0 0,0-1 0 0 0,0 1 0 0 0,0-1 0 0 0,-1 1 0 0 0,1-1 1 0 0,0 1-1 0 0,0-1 0 0 0,0 1 0 0 0,0 0 0 0 0,0 0 0 0 0,0 0 0 0 0,0 0 0 0 0,0-1 0 0 0,0 1 0 0 0,1 0 0 0 0,-2 2 0 0 0,-15 23 1027 0 0,8-12-618 0 0,-195 238 2147 0 0,127-161-2355 0 0,65-76-361 0 0,-1-1-362 0 0,1 0 0 0 0,0 1 1 0 0,1 1-1 0 0,1 0 0 0 0,1 0 1 0 0,-9 21-1 0 0,18-36 213 0 0,-1 0 0 0 0,1 0 0 0 0,0 0 0 0 0,0 0 0 0 0,0 0 0 0 0,-1 0 0 0 0,1 1 0 0 0,1-1 0 0 0,-1 0 0 0 0,0 0 0 0 0,0 0 0 0 0,0 0 0 0 0,1 0 0 0 0,-1 0 0 0 0,0 0 0 0 0,1 0 0 0 0,-1 1 0 0 0,1-1 0 0 0,0 1 0 0 0,33 7-14443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0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69 2276 0 0,'0'-36'13428'0'0,"-1"33"-13116"0"0,1 2-213 0 0,0 0 0 0 0,0 0-1 0 0,0 0 1 0 0,-1 0 0 0 0,1 0 0 0 0,0 0-1 0 0,0 0 1 0 0,0 0 0 0 0,0 0 0 0 0,1 0-1 0 0,-1 0 1 0 0,0 0 0 0 0,0 1-1 0 0,1-1 1 0 0,-1 0 0 0 0,0 0 0 0 0,1 0-1 0 0,-1 0 1 0 0,1 0 0 0 0,-1 0 0 0 0,1 1-1 0 0,-1-1 1 0 0,1 0 0 0 0,0 0 0 0 0,-1 1-1 0 0,1-1 1 0 0,0 0 0 0 0,-1 1 0 0 0,1-1-1 0 0,0 1 1 0 0,0-1 0 0 0,0 1 0 0 0,0-1-1 0 0,0 1 1 0 0,0 0 0 0 0,-1-1 0 0 0,1 1-1 0 0,0 0 1 0 0,0 0 0 0 0,2 0 0 0 0,4 0-67 0 0,0 0 0 0 0,1 1 1 0 0,-1-1-1 0 0,0 2 1 0 0,1-1-1 0 0,-1 1 0 0 0,0 0 1 0 0,0 1-1 0 0,0 0 0 0 0,0 0 1 0 0,8 6-1 0 0,-11-7-2 0 0,0 1 0 0 0,-1 0 0 0 0,0 0-1 0 0,0 0 1 0 0,0 0 0 0 0,0 1 0 0 0,0-1-1 0 0,-1 1 1 0 0,1 0 0 0 0,-1-1 0 0 0,0 1-1 0 0,0 0 1 0 0,0 0 0 0 0,-1 1 0 0 0,0-1-1 0 0,0 0 1 0 0,0 0 0 0 0,0 1 0 0 0,0-1-1 0 0,-1 0 1 0 0,0 7 0 0 0,0-1 89 0 0,-1 0 1 0 0,0 0-1 0 0,-1 0 0 0 0,0 0 1 0 0,-1 0-1 0 0,0 0 0 0 0,-1 0 1 0 0,0-1-1 0 0,0 1 1 0 0,-1-1-1 0 0,-9 13 0 0 0,-7 7 348 0 0,-1-2 1 0 0,-27 26-1 0 0,-12 15 223 0 0,52-59-563 0 0,0 2 104 0 0,9-11-229 0 0,0 0-1 0 0,0 1 1 0 0,0-1-1 0 0,0 0 1 0 0,0 0 0 0 0,0 1-1 0 0,1-1 1 0 0,-1 0-1 0 0,0 0 1 0 0,0 1-1 0 0,0-1 1 0 0,0 0-1 0 0,1 0 1 0 0,-1 0-1 0 0,0 1 1 0 0,0-1 0 0 0,0 0-1 0 0,1 0 1 0 0,-1 0-1 0 0,0 0 1 0 0,0 0-1 0 0,1 1 1 0 0,-1-1-1 0 0,0 0 1 0 0,0 0-1 0 0,1 0 1 0 0,-1 0 0 0 0,0 0-1 0 0,0 0 1 0 0,1 0-1 0 0,-1 0 1 0 0,0 0-1 0 0,1 0 1 0 0,-1 0-1 0 0,0 0 1 0 0,0 0-1 0 0,1 0 1 0 0,-1 0 0 0 0,0 0-1 0 0,0 0 1 0 0,1 0-1 0 0,-1-1 1 0 0,1 1-1 0 0,5-1-13 0 0,0 0-1 0 0,0-1 0 0 0,0 0 0 0 0,0 0 0 0 0,0 0 1 0 0,11-7-1 0 0,1 1-14 0 0,249-120-2829 0 0,-49 21-3701 0 0,-118 62-300 0 0,-48 23 589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0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69 328 0 0,'-85'-12'13404'0'0,"82"12"-12563"0"0,-15-4 1931 0 0,12 3-2223 0 0,6-1-167 0 0,13-3 4 0 0,31-4-286 0 0,-36 7-15 0 0,127-20-172 0 0,-47 11-5192 0 0,-67 10-521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0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 1692 0 0,'-103'65'12378'0'0,"103"-65"-12277"0"0,-1 1 0 0 0,1-1 0 0 0,-1 0 0 0 0,1 0 0 0 0,-1 1 0 0 0,1-1 0 0 0,0 0 0 0 0,-1 1 0 0 0,1-1 0 0 0,-1 0 0 0 0,1 1 0 0 0,0-1 1 0 0,-1 0-1 0 0,1 1 0 0 0,0-1 0 0 0,0 1 0 0 0,-1-1 0 0 0,1 1 0 0 0,0-1 0 0 0,0 1 0 0 0,0-1 0 0 0,-1 1 0 0 0,1 0 0 0 0,8 5 689 0 0,17-2-405 0 0,29-7-614 0 0,1-2-1 0 0,74-18 1 0 0,-37 6-1968 0 0,23-3-3917 0 0,-56 8-153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638 49 1148 0 0,'5'-36'21407'0'0,"-10"34"-21316"0"0,-1 0-1 0 0,1 0 1 0 0,-1 0-1 0 0,0 1 1 0 0,1 0-1 0 0,-8-1 1 0 0,-11 2-59 0 0,-1 0-1 0 0,1 2 1 0 0,-36 7 0 0 0,52-7-36 0 0,1 0 1 0 0,-1 0-1 0 0,1 1 1 0 0,-1 0 0 0 0,1 1-1 0 0,0-1 1 0 0,0 1-1 0 0,1 1 1 0 0,-1-1-1 0 0,1 1 1 0 0,0 1-1 0 0,0-1 1 0 0,0 1 0 0 0,1 0-1 0 0,-6 7 1 0 0,-1 7 176 0 0,0 1-1 0 0,1 0 1 0 0,2 1 0 0 0,0 0 0 0 0,1 0 0 0 0,1 1-1 0 0,1 0 1 0 0,-4 36 0 0 0,2 21 600 0 0,2 94 1 0 0,5-101-316 0 0,-4 153 459 0 0,-12 368 320 0 0,11-468-1206 0 0,-19 330 477 0 0,-25-2 727 0 0,-58 211 783 0 0,90-552-2018 0 0,-6 210 0 0 0,24-308-10 0 0,1 1 0 0 0,1 0 0 0 0,0 0 0 0 0,1 0 0 0 0,0-1 0 0 0,1 0 0 0 0,10 24 0 0 0,-11-33-9 0 0,-1 0 0 0 0,1-1 0 0 0,1 1-1 0 0,-1-1 1 0 0,1 0 0 0 0,-1 0 0 0 0,1 0 0 0 0,1 0 0 0 0,-1-1 0 0 0,1 0 0 0 0,0 0 0 0 0,0 0 0 0 0,0 0-1 0 0,0-1 1 0 0,1 0 0 0 0,-1 0 0 0 0,1 0 0 0 0,0-1 0 0 0,0 0 0 0 0,0 0 0 0 0,0 0 0 0 0,6 0 0 0 0,9 0-750 0 0,-1-2 1 0 0,1 0 0 0 0,0-1 0 0 0,-1-1 0 0 0,0-1 0 0 0,1-1 0 0 0,23-8-1 0 0,9-5-2785 0 0,71-34 0 0 0,-46 13-2886 0 0,2-5-3710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2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281 110 1608 0 0,'-3'-17'2668'0'0,"0"0"0"0"0,-1 1 0 0 0,-6-18 0 0 0,9 33-2269 0 0,-3-2 499 0 0,4 2-884 0 0,0 1-1 0 0,0 0 1 0 0,0 0 0 0 0,0 0-1 0 0,0 0 1 0 0,-1-1-1 0 0,1 1 1 0 0,0 0 0 0 0,0 0-1 0 0,0 0 1 0 0,0 0 0 0 0,0 0-1 0 0,0 0 1 0 0,-1 0-1 0 0,1-1 1 0 0,0 1 0 0 0,0 0-1 0 0,0 0 1 0 0,0 0 0 0 0,-1 0-1 0 0,1 0 1 0 0,0 0-1 0 0,0 0 1 0 0,0 0 0 0 0,0 0-1 0 0,-1 0 1 0 0,1 0-1 0 0,0 0 1 0 0,0 0 0 0 0,0 0-1 0 0,0 0 1 0 0,-1 0 0 0 0,1 0-1 0 0,0 0 1 0 0,0 0-1 0 0,0 0 1 0 0,0 0 0 0 0,-1 0-1 0 0,1 1 1 0 0,0-1 0 0 0,0 0-1 0 0,0 0 1 0 0,0 0-1 0 0,0 0 1 0 0,-1 0 0 0 0,1 0-1 0 0,0 0 1 0 0,0 1 0 0 0,0-1-1 0 0,0 0 1 0 0,0 0-1 0 0,0 0 1 0 0,0 1 0 0 0,-5 4 263 0 0,0 1 0 0 0,1-1 0 0 0,-1 1 1 0 0,2 0-1 0 0,-1 1 0 0 0,1-1 0 0 0,0 1 1 0 0,0-1-1 0 0,-2 10 0 0 0,-6 10 386 0 0,-4 7-127 0 0,2 1-1 0 0,1 0 0 0 0,1 1 0 0 0,2 0 1 0 0,-8 66-1 0 0,16-90-433 0 0,1 1 0 0 0,0 0 0 0 0,0 0 1 0 0,1-1-1 0 0,1 1 0 0 0,0 0 0 0 0,0-1 0 0 0,1 1 0 0 0,1-1 1 0 0,5 11-1 0 0,-7-17-74 0 0,0 0 1 0 0,1-1 0 0 0,0 0-1 0 0,0 0 1 0 0,0 0 0 0 0,1 0-1 0 0,-1 0 1 0 0,1 0 0 0 0,0-1 0 0 0,0 0-1 0 0,0 0 1 0 0,0 0 0 0 0,1 0-1 0 0,-1-1 1 0 0,1 1 0 0 0,-1-1-1 0 0,1 0 1 0 0,0-1 0 0 0,0 1-1 0 0,0-1 1 0 0,0 0 0 0 0,0 0-1 0 0,0-1 1 0 0,0 1 0 0 0,6-1-1 0 0,4-1 38 0 0,-1-1 0 0 0,0 0 0 0 0,0-1 0 0 0,0 0 0 0 0,-1-1 0 0 0,1-1 0 0 0,-1 0 0 0 0,0-1 0 0 0,0 0 0 0 0,-1-1-1 0 0,0-1 1 0 0,0 0 0 0 0,-1 0 0 0 0,1-1 0 0 0,-2 0 0 0 0,0-1 0 0 0,0-1 0 0 0,15-19 0 0 0,-16 19 16 0 0,-1-1 1 0 0,-1 1-1 0 0,0-1 1 0 0,0-1 0 0 0,-1 1-1 0 0,-1-1 1 0 0,0 0-1 0 0,-1 0 1 0 0,0-1-1 0 0,-1 1 1 0 0,0-1-1 0 0,-1 0 1 0 0,-1 0 0 0 0,0 1-1 0 0,-1-1 1 0 0,0 0-1 0 0,-1 0 1 0 0,-1 0-1 0 0,-4-17 1 0 0,2 20-103 0 0,1 1 1 0 0,-2 0-1 0 0,1 1 0 0 0,-1-1 1 0 0,-1 1-1 0 0,0 0 0 0 0,0 0 1 0 0,0 1-1 0 0,-1 0 0 0 0,-1 0 1 0 0,1 0-1 0 0,-1 1 0 0 0,-1 0 0 0 0,1 1 1 0 0,-1 0-1 0 0,0 0 0 0 0,-1 1 1 0 0,1 0-1 0 0,-1 1 0 0 0,-12-5 1 0 0,8 5-379 0 0,1 0-1 0 0,0 1 1 0 0,-1 1 0 0 0,0 0 0 0 0,0 1 0 0 0,0 0 0 0 0,1 1-1 0 0,-1 1 1 0 0,0 0 0 0 0,0 1 0 0 0,1 1 0 0 0,-1 0 0 0 0,1 0-1 0 0,-1 1 1 0 0,-15 8 0 0 0,7 0-1665 0 0,1 0-1 0 0,0 2 1 0 0,0 0 0 0 0,-36 35-1 0 0,26-17-4164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3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56 2204 0 0,'0'-2'1960'0'0,"4"-42"8265"0"0,-4 34-7915 0 0,6 56-998 0 0,-2-17-792 0 0,-1 0 1 0 0,-1 52-1 0 0,-6-39-930 0 0,-2-1 0 0 0,-14 50-1 0 0,-13 22-8720 0 0,22-80 2325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3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42 2308 0 0,'13'-21'7030'0'0,"-5"7"-3100"0"0,-8 14-3802 0 0,0 0 0 0 0,0-1-1 0 0,3-3 1791 0 0,-2 4-1790 0 0,-1-1 0 0 0,0 1 0 0 0,1 0 0 0 0,-1 0-1 0 0,0 0 1 0 0,1 0 0 0 0,1 4 78 0 0,-1 1 0 0 0,1 0 0 0 0,-1-1 0 0 0,0 1-1 0 0,-1 0 1 0 0,1 0 0 0 0,-1 0 0 0 0,0 0 0 0 0,0 0 0 0 0,-1 7 0 0 0,-12 55 669 0 0,8-47-731 0 0,-18 64 327 0 0,2-15-1724 0 0,12-21-2461 0 0,9-45 2983 0 0,0-1 0 0 0,0 0 0 0 0,0 0-1 0 0,0 1 1 0 0,0-1 0 0 0,1 0 0 0 0,-1 0 0 0 0,2 4-1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5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837 128 1700 0 0,'-13'-8'4007'0'0,"-35"-22"3839"0"0,46 29-7588 0 0,1 1 0 0 0,-1-1-1 0 0,1 0 1 0 0,0 0 0 0 0,-1 0 0 0 0,1 0 0 0 0,0 0 0 0 0,0 0 0 0 0,0 0 0 0 0,0-1 0 0 0,-1-1 0 0 0,4 1-228 0 0,1-1-1 0 0,0 0 1 0 0,0 1-1 0 0,0-1 1 0 0,1 1 0 0 0,-1 0-1 0 0,1 0 1 0 0,-1 0-1 0 0,1 1 1 0 0,0-1-1 0 0,-1 1 1 0 0,6-1 0 0 0,55-13 31 0 0,-48 12-40 0 0,0 0-12 0 0,29-6 11 0 0,1 1-1 0 0,-1 3 0 0 0,59 0 1 0 0,-94 5-29 0 0,-4 0 10 0 0,-2 0 36 0 0,0 0-1 0 0,0 0 0 0 0,-1 0 1 0 0,1 1-1 0 0,0 0 0 0 0,-1-1 0 0 0,1 1 1 0 0,-1 1-1 0 0,1-1 0 0 0,-1 0 1 0 0,1 1-1 0 0,-1 0 0 0 0,0 0 1 0 0,0 0-1 0 0,0 0 0 0 0,0 0 1 0 0,0 1-1 0 0,0-1 0 0 0,-1 1 1 0 0,4 3-1 0 0,-1 2 168 0 0,0 0 1 0 0,-1 0-1 0 0,0 1 0 0 0,0-1 0 0 0,4 18 1 0 0,-1-4 20 0 0,6 14 145 0 0,-3 1 0 0 0,10 57-1 0 0,2 79 55 0 0,-14-103-300 0 0,57 752 947 0 0,-84-14-667 0 0,8-658-359 0 0,-36 656 537 0 0,47-800-579 0 0,-30 553 1039 0 0,-25-169 1212 0 0,42-309-1929 0 0,13-79-300 0 0,-1 1 0 0 0,1-1 0 0 0,0 1-1 0 0,-1-1 1 0 0,0 1 0 0 0,0-1 0 0 0,0 1 0 0 0,0-1 0 0 0,0 0-1 0 0,0 1 1 0 0,0-1 0 0 0,-1 0 0 0 0,1 0 0 0 0,-1 0-1 0 0,0 0 1 0 0,1 0 0 0 0,-1 0 0 0 0,0-1 0 0 0,0 1 0 0 0,0 0-1 0 0,-1-1 1 0 0,1 0 0 0 0,-4 3 0 0 0,-2-2-6 0 0,0 0 0 0 0,0-1 0 0 0,0 1 0 0 0,0-1 0 0 0,0-1 0 0 0,-9 0 0 0 0,5 0 0 0 0,-497-11-5458 0 0,243 1-392 0 0,99 4 298 0 0,-10 0-2799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6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1932 0 0,'5'-22'4004'0'0,"4"-23"9938"0"0,-9 47-13682 0 0,10 121 2227 0 0,0-12-1480 0 0,-5 6-555 0 0,1 85 276 0 0,-8-152-1424 0 0,-1-1 0 0 0,-10 51-1 0 0,4-69-2102 0 0,-2-15-2638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7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653 24 2412 0 0,'-1'-2'1907'0'0,"1"1"-1852"0"0,0 0 161 0 0,0 0 0 0 0,-1 0-1 0 0,1 0 1 0 0,0 0 0 0 0,-1 0 0 0 0,1 0-1 0 0,-1 0 1 0 0,1 0 0 0 0,-1 0-1 0 0,0 1 1 0 0,1-1 0 0 0,-1 0 0 0 0,0 0-1 0 0,0 0 1 0 0,0 1 0 0 0,1-1-1 0 0,-1 0 1 0 0,0 1 0 0 0,0-1 0 0 0,0 1-1 0 0,0-1 1 0 0,0 1 0 0 0,0-1-1 0 0,0 1 1 0 0,0 0 0 0 0,0-1-1 0 0,0 1 1 0 0,0 0 0 0 0,-1 0 0 0 0,1 0-1 0 0,-1 0 1 0 0,-13 3 503 0 0,1 1 0 0 0,-1 1 0 0 0,1 0 0 0 0,-19 10 0 0 0,-57 36 931 0 0,28-14-848 0 0,-267 164 662 0 0,310-189-1500 0 0,17-11-24 0 0,-22 17-996 0 0,23-18 904 0 0,1 0 1 0 0,-1 1 0 0 0,1-1 0 0 0,-1 0-1 0 0,1 1 1 0 0,-1-1 0 0 0,1 1 0 0 0,-1-1 0 0 0,1 1-1 0 0,-1-1 1 0 0,1 1 0 0 0,0 0 0 0 0,-1-1-1 0 0,1 1 1 0 0,0-1 0 0 0,-1 1 0 0 0,1 0 0 0 0,0-1-1 0 0,0 1 1 0 0,0 0 0 0 0,-1-1 0 0 0,1 1-1 0 0,0 0 1 0 0,0-1 0 0 0,0 1 0 0 0,0 0 0 0 0,0-1-1 0 0,0 1 1 0 0,1 0 0 0 0,-1-1 0 0 0,0 2 0 0 0,23-3-5485 0 0,-4-4 879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7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78 2000 0 0,'6'-21'10220'0'0,"2"-5"-4655"0"0,-7 24-5486 0 0,0 0-1 0 0,0 0 0 0 0,1 0 1 0 0,-1 0-1 0 0,0 0 1 0 0,1 1-1 0 0,0-1 1 0 0,-1 1-1 0 0,1-1 1 0 0,0 1-1 0 0,0 0 1 0 0,0-1-1 0 0,0 1 0 0 0,0 0 1 0 0,0 0-1 0 0,0 0 1 0 0,0 1-1 0 0,4-2 1 0 0,-4 2-72 0 0,0-1 0 0 0,-1 1 1 0 0,1-1-1 0 0,0 1 1 0 0,0 0-1 0 0,0-1 0 0 0,-1 1 1 0 0,1 0-1 0 0,0 0 0 0 0,0 1 1 0 0,-1-1-1 0 0,1 0 0 0 0,0 1 1 0 0,0-1-1 0 0,-1 1 1 0 0,1-1-1 0 0,0 1 0 0 0,-1 0 1 0 0,1-1-1 0 0,0 1 0 0 0,-1 0 1 0 0,2 2-1 0 0,-1-1 3 0 0,0 0 0 0 0,0 0 0 0 0,0 1 0 0 0,-1-1 0 0 0,1 1-1 0 0,-1-1 1 0 0,0 1 0 0 0,1 0 0 0 0,-1-1 0 0 0,0 1 0 0 0,-1 0 0 0 0,2 4 0 0 0,-1 3 12 0 0,0 0 0 0 0,0 0-1 0 0,-1 0 1 0 0,0 1 0 0 0,0-1 0 0 0,-4 17 0 0 0,-1-7 16 0 0,-1 0-1 0 0,0 0 1 0 0,-2-1 0 0 0,0 0-1 0 0,-15 24 1 0 0,8-13 100 0 0,11-23-113 0 0,4-7-24 0 0,-1 0 1 0 0,1 0-1 0 0,0 0 1 0 0,0 0-1 0 0,0 0 0 0 0,-1 1 1 0 0,1-1-1 0 0,0 0 1 0 0,0 0-1 0 0,0 0 1 0 0,0 1-1 0 0,-1-1 1 0 0,1 0-1 0 0,0 0 0 0 0,0 0 1 0 0,0 1-1 0 0,0-1 1 0 0,0 0-1 0 0,0 0 1 0 0,0 1-1 0 0,0-1 0 0 0,0 0 1 0 0,0 0-1 0 0,0 1 1 0 0,0-1-1 0 0,0 0 1 0 0,0 0-1 0 0,0 1 0 0 0,0-1 1 0 0,0 0-1 0 0,0 0 1 0 0,0 1-1 0 0,0-1 1 0 0,0 0-1 0 0,0 0 0 0 0,0 1 1 0 0,1-1-1 0 0,-1 0 1 0 0,28 8-27 0 0,-20-7 42 0 0,0 1 1 0 0,0 1-1 0 0,-1-1 1 0 0,1 1-1 0 0,-1 1 1 0 0,1 0 0 0 0,-1 0-1 0 0,0 0 1 0 0,-1 0-1 0 0,1 1 1 0 0,-1 0 0 0 0,0 1-1 0 0,0 0 1 0 0,0 0-1 0 0,-1 0 1 0 0,0 0 0 0 0,6 10-1 0 0,-8-11 182 0 0,0 0-1 0 0,-1 0 1 0 0,1 0-1 0 0,-1 0 1 0 0,0 0-1 0 0,0 1 1 0 0,-1-1-1 0 0,0 1 1 0 0,0-1-1 0 0,0 1 1 0 0,0 0-1 0 0,-1-1 1 0 0,0 1-1 0 0,0 0 1 0 0,-1-1-1 0 0,0 1 1 0 0,0-1-1 0 0,0 1 1 0 0,0-1-1 0 0,-1 1 1 0 0,0-1-1 0 0,0 0 1 0 0,0 1-1 0 0,-1-1 1 0 0,-5 7-1 0 0,3-6 0 0 0,0 0-1 0 0,0 0 1 0 0,-1-1-1 0 0,1 0 1 0 0,-1 0-1 0 0,0 0 1 0 0,-1-1-1 0 0,1 1 1 0 0,-1-2-1 0 0,0 1 1 0 0,0-1-1 0 0,0 0 1 0 0,-1 0-1 0 0,1-1 1 0 0,-1 0-1 0 0,1-1 1 0 0,-1 1-1 0 0,0-1 1 0 0,1-1-1 0 0,-1 1 1 0 0,-9-2-1 0 0,3 0-161 0 0,1-1-1 0 0,-1 0 1 0 0,0 0 0 0 0,1-2 0 0 0,-1 0-1 0 0,1 0 1 0 0,0-1 0 0 0,0-1-1 0 0,1 0 1 0 0,0-1 0 0 0,-12-8-1 0 0,19 12-244 0 0,1-1-1 0 0,-1 1 0 0 0,1-1 0 0 0,0 0 0 0 0,1 0 0 0 0,-1-1 0 0 0,1 1 0 0 0,0-1 0 0 0,0 0 0 0 0,0 1 1 0 0,0-1-1 0 0,1 0 0 0 0,0-1 0 0 0,-3-9 0 0 0,4 12-197 0 0,1-1 0 0 0,-1 0 0 0 0,1 0 0 0 0,0 1 0 0 0,0-1 0 0 0,1 0 0 0 0,-1 0 1 0 0,1 1-1 0 0,-1-1 0 0 0,1 0 0 0 0,0 1 0 0 0,1-1 0 0 0,-1 0 0 0 0,1 1 0 0 0,-1 0 0 0 0,1-1 0 0 0,0 1 0 0 0,0 0 0 0 0,1 0 0 0 0,-1 0 1 0 0,0 0-1 0 0,5-3 0 0 0,23-19-7314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8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88 844 0 0,'-2'0'2928'0'0,"-33"-5"7636"0"0,21 3-7370 0 0,-2 0-69 0 0,20-1-3084 0 0,-1 0-1 0 0,1 0 1 0 0,0 0 0 0 0,0 0 0 0 0,0 1 0 0 0,0 0 0 0 0,1 0 0 0 0,-1 0 0 0 0,6-1 0 0 0,49-14 98 0 0,-35 11-109 0 0,77-17-1313 0 0,-36 17-3520 0 0,-43 7-1621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8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72 268 0 0,'-129'74'17854'0'0,"140"-75"-17724"0"0,-1-1 0 0 0,1 0 1 0 0,-1 0-1 0 0,1-1 0 0 0,-1-1 0 0 0,17-7 1 0 0,14-5-75 0 0,132-39-2499 0 0,-57 19-5299 0 0,-76 22 1241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8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98 616 0 0,'-13'-7'2279'0'0,"-2"-1"1091"0"0,1 0-1 0 0,1 0 0 0 0,-21-18 1 0 0,33 26-3315 0 0,1 0-1 0 0,-1-1 1 0 0,1 1 0 0 0,0-1 0 0 0,-1 1 0 0 0,1-1-1 0 0,-1 1 1 0 0,1-1 0 0 0,0 1 0 0 0,0-1 0 0 0,-1 1 0 0 0,1-1-1 0 0,0 1 1 0 0,0-1 0 0 0,-1 1 0 0 0,1-1 0 0 0,0 1-1 0 0,0-1 1 0 0,0 1 0 0 0,0-1 0 0 0,0 0 0 0 0,0 1-1 0 0,0-1 1 0 0,0 1 0 0 0,0-1 0 0 0,0 0 0 0 0,0 1-1 0 0,1-1 1 0 0,-1 1 0 0 0,0-1 0 0 0,1 0 6 0 0,0-1 0 0 0,0 1 0 0 0,0 0 0 0 0,0 0 0 0 0,0 0 0 0 0,0 0-1 0 0,0 0 1 0 0,1 1 0 0 0,-1-1 0 0 0,0 0 0 0 0,3 0 0 0 0,31-10 449 0 0,-29 10-475 0 0,0 1-1 0 0,1-1 0 0 0,-1 1 1 0 0,1 1-1 0 0,-1-1 1 0 0,1 1-1 0 0,-1 0 0 0 0,0 1 1 0 0,1-1-1 0 0,-1 1 1 0 0,0 1-1 0 0,0-1 1 0 0,0 1-1 0 0,6 4 0 0 0,-9-5-3 0 0,1 1-1 0 0,-1 0 1 0 0,0-1-1 0 0,0 1 1 0 0,0 1-1 0 0,0-1 1 0 0,0 0-1 0 0,-1 1 0 0 0,1-1 1 0 0,-1 1-1 0 0,0 0 1 0 0,0 0-1 0 0,-1 0 1 0 0,1 0-1 0 0,-1 0 1 0 0,0 0-1 0 0,0 0 0 0 0,0 0 1 0 0,0 1-1 0 0,-1-1 1 0 0,0 6-1 0 0,0 5 131 0 0,-2-1 0 0 0,0 0 0 0 0,-1 1 0 0 0,0-1 0 0 0,-1 0 0 0 0,0 0-1 0 0,-2 0 1 0 0,1-1 0 0 0,-9 13 0 0 0,-12 19 463 0 0,-37 49 1 0 0,36-56-293 0 0,0-3-74 0 0,18-25-187 0 0,1 1 1 0 0,0 0 0 0 0,0 0 0 0 0,-7 18 0 0 0,14-28-60 0 0,1 0 1 0 0,0-1 0 0 0,-1 1 0 0 0,1 0 0 0 0,0 0 0 0 0,0 0 0 0 0,0 0 0 0 0,0-1 0 0 0,-1 1 0 0 0,1 0-1 0 0,1 0 1 0 0,-1 0 0 0 0,0 0 0 0 0,0 0 0 0 0,0 0 0 0 0,0-1 0 0 0,1 1 0 0 0,-1 0 0 0 0,0 0-1 0 0,0 0 1 0 0,1-1 0 0 0,-1 1 0 0 0,1 0 0 0 0,-1 0 0 0 0,1-1 0 0 0,-1 1 0 0 0,1 0 0 0 0,0-1 0 0 0,-1 1-1 0 0,1-1 1 0 0,0 1 0 0 0,-1 0 0 0 0,1-1 0 0 0,0 0 0 0 0,0 1 0 0 0,-1-1 0 0 0,1 1 0 0 0,0-1-1 0 0,0 0 1 0 0,0 0 0 0 0,0 1 0 0 0,-1-1 0 0 0,1 0 0 0 0,0 0 0 0 0,1 0 0 0 0,6 1 28 0 0,0 0 0 0 0,0-1 1 0 0,15 0-1 0 0,-19 0-38 0 0,89-9-1388 0 0,177-41 0 0 0,-257 47 893 0 0,33-12-3387 0 0,-17 0-4543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9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233 149 2464 0 0,'-217'-34'19629'0'0,"214"33"-19375"0"0,-9-2 580 0 0,34 0-801 0 0,286-35 957 0 0,-103 0-3640 0 0,-161 23-1056 0 0,-41 14 3044 0 0,-1 0-1 0 0,1 0 1 0 0,-1-1-1 0 0,0 1 1 0 0,0-1 0 0 0,0 0-1 0 0,0 1 1 0 0,4-5-1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9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42 1908 0 0,'-29'-41'16565'0'0,"35"44"-15161"0"0,10 10-823 0 0,-11-6-446 0 0,0 0-1 0 0,0 0 1 0 0,-1 1 0 0 0,0 0 0 0 0,0-1 0 0 0,-1 1-1 0 0,0 1 1 0 0,-1-1 0 0 0,1 0 0 0 0,-2 1 0 0 0,1-1-1 0 0,-1 1 1 0 0,0 0 0 0 0,-1-1 0 0 0,0 1 0 0 0,-1 0-1 0 0,-1 9 1 0 0,-4 15-280 0 0,-1-1 0 0 0,-2 0 0 0 0,-14 36-1 0 0,10-33-438 0 0,-17 49-3155 0 0,8-31-5027 0 0,16-36 1956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9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92 2332 0 0,'0'-13'1858'0'0,"-1"8"-1107"0"0,1 0 0 0 0,0 0 0 0 0,0 0 0 0 0,1-1 1 0 0,-1 1-1 0 0,1 0 0 0 0,0 0 0 0 0,0 0 0 0 0,1 0 0 0 0,0 0 0 0 0,-1 0 0 0 0,5-7 1 0 0,-5 11-654 0 0,0 1 0 0 0,0-1 0 0 0,-1 1 0 0 0,1-1 0 0 0,0 1 0 0 0,0-1 0 0 0,0 1 0 0 0,0-1 0 0 0,0 1 0 0 0,-1 0 0 0 0,1 0 0 0 0,0-1 0 0 0,0 1 0 0 0,0 0 0 0 0,0 0 0 0 0,0 0 0 0 0,0 0 0 0 0,0 0 0 0 0,0 0 0 0 0,2 1 0 0 0,19 5 1232 0 0,-11 1-646 0 0,0 1 0 0 0,0 1 0 0 0,-1-1-1 0 0,0 2 1 0 0,13 14 0 0 0,40 60 1540 0 0,-41-53-1620 0 0,87 120 964 0 0,111 146-611 0 0,-153-221-4550 0 0,-61-74 887 0 0,-5-3 2482 0 0,-1 1 0 0 0,1 0 0 0 0,0 0 0 0 0,-1 0 0 0 0,1-1 0 0 0,-1 1 0 0 0,1 0 0 0 0,0-1 1 0 0,-1 1-1 0 0,1-1 0 0 0,-1 1 0 0 0,3-3-1119 0 0,-3 2 1119 0 0,1 1 0 0 0,-1-1 0 0 0,1-1 0 0 0,1-19-3853 0 0,-1 11 565 0 0,1-7-2069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39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673 88 1904 0 0,'-6'-14'2185'0'0,"2"2"216"0"0,0 0 1 0 0,-1 1-1 0 0,0 0 1 0 0,-11-16 1244 0 0,13 27-3461 0 0,1 0 0 0 0,-1 1 0 0 0,0 0 0 0 0,0 0 1 0 0,1-1-1 0 0,-1 1 0 0 0,1 1 0 0 0,-1-1 0 0 0,1 0 0 0 0,-1 1 0 0 0,1-1 0 0 0,0 1 1 0 0,0 0-1 0 0,0 0 0 0 0,-3 3 0 0 0,-30 37 1386 0 0,24-27-1101 0 0,-142 171 2530 0 0,20-27-2027 0 0,-106 134-2144 0 0,229-278-156 0 0,0-1-2242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40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87 788 0 0,'-1'-3'2870'0'0,"-9"-39"9301"0"0,10 41-12092 0 0,0 0-1 0 0,0 1 1 0 0,0-1 0 0 0,-1 0 0 0 0,1 0-1 0 0,0 0 1 0 0,0 1 0 0 0,0-1 0 0 0,0 0-1 0 0,0 0 1 0 0,1 0 0 0 0,-1 1 0 0 0,0-1-1 0 0,0 0 1 0 0,0 0 0 0 0,1 1 0 0 0,-1-1 0 0 0,0 0-1 0 0,1 0 1 0 0,-1 1 0 0 0,1-1 0 0 0,-1 0-1 0 0,1 1 1 0 0,-1-1 0 0 0,1 1 0 0 0,-1-1-1 0 0,1 1 1 0 0,0-1 0 0 0,0 0 0 0 0,9-3 9 0 0,0 1 1 0 0,0-1-1 0 0,1 2 1 0 0,-1-1 0 0 0,1 2-1 0 0,-1-1 1 0 0,1 2 0 0 0,0-1-1 0 0,0 1 1 0 0,-1 1-1 0 0,1 0 1 0 0,0 0 0 0 0,16 5-1 0 0,-22-4-65 0 0,1 0 0 0 0,-1 0 0 0 0,1 0 0 0 0,-1 1-1 0 0,0-1 1 0 0,0 1 0 0 0,0 1 0 0 0,0-1 0 0 0,0 1 0 0 0,-1 0 0 0 0,8 7-1 0 0,-10-8 10 0 0,1 1-1 0 0,-1-1 1 0 0,0 1-1 0 0,0 0 0 0 0,0 0 1 0 0,0 0-1 0 0,-1 0 0 0 0,0 0 1 0 0,0 0-1 0 0,0 0 1 0 0,0 1-1 0 0,0-1 0 0 0,-1 0 1 0 0,0 0-1 0 0,0 1 0 0 0,0-1 1 0 0,-1 7-1 0 0,-2 1 29 0 0,0 0-1 0 0,0 0 1 0 0,-1-1 0 0 0,0 1-1 0 0,-1-1 1 0 0,-1 0-1 0 0,0 0 1 0 0,0-1 0 0 0,-1 1-1 0 0,-13 14 1 0 0,-8 7 705 0 0,-54 46 1 0 0,75-73-616 0 0,-9 8 351 0 0,16-13-492 0 0,0 0 0 0 0,0 0 1 0 0,0-1-1 0 0,0 1 0 0 0,0 0 1 0 0,0 0-1 0 0,0 0 1 0 0,0 0-1 0 0,0 0 0 0 0,0-1 1 0 0,0 1-1 0 0,0 0 0 0 0,0 0 1 0 0,0 0-1 0 0,0 0 0 0 0,0 0 1 0 0,0-1-1 0 0,0 1 0 0 0,0 0 1 0 0,-1 0-1 0 0,1 0 0 0 0,0 0 1 0 0,0 0-1 0 0,0 0 0 0 0,0-1 1 0 0,0 1-1 0 0,0 0 0 0 0,0 0 1 0 0,-1 0-1 0 0,1 0 1 0 0,0 0-1 0 0,0 0 0 0 0,0 0 1 0 0,0 0-1 0 0,0 0 0 0 0,-1 0 1 0 0,1 0-1 0 0,0 0 0 0 0,0 0 1 0 0,0 0-1 0 0,0 0 0 0 0,0 0 1 0 0,-1 0-1 0 0,1 0 0 0 0,0 0 1 0 0,0 0-1 0 0,0 0 0 0 0,0 0 1 0 0,-1 0-1 0 0,1 0 0 0 0,0 0 1 0 0,0 0-1 0 0,2-2-6 0 0,0 0 1 0 0,1 0-1 0 0,-1 0 0 0 0,1 1 1 0 0,-1-1-1 0 0,1 0 0 0 0,0 1 1 0 0,-1 0-1 0 0,1 0 0 0 0,0 0 0 0 0,0 0 1 0 0,5-1-1 0 0,-7 2 2 0 0,13-3 0 0 0,-1 1 0 0 0,1 0 0 0 0,0 1 0 0 0,-1 1-1 0 0,1 0 1 0 0,0 0 0 0 0,-1 2 0 0 0,1 0 0 0 0,-1 0 0 0 0,1 1 0 0 0,-1 1-1 0 0,13 5 1 0 0,-6-1 19 0 0,-1 0 0 0 0,0 1 0 0 0,0 2 0 0 0,-1-1 0 0 0,0 2-1 0 0,-1 1 1 0 0,17 15 0 0 0,-27-21 83 0 0,0-1 1 0 0,-1 1-1 0 0,0 0 0 0 0,0 1 0 0 0,-1-1 1 0 0,0 1-1 0 0,0 0 0 0 0,-1 1 0 0 0,0-1 1 0 0,-1 1-1 0 0,4 11 0 0 0,-6-15 22 0 0,0 0 0 0 0,0 0 0 0 0,-1 0 0 0 0,0 0 0 0 0,0 0 0 0 0,0 1 0 0 0,-1-1 0 0 0,0 0 0 0 0,0 0-1 0 0,0-1 1 0 0,0 1 0 0 0,-1 0 0 0 0,0 0 0 0 0,0 0 0 0 0,0-1 0 0 0,0 1 0 0 0,-1-1 0 0 0,0 0 0 0 0,0 0 0 0 0,0 0 0 0 0,0 0 0 0 0,-5 4 0 0 0,-2 1-19 0 0,0-1 0 0 0,0-1 0 0 0,-1 1 0 0 0,0-2 0 0 0,0 0 1 0 0,-1 0-1 0 0,0-1 0 0 0,0 0 0 0 0,0-1 0 0 0,0 0 0 0 0,-1-1 1 0 0,-14 2-1 0 0,11-3-177 0 0,-1 0 0 0 0,1-1 1 0 0,-1-1-1 0 0,1-1 0 0 0,-1 0 1 0 0,1-1-1 0 0,-1-1 0 0 0,1 0 1 0 0,-16-6-1 0 0,28 8-274 0 0,0-1 0 0 0,0 0 0 0 0,0 1 0 0 0,0-1 1 0 0,0 0-1 0 0,1-1 0 0 0,-1 1 0 0 0,1-1 0 0 0,-1 0 0 0 0,1 0 0 0 0,0 0 0 0 0,0 0 0 0 0,-4-6 1 0 0,6 6-213 0 0,-1 1 0 0 0,1 0 0 0 0,0-1 0 0 0,0 1 1 0 0,1-1-1 0 0,-1 1 0 0 0,1-1 0 0 0,-1 0 0 0 0,0-4 1 0 0,2 3-549 0 0,-1 1 0 0 0,0-1 0 0 0,1 0 0 0 0,-1 1 0 0 0,1-1 1 0 0,0 0-1 0 0,3-6 0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40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75 1864 0 0,'-171'-32'14275'0'0,"168"31"-14010"0"0,-9-3 421 0 0,18 1-635 0 0,0 0 1 0 0,1 0-1 0 0,-1 1 1 0 0,1 0 0 0 0,-1 1-1 0 0,11-2 1 0 0,48-3 20 0 0,-36 3-48 0 0,10-1-356 0 0,62-3-1523 0 0,-84 7-1735 0 0,32 3 0 0 0,-33 1-2186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41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17 1244 0 0,'-55'29'6549'0'0,"42"-23"-4960"0"0,0 0 0 0 0,-17 12-1 0 0,29-18-1551 0 0,1 0 0 0 0,0 0 0 0 0,-1 0 0 0 0,1 0 0 0 0,0 0 0 0 0,-1 1 1 0 0,1-1-1 0 0,0 0 0 0 0,0 0 0 0 0,-1 0 0 0 0,1 0 0 0 0,0 1 0 0 0,0-1 0 0 0,0 0 0 0 0,-1 0 0 0 0,1 0 0 0 0,0 1 0 0 0,0-1 0 0 0,0 0 0 0 0,-1 0 0 0 0,1 1 0 0 0,0-1 0 0 0,0 0 0 0 0,0 0 0 0 0,0 1 1 0 0,0-1-1 0 0,0 0 0 0 0,0 1 0 0 0,0-1 0 0 0,0 0 0 0 0,0 1 0 0 0,0-1 0 0 0,0 0 0 0 0,0 0 0 0 0,0 1 0 0 0,0-1 0 0 0,0 0 0 0 0,0 1 0 0 0,0-1 0 0 0,0 0 0 0 0,0 1 0 0 0,15 3 451 0 0,23-5-310 0 0,242-41-938 0 0,-95 6-6013 0 0,-131 25 1929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4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777 221 580 0 0,'2'-11'1936'0'0,"3"-5"726"0"0,-1-1 0 0 0,0 0 0 0 0,-2 0 0 0 0,0 0 0 0 0,0-28 0 0 0,-3 42-2537 0 0,1 0 0 0 0,-1-1 0 0 0,0 1 0 0 0,0 0 1 0 0,0 0-1 0 0,0 0 0 0 0,0 0 0 0 0,-1 0 0 0 0,1 0 1 0 0,-1 0-1 0 0,0 1 0 0 0,0-1 0 0 0,0 1 0 0 0,0-1 1 0 0,-1 1-1 0 0,1 0 0 0 0,0-1 0 0 0,-1 1 0 0 0,0 0 1 0 0,1 1-1 0 0,-5-3 0 0 0,0 0-3 0 0,-1 1-1 0 0,0 0 1 0 0,0 1-1 0 0,0-1 1 0 0,0 1 0 0 0,-13-1-1 0 0,14 3-88 0 0,0 0-1 0 0,0 0 0 0 0,0 0 1 0 0,0 1-1 0 0,0 0 0 0 0,0 1 1 0 0,0-1-1 0 0,0 1 0 0 0,1 1 1 0 0,-1-1-1 0 0,1 1 0 0 0,-1 0 1 0 0,1 1-1 0 0,0-1 0 0 0,-6 6 1 0 0,0 0 129 0 0,1 1 0 0 0,0 0 1 0 0,1 0-1 0 0,0 1 0 0 0,0 0 1 0 0,-8 14-1 0 0,4-1 145 0 0,1 0 1 0 0,0 1 0 0 0,2 0-1 0 0,1 0 1 0 0,1 1-1 0 0,1 1 1 0 0,-7 46 0 0 0,4 13 133 0 0,1 97 0 0 0,3-38-228 0 0,-7 86 337 0 0,-26 256 123 0 0,-142 710 626 0 0,143-986-845 0 0,-37 245 1431 0 0,59-280-1282 0 0,15-164-603 0 0,0-2 0 0 0,2 2 0 0 0,0 0 0 0 0,1-3 0 0 0,6-1 0 0 0,3-3 0 0 0,4-1 0 0 0,6-1 0 0 0,7 1-59 0 0,0-1 0 0 0,0-1 0 0 0,0-1 1 0 0,42-5-1 0 0,-32-3-264 0 0,72-21 1 0 0,-61 11-1674 0 0,-1-1 1 0 0,78-43 0 0 0,-21-1-3387 0 0,-4-5-4089 0 0,-52 31 886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43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1668 0 0,'9'-18'5721'0'0,"-7"15"-4960"0"0,0 0 0 0 0,0-1-1 0 0,0 1 1 0 0,-1 0 0 0 0,1 0 0 0 0,-1-1 0 0 0,0 1 0 0 0,1-6 0 0 0,-2 9-724 0 0,0 0-1 0 0,0-1 1 0 0,0 1 0 0 0,0 0 0 0 0,0 0 0 0 0,0 0 0 0 0,0 0 0 0 0,0-1 0 0 0,0 1 0 0 0,0 0-1 0 0,0 0 1 0 0,0 0 0 0 0,0 0 0 0 0,0-1 0 0 0,0 1 0 0 0,1 0 0 0 0,-1 0 0 0 0,0 0 0 0 0,0 0 0 0 0,0 0-1 0 0,0 0 1 0 0,0-1 0 0 0,0 1 0 0 0,1 0 0 0 0,-1 0 0 0 0,0 0 0 0 0,0 0 0 0 0,0 0 0 0 0,0 0-1 0 0,1 0 1 0 0,-1 0 0 0 0,0 0 0 0 0,0 0 0 0 0,0 0 0 0 0,0 0 0 0 0,1 0 0 0 0,-1 0 0 0 0,0 0 0 0 0,0 0-1 0 0,0 0 1 0 0,1 0 0 0 0,-1 0 0 0 0,0 0 0 0 0,0 0 0 0 0,0 0 0 0 0,0 0 0 0 0,1 0 0 0 0,-1 0-1 0 0,0 0 1 0 0,0 0 0 0 0,0 0 0 0 0,0 0 0 0 0,0 1 0 0 0,1-1 0 0 0,-1 0 0 0 0,0 0 0 0 0,0 0 0 0 0,0 0-1 0 0,0 0 1 0 0,0 1 0 0 0,0-1 0 0 0,0 0 0 0 0,1 0 0 0 0,-1 0 0 0 0,0 1 0 0 0,8 6 907 0 0,-2 5-336 0 0,-1-1 1 0 0,0 1-1 0 0,-1 0 1 0 0,0 0-1 0 0,-1 0 1 0 0,3 23-1 0 0,-3 1-195 0 0,0 39 0 0 0,-4-44-382 0 0,-2 0 1 0 0,-10 53-1 0 0,-9 10-4947 0 0,5-25-4956 0 0,14-51 4269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43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25 134 320 0 0,'44'-93'11412'0'0,"-35"78"-9269"0"0,-7 13-1805 0 0,-1 1 0 0 0,0-1 1 0 0,1 0-1 0 0,-1 0 0 0 0,0 0 0 0 0,0-1 0 0 0,0 1 0 0 0,-1 0 0 0 0,1 0 0 0 0,0-4 0 0 0,6 28 1665 0 0,-6 7-1276 0 0,-2-1 0 0 0,-1 1 0 0 0,-8 46 1 0 0,-28 82-1488 0 0,18-93-2330 0 0,-2 11-7219 0 0,18-59 4366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44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41 1184 0 0,'-81'33'12543'0'0,"79"-32"-11955"0"0,-16 9 4348 0 0,200-44-3556 0 0,-87 14-1280 0 0,-55 12-127 0 0,82-14-861 0 0,-99 22-2714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44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51 2360 0 0,'6'-16'6137'0'0,"4"-18"4925"0"0,-10 34-10989 0 0,1 0 0 0 0,-1 1-1 0 0,1-1 1 0 0,-1 0 0 0 0,1 1 0 0 0,-1-1 0 0 0,0 0-1 0 0,1 1 1 0 0,-1-1 0 0 0,0 1 0 0 0,1-1-1 0 0,-1 0 1 0 0,0 1 0 0 0,0-1 0 0 0,1 1-1 0 0,-1-1 1 0 0,0 1 0 0 0,0-1 0 0 0,0 1 0 0 0,0-1-1 0 0,0 1 1 0 0,1 0 0 0 0,-1-1 0 0 0,0 1-1 0 0,0 0 1 0 0,1 17 896 0 0,-1-15-675 0 0,0 55 1726 0 0,-2-1 0 0 0,-17 94 0 0 0,13-108-1635 0 0,-31 161 678 0 0,-1 11-2848 0 0,34-193-1518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5:45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983 190 1576 0 0,'-4'-21'6673'0'0,"-11"-30"-1"0"0,1 0 926 0 0,14 50-7551 0 0,-1 1 0 0 0,1 0 1 0 0,0 0-1 0 0,0 0 0 0 0,-1 0 1 0 0,1 0-1 0 0,0-1 0 0 0,-1 1 1 0 0,1 0-1 0 0,0 0 0 0 0,0-1 1 0 0,-1 1-1 0 0,1 0 0 0 0,0 0 0 0 0,0-1 1 0 0,0 1-1 0 0,-1 0 0 0 0,1 0 1 0 0,0-1-1 0 0,0 1 0 0 0,0 0 1 0 0,0-1-1 0 0,0 1 0 0 0,0 0 1 0 0,0-1-1 0 0,-1 1 0 0 0,1 0 1 0 0,0-1-1 0 0,0 1 0 0 0,0 0 0 0 0,0-1 1 0 0,1 1-1 0 0,-1 0 0 0 0,0-1 1 0 0,0 1-1 0 0,0 0 0 0 0,0-1 1 0 0,0 1-1 0 0,0 0 0 0 0,1-1 1 0 0,-1 0 0 0 0,0 0 0 0 0,0 0 0 0 0,1 0 0 0 0,-1 0 0 0 0,1 0 1 0 0,-1 0-1 0 0,0 0 0 0 0,1 1 0 0 0,0-1 0 0 0,-1 0 0 0 0,1 0 1 0 0,-1 1-1 0 0,1-1 0 0 0,0 0 0 0 0,0 0 0 0 0,-1 1 1 0 0,2-1-1 0 0,17-7 40 0 0,1 2 1 0 0,-1 0-1 0 0,1 2 1 0 0,0 0 0 0 0,27-2-1 0 0,106 1 2 0 0,-134 5-92 0 0,0 0 1 0 0,0 1-1 0 0,0 2 0 0 0,30 6 0 0 0,-44-8 18 0 0,0 1-1 0 0,1 0 0 0 0,-1 0 0 0 0,0 1 0 0 0,0-1 0 0 0,0 1 0 0 0,-1 0 0 0 0,1 0 0 0 0,-1 1 0 0 0,1 0 0 0 0,-1-1 0 0 0,0 1 0 0 0,-1 1 0 0 0,1-1 0 0 0,-1 1 0 0 0,0-1 1 0 0,0 1-1 0 0,0 0 0 0 0,4 10 0 0 0,-1 2 183 0 0,-1 1-1 0 0,-1 0 1 0 0,0 0 0 0 0,-1 0 0 0 0,0 28 0 0 0,-6 95 1084 0 0,0-94-946 0 0,-42 532 1987 0 0,13-210-1774 0 0,-15 602-201 0 0,30-363-276 0 0,9-382 64 0 0,-46 403 158 0 0,53-624-294 0 0,-13 83 0 0 0,10-77 0 0 0,4-9 0 0 0,-1 0 0 0 0,0 0 0 0 0,0 0 0 0 0,0 0 0 0 0,0 0 0 0 0,0 0 0 0 0,-1 0 0 0 0,1 0 0 0 0,0 0 0 0 0,-1 0 0 0 0,0-1 0 0 0,1 1 0 0 0,-1-1 0 0 0,0 1 0 0 0,0-1 0 0 0,0 0 0 0 0,0 0 0 0 0,0 0 0 0 0,0 0 0 0 0,0 0 0 0 0,0 0 0 0 0,0 0 0 0 0,0-1 0 0 0,0 1 0 0 0,-1-1 0 0 0,1 1 0 0 0,0-1 0 0 0,-1 0 0 0 0,-3 0 0 0 0,-4 1 0 0 0,-309 15-3407 0 0,112-9 580 0 0,-167 21-5762 0 0,262-19 3881 0 0,-75 5-6124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1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23 164 0 0,'0'-1'167'0'0,"-26"-20"11192"0"0,26 21-11324 0 0,-1 0 0 0 0,1 0 0 0 0,0 0 0 0 0,0 0 0 0 0,-1 0 0 0 0,1 1 0 0 0,0-1 0 0 0,0 0 0 0 0,-1 0 0 0 0,1 0-1 0 0,0 1 1 0 0,0-1 0 0 0,0 0 0 0 0,-1 0 0 0 0,1 1 0 0 0,0-1 0 0 0,0 0 0 0 0,0 0 0 0 0,0 1 0 0 0,0-1 0 0 0,-1 0 0 0 0,1 1-1 0 0,0-1 1 0 0,0 0 0 0 0,0 0 0 0 0,0 1 0 0 0,0-1 0 0 0,0 0 0 0 0,0 1 0 0 0,0-1 0 0 0,0 0 0 0 0,0 1 0 0 0,0-1 0 0 0,1 1 0 0 0,0 33 770 0 0,2 1 0 0 0,2 0 0 0 0,13 51 1 0 0,41 103-420 0 0,-15-79-245 0 0,-21-56-1499 0 0,27 99 0 0 0,-47-122-5813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1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660 89 2200 0 0,'0'-7'789'0'0,"2"-1"620"0"0,-1-1 0 0 0,0 0 0 0 0,-1 1 0 0 0,0-1 0 0 0,-1 0 0 0 0,-2-12 1 0 0,3 20-1348 0 0,0 1 1 0 0,-1-1 0 0 0,1 1 0 0 0,0-1 0 0 0,-1 1 0 0 0,1-1-1 0 0,-1 1 1 0 0,1-1 0 0 0,-1 1 0 0 0,1 0 0 0 0,-1-1 0 0 0,1 1 0 0 0,-1-1-1 0 0,1 1 1 0 0,-1 0 0 0 0,1 0 0 0 0,-1-1 0 0 0,0 1 0 0 0,1 0-1 0 0,-1 0 1 0 0,1 0 0 0 0,-1 0 0 0 0,0 0 0 0 0,1 0 0 0 0,-1 0 0 0 0,0 0-1 0 0,1 0 1 0 0,-1 0 0 0 0,1 0 0 0 0,-1 0 0 0 0,0 0 0 0 0,-19 6 821 0 0,4 2-453 0 0,0 0 0 0 0,1 1 0 0 0,0 1-1 0 0,-24 21 1 0 0,-52 55 181 0 0,54-49-429 0 0,-233 265 328 0 0,196-199-844 0 0,65-88-778 0 0,1-1-1 0 0,1 1 0 0 0,0 0 0 0 0,1 1 1 0 0,-6 22-1 0 0,12-25-3142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1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47 1680 0 0,'79'-46'18385'0'0,"-79"46"-18317"0"0,1 0 0 0 0,-1 1 0 0 0,1-1 0 0 0,-1 0 0 0 0,1 1 1 0 0,-1-1-1 0 0,1 0 0 0 0,-1 1 0 0 0,1-1 0 0 0,-1 1 0 0 0,1-1 0 0 0,-1 1 0 0 0,0-1 0 0 0,1 1 0 0 0,-1-1 0 0 0,0 1 0 0 0,0 0 0 0 0,1-1 0 0 0,-1 1 0 0 0,0-1 0 0 0,0 1 1 0 0,0 0-1 0 0,0-1 0 0 0,0 1 0 0 0,0 0 0 0 0,0-1 0 0 0,0 1 0 0 0,0-1 0 0 0,0 1 0 0 0,0 0 0 0 0,0-1 0 0 0,0 2 0 0 0,-3 22 788 0 0,3-23-823 0 0,-16 68 959 0 0,-38 104 0 0 0,2-7-2228 0 0,40-109-2602 0 0,5-21-4988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2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35 219 2300 0 0,'14'-43'4408'0'0,"-1"-1"0"0"0,14-85 0 0 0,-26 127-3820 0 0,-11 8-170 0 0,5 1-356 0 0,1 0 0 0 0,-1 1 0 0 0,2 0 0 0 0,-1 0 0 0 0,1 0 0 0 0,0 0 0 0 0,1 1 1 0 0,-2 8-1 0 0,2-10-31 0 0,-12 52-478 0 0,2 0 0 0 0,-6 96 1 0 0,17 30-8495 0 0,3-145 4506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2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1464 0 0,'8'-22'4491'0'0,"4"-9"2755"0"0,-9 24-5949 0 0,3-7 1078 0 0,-5 14-2330 0 0,-1 0 1 0 0,1 0-1 0 0,-1 0 1 0 0,0 0-1 0 0,1 0 1 0 0,-1-1-1 0 0,1 1 1 0 0,-1 0-1 0 0,1 0 1 0 0,-1 0-1 0 0,1 0 1 0 0,-1 0-1 0 0,1 0 1 0 0,-1 1-1 0 0,1-1 1 0 0,-1 0-1 0 0,0 0 1 0 0,1 0-1 0 0,-1 0 1 0 0,1 1-1 0 0,-1-1 0 0 0,1 0 1 0 0,-1 0-1 0 0,0 0 1 0 0,1 1-1 0 0,-1-1 1 0 0,0 0-1 0 0,1 1 1 0 0,-1-1-1 0 0,0 0 1 0 0,1 1-1 0 0,-1-1 1 0 0,0 1-1 0 0,0-1 1 0 0,1 1-1 0 0,31 39 659 0 0,-1 0 0 0 0,-2 2 0 0 0,-2 1 0 0 0,22 50 0 0 0,15 51-2125 0 0,-8 1-7534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2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 88 184 0 0,'0'-11'1768'0'0,"1"7"-1140"0"0,-1 0 0 0 0,1 0-1 0 0,-1 0 1 0 0,0 0 0 0 0,-1 0 0 0 0,1 0 0 0 0,-1 0 0 0 0,0 0 0 0 0,0 0 0 0 0,0 0 0 0 0,0 1 0 0 0,-1-1 0 0 0,1 0 0 0 0,-1 1 0 0 0,0-1 0 0 0,0 1 0 0 0,-4-5 0 0 0,5 7-519 0 0,0 1 0 0 0,0-1 0 0 0,0 1 0 0 0,0-1 1 0 0,-1 1-1 0 0,1 0 0 0 0,0-1 0 0 0,0 1 1 0 0,0 0-1 0 0,-1 0 0 0 0,1 0 0 0 0,0 0 1 0 0,0 0-1 0 0,0 0 0 0 0,-1 0 0 0 0,1 1 1 0 0,0-1-1 0 0,0 0 0 0 0,0 1 0 0 0,0-1 0 0 0,-1 1 1 0 0,1-1-1 0 0,0 1 0 0 0,0-1 0 0 0,-1 2 1 0 0,-25 16 1281 0 0,2 4-468 0 0,0 2 0 0 0,-39 50 0 0 0,-34 62-161 0 0,80-110-617 0 0,-110 171 535 0 0,102-152-1621 0 0,2 0 0 0 0,-26 75 0 0 0,36-70-2384 0 0,14-47 2400 0 0,-1 1 0 0 0,1-1 0 0 0,0 1-1 0 0,0-1 1 0 0,0 0 0 0 0,1 1 0 0 0,0 5 0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3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95 2472 0 0,'18'-32'9500'0'0,"-5"8"-6381"0"0,-11 21-2953 0 0,0 0 0 0 0,1 1 0 0 0,-1-1 0 0 0,1 1 0 0 0,0 0 0 0 0,-1-1 0 0 0,1 1 0 0 0,0 0 0 0 0,0 1 0 0 0,0-1-1 0 0,1 0 1 0 0,-1 1 0 0 0,0 0 0 0 0,1 0 0 0 0,-1 0 0 0 0,4-1 0 0 0,5 0 113 0 0,0 0-1 0 0,1 1 0 0 0,12 1 1 0 0,-17 0-180 0 0,0 0 1 0 0,-1 1 0 0 0,1 0 0 0 0,0 0-1 0 0,-1 1 1 0 0,1 0 0 0 0,-1 0 0 0 0,0 1-1 0 0,1 0 1 0 0,-1 0 0 0 0,0 1-1 0 0,-1 0 1 0 0,7 5 0 0 0,-9-6-33 0 0,0 0 1 0 0,0 1-1 0 0,-1-1 0 0 0,1 1 1 0 0,-1 0-1 0 0,0 0 1 0 0,-1 0-1 0 0,1 1 0 0 0,-1-1 1 0 0,1 1-1 0 0,-1-1 1 0 0,-1 1-1 0 0,1 0 0 0 0,-1-1 1 0 0,1 1-1 0 0,-1 0 1 0 0,-1 0-1 0 0,1 0 0 0 0,-1 0 1 0 0,0 0-1 0 0,0 7 1 0 0,-2 1 34 0 0,-1 0 0 0 0,0 0 0 0 0,-1 0 0 0 0,0 0 0 0 0,-1-1 0 0 0,0 1 0 0 0,-1-1 0 0 0,0-1 0 0 0,-13 19 0 0 0,-4 1 144 0 0,-2 0 0 0 0,-28 27 1 0 0,-79 65 641 0 0,16-15-246 0 0,99-87-425 0 0,16-20-200 0 0,1-1 0 0 0,-1 1 0 0 0,1-1 0 0 0,0 1 0 0 0,-1 0 0 0 0,1-1 0 0 0,0 1-1 0 0,-1-1 1 0 0,1 1 0 0 0,0 0 0 0 0,0-1 0 0 0,0 1 0 0 0,0-1 0 0 0,0 1 0 0 0,-1 0 0 0 0,1-1 0 0 0,0 1 0 0 0,0 0 0 0 0,1-1 0 0 0,-1 1 0 0 0,0 0-1 0 0,0-1 1 0 0,0 1 0 0 0,0 0 0 0 0,0-1 0 0 0,1 1 0 0 0,-1-1 0 0 0,0 1 0 0 0,1-1 0 0 0,-1 1 0 0 0,0 0 0 0 0,2 0 0 0 0,0 0 1 0 0,0 0 1 0 0,0-1 0 0 0,0 1 0 0 0,1-1 0 0 0,-1 0-1 0 0,0 1 1 0 0,1-1 0 0 0,-1 0 0 0 0,0 0 0 0 0,1-1-1 0 0,-1 1 1 0 0,0 0 0 0 0,3-2 0 0 0,0 2 20 0 0,258-48 321 0 0,-2 1-192 0 0,-251 46-169 0 0,163-30 142 0 0,-171 31-385 0 0,7-3-1597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3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60 1820 0 0,'-108'-7'13818'0'0,"106"7"-13155"0"0,-1 0-111 0 0,-5-4 337 0 0,8 0-319 0 0,18-5-110 0 0,32-5-306 0 0,-26 10-212 0 0,93-12-490 0 0,-59 15-2126 0 0,-47 2 1174 0 0,0 0 1 0 0,0 1 0 0 0,10 3-1 0 0,-3 0-5744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3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21 2012 0 0,'-80'55'10212'0'0,"79"-55"-10107"0"0,1 1 0 0 0,-1-1 0 0 0,1 0-1 0 0,-1 1 1 0 0,0-1 0 0 0,1 1 0 0 0,-1-1 0 0 0,1 0-1 0 0,-1 1 1 0 0,1-1 0 0 0,-1 1 0 0 0,1-1-1 0 0,-1 1 1 0 0,1 0 0 0 0,0-1 0 0 0,-1 1-1 0 0,1-1 1 0 0,0 1 0 0 0,0 0 0 0 0,-1-1-1 0 0,1 1 1 0 0,0 0 0 0 0,0 0-55 0 0,0-1 1 0 0,0 1 0 0 0,1-1-1 0 0,-1 1 1 0 0,0-1-1 0 0,1 1 1 0 0,-1-1-1 0 0,0 0 1 0 0,1 1-1 0 0,-1-1 1 0 0,0 1-1 0 0,1-1 1 0 0,-1 0 0 0 0,1 0-1 0 0,-1 1 1 0 0,0-1-1 0 0,1 0 1 0 0,-1 0-1 0 0,1 1 1 0 0,-1-1-1 0 0,2 0 1 0 0,27 5 574 0 0,23-5-624 0 0,1-4 0 0 0,90-16 1 0 0,-126 17-262 0 0,139-27-2893 0 0,-55 2-2475 0 0,-59 12 698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6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589 102 300 0 0,'15'-10'2963'0'0,"-3"2"465"0"0,0 0 0 0 0,14-12 884 0 0,-26 19-4208 0 0,1 1 0 0 0,-1 0 0 0 0,1-1 0 0 0,-1 1 0 0 0,1 0 0 0 0,-1-1 0 0 0,0 1 0 0 0,1-1 0 0 0,-1 1 0 0 0,0-1 0 0 0,1 1 0 0 0,-1-1 0 0 0,0 1-1 0 0,0-1 1 0 0,0 1 0 0 0,1-1 0 0 0,-1 1 0 0 0,0-1 0 0 0,0 1 0 0 0,0-1 0 0 0,0 1 0 0 0,0-1 0 0 0,0 1 0 0 0,0-1 0 0 0,0-1 0 0 0,-2-15 1714 0 0,0 15-1765 0 0,1 0 1 0 0,-1 0 0 0 0,0 0 0 0 0,-1 0-1 0 0,1 0 1 0 0,0 1 0 0 0,0-1-1 0 0,-1 1 1 0 0,1 0 0 0 0,-1-1-1 0 0,1 1 1 0 0,-1 0 0 0 0,1 1-1 0 0,-1-1 1 0 0,0 0 0 0 0,1 1 0 0 0,-1-1-1 0 0,0 1 1 0 0,0 0 0 0 0,-5 0-1 0 0,-4 1-29 0 0,-1-1-1 0 0,1 2 0 0 0,-18 3 1 0 0,11 0-15 0 0,0 1 0 0 0,0 1 0 0 0,1 0 0 0 0,0 1 0 0 0,0 1 0 0 0,1 1 0 0 0,0 0 0 0 0,0 1 0 0 0,2 1 0 0 0,-1 0 0 0 0,1 2 0 0 0,1-1 0 0 0,1 2 0 0 0,0 0 0 0 0,1 0 0 0 0,0 1 0 0 0,1 1 0 0 0,1 0 0 0 0,1 0 0 0 0,0 1 0 0 0,1 0 0 0 0,1 1 0 0 0,1 0 0 0 0,1 0 0 0 0,-5 27 0 0 0,-1 49 630 0 0,3 183-1 0 0,8-146-409 0 0,-9 111 205 0 0,-11 0 1 0 0,-81 384 0 0 0,96-603-395 0 0,-8 31 86 0 0,-6 73 0 0 0,18-112-113 0 0,0 0 0 0 0,1 0-1 0 0,1 0 1 0 0,0-1 0 0 0,1 1 0 0 0,1 0-1 0 0,0-1 1 0 0,1 1 0 0 0,9 21-1 0 0,-11-32-4 0 0,1-1-1 0 0,-1 0 1 0 0,1 1-1 0 0,0-1 1 0 0,0 0-1 0 0,0 0 1 0 0,0-1 0 0 0,1 1-1 0 0,-1-1 1 0 0,1 1-1 0 0,0-1 1 0 0,0 0-1 0 0,0-1 1 0 0,5 4-1 0 0,-2-4-19 0 0,-1 1 0 0 0,1-1 0 0 0,-1 0 0 0 0,1-1 0 0 0,0 1-1 0 0,-1-1 1 0 0,1-1 0 0 0,0 1 0 0 0,9-1 0 0 0,2-2-274 0 0,-1-1 0 0 0,1 0 0 0 0,-1-1 1 0 0,0-1-1 0 0,0 0 0 0 0,32-16 0 0 0,-7-1-1242 0 0,-1-2 0 0 0,-1-1 0 0 0,64-55 0 0 0,29-45-5872 0 0,-86 72 1689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46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80 169 2012 0 0,'-14'-14'2239'0'0,"2"1"0"0"0,0-2 0 0 0,0 0 0 0 0,-16-27 0 0 0,28 41-2190 0 0,-1-1 1 0 0,1 1 0 0 0,0 0 0 0 0,0 0 0 0 0,-1 0 0 0 0,1 0-1 0 0,0 0 1 0 0,0 0 0 0 0,0 0 0 0 0,0 0 0 0 0,0 0 0 0 0,1 0-1 0 0,-1 0 1 0 0,0 0 0 0 0,0-1 0 0 0,1 1 0 0 0,-1 0 0 0 0,1 0 0 0 0,-1 0-1 0 0,1 1 1 0 0,-1-1 0 0 0,1 0 0 0 0,-1 0 0 0 0,1 0 0 0 0,0 0-1 0 0,0 0 1 0 0,-1 1 0 0 0,3-2 0 0 0,23-16 845 0 0,-14 14-749 0 0,-1 0 0 0 0,1 0 0 0 0,0 2 0 0 0,0-1 0 0 0,0 1 1 0 0,0 1-1 0 0,0 0 0 0 0,0 1 0 0 0,0 0 0 0 0,0 1 0 0 0,1 0 0 0 0,19 5 1 0 0,-23-3-79 0 0,0-1 0 0 0,0 1 0 0 0,0 1 1 0 0,-1 0-1 0 0,0 0 0 0 0,0 0 0 0 0,14 11 1 0 0,-18-11 21 0 0,1 0 0 0 0,-1 0 0 0 0,1 0 1 0 0,-1 1-1 0 0,-1 0 0 0 0,1 0 0 0 0,0 0 1 0 0,-1 0-1 0 0,0 1 0 0 0,-1-1 0 0 0,1 1 1 0 0,2 7-1 0 0,-4-5 7 0 0,1 0-1 0 0,-2 0 1 0 0,1 0 0 0 0,-1 1 0 0 0,0-1-1 0 0,0 0 1 0 0,-1 0 0 0 0,0 0 0 0 0,-1 0-1 0 0,0 0 1 0 0,0-1 0 0 0,0 1 0 0 0,-1 0 0 0 0,0-1-1 0 0,-5 9 1 0 0,-6 8 164 0 0,-1 0 1 0 0,0-1-1 0 0,-20 21 0 0 0,-76 72 783 0 0,6-6-328 0 0,102-107-680 0 0,1 0 1 0 0,0 0-1 0 0,0 0 0 0 0,0 1 1 0 0,0-1-1 0 0,-1 4 0 0 0,2-6-26 0 0,1 0-1 0 0,0 0 0 0 0,0-1 0 0 0,-1 1 0 0 0,1 0 1 0 0,0 0-1 0 0,0 0 0 0 0,0-1 0 0 0,0 1 0 0 0,0 0 1 0 0,0 0-1 0 0,0-1 0 0 0,0 1 0 0 0,0 0 0 0 0,1 0 1 0 0,-1-1-1 0 0,0 1 0 0 0,0 0 0 0 0,1 0 0 0 0,-1-1 1 0 0,0 1-1 0 0,1 0 0 0 0,-1-1 0 0 0,1 1 0 0 0,-1 0 1 0 0,1-1-1 0 0,-1 1 0 0 0,1-1 0 0 0,-1 1 0 0 0,1-1 1 0 0,0 1-1 0 0,-1-1 0 0 0,1 1 0 0 0,0-1 0 0 0,-1 0 1 0 0,1 1-1 0 0,0-1 0 0 0,0 0 0 0 0,-1 0 0 0 0,1 1 1 0 0,0-1-1 0 0,0 0 0 0 0,1 0 0 0 0,16 3 71 0 0,0-1 0 0 0,0-1 0 0 0,0 0 0 0 0,1-2-1 0 0,22-2 1 0 0,99-22 24 0 0,-69 12-41 0 0,14-8-1966 0 0,-57 11-3233 0 0,-3-2-4545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0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78 476 0 0,'-17'-37'6414'0'0,"-4"5"1152"0"0,15 29-6142 0 0,-2-3 246 0 0,8 6-1670 0 0,0 1 0 0 0,0-1 0 0 0,0 0-1 0 0,-1 0 1 0 0,1 0 0 0 0,0 0 0 0 0,0 0-1 0 0,0 0 1 0 0,0 0 0 0 0,-1 0 0 0 0,1 0 0 0 0,0 0-1 0 0,0 0 1 0 0,0 1 0 0 0,0-1 0 0 0,0 0 0 0 0,0 0-1 0 0,-1 0 1 0 0,1 0 0 0 0,0 0 0 0 0,0 1-1 0 0,0-1 1 0 0,0 0 0 0 0,0 0 0 0 0,0 0 0 0 0,0 0-1 0 0,0 0 1 0 0,0 1 0 0 0,0-1 0 0 0,0 0-1 0 0,0 0 1 0 0,0 0 0 0 0,0 0 0 0 0,0 1 0 0 0,0-1-1 0 0,0 0 1 0 0,0 0 0 0 0,0 0 0 0 0,0 0 0 0 0,0 1-1 0 0,0-1 1 0 0,0 0 0 0 0,0 0 0 0 0,0 0-1 0 0,0 0 1 0 0,0 1 0 0 0,0-1 0 0 0,1 0 0 0 0,-1 0-1 0 0,0 0 1 0 0,0 0 0 0 0,0 2 30 0 0,0-2-26 0 0,1 1 1 0 0,-1-1-1 0 0,0 1 1 0 0,0-1-1 0 0,0 1 1 0 0,0-1 0 0 0,1 1-1 0 0,-1-1 1 0 0,0 1-1 0 0,1-1 1 0 0,-1 1-1 0 0,0-1 1 0 0,1 1-1 0 0,-1-1 1 0 0,0 0-1 0 0,1 1 1 0 0,-1-1-1 0 0,1 0 1 0 0,-1 1-1 0 0,1-1 1 0 0,-1 0-1 0 0,1 1 1 0 0,-1-1-1 0 0,1 0 1 0 0,-1 0-1 0 0,1 0 1 0 0,-1 0-1 0 0,2 1 1 0 0,17 7 109 0 0,-18-7-108 0 0,22 3 49 0 0,0 0 1 0 0,0-1 0 0 0,0-2-1 0 0,47-1 1 0 0,-31-1 37 0 0,60-3 1010 0 0,-97 4-1268 0 0,0 0 1 0 0,0 0 0 0 0,0 0-1 0 0,0 0 1 0 0,-1-1 0 0 0,1 1-1 0 0,0-1 1 0 0,0 1 0 0 0,0-1-1 0 0,-1 0 1 0 0,1 0 0 0 0,2-1-1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0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1872 0 0,'33'-29'12554'0'0,"-33"29"-12479"0"0,0-1 1 0 0,0 1-1 0 0,1 0 1 0 0,-1-1-1 0 0,0 1 0 0 0,0 0 1 0 0,0 0-1 0 0,1 0 0 0 0,-1-1 1 0 0,0 1-1 0 0,1 0 1 0 0,-1 0-1 0 0,0 0 0 0 0,0 0 1 0 0,1-1-1 0 0,-1 1 0 0 0,0 0 1 0 0,1 0-1 0 0,-1 0 1 0 0,0 0-1 0 0,1 0 0 0 0,-1 0 1 0 0,0 0-1 0 0,1 0 0 0 0,-1 0 1 0 0,0 0-1 0 0,1 0 1 0 0,-1 0-1 0 0,0 0 0 0 0,1 0 1 0 0,-1 1-1 0 0,0-1 0 0 0,1 0 1 0 0,6 12 1560 0 0,-2 25 182 0 0,-5-29-1334 0 0,4 56 2153 0 0,-7 98-1 0 0,1-99-1971 0 0,0 1-254 0 0,-10 169 568 0 0,11-229-1158 0 0,-1 25 907 0 0,1-12-3596 0 0,1-25 866 0 0,0 6 1294 0 0,0 0 0 0 0,0 0 0 0 0,0 0 0 0 0,0 0 0 0 0,0 0 0 0 0,0 0 0 0 0,1 0 0 0 0,-1 0 0 0 0,1 0 0 0 0,-1 0 1 0 0,1 1-1 0 0,1-3 0 0 0,4-8-4206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1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33 556 0 0,'13'-25'13323'0'0,"-13"24"-13182"0"0,0 1 0 0 0,0-1 0 0 0,0 1 0 0 0,3-4 1554 0 0,-3 4-1554 0 0,1 0 0 0 0,-1-1 0 0 0,0 1 0 0 0,1 0 1 0 0,-1 0-1 0 0,0 0 0 0 0,1 0 0 0 0,-1-1 0 0 0,1 1 1 0 0,-1 0-1 0 0,0 0 0 0 0,1 0 0 0 0,-1 0 0 0 0,1 0 1 0 0,0 0-1 0 0,2 14 401 0 0,-2 0-5 0 0,4 26 655 0 0,-3 0 0 0 0,-3 61 0 0 0,-1-25-309 0 0,-5 259 1008 0 0,0-196-1136 0 0,7-137-711 0 0,-6-15-5835 0 0,6 12 5590 0 0,0 0 1 0 0,0 1-1 0 0,1-1 1 0 0,-1 0 0 0 0,0 0-1 0 0,0 0 1 0 0,1-1-1 0 0,3-24-4276 0 0,1 9-466 0 0,2-5-2463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1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84 1444 0 0,'0'-3'1974'0'0,"-7"-55"11564"0"0,8 53-12538 0 0,-2 4-909 0 0,1 1 1 0 0,0-1-1 0 0,0 1 1 0 0,0-1-1 0 0,0 1 1 0 0,-1-1-1 0 0,1 1 1 0 0,0-1-1 0 0,0 0 1 0 0,0 1-1 0 0,0-1 1 0 0,1 1-1 0 0,-1-1 1 0 0,0 1-1 0 0,0-1 1 0 0,0 0-1 0 0,0 1 1 0 0,0-1-1 0 0,1 1 1 0 0,-1-1-1 0 0,0 1 1 0 0,1-1-1 0 0,-1 1 1 0 0,0-1-1 0 0,1 1 1 0 0,-1-1-1 0 0,1 1 1 0 0,55-2 201 0 0,72 7 0 0 0,-6 0-196 0 0,-63 1 130 0 0,-56-6-208 0 0,13 21 349 0 0,-9 2 167 0 0,0 1-1 0 0,-2 1 1 0 0,0-1 0 0 0,-2 1 0 0 0,0 43 0 0 0,-14 129 1497 0 0,-49 240-424 0 0,11-107-1379 0 0,-15 249-102 0 0,61-551 141 0 0,-1-1 1 0 0,-1 0-1 0 0,-1 0 1 0 0,-2 0-1 0 0,-1-1 1 0 0,-13 29-1 0 0,17-45-107 0 0,-1 0 0 0 0,0-1-1 0 0,0 0 1 0 0,-1 0-1 0 0,0 0 1 0 0,-1-1-1 0 0,-15 13 1 0 0,16-16-113 0 0,0 0 1 0 0,0-1 0 0 0,0 1-1 0 0,0-2 1 0 0,-1 1-1 0 0,0-1 1 0 0,0 0 0 0 0,0-1-1 0 0,0 0 1 0 0,0 0-1 0 0,-13 1 1 0 0,-11-2-1587 0 0,-45-2 0 0 0,33-3-1846 0 0,0-2-1 0 0,0-2 0 0 0,-75-25 0 0 0,92 23-2075 0 0,4-3-2828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2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45 1128 0 0,'20'-34'19108'0'0,"-20"33"-19074"0"0,0 0 1 0 0,-1 1-1 0 0,1-1 1 0 0,-1 0-1 0 0,1 1 1 0 0,-1-1-1 0 0,0 0 1 0 0,1 1-1 0 0,-1-1 1 0 0,1 1-1 0 0,-1-1 0 0 0,0 1 1 0 0,0 0-1 0 0,1-1 1 0 0,-1 1-1 0 0,0 0 1 0 0,0-1-1 0 0,1 1 1 0 0,-1 0-1 0 0,0 0 1 0 0,0 0-1 0 0,0-1 1 0 0,1 1-1 0 0,-1 0 0 0 0,0 0 1 0 0,0 0-1 0 0,0 1 1 0 0,1-1-1 0 0,-1 0 1 0 0,0 0-1 0 0,0 0 1 0 0,0 1-1 0 0,-23 2 51 0 0,17-1-116 0 0,0 0 0 0 0,0 1 0 0 0,0 0-1 0 0,0 0 1 0 0,1 1 0 0 0,0-1 0 0 0,-1 1 0 0 0,1 1 0 0 0,0-1 0 0 0,1 1 0 0 0,-1 0-1 0 0,-6 8 1 0 0,1 0 27 0 0,-1 1 0 0 0,1 1-1 0 0,1-1 1 0 0,1 2 0 0 0,0-1-1 0 0,1 1 1 0 0,1 1 0 0 0,0 0 0 0 0,-6 26-1 0 0,-1 15 26 0 0,-10 89-1 0 0,-5 167 173 0 0,15-148-130 0 0,-10 162-75 0 0,-10 102 158 0 0,3-106 3 0 0,22-194-120 0 0,4-44-41 0 0,-11 319 727 0 0,-40 514 1943 0 0,10-512-1168 0 0,43-378-1395 0 0,-1 8 98 0 0,0 63-1 0 0,4-97-183 0 0,0-1 0 0 0,0 0-1 0 0,1 0 1 0 0,-1 0-1 0 0,0 1 1 0 0,1-1-1 0 0,0 0 1 0 0,-1 0-1 0 0,1 0 1 0 0,0 0-1 0 0,0 0 1 0 0,0 0-1 0 0,0 0 1 0 0,0 0-1 0 0,1 0 1 0 0,-1-1-1 0 0,3 4 1 0 0,-2-4-6 0 0,0 0-1 0 0,0 0 1 0 0,0 0 0 0 0,1 0 0 0 0,-1 0-1 0 0,0-1 1 0 0,0 1 0 0 0,1-1 0 0 0,-1 1-1 0 0,0-1 1 0 0,1 0 0 0 0,-1 0 0 0 0,0 0-1 0 0,1 0 1 0 0,-1 0 0 0 0,4-1-1 0 0,39-7-506 0 0,-1-1-1 0 0,73-27 1 0 0,79-49-2609 0 0,-145 59 560 0 0,79-53 0 0 0,-103 58-9 0 0,0 0 0 0 0,24-26 0 0 0,-8 1-4766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3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91 335 1360 0 0,'7'-36'5285'0'0,"-2"0"0"0"0,0-40 869 0 0,-7 77-6132 0 0,1 1 1 0 0,-1 0 0 0 0,0 0 0 0 0,1 0 0 0 0,0 0-1 0 0,-1 0 1 0 0,1 0 0 0 0,0 0 0 0 0,0 0 0 0 0,0 0-1 0 0,0 1 1 0 0,0-1 0 0 0,0 3 0 0 0,-2 2 11 0 0,-13 29 195 0 0,-20 65-1 0 0,32-88-234 0 0,0 1 0 0 0,1 0-1 0 0,1 0 1 0 0,1 0 0 0 0,0 1 0 0 0,0-1-1 0 0,2 0 1 0 0,2 18 0 0 0,-3-29 31 0 0,0 0 0 0 0,1 0-1 0 0,0 0 1 0 0,-1 0 0 0 0,1-1 0 0 0,0 1 0 0 0,1 0 0 0 0,-1-1 0 0 0,0 1 0 0 0,1-1 0 0 0,-1 1 0 0 0,1-1 0 0 0,0 0 0 0 0,0 1-1 0 0,0-1 1 0 0,0 0 0 0 0,0 0 0 0 0,1-1 0 0 0,-1 1 0 0 0,0 0 0 0 0,1-1 0 0 0,-1 1 0 0 0,1-1 0 0 0,0 0 0 0 0,-1 0 0 0 0,1 0-1 0 0,6 1 1 0 0,-4-1 62 0 0,1-1 0 0 0,0 0 0 0 0,0 0 0 0 0,0-1 0 0 0,0 0 0 0 0,0 0 0 0 0,0 0 0 0 0,0-1 0 0 0,0 1 0 0 0,-1-1 0 0 0,1-1 0 0 0,9-5 0 0 0,-1 0-6 0 0,-1-1-1 0 0,0-1 1 0 0,-1 0 0 0 0,0-1 0 0 0,0 0 0 0 0,-1-1-1 0 0,-1 0 1 0 0,0-1 0 0 0,13-21 0 0 0,-6 5-86 0 0,-1-1 1 0 0,-2-1 0 0 0,16-48 0 0 0,-25 64-19 0 0,-1-1 0 0 0,-1 0 0 0 0,0 0 0 0 0,0-27 0 0 0,-2 34 15 0 0,-1 0-1 0 0,-1 0 0 0 0,0 0 1 0 0,0 0-1 0 0,0 0 0 0 0,-1 0 1 0 0,-1 0-1 0 0,0 1 1 0 0,-7-17-1 0 0,9 23 8 0 0,0-1 0 0 0,-1 1-1 0 0,0-1 1 0 0,1 1 0 0 0,-1 0 0 0 0,0 0 0 0 0,0 0 0 0 0,0 0-1 0 0,0 0 1 0 0,-1 0 0 0 0,1 0 0 0 0,0 1 0 0 0,-1-1 0 0 0,1 1-1 0 0,-1 0 1 0 0,0 0 0 0 0,1 0 0 0 0,-1 0 0 0 0,-4-1 0 0 0,3 2-4 0 0,-1 0 1 0 0,1 0 0 0 0,-1 0 0 0 0,1 0-1 0 0,0 1 1 0 0,-1 0 0 0 0,1-1 0 0 0,-1 2-1 0 0,1-1 1 0 0,0 0 0 0 0,-6 4 0 0 0,-2 1-149 0 0,-1 2 1 0 0,1 0 0 0 0,0 0 0 0 0,1 1-1 0 0,0 0 1 0 0,-16 18 0 0 0,3 0-1391 0 0,3 1 0 0 0,-29 46 1 0 0,0 21-5781 0 0,31-58 1562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3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14 1160 0 0,'10'-14'18765'0'0,"-8"20"-18427"0"0,0 0-1 0 0,0 0 1 0 0,-1 0-1 0 0,1 0 1 0 0,-1 0 0 0 0,-1 0-1 0 0,1 0 1 0 0,-1 7-1 0 0,-5 55 527 0 0,3-45-644 0 0,-10 84-295 0 0,1-21-3459 0 0,7-2-6933 0 0,4-62 2900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4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1976 0 0,'11'-21'11527'0'0,"-11"21"-11353"0"0,0 0-1 0 0,1 0 1 0 0,0 0 0 0 0,3 16 2123 0 0,-2 37-1594 0 0,-2-48-237 0 0,-1 76-125 0 0,2 92 781 0 0,0-115-4317 0 0,1-1-3490 0 0,0-41-158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5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1184 0 1748 0 0,'-37'24'15392'0'0,"37"-23"-15212"0"0,7 1 161 0 0,0-1 0 0 0,0 1-1 0 0,1-1 1 0 0,10 0 0 0 0,-14-1-289 0 0,56 7 746 0 0,-40-6-697 0 0,-1 1 0 0 0,27 6 0 0 0,-44-7-99 0 0,0-1 0 0 0,0 1 0 0 0,0 0 0 0 0,0 0 0 0 0,0 0 0 0 0,0 0 0 0 0,0 0 0 0 0,0 0 0 0 0,0 0 0 0 0,0 1 0 0 0,0-1 0 0 0,-1 0 0 0 0,1 1 1 0 0,0 0-1 0 0,-1-1 0 0 0,0 1 0 0 0,1 0 0 0 0,-1 0 0 0 0,0 0 0 0 0,0 0 0 0 0,0 0 0 0 0,0 0 0 0 0,0 0 0 0 0,0 0 0 0 0,-1 0 0 0 0,1 0 0 0 0,0 5 1 0 0,2 15-41 0 0,-1 1 0 0 0,-1-1 1 0 0,0 1-1 0 0,-5 33 1 0 0,-20 93 551 0 0,13-83-294 0 0,-30 165 973 0 0,-23 153-123 0 0,23 3-776 0 0,29 513 222 0 0,13-624-420 0 0,-7 202 130 0 0,-30-1-143 0 0,-99 192 488 0 0,57-405 37 0 0,73-247-461 0 0,-1 0 1 0 0,-1 0 0 0 0,-1-1 0 0 0,0 0-1 0 0,-1 0 1 0 0,-1-1 0 0 0,-16 21 0 0 0,18-28-119 0 0,1 0 0 0 0,-2-1 0 0 0,1 1 1 0 0,-1-2-1 0 0,0 1 0 0 0,0-1 0 0 0,-1-1 1 0 0,0 1-1 0 0,0-2 0 0 0,0 1 0 0 0,0-2 1 0 0,-1 1-1 0 0,-16 2 0 0 0,-5-1-302 0 0,0-1 0 0 0,-1-2 0 0 0,-35-2 0 0 0,-100-13-3041 0 0,100 6 1579 0 0,-67-3-2741 0 0,48 3-1234 0 0,-5-1-2588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6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45 1792 0 0,'-52'14'11468'0'0,"43"-12"-8436"0"0,38-14-3237 0 0,1 1-1 0 0,0 2 1 0 0,1 1 0 0 0,0 1-1 0 0,0 2 1 0 0,1 1 0 0 0,60 0-1 0 0,-86 4-539 0 0,17 3-374 0 0,-6 4-4708 0 0,-6 0 1273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7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112 777 1116 0 0,'-34'30'5778'0'0,"-42"47"0"0"0,74-76-5503 0 0,2 0-249 0 0,1 0 0 0 0,-1-1 0 0 0,0 1-1 0 0,1 0 1 0 0,-1-1 0 0 0,0 1 0 0 0,1-1-1 0 0,-1 1 1 0 0,1-1 0 0 0,-1 1 0 0 0,0-1-1 0 0,1 1 1 0 0,-1-1 0 0 0,1 1 0 0 0,0-1 0 0 0,-1 0-1 0 0,1 1 1 0 0,-1-1 0 0 0,1 0 0 0 0,0 1-1 0 0,-1-1 1 0 0,1 0 0 0 0,0 0 0 0 0,-1 0 0 0 0,1 0-1 0 0,0 1 1 0 0,-1-1 0 0 0,1 0 0 0 0,0 0-1 0 0,-1 0 1 0 0,1-1 0 0 0,0 1 0 0 0,-1 0 0 0 0,2 0-1 0 0,32-4 36 0 0,-28 2 16 0 0,234-42-1212 0 0,-81 9-4755 0 0,-95 20 1332 0 0</inkml:trace>
  <inkml:trace contextRef="#ctx0" brushRef="#br0" timeOffset="1">2502 497 1508 0 0,'-114'-14'10248'0'0,"27"4"-3165"0"0,507-31-5279 0 0,-278 26-400 0 0,-139 14-1333 0 0,-1 1-16 0 0,6-4 703 0 0</inkml:trace>
  <inkml:trace contextRef="#ctx0" brushRef="#br0" timeOffset="2">3229 76 2300 0 0,'9'-17'5028'0'0,"1"1"1"0"0,17-23 724 0 0,-27 39-5694 0 0,0 0-1 0 0,0 1 1 0 0,0-1 0 0 0,0 0-1 0 0,1 0 1 0 0,-1 0-1 0 0,0 0 1 0 0,0 0-1 0 0,0 1 1 0 0,0-1 0 0 0,0 0-1 0 0,1 0 1 0 0,-1 0-1 0 0,0 0 1 0 0,0 0-1 0 0,0 0 1 0 0,1 0 0 0 0,-1 0-1 0 0,0 0 1 0 0,0 0-1 0 0,0 0 1 0 0,0 0-1 0 0,1 0 1 0 0,-1 0 0 0 0,0 0-1 0 0,0 0 1 0 0,0 0-1 0 0,1 0 1 0 0,-1 0-1 0 0,0 0 1 0 0,0 0 0 0 0,0 0-1 0 0,0 0 1 0 0,1 0-1 0 0,-1 0 1 0 0,0 0-1 0 0,0 0 1 0 0,0-1 0 0 0,0 1-1 0 0,1 0 1 0 0,-1 0-1 0 0,0 0 1 0 0,0 0-1 0 0,0 0 1 0 0,0-1-1 0 0,0 1 1 0 0,0 0 0 0 0,0 0-1 0 0,1 0 1 0 0,-1 0-1 0 0,0-1 1 0 0,0 1-1 0 0,0 0 1 0 0,0 0 0 0 0,0 0-1 0 0,0 0 1 0 0,0-1-1 0 0,0 1 1 0 0,0 0-1 0 0,0 0 1 0 0,0 0 0 0 0,0-1-1 0 0,0 1 1 0 0,0 0-1 0 0,0 0 1 0 0,0-1-1 0 0,9 18 1917 0 0,-3 23-865 0 0,-2 0 0 0 0,-2-1-1 0 0,-3 50 1 0 0,0-25-738 0 0,-23 285 578 0 0,3-200-3631 0 0,18-133 942 0 0,-2 17-1305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8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48 340 0 0,'-6'8'17863'0'0,"7"-7"-17829"0"0,1 0 1 0 0,-1 0-1 0 0,1-1 0 0 0,0 1 0 0 0,-1 0 1 0 0,1-1-1 0 0,0 1 0 0 0,0-1 1 0 0,0 1-1 0 0,-1-1 0 0 0,1 0 0 0 0,0 0 1 0 0,0 0-1 0 0,0 0 0 0 0,3 0 1 0 0,36-4 111 0 0,-34 3-89 0 0,1 0-83 0 0,75-10-450 0 0,88-22 0 0 0,-168 33-2 0 0,0-1 0 0 0,0 0 1 0 0,0-1-1 0 0,-1 1 0 0 0,1 0 0 0 0,0-1 1 0 0,4-2-1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8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48 2132 0 0,'-33'-48'13727'0'0,"33"48"-13666"0"0,0 1 0 0 0,0-1 0 0 0,0 0 0 0 0,0 0 0 0 0,0 1 0 0 0,0-1 0 0 0,0 0 0 0 0,-1 0 0 0 0,1 1-1 0 0,0-1 1 0 0,0 0 0 0 0,0 0 0 0 0,0 1 0 0 0,0-1 0 0 0,-1 0 0 0 0,1 0 0 0 0,0 0 0 0 0,0 1 0 0 0,0-1 0 0 0,-1 0-1 0 0,1 0 1 0 0,0 0 0 0 0,0 0 0 0 0,0 1 0 0 0,-1-1 0 0 0,1 0 0 0 0,0 0 0 0 0,0 0 0 0 0,-1 0 0 0 0,1 0-1 0 0,0 0 1 0 0,-1 0 0 0 0,1 0 0 0 0,0 0 0 0 0,0 0 0 0 0,-1 0 0 0 0,1 0 0 0 0,0 0 0 0 0,0 0 0 0 0,-1 0 0 0 0,1 0-1 0 0,0 0 1 0 0,0 0 0 0 0,-1 0 0 0 0,1 0 0 0 0,0-1 0 0 0,0 1 0 0 0,-1 0 0 0 0,1 0 0 0 0,0 0 0 0 0,0 0-1 0 0,0-1 1 0 0,-1 1 0 0 0,1 0 0 0 0,0 0 0 0 0,0 0 0 0 0,0-1 0 0 0,0 1 0 0 0,-1 0 0 0 0,1 0 0 0 0,0-1 0 0 0,0 1-1 0 0,0 0 1 0 0,0 0 0 0 0,0-1 0 0 0,-3 43 2248 0 0,5 57 0 0 0,1-19-1627 0 0,-5 20-152 0 0,1 17-574 0 0,3-38-3193 0 0,-1-74 2225 0 0,2 20-1269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77 2992 0 0,'35'-76'18866'0'0,"-34"86"-16721"0"0,-4 17-540 0 0,-35 259 3460 0 0,34-241-4652 0 0,-22 266 383 0 0,23-262-2570 0 0,0 1-6319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9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1 105 400 0 0,'0'-6'2758'0'0,"9"-38"13426"0"0,-8 43-15728 0 0,44-10 1237 0 0,220-23-1959 0 0,-241 31-646 0 0,12-1-3234 0 0,-14 2-3032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6:59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31 1652 0 0,'-24'17'4415'0'0,"1"0"-1"0"0,-28 27 0 0 0,50-44-4345 0 0,1 0 0 0 0,0 0 0 0 0,-1 1 0 0 0,1-1 0 0 0,0 0 0 0 0,-1 1 0 0 0,1-1 0 0 0,0 0 0 0 0,0 0 0 0 0,-1 1 0 0 0,1-1-1 0 0,0 0 1 0 0,0 1 0 0 0,0-1 0 0 0,-1 1 0 0 0,1-1 0 0 0,0 0 0 0 0,0 1 0 0 0,0-1 0 0 0,0 1 0 0 0,0-1 0 0 0,0 0 0 0 0,0 1 0 0 0,0-1-1 0 0,0 1 1 0 0,0-1 0 0 0,0 0 0 0 0,0 1 0 0 0,0-1 0 0 0,0 1 0 0 0,1 0 0 0 0,11 4 827 0 0,18-5-412 0 0,204-52 196 0 0,-116 22-2544 0 0,-100 26 1340 0 0,99-24-6958 0 0,-72 17 595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00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54 1624 0 0,'3'-4'1583'0'0,"0"0"0"0"0,-1 0-1 0 0,1 0 1 0 0,-1 0 0 0 0,0-1 0 0 0,0 1-1 0 0,0-1 1 0 0,1-8 1511 0 0,-6 10-2157 0 0,2 3-897 0 0,1 0 0 0 0,0 0 0 0 0,0-1 0 0 0,0 1 0 0 0,0 0 1 0 0,0 0-1 0 0,0 0 0 0 0,-1-1 0 0 0,1 1 0 0 0,0 0 0 0 0,0 0 0 0 0,0 0 0 0 0,0 0 0 0 0,-1-1 1 0 0,1 1-1 0 0,0 0 0 0 0,0 0 0 0 0,0 0 0 0 0,-1 0 0 0 0,1 0 0 0 0,0 0 0 0 0,0 0 0 0 0,-1 0 1 0 0,1-1-1 0 0,0 1 0 0 0,0 0 0 0 0,-1 0 0 0 0,1 0 0 0 0,0 0 0 0 0,0 0 0 0 0,-1 0 0 0 0,1 0 1 0 0,0 1-1 0 0,0-1 0 0 0,-1 0 0 0 0,1 0 0 0 0,0 0 0 0 0,-7 2 192 0 0,0 0-1 0 0,1 1 1 0 0,-1 0 0 0 0,1 0-1 0 0,0 1 1 0 0,0-1 0 0 0,0 1-1 0 0,1 0 1 0 0,-1 1-1 0 0,-5 5 1 0 0,-51 58 692 0 0,54-58-778 0 0,-18 22 200 0 0,2 0 0 0 0,-28 48 0 0 0,40-57-237 0 0,1-1-1 0 0,1 1 1 0 0,1 1-1 0 0,-12 48 1 0 0,19-65-72 0 0,1 1 0 0 0,0 0 0 0 0,0-1 0 0 0,1 1 1 0 0,0 0-1 0 0,0-1 0 0 0,1 1 0 0 0,0 0 0 0 0,1-1 0 0 0,-1 1 1 0 0,4 9-1 0 0,-3-13-18 0 0,0 0 1 0 0,0 0-1 0 0,1 0 0 0 0,-1 0 1 0 0,1 0-1 0 0,-1-1 0 0 0,1 1 1 0 0,1-1-1 0 0,-1 0 0 0 0,0 0 1 0 0,1 0-1 0 0,-1 0 0 0 0,1 0 1 0 0,0-1-1 0 0,0 0 1 0 0,0 0-1 0 0,0 0 0 0 0,0 0 1 0 0,1-1-1 0 0,5 2 0 0 0,2 0 11 0 0,0-1 0 0 0,1-1 0 0 0,-1 0 0 0 0,1-1 0 0 0,-1 0 0 0 0,1-1 0 0 0,-1-1 0 0 0,1 1 0 0 0,-1-2 0 0 0,0 0 0 0 0,0 0 0 0 0,0-2 0 0 0,0 1 0 0 0,0-1 0 0 0,-1-1 0 0 0,0 0 0 0 0,17-13 0 0 0,-11 7 20 0 0,-1 0 0 0 0,-1-2 1 0 0,0 0-1 0 0,0 0 0 0 0,-2-2 0 0 0,0 1 0 0 0,-1-2 1 0 0,0 0-1 0 0,-2 0 0 0 0,12-23 0 0 0,-17 27 63 0 0,0 0-1 0 0,-1 0 0 0 0,0 0 0 0 0,-1-1 0 0 0,0 1 0 0 0,-1-1 1 0 0,-1 1-1 0 0,0-1 0 0 0,-1 0 0 0 0,0 0 0 0 0,-1 0 0 0 0,-5-20 0 0 0,5 26-114 0 0,-1 0-1 0 0,-1 1 0 0 0,0-1 0 0 0,0 1 1 0 0,0 0-1 0 0,-1 0 0 0 0,0 0 0 0 0,0 0 0 0 0,-1 1 1 0 0,0-1-1 0 0,0 1 0 0 0,0 0 0 0 0,-1 1 1 0 0,0-1-1 0 0,0 1 0 0 0,0 0 0 0 0,-1 1 0 0 0,1 0 1 0 0,-1 0-1 0 0,0 0 0 0 0,-1 1 0 0 0,-14-5 1 0 0,11 5-615 0 0,-1 0 1 0 0,1 1 0 0 0,0 1-1 0 0,-1 0 1 0 0,0 0 0 0 0,1 1 0 0 0,-14 2-1 0 0,-10 3-3930 0 0,-34 10 0 0 0,37-8 642 0 0,-10 2-4140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0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56 496 0 0,'9'-55'13903'0'0,"7"76"-11248"0"0,2 16-1266 0 0,57 111 1929 0 0,-18-39-2499 0 0,82 115 0 0 0,-136-220-811 0 0,155 213 224 0 0,-147-205-2513 0 0,-11-59-16673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02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392 101 1668 0 0,'-1'-8'1056'0'0,"0"-1"0"0"0,-1 1 0 0 0,0 0 0 0 0,-1-1 0 0 0,0 1 0 0 0,0 0 0 0 0,-1 0 0 0 0,0 1 0 0 0,-9-15 0 0 0,12 22-942 0 0,0-1 0 0 0,0 1-1 0 0,0-1 1 0 0,1 0 0 0 0,-1 1-1 0 0,0 0 1 0 0,0-1-1 0 0,0 1 1 0 0,0 0 0 0 0,0-1-1 0 0,0 1 1 0 0,0 0 0 0 0,0 0-1 0 0,0 0 1 0 0,0 0-1 0 0,0 0 1 0 0,0 0 0 0 0,0 0-1 0 0,0 0 1 0 0,0 0 0 0 0,0 0-1 0 0,-2 1 1 0 0,-20 9 1171 0 0,13-3-862 0 0,0 0-1 0 0,0 1 0 0 0,0 0 0 0 0,1 0 1 0 0,-15 19-1 0 0,-37 53 540 0 0,51-65-831 0 0,-20 27 341 0 0,3 2 0 0 0,-34 71-1 0 0,51-91-1066 0 0,1 0-1 0 0,-9 39 1 0 0,15-47-1279 0 0,0 1 1 0 0,1-1-1 0 0,1 1 1 0 0,1 29 0 0 0,3-27-5739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02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39 956 0 0,'6'-14'6500'0'0,"-5"12"-6135"0"0,0 0 0 0 0,0 1 0 0 0,0-1 0 0 0,0 0 0 0 0,1 1 0 0 0,-1-1 0 0 0,0 1 0 0 0,1-1 0 0 0,-1 1 0 0 0,1-1 0 0 0,-1 1 0 0 0,1 0 0 0 0,0 0 0 0 0,2-1 0 0 0,-2 1-262 0 0,0 1 1 0 0,0 0-1 0 0,0-1 0 0 0,0 1 0 0 0,0 0 0 0 0,0 1 0 0 0,-1-1 0 0 0,1 0 1 0 0,0 0-1 0 0,0 1 0 0 0,0-1 0 0 0,0 1 0 0 0,-1 0 0 0 0,1-1 1 0 0,0 1-1 0 0,-1 0 0 0 0,3 1 0 0 0,0 0 100 0 0,0 1 0 0 0,0-1 0 0 0,-1 1 1 0 0,1 0-1 0 0,-1 0 0 0 0,1 1 0 0 0,-1-1 0 0 0,0 0 0 0 0,0 1 0 0 0,-1 0 1 0 0,1 0-1 0 0,-1 0 0 0 0,3 5 0 0 0,-2-2 30 0 0,0 1-1 0 0,-1 0 1 0 0,0 0 0 0 0,0 0 0 0 0,-1 0-1 0 0,1 15 1 0 0,-2 3 246 0 0,-2 0 1 0 0,0 0-1 0 0,-10 39 0 0 0,-22 55 781 0 0,22-81-776 0 0,-14 69 0 0 0,26-107-474 0 0,0 0 0 0 0,-1 0-1 0 0,1-1 1 0 0,0 1 0 0 0,0 0-1 0 0,0 0 1 0 0,0 0 0 0 0,0 0-1 0 0,1 0 1 0 0,-1 0 0 0 0,0 0 0 0 0,0 0-1 0 0,1 0 1 0 0,-1 0 0 0 0,0 0-1 0 0,1 0 1 0 0,-1-1 0 0 0,1 1-1 0 0,-1 0 1 0 0,1 0 0 0 0,0 0-1 0 0,11 5 40 0 0,-7-5-49 0 0,0-1 0 0 0,0 0-1 0 0,0 0 1 0 0,0 0 0 0 0,1-1-1 0 0,-1 1 1 0 0,0-1 0 0 0,-1-1-1 0 0,1 1 1 0 0,0 0 0 0 0,0-1-1 0 0,0 0 1 0 0,4-3 0 0 0,12-6-410 0 0,27-20 0 0 0,-45 29 327 0 0,18-14-943 0 0,0 0 0 0 0,-2-1 0 0 0,0-1 1 0 0,31-39-1 0 0,-30 32-3033 0 0,27-51 1 0 0,-19 24-3053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03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71 24 0 0,'-8'-15'3262'0'0,"-1"1"0"0"0,-16-21 0 0 0,25 35-3187 0 0,0-1 0 0 0,-1 1 0 0 0,1 0 0 0 0,0-1 0 0 0,-1 1 0 0 0,1-1 0 0 0,0 1 0 0 0,-1 0 0 0 0,1-1 0 0 0,-1 1 0 0 0,1 0 0 0 0,0-1 0 0 0,-1 1 0 0 0,1 0 0 0 0,-1 0 0 0 0,1-1 0 0 0,-1 1 0 0 0,1 0 0 0 0,-1 0 0 0 0,1 0 0 0 0,-1 0 0 0 0,1 0 0 0 0,-1 0 0 0 0,1 0 0 0 0,-1 0 0 0 0,1 0 0 0 0,-1 0 0 0 0,0 0 0 0 0,1 0 0 0 0,-1 0 0 0 0,1 0 0 0 0,-1 0 0 0 0,1 0 0 0 0,-1 1 0 0 0,1-1 0 0 0,-1 0 0 0 0,1 0 0 0 0,0 1 0 0 0,-1-1 0 0 0,1 0 0 0 0,-1 1 0 0 0,1-1 0 0 0,0 0 0 0 0,-1 1 0 0 0,1-1 0 0 0,0 0 0 0 0,-1 1 0 0 0,1-1 0 0 0,0 1 0 0 0,-1-1 0 0 0,1 1 0 0 0,0-1 0 0 0,0 1 0 0 0,0-1 0 0 0,-1 1 0 0 0,-10 30 1361 0 0,11-29-1213 0 0,-5 27 253 0 0,1 1 0 0 0,1-1 0 0 0,2 1 0 0 0,3 40 0 0 0,-1-36-317 0 0,10 216-265 0 0,8-86-6417 0 0,-13-133 2706 0 0,1-1-1541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03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44 272 0 0,'-7'-24'8791'0'0,"2"5"-3134"0"0,7 20-5388 0 0,0 0 0 0 0,0 1 0 0 0,0-1 0 0 0,0 1 0 0 0,0-1 0 0 0,-1 1 0 0 0,1 0 0 0 0,-1 0 0 0 0,3 4 1 0 0,1-1 198 0 0,178 219 2948 0 0,-19 14-4502 0 0,-156-227 156 0 0,16 32-2057 0 0,-14-15-5114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03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84 2172 0 0,'-33'-72'9212'0'0,"33"71"-9136"0"0,0 0 0 0 0,0 1 0 0 0,-1-1 0 0 0,1 0 0 0 0,0 1 0 0 0,-1-1 0 0 0,1 1 0 0 0,0-1 0 0 0,-1 1 0 0 0,1-1 0 0 0,-1 1 0 0 0,1-1 0 0 0,-1 1 0 0 0,1 0 1 0 0,-1-1-1 0 0,1 1 0 0 0,-1 0 0 0 0,0-1 0 0 0,1 1 0 0 0,-1 0 0 0 0,1-1 0 0 0,-1 1 0 0 0,0 0 0 0 0,1 0 0 0 0,-1 0 0 0 0,0 0 0 0 0,1 0 0 0 0,-1 0 0 0 0,0 0 0 0 0,1 0 0 0 0,-1 0 0 0 0,0 0 1 0 0,1 0-1 0 0,-1 0 0 0 0,0 0 0 0 0,1 1 0 0 0,-1-1 0 0 0,0 0 0 0 0,1 0 0 0 0,-1 1 0 0 0,1-1 0 0 0,-1 1 0 0 0,0-1 0 0 0,-22 18 1383 0 0,5 2-1005 0 0,1 1 1 0 0,0 0-1 0 0,2 1 1 0 0,0 1-1 0 0,2 0 1 0 0,-16 37-1 0 0,13-20-457 0 0,2 0 0 0 0,2 1 0 0 0,-11 57 0 0 0,17-61-1604 0 0,-1 55-1 0 0,11-5-6803 0 0,-1-64 3083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04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88 2028 0 0,'-26'-34'8549'0'0,"14"17"-5252"0"0,10 15-2847 0 0,1 0 0 0 0,-1 0 0 0 0,1 0-1 0 0,0 0 1 0 0,-1 0 0 0 0,1-1 0 0 0,0 1 0 0 0,0 0 0 0 0,1-1 0 0 0,-2-2-1 0 0,5 3-408 0 0,1 1 0 0 0,-1 0 0 0 0,0-1-1 0 0,1 2 1 0 0,-1-1 0 0 0,1 0 0 0 0,-1 1 0 0 0,1-1-1 0 0,-1 1 1 0 0,1 0 0 0 0,-1 0 0 0 0,1 0-1 0 0,-1 1 1 0 0,1-1 0 0 0,-1 1 0 0 0,1 0 0 0 0,-1 0-1 0 0,0 0 1 0 0,1 0 0 0 0,-1 1 0 0 0,0-1-1 0 0,4 4 1 0 0,2 0 10 0 0,0 1 0 0 0,0-1 0 0 0,0 2 0 0 0,-1-1 0 0 0,0 2 0 0 0,11 11 0 0 0,-17-16 10 0 0,1 0 0 0 0,-1 0 0 0 0,0 1-1 0 0,0-1 1 0 0,0 1 0 0 0,-1-1 0 0 0,1 1 0 0 0,-1 0 0 0 0,1-1-1 0 0,-1 1 1 0 0,-1 0 0 0 0,1 0 0 0 0,0 0 0 0 0,-1 0 0 0 0,0 0-1 0 0,0 0 1 0 0,0 0 0 0 0,0 0 0 0 0,-1 0 0 0 0,1 0-1 0 0,-1-1 1 0 0,0 1 0 0 0,0 0 0 0 0,-1 0 0 0 0,1-1 0 0 0,-1 1-1 0 0,0 0 1 0 0,-4 5 0 0 0,-3 4 333 0 0,0-1 0 0 0,-1 0 0 0 0,-1 0 0 0 0,0-1 0 0 0,-23 18 1 0 0,20-16 104 0 0,26-15-374 0 0,10-4-101 0 0,-8 5-24 0 0,0 0 1 0 0,0 1-1 0 0,1 0 0 0 0,-1 2 0 0 0,0-1 0 0 0,0 2 0 0 0,0 0 0 0 0,0 0 0 0 0,23 10 1 0 0,-30-11 31 0 0,0 1 1 0 0,-1 0-1 0 0,1 1 1 0 0,-1 0-1 0 0,0-1 1 0 0,0 2-1 0 0,0-1 1 0 0,0 1-1 0 0,-1 0 0 0 0,0 0 1 0 0,0 1-1 0 0,0-1 1 0 0,-1 1-1 0 0,1 0 1 0 0,-1 0-1 0 0,-1 1 1 0 0,1-1-1 0 0,-1 1 1 0 0,-1 0-1 0 0,1-1 1 0 0,2 11-1 0 0,-5-13 51 0 0,1 1-1 0 0,-1-1 1 0 0,0 0-1 0 0,0 1 0 0 0,0-1 1 0 0,-1 0-1 0 0,1 1 1 0 0,-1-1-1 0 0,0 0 0 0 0,0 0 1 0 0,-1 0-1 0 0,1 0 0 0 0,-1 0 1 0 0,-4 7-1 0 0,2-5-19 0 0,-1 1-1 0 0,0-1 1 0 0,0 0-1 0 0,0 0 1 0 0,-1-1-1 0 0,0 1 1 0 0,-10 6-1 0 0,-2-1-22 0 0,-1 0-1 0 0,-1-1 1 0 0,0 0-1 0 0,-37 11 1 0 0,29-13-314 0 0,-1-2 0 0 0,1 0 0 0 0,-1-2 0 0 0,0-1 0 0 0,-1-2 0 0 0,-31-1 0 0 0,32-2-752 0 0,0-2 0 0 0,0 0 1 0 0,1-2-1 0 0,0-1 0 0 0,0-1 0 0 0,-30-13 1 0 0,19-1-2153 0 0,16 3-2645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4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 1060 0 0,'-6'-8'7461'0'0,"1"10"-7075"0"0,-12 5 2304 0 0,16-7-2608 0 0,1 0 1 0 0,0 0 0 0 0,0 0-1 0 0,-1 0 1 0 0,1 1-1 0 0,0-1 1 0 0,0 0-1 0 0,0 0 1 0 0,-1 0-1 0 0,1 0 1 0 0,0 1 0 0 0,0-1-1 0 0,0 0 1 0 0,0 0-1 0 0,-1 0 1 0 0,1 1-1 0 0,0-1 1 0 0,0 0 0 0 0,0 0-1 0 0,0 1 1 0 0,0-1-1 0 0,0 0 1 0 0,0 0-1 0 0,-1 1 1 0 0,1-1 0 0 0,0 0-1 0 0,0 0 1 0 0,0 1-1 0 0,0-1 1 0 0,0 0-1 0 0,0 1 1 0 0,0-1 0 0 0,0 0-1 0 0,1 0 1 0 0,-1 1-1 0 0,0-1 1 0 0,0 0-1 0 0,0 0 1 0 0,0 1 0 0 0,0-1-1 0 0,0 0 1 0 0,0 0-1 0 0,1 0 1 0 0,-1 1-1 0 0,0-1 1 0 0,0 0 0 0 0,0 0-1 0 0,0 0 1 0 0,1 1-1 0 0,-1-1 1 0 0,0 0-1 0 0,0 0 1 0 0,1 0-1 0 0,2 1 4 0 0,0 0 0 0 0,0 0 0 0 0,0 0 0 0 0,1-1 0 0 0,-1 0 0 0 0,0 1 0 0 0,0-1 0 0 0,1 0 0 0 0,-1-1-1 0 0,0 1 1 0 0,5-2 0 0 0,-4 2-60 0 0,166-12 645 0 0,-10 0-1085 0 0,-53 12-2754 0 0,-100 1 1702 0 0,0 0 0 0 0,-1 1 0 0 0,1 0 1 0 0,10 4-1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4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54 224 0 0,'-113'40'14380'0'0,"128"-41"-14064"0"0,110-20-57 0 0,-15 2-1157 0 0,-62 13 249 0 0,194-29-6415 0 0,-184 24 2900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5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82 1364 0 0,'0'-3'445'0'0,"0"1"0"0"0,0 0 0 0 0,0 0 0 0 0,0 0 0 0 0,0 0 0 0 0,0 0 1 0 0,0-1-1 0 0,-1 1 0 0 0,1 0 0 0 0,-1 0 0 0 0,0 0 0 0 0,1 0 0 0 0,-1 0 0 0 0,0 0 0 0 0,0 0 0 0 0,0 1 0 0 0,0-1 0 0 0,-4-3 0 0 0,4 4-351 0 0,0 1-1 0 0,0 0 1 0 0,0-1-1 0 0,0 1 1 0 0,0 0-1 0 0,0 0 0 0 0,0 0 1 0 0,0 0-1 0 0,0 0 1 0 0,0 0-1 0 0,0 0 1 0 0,0 0-1 0 0,0 0 1 0 0,0 0-1 0 0,0 1 1 0 0,0-1-1 0 0,0 0 0 0 0,0 1 1 0 0,0-1-1 0 0,0 1 1 0 0,0-1-1 0 0,-1 2 1 0 0,-20 11 1107 0 0,22-13-1177 0 0,-19 17 591 0 0,1 0 0 0 0,0 1 0 0 0,2 1 0 0 0,0 0 0 0 0,1 2 0 0 0,0-1 0 0 0,2 2 0 0 0,-18 38 0 0 0,22-40-447 0 0,1-1 1 0 0,1 1-1 0 0,1 1 1 0 0,0-1-1 0 0,1 1 1 0 0,2 0-1 0 0,0 1 1 0 0,0 34-1 0 0,3-45-124 0 0,1 0 1 0 0,0-1-1 0 0,1 1 0 0 0,0 0 1 0 0,1-1-1 0 0,0 1 0 0 0,1-1 0 0 0,0 0 1 0 0,0 0-1 0 0,1 0 0 0 0,1-1 0 0 0,-1 1 1 0 0,2-1-1 0 0,-1-1 0 0 0,1 1 0 0 0,0-1 1 0 0,1 0-1 0 0,14 11 0 0 0,-12-12-5 0 0,1 0 0 0 0,0-1 0 0 0,1 0 0 0 0,-1-1 1 0 0,1 0-1 0 0,0-1 0 0 0,0-1 0 0 0,1 1 0 0 0,-1-2 0 0 0,1 0 0 0 0,-1 0 0 0 0,1-1 0 0 0,0-1 0 0 0,-1 0 0 0 0,1-1 0 0 0,20-3 0 0 0,-5-1 25 0 0,0-2-1 0 0,0 0 1 0 0,-1-2-1 0 0,0-1 1 0 0,-1-1-1 0 0,34-20 1 0 0,-37 17-22 0 0,-1-1 0 0 0,0 0 0 0 0,-1-2 1 0 0,-1-1-1 0 0,-1 0 0 0 0,0-2 0 0 0,-1 0 0 0 0,26-40 0 0 0,-35 47-10 0 0,0-1 0 0 0,-2 0 0 0 0,0 0 0 0 0,0-1 0 0 0,-1 0 0 0 0,-1 0 0 0 0,-1 0 0 0 0,0-1 0 0 0,-1 0 0 0 0,0 1 0 0 0,-1-1 0 0 0,-1 0 0 0 0,-1 0 0 0 0,0 0 0 0 0,-1 0 0 0 0,-3-16 0 0 0,2 23-23 0 0,-1 1-1 0 0,1 0 1 0 0,-1 0-1 0 0,0 0 0 0 0,-1 0 1 0 0,0 1-1 0 0,0 0 0 0 0,-1-1 1 0 0,0 1-1 0 0,0 1 0 0 0,0-1 1 0 0,-1 1-1 0 0,-7-7 1 0 0,3 6 7 0 0,0 0 1 0 0,0 0 0 0 0,-1 1 0 0 0,1 0 0 0 0,-1 1 0 0 0,-1 0 0 0 0,1 1 0 0 0,-17-5 0 0 0,1 4-164 0 0,0 1-1 0 0,0 0 1 0 0,-1 2-1 0 0,1 2 1 0 0,-1 0-1 0 0,1 2 1 0 0,-39 7-1 0 0,33-2-607 0 0,1 1 0 0 0,1 1-1 0 0,0 2 1 0 0,-55 28-1 0 0,38-12-2271 0 0,1 1-1 0 0,-47 39 1 0 0,35-22-3919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5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25 120 0 0,'-14'-9'5408'0'0,"-15"-6"1111"0"0,30 19-6132 0 0,0 1 0 0 0,1 0-1 0 0,-1 0 1 0 0,1-1 0 0 0,1 1 0 0 0,-1-1-1 0 0,0 1 1 0 0,1-1 0 0 0,0 0 0 0 0,0 0-1 0 0,4 4 1 0 0,6 9 280 0 0,241 414 2771 0 0,-86-140-5975 0 0,-161-280 1998 0 0,22 34-1895 0 0,-6-22-2070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5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432 147 2000 0 0,'-9'-26'2407'0'0,"4"11"-1129"0"0,0 0 0 0 0,-1 1-1 0 0,0-1 1 0 0,-1 1 0 0 0,-1 0 0 0 0,-10-14-1 0 0,17 28-1220 0 0,0-1 0 0 0,0 0 1 0 0,1 1-1 0 0,-1-1 0 0 0,0 1 0 0 0,0 0 0 0 0,0-1 0 0 0,0 1 0 0 0,0 0 0 0 0,0-1 0 0 0,1 1 0 0 0,-1 0 1 0 0,0 0-1 0 0,0 0 0 0 0,0 0 0 0 0,0 0 0 0 0,0 0 0 0 0,0 0 0 0 0,0 0 0 0 0,0 0 0 0 0,0 0 0 0 0,0 0 1 0 0,-2 1-1 0 0,-20 10 942 0 0,10-2-628 0 0,0 2-1 0 0,1 0 1 0 0,0 0 0 0 0,1 1-1 0 0,-10 14 1 0 0,-45 70 337 0 0,41-57-500 0 0,1-1 34 0 0,2 1-1 0 0,-33 79 1 0 0,45-91-700 0 0,1 1 0 0 0,2-1 0 0 0,0 2 0 0 0,2-1 0 0 0,-3 47 0 0 0,10-31-2285 0 0,7-16-2440 0 0,0-11-1325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6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50 111 860 0 0,'25'-65'12209'0'0,"-13"42"-9921"0"0,-10 21-2228 0 0,-1 1 0 0 0,1-1-1 0 0,-1 0 1 0 0,1 0 0 0 0,0 1-1 0 0,0-1 1 0 0,-1 1-1 0 0,1 0 1 0 0,0-1 0 0 0,0 1-1 0 0,1 0 1 0 0,-1 0 0 0 0,0 0-1 0 0,0 1 1 0 0,0-1-1 0 0,1 0 1 0 0,-1 1 0 0 0,0 0-1 0 0,1-1 1 0 0,-1 1 0 0 0,0 0-1 0 0,1 0 1 0 0,-1 0-1 0 0,4 1 1 0 0,-2 0-43 0 0,0 0 1 0 0,1 0-1 0 0,-1 0 0 0 0,0 0 0 0 0,0 1 1 0 0,0 0-1 0 0,0 0 0 0 0,-1 0 0 0 0,1 0 1 0 0,0 0-1 0 0,-1 1 0 0 0,4 3 0 0 0,-3-2 39 0 0,-1 1 0 0 0,0-1 0 0 0,0 1 1 0 0,0 0-1 0 0,-1-1 0 0 0,1 1 0 0 0,-1 1 0 0 0,-1-1 0 0 0,1 0 0 0 0,-1 0 0 0 0,1 1 0 0 0,-2-1 0 0 0,1 1 0 0 0,0-1 1 0 0,-1 0-1 0 0,0 1 0 0 0,-1-1 0 0 0,1 1 0 0 0,-2 7 0 0 0,-2 6 186 0 0,0 0 0 0 0,-2 0 0 0 0,0-1 0 0 0,-9 19 0 0 0,2-4 86 0 0,-2-2 1 0 0,-1 0-1 0 0,-31 44 1 0 0,46-75-320 0 0,1 1 1 0 0,-1 0-1 0 0,0-1 1 0 0,1 1-1 0 0,-1 0 1 0 0,1 0-1 0 0,-1-1 1 0 0,1 1-1 0 0,0 0 1 0 0,-1 0-1 0 0,1 0 1 0 0,0-1-1 0 0,-1 1 1 0 0,1 0-1 0 0,0 0 1 0 0,0 0-1 0 0,0 0 1 0 0,0 0-1 0 0,0 0 1 0 0,0 0-1 0 0,0 0 1 0 0,0 0-1 0 0,0 0 1 0 0,1 0-4 0 0,-1 0 0 0 0,1 0 0 0 0,0-1 0 0 0,-1 1 0 0 0,1 0 1 0 0,0-1-1 0 0,-1 1 0 0 0,1 0 0 0 0,0-1 0 0 0,0 1 0 0 0,0-1 0 0 0,-1 0 0 0 0,1 1 1 0 0,0-1-1 0 0,0 0 0 0 0,0 1 0 0 0,0-1 0 0 0,1 0 0 0 0,6 1 7 0 0,0 0 0 0 0,0 0 0 0 0,14-2 0 0 0,-16 1-10 0 0,8 0 1 0 0,0 1 0 0 0,0 1 0 0 0,-1 0 0 0 0,1 0 0 0 0,0 2 0 0 0,-1 0 0 0 0,0 0 0 0 0,0 1 1 0 0,0 1-1 0 0,20 11 0 0 0,-29-14 117 0 0,1 0 0 0 0,-1 0 0 0 0,1 0 0 0 0,-1 1 0 0 0,0-1 0 0 0,0 1 1 0 0,0 0-1 0 0,-1 1 0 0 0,1-1 0 0 0,-1 1 0 0 0,0-1 0 0 0,-1 1 1 0 0,1 0-1 0 0,-1 0 0 0 0,0 0 0 0 0,0 0 0 0 0,0 1 0 0 0,-1-1 0 0 0,0 0 1 0 0,0 1-1 0 0,0-1 0 0 0,0 1 0 0 0,-1-1 0 0 0,0 1 0 0 0,-1-1 0 0 0,1 1 1 0 0,-1-1-1 0 0,-2 10 0 0 0,1-8-6 0 0,-1 0 0 0 0,0-1 0 0 0,0 0 0 0 0,0 1 0 0 0,-1-1-1 0 0,0 0 1 0 0,0-1 0 0 0,-1 1 0 0 0,1-1 0 0 0,-1 0 0 0 0,0 0 0 0 0,-1 0 0 0 0,1-1 0 0 0,-1 0 0 0 0,0 0 0 0 0,0 0 0 0 0,0-1 0 0 0,-1 1-1 0 0,1-2 1 0 0,-1 1 0 0 0,0-1 0 0 0,1 0 0 0 0,-1 0 0 0 0,-10 1 0 0 0,8-2-234 0 0,1 1 0 0 0,-1-2 0 0 0,0 1 0 0 0,0-1 1 0 0,0 0-1 0 0,1-1 0 0 0,-1 0 0 0 0,0-1 0 0 0,0 1 0 0 0,1-2 0 0 0,-1 1 0 0 0,1-1 0 0 0,0 0 1 0 0,0-1-1 0 0,0 0 0 0 0,0 0 0 0 0,1-1 0 0 0,-1 0 0 0 0,-8-8 0 0 0,9 5-372 0 0,0 0 0 0 0,1 0-1 0 0,-1-1 1 0 0,2 1 0 0 0,-1-2 0 0 0,1 1-1 0 0,1 0 1 0 0,-1-1 0 0 0,2 0-1 0 0,-1 0 1 0 0,-1-13 0 0 0,1 2-1596 0 0,1-1 0 0 0,1 0 0 0 0,1 0 0 0 0,3-33-1 0 0,2 4-4347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6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0 136 872 0 0,'7'-13'1934'0'0,"10"-24"3748"0"0,30-48 1173 0 0,-47 85-6777 0 0,1 1-1 0 0,-1 0 0 0 0,0 0 1 0 0,0-1-1 0 0,1 1 0 0 0,-1 0 1 0 0,0 0-1 0 0,0-1 0 0 0,0 1 0 0 0,0 0 1 0 0,0 0-1 0 0,0 0 0 0 0,0-1 1 0 0,0 1-1 0 0,0 0 0 0 0,0 0 1 0 0,0 0-1 0 0,-1-1 0 0 0,1 2 1 0 0,-1-1 63 0 0,-37 384 1679 0 0,37-323-3370 0 0,2 0-1 0 0,3-1 1 0 0,3 1 0 0 0,18 73 0 0 0,-12-91-2067 0 0,2-5-1462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6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47 980 0 0,'-4'-17'6979'0'0,"-7"-12"855"0"0,13 30-7137 0 0,7 4-322 0 0,-1 1-1 0 0,0 0 1 0 0,0 1-1 0 0,0 0 1 0 0,-1 0 0 0 0,0 1-1 0 0,6 8 1 0 0,13 12 23 0 0,35 37 56 0 0,77 105 0 0 0,-74-74-3156 0 0,-27-30-7515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392 112 3184 0 0,'-31'-112'13492'0'0,"17"118"-11804"0"0,10-3-1457 0 0,0 1 1 0 0,0 0 0 0 0,1 1-1 0 0,0-1 1 0 0,0 0 0 0 0,0 1-1 0 0,0 0 1 0 0,1 0 0 0 0,-4 9-1 0 0,-1 0 151 0 0,-67 130 1089 0 0,-51 105-297 0 0,98-188-1571 0 0,3 2 0 0 0,-18 73-1 0 0,38-121-453 0 0,1 1 0 0 0,0-1 1 0 0,1 17-1 0 0,2-25-710 0 0,0 0 1 0 0,0 0 0 0 0,1 0 0 0 0,0 0 0 0 0,3 9 0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8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70 912 0 0,'0'-2'1984'0'0,"-3"-45"5429"0"0,-1 26-2500 0 0,2 28-3293 0 0,-9 158 1630 0 0,7-88-2880 0 0,1-36-338 0 0,-2 89 245 0 0,6-112-979 0 0,0 0 0 0 0,1 0 1 0 0,1 0-1 0 0,0 0 0 0 0,7 18 0 0 0,-9-33-74 0 0,1 1 0 0 0,-1-1 0 0 0,1 0-1 0 0,0 0 1 0 0,-1 1 0 0 0,1-1 0 0 0,1-1-1 0 0,4 7 1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8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1396 0 0,'10'-93'15853'0'0,"-10"91"-15233"0"0,0 1-511 0 0,0 1 0 0 0,1-1 0 0 0,-1 1 0 0 0,1 0 0 0 0,-1-1-1 0 0,0 1 1 0 0,1-1 0 0 0,-1 1 0 0 0,1-1 0 0 0,-1 1 0 0 0,1 0 0 0 0,-1-1 0 0 0,1 1 0 0 0,0 0 0 0 0,-1 0 0 0 0,1-1-1 0 0,-1 1 1 0 0,1 0 0 0 0,0 0 0 0 0,161-8 1447 0 0,-21 2-3409 0 0,-140 6 1782 0 0,64-3-2861 0 0,-26 6-2516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8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 1252 0 0,'-129'110'18807'0'0,"131"-110"-18755"0"0,0 1 1 0 0,1-1 0 0 0,-1 0 0 0 0,0 0 0 0 0,1 1 0 0 0,-1-1-1 0 0,0-1 1 0 0,1 1 0 0 0,-1 0 0 0 0,0-1 0 0 0,0 1 0 0 0,4-2 0 0 0,-4 2 1 0 0,129-29-1112 0 0,-17 5-2509 0 0,1-3-3803 0 0,-62 14 969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18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91 1536 0 0,'-20'-21'10881'0'0,"16"22"-10444"0"0,0 0 0 0 0,0 0-1 0 0,0 1 1 0 0,0-1 0 0 0,0 1-1 0 0,0 0 1 0 0,0 0 0 0 0,0 1-1 0 0,1-1 1 0 0,-1 1 0 0 0,1-1-1 0 0,0 1 1 0 0,0 0 0 0 0,0 0 0 0 0,0 1-1 0 0,-5 6 1 0 0,-6 8 997 0 0,-20 37 0 0 0,23-35-1113 0 0,1 0 1 0 0,1 1 0 0 0,0 0-1 0 0,2 1 1 0 0,0 0 0 0 0,2 0 0 0 0,0 0-1 0 0,2 1 1 0 0,-2 24 0 0 0,5-36-266 0 0,1 0 0 0 0,-1 0 0 0 0,2-1 0 0 0,0 1 1 0 0,0 0-1 0 0,1 0 0 0 0,0-1 0 0 0,0 0 0 0 0,6 11 1 0 0,-5-13-29 0 0,1-1 1 0 0,0 1 0 0 0,0-1 0 0 0,1 0 0 0 0,0 0 0 0 0,0-1 0 0 0,0 0 0 0 0,1 0 0 0 0,0 0-1 0 0,0-1 1 0 0,1 0 0 0 0,9 6 0 0 0,-3-5 16 0 0,0-1-1 0 0,0 0 1 0 0,0-1 0 0 0,1 0-1 0 0,-1-1 1 0 0,1-1-1 0 0,0 0 1 0 0,0-1 0 0 0,0 0-1 0 0,0-2 1 0 0,0 0-1 0 0,-1 0 1 0 0,1-1 0 0 0,21-6-1 0 0,-8 0-18 0 0,0-1 0 0 0,-1-1 1 0 0,-1-1-1 0 0,1-1 0 0 0,-2-2 0 0 0,38-25 0 0 0,-39 22 44 0 0,0-1 0 0 0,-1-1 0 0 0,-1-2 0 0 0,-1 0 0 0 0,-1-1 0 0 0,-1-1-1 0 0,0-1 1 0 0,-2 0 0 0 0,-1-1 0 0 0,15-32 0 0 0,-28 51-45 0 0,-1-1-1 0 0,1 1 1 0 0,-1-1 0 0 0,-1 0-1 0 0,1 0 1 0 0,-1 0 0 0 0,0 1-1 0 0,0-1 1 0 0,-1 0 0 0 0,0 0-1 0 0,-1 0 1 0 0,1 0 0 0 0,-1 0-1 0 0,0 0 1 0 0,-1 0 0 0 0,0 0-1 0 0,0 1 1 0 0,0-1 0 0 0,-1 1-1 0 0,0-1 1 0 0,0 1 0 0 0,-1 0-1 0 0,0 0 1 0 0,0 1 0 0 0,0-1-1 0 0,0 1 1 0 0,-1 0 0 0 0,0 0-1 0 0,0 0 1 0 0,-1 1 0 0 0,1-1-1 0 0,-8-3 1 0 0,-4-2-120 0 0,-1 0 0 0 0,-1 1 0 0 0,1 1 0 0 0,-1 0 0 0 0,0 2 0 0 0,-1 0 0 0 0,0 2 0 0 0,0 0 0 0 0,0 1 0 0 0,0 1 0 0 0,-31 0 0 0 0,-12 4-1974 0 0,0 3 0 0 0,-88 18 0 0 0,-107 33-8181 0 0,111-18 953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2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1 148 0 0,'-3'10'10140'0'0,"2"-7"-9273"0"0,-1 1 0 0 0,1-1 0 0 0,-1 1 0 0 0,0-1 0 0 0,0 0 0 0 0,-3 4 0 0 0,4-7-531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6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158 223 512 0 0,'0'0'4120'0'0,"-3"0"-3434"0"0,-20-3 2077 0 0,21 2-2227 0 0,-24-6 2245 0 0,-1 2-1212 0 0,24 5-1155 0 0,-14 0 739 0 0,1 0-494 0 0,13 0-351 0 0,1 0-186 0 0,0 1 0 0 0,-1-1 0 0 0,1 0 0 0 0,0 0 0 0 0,0-1 0 0 0,0 1 0 0 0,0 0 0 0 0,0-1 0 0 0,0 1 0 0 0,0-1 0 0 0,0 0 0 0 0,0 1 0 0 0,0-1 0 0 0,0 0 0 0 0,0 0 0 0 0,-2-2 0 0 0,4 2-114 0 0,0 1-1 0 0,0-1 1 0 0,-1 1-1 0 0,1-1 1 0 0,0 1 0 0 0,0-1-1 0 0,0 0 1 0 0,0 1-1 0 0,0-1 1 0 0,0 1-1 0 0,0-1 1 0 0,0 1 0 0 0,1-1-1 0 0,-1 1 1 0 0,0-1-1 0 0,0 1 1 0 0,0-1 0 0 0,1 0-1 0 0,-1 1 1 0 0,0 0-1 0 0,0-1 1 0 0,1 1 0 0 0,-1-1-1 0 0,0 1 1 0 0,1-1-1 0 0,0 0 1 0 0,11-12 39 0 0,-12 13-38 0 0,16-15 23 0 0,0 2 0 0 0,0 0 0 0 0,1 1 0 0 0,1 1 0 0 0,0 1 1 0 0,23-10-1 0 0,2 2 22 0 0,74-20 1 0 0,-93 32-33 0 0,-1 2 0 0 0,1 0 0 0 0,47-1 0 0 0,-56 5-13 0 0,1 1 0 0 0,-1 0 0 0 0,-1 1 0 0 0,1 0 0 0 0,0 2 0 0 0,0-1 0 0 0,20 10 0 0 0,-30-11-94 0 0,0 0 1 0 0,0 1 0 0 0,0 0 0 0 0,-1 0 0 0 0,1 0-1 0 0,-1 0 1 0 0,0 1 0 0 0,0 0 0 0 0,0 0 0 0 0,0 0-1 0 0,-1 0 1 0 0,1 0 0 0 0,-1 1 0 0 0,0 0 0 0 0,-1-1-1 0 0,1 1 1 0 0,-1 0 0 0 0,0 0 0 0 0,0 1-1 0 0,0-1 1 0 0,-1 0 0 0 0,0 1 0 0 0,0-1 0 0 0,0 0-1 0 0,-1 1 1 0 0,0-1 0 0 0,0 1 0 0 0,0-1 0 0 0,-1 1-1 0 0,1-1 1 0 0,-1 1 0 0 0,-2 5 0 0 0,2-9-100 0 0,-3 17-2776 0 0,-2-2-1 0 0,-12 31 0 0 0,9-31-1120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6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42 2692 0 0,'-6'-8'2980'0'0,"3"3"-1512"0"0,-1 1 1 0 0,1 0-1 0 0,-1-1 0 0 0,0 1 1 0 0,-1 1-1 0 0,-6-6 2411 0 0,11 10-3744 0 0,-1-1-1 0 0,0 0 1 0 0,0 0 0 0 0,1 1-1 0 0,-1-1 1 0 0,0 0 0 0 0,0 1-1 0 0,1-1 1 0 0,-1 1 0 0 0,1-1 0 0 0,-1 1-1 0 0,0-1 1 0 0,1 1 0 0 0,-1-1-1 0 0,1 1 1 0 0,-1 0 0 0 0,1-1-1 0 0,-1 1 1 0 0,1 0 0 0 0,0-1-1 0 0,-1 1 1 0 0,1 0 0 0 0,0 0-1 0 0,-1-1 1 0 0,1 1 0 0 0,0 0 0 0 0,0 1-1 0 0,-5 28 1095 0 0,4-19-486 0 0,-17 93 1677 0 0,-41 243-612 0 0,13-93-1468 0 0,36-210-419 0 0,4-27-2306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7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47 932 0 0,'-10'-47'19237'0'0,"8"64"-18771"0"0,0 0 0 0 0,0 0 0 0 0,2 1-1 0 0,2 32 1 0 0,18 71-193 0 0,-18-116-250 0 0,-1 1-1 0 0,1-1 0 0 0,0 0 0 0 0,0 1 0 0 0,0-1 0 0 0,1 0 1 0 0,-1 0-1 0 0,1-1 0 0 0,5 7 0 0 0,-5-8-8 0 0,-1-1 0 0 0,0 0 0 0 0,0 0 1 0 0,1 0-1 0 0,-1 0 0 0 0,1-1 0 0 0,-1 1 0 0 0,1-1 0 0 0,0 1 0 0 0,-1-1 0 0 0,1 0 1 0 0,0 0-1 0 0,0 0 0 0 0,0-1 0 0 0,0 1 0 0 0,0-1 0 0 0,0 1 0 0 0,4-1 0 0 0,0-1-7 0 0,1 0 0 0 0,0 0-1 0 0,0-1 1 0 0,-1 1-1 0 0,1-2 1 0 0,-1 1-1 0 0,0-1 1 0 0,1 0-1 0 0,-1-1 1 0 0,-1 0-1 0 0,1 0 1 0 0,0 0-1 0 0,-1-1 1 0 0,0 0 0 0 0,0 0-1 0 0,-1 0 1 0 0,6-7-1 0 0,7-10 23 0 0,0 0 0 0 0,-2-2-1 0 0,17-30 1 0 0,12-45-64 0 0,-68 159-49 0 0,-16 71 0 0 0,13-44 207 0 0,-2 4 58 0 0,-70 213 137 0 0,68-224-44 0 0,-70 131 0 0 0,85-184 58 0 0,-1-2 0 0 0,-34 43 1 0 0,45-62-258 0 0,-1 1 0 0 0,0-1 0 0 0,0 0 0 0 0,0 0 0 0 0,-1-1 0 0 0,0 0 0 0 0,0 0 0 0 0,-1-1 0 0 0,1 0 0 0 0,-1 0 0 0 0,0-1 1 0 0,0 0-1 0 0,0 0 0 0 0,-13 3 0 0 0,15-6-54 0 0,1 0 1 0 0,-1-1 0 0 0,1 1 0 0 0,-1-1-1 0 0,1 0 1 0 0,-1 0 0 0 0,1-1-1 0 0,0 1 1 0 0,-1-1 0 0 0,1-1-1 0 0,0 1 1 0 0,0-1 0 0 0,1 1-1 0 0,-1-1 1 0 0,0-1 0 0 0,1 1 0 0 0,0-1-1 0 0,0 0 1 0 0,-6-6 0 0 0,2 1 6 0 0,-1-2 0 0 0,2 1-1 0 0,-1-1 1 0 0,1 0 0 0 0,1 0 0 0 0,0-1 0 0 0,-5-15 0 0 0,6 11-26 0 0,1 0 0 0 0,1-1 0 0 0,1 1-1 0 0,0-1 1 0 0,1 0 0 0 0,1 0 0 0 0,0 1-1 0 0,1-1 1 0 0,1 0 0 0 0,1 1 0 0 0,0-1 0 0 0,1 1-1 0 0,1 0 1 0 0,1 0 0 0 0,0 1 0 0 0,13-25 0 0 0,-7 18-32 0 0,1 1 0 0 0,0 0 0 0 0,2 1 0 0 0,0 0 0 0 0,2 2 0 0 0,0 0 0 0 0,1 0 0 0 0,0 2 0 0 0,1 0 0 0 0,35-21 0 0 0,-23 20-1108 0 0,0 2 0 0 0,66-22 1 0 0,13 5-4120 0 0,2-2-4784 0 0,-75 23 4214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7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73 24 0 0,'-6'-33'6066'0'0,"5"28"-4498"0"0,-1 1 0 0 0,1-1 0 0 0,0 1 0 0 0,1-1 0 0 0,-1 0 0 0 0,1-6 0 0 0,-3 37-128 0 0,1 1 0 0 0,2 36 1 0 0,0 7 46 0 0,-67 797 6588 0 0,66-853-8060 0 0,-114 816 1788 0 0,113-820-1803 0 0,-43 199-61 0 0,44-206-281 0 0,0 1 0 0 0,-1 0 0 0 0,1 0 0 0 0,-1-1 0 0 0,0 1 0 0 0,-4 5-1 0 0,1-9-2001 0 0,3-1 2112 0 0,1 1 0 0 0,0-1 0 0 0,0 1 0 0 0,0-1 0 0 0,0 0 1 0 0,-1 1-1 0 0,1-1 0 0 0,0 0 0 0 0,0 0 0 0 0,0 0 0 0 0,1 1 0 0 0,-1-1 0 0 0,0 0 0 0 0,0 0 0 0 0,0-1 0 0 0,1 1 1 0 0,-1 0-1 0 0,0 0 0 0 0,1 0 0 0 0,-1 0 0 0 0,0-3 0 0 0,-9-36-4681 0 0,10 36 4173 0 0,-6-30-5105 0 0,1-3-3118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8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1 286 2060 0 0,'5'-18'891'0'0,"0"0"0"0"0,1 1 0 0 0,1 0 0 0 0,1 0 0 0 0,0 0 0 0 0,1 1 0 0 0,1 1 0 0 0,0-1-1 0 0,1 2 1 0 0,1-1 0 0 0,16-14 0 0 0,-19 20-674 0 0,1 2-1 0 0,-1-1 1 0 0,1 1-1 0 0,1 1 1 0 0,-1 0-1 0 0,1 1 1 0 0,0-1-1 0 0,0 2 1 0 0,1 0-1 0 0,-1 0 1 0 0,1 1-1 0 0,0 1 1 0 0,0 0-1 0 0,0 0 1 0 0,0 1-1 0 0,0 1 1 0 0,0 0-1 0 0,13 2 1 0 0,-14-1-128 0 0,-1 1 0 0 0,0 0 0 0 0,0 1 1 0 0,0 0-1 0 0,0 0 0 0 0,-1 1 0 0 0,1 1 1 0 0,-1 0-1 0 0,0 0 0 0 0,15 12 0 0 0,-19-13 0 0 0,0 0-1 0 0,0 1 1 0 0,-1-1-1 0 0,1 1 1 0 0,-1 0-1 0 0,-1 0 1 0 0,1 0-1 0 0,-1 1 1 0 0,0 0-1 0 0,0-1 1 0 0,0 1-1 0 0,-1 0 1 0 0,0 0-1 0 0,0 0 1 0 0,0 1-1 0 0,-1-1 1 0 0,0 0-1 0 0,0 12 1 0 0,-1-11 13 0 0,0-1 1 0 0,0 1 0 0 0,-1 0 0 0 0,0-1-1 0 0,-1 1 1 0 0,0 0 0 0 0,0-1-1 0 0,0 0 1 0 0,-1 1 0 0 0,1-1-1 0 0,-1 0 1 0 0,-1 0 0 0 0,1-1 0 0 0,-1 1-1 0 0,-5 5 1 0 0,4-6-45 0 0,-1 0-1 0 0,0 0 1 0 0,0 0 0 0 0,0 0 0 0 0,0-1 0 0 0,-1 0-1 0 0,0-1 1 0 0,0 1 0 0 0,0-1 0 0 0,0-1 0 0 0,0 1-1 0 0,-1-1 1 0 0,-8 1 0 0 0,6-1-268 0 0,0-1-1 0 0,0-1 1 0 0,0 1-1 0 0,0-2 1 0 0,0 1-1 0 0,0-2 1 0 0,0 1-1 0 0,0-1 1 0 0,-10-4-1 0 0,19 6 86 0 0,1 0 0 0 0,-1 0 0 0 0,1 0 0 0 0,-1 0 0 0 0,1-1-1 0 0,-1 1 1 0 0,1 0 0 0 0,-1 0 0 0 0,1-1 0 0 0,0 1 0 0 0,-1 0 0 0 0,1-1 0 0 0,-1 1 0 0 0,1 0-1 0 0,0-1 1 0 0,-1 1 0 0 0,1 0 0 0 0,0-1 0 0 0,0 1 0 0 0,-1-1 0 0 0,1 1 0 0 0,0-1 0 0 0,0 1-1 0 0,0 0 1 0 0,-1-1 0 0 0,1 1 0 0 0,0-1 0 0 0,0 1 0 0 0,0-1 0 0 0,0 1 0 0 0,0-1-1 0 0,0 1 1 0 0,0-1 0 0 0,0 1 0 0 0,0-1 0 0 0,0 1 0 0 0,0-1 0 0 0,0 1 0 0 0,1-1 0 0 0,-1 1-1 0 0,0-1 1 0 0,1 0 0 0 0,11-14-6569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8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82 1908 0 0,'0'0'9246'0'0,"2"13"-5852"0"0,-2-8-3159 0 0,1 0 1 0 0,0-1-1 0 0,0 1 0 0 0,0 0 1 0 0,1 0-1 0 0,0 0 0 0 0,0-1 1 0 0,0 1-1 0 0,0-1 0 0 0,1 1 1 0 0,-1-1-1 0 0,1 0 0 0 0,0 0 1 0 0,1 0-1 0 0,-1-1 0 0 0,1 1 1 0 0,-1-1-1 0 0,1 0 0 0 0,0 0 1 0 0,1 0-1 0 0,-1 0 0 0 0,0-1 1 0 0,1 1-1 0 0,8 2 0 0 0,-10-4-210 0 0,0 0-1 0 0,1 0 1 0 0,-1-1-1 0 0,0 1 1 0 0,1-1-1 0 0,-1 0 1 0 0,1 0-1 0 0,-1 0 0 0 0,0 0 1 0 0,1-1-1 0 0,-1 1 1 0 0,0-1-1 0 0,1 0 1 0 0,-1 0-1 0 0,0 0 1 0 0,0 0-1 0 0,1-1 1 0 0,-1 1-1 0 0,0-1 1 0 0,-1 0-1 0 0,1 0 1 0 0,0 0-1 0 0,0 0 1 0 0,-1 0-1 0 0,1 0 0 0 0,-1-1 1 0 0,0 0-1 0 0,0 1 1 0 0,0-1-1 0 0,0 0 1 0 0,0 0-1 0 0,-1 0 1 0 0,3-4-1 0 0,-2 1-16 0 0,0 0-1 0 0,0 0 0 0 0,-1 0 0 0 0,1-1 1 0 0,-1 1-1 0 0,0-1 0 0 0,-1 1 1 0 0,0-12-1 0 0,0 14-7 0 0,-1 0 0 0 0,0 0 0 0 0,1 0 0 0 0,-1 0 0 0 0,-1 1 0 0 0,1-1 0 0 0,0 0 0 0 0,-1 1 0 0 0,0-1 0 0 0,0 1 0 0 0,0-1 0 0 0,0 1 0 0 0,0 0 0 0 0,-1 0 0 0 0,-4-5 0 0 0,4 6 4 0 0,1 0 0 0 0,-1 0-1 0 0,1 1 1 0 0,-1-1 0 0 0,0 0 0 0 0,1 1-1 0 0,-1 0 1 0 0,0 0 0 0 0,0 0-1 0 0,0 0 1 0 0,0 0 0 0 0,0 0 0 0 0,0 1-1 0 0,0 0 1 0 0,-1-1 0 0 0,1 1-1 0 0,0 0 1 0 0,0 0 0 0 0,0 1 0 0 0,0-1-1 0 0,0 1 1 0 0,-3 1 0 0 0,-4 0 29 0 0,0 2 1 0 0,0-1-1 0 0,0 1 1 0 0,1 1 0 0 0,-1 0-1 0 0,1 0 1 0 0,1 1-1 0 0,-1 0 1 0 0,1 0 0 0 0,0 1-1 0 0,0 0 1 0 0,1 1-1 0 0,0 0 1 0 0,-10 14 0 0 0,7-7 39 0 0,1 1 1 0 0,0-1 0 0 0,1 2-1 0 0,0-1 1 0 0,2 1 0 0 0,0 0-1 0 0,-6 29 1 0 0,11-41-26 0 0,0 0-1 0 0,1 0 1 0 0,-1-1-1 0 0,1 1 1 0 0,0 0-1 0 0,0 0 1 0 0,0 0 0 0 0,1 0-1 0 0,0 0 1 0 0,0 0-1 0 0,0 0 1 0 0,1-1-1 0 0,-1 1 1 0 0,1 0-1 0 0,0-1 1 0 0,1 1 0 0 0,-1-1-1 0 0,1 0 1 0 0,0 0-1 0 0,5 7 1 0 0,-3-6 9 0 0,1-1 0 0 0,-1 0 0 0 0,1 0 0 0 0,0 0 1 0 0,0 0-1 0 0,0-1 0 0 0,0 0 0 0 0,0 0 0 0 0,1-1 0 0 0,-1 0 1 0 0,1 0-1 0 0,0-1 0 0 0,0 1 0 0 0,9-1 0 0 0,-1 0-380 0 0,1-1 1 0 0,-1-1-1 0 0,1 0 0 0 0,-1-1 0 0 0,0-1 1 0 0,0-1-1 0 0,17-5 0 0 0,102-46-9140 0 0,-107 43 6320 0 0,18-8-3629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9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57 2900 0 0,'-74'-43'19331'0'0,"70"36"-17506"0"0,70 7-874 0 0,100 0-506 0 0,-61-5-9885 0 0,-90 4 3947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9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0 1464 0 0,'-11'3'1848'0'0,"0"1"0"0"0,1 1-1 0 0,0-1 1 0 0,-15 10 0 0 0,14-7-406 0 0,1 0 0 0 0,1 1-1 0 0,-17 16 1 0 0,16-13-942 0 0,1 1 0 0 0,1-1 0 0 0,-1 1 0 0 0,2 1 0 0 0,0 0 0 0 0,0 0 0 0 0,-8 25 0 0 0,14-36-476 0 0,1 0 1 0 0,0-1-1 0 0,-1 1 1 0 0,1 0-1 0 0,0-1 1 0 0,0 1 0 0 0,0 0-1 0 0,0-1 1 0 0,0 1-1 0 0,1 0 1 0 0,-1-1-1 0 0,0 1 1 0 0,1 0-1 0 0,-1-1 1 0 0,1 1-1 0 0,0-1 1 0 0,0 1-1 0 0,-1-1 1 0 0,1 1-1 0 0,0-1 1 0 0,0 1-1 0 0,0-1 1 0 0,0 0-1 0 0,1 0 1 0 0,-1 0-1 0 0,0 1 1 0 0,0-1-1 0 0,1 0 1 0 0,-1 0-1 0 0,1-1 1 0 0,-1 1 0 0 0,3 1-1 0 0,5 2 34 0 0,0 0 0 0 0,0-1 1 0 0,0 0-1 0 0,11 2 0 0 0,-19-5-57 0 0,11 3 59 0 0,14 3-50 0 0,-1 0 0 0 0,0 2 1 0 0,33 14-1 0 0,-51-18 51 0 0,0 0-1 0 0,-1 0 1 0 0,1 0-1 0 0,-1 1 1 0 0,0-1-1 0 0,0 2 1 0 0,0-1-1 0 0,0 1 1 0 0,-1-1-1 0 0,0 1 1 0 0,-1 1-1 0 0,1-1 1 0 0,-1 1-1 0 0,0 0 1 0 0,5 13-1 0 0,-7-14 245 0 0,0 1 0 0 0,0 0 0 0 0,-1 0 0 0 0,0 0 0 0 0,0 0 0 0 0,-1 0 0 0 0,0 1 0 0 0,0-1 0 0 0,0 0 0 0 0,-1 0 0 0 0,0 0-1 0 0,-1 0 1 0 0,1 0 0 0 0,-1 0 0 0 0,-1-1 0 0 0,1 1 0 0 0,-1-1 0 0 0,-5 8 0 0 0,5-8-146 0 0,0-1-1 0 0,-1 0 1 0 0,0 0-1 0 0,0-1 1 0 0,0 1-1 0 0,-1-1 1 0 0,1 0 0 0 0,-1 0-1 0 0,0 0 1 0 0,0-1-1 0 0,-1 0 1 0 0,1 0-1 0 0,-1 0 1 0 0,1 0 0 0 0,-1-1-1 0 0,0 0 1 0 0,0-1-1 0 0,0 1 1 0 0,0-1-1 0 0,0 0 1 0 0,0 0-1 0 0,-9-1 1 0 0,7 1-191 0 0,-1-2 0 0 0,0 1 0 0 0,1-1 0 0 0,-1 0-1 0 0,0-1 1 0 0,1 0 0 0 0,-1 0 0 0 0,1-1 0 0 0,0 0 0 0 0,0-1 0 0 0,0 0 0 0 0,0 0 0 0 0,1 0-1 0 0,-1-1 1 0 0,1 0 0 0 0,0-1 0 0 0,1 1 0 0 0,-12-14 0 0 0,17 18-123 0 0,1 0 1 0 0,-1 0-1 0 0,1 0 1 0 0,-1-1-1 0 0,1 1 1 0 0,0 0-1 0 0,-1 0 1 0 0,1-1-1 0 0,0 1 1 0 0,0 0-1 0 0,0-1 0 0 0,0 1 1 0 0,0 0-1 0 0,0-1 1 0 0,0 1-1 0 0,0 0 1 0 0,1 0-1 0 0,-1-1 1 0 0,0 1-1 0 0,1 0 1 0 0,0-2-1 0 0,14-21-3426 0 0,-9 18 2150 0 0,0 0 1 0 0,0 1-1 0 0,1 0 1 0 0,8-5-1 0 0,4-1-4626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9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35 828 0 0,'19'-26'22740'0'0,"-12"19"-21400"0"0,-6 6-1264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39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1 312 0 0,'-18'26'12945'0'0,"1"2"-6473"0"0,6-10 445 0 0,2-1-2594 0 0,6-11-4878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47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33 216 1040 0 0,'-9'-21'4753'0'0,"2"4"-2302"0"0,7 17-2348 0 0,0-1-1 0 0,0 1 1 0 0,-1-1-1 0 0,1 1 1 0 0,0 0-1 0 0,-1-1 1 0 0,1 1-1 0 0,-1-1 0 0 0,1 1 1 0 0,-1 0-1 0 0,1-1 1 0 0,0 1-1 0 0,-1 0 1 0 0,1 0-1 0 0,-1-1 1 0 0,1 1-1 0 0,-1 0 0 0 0,1 0 1 0 0,-1 0-1 0 0,0 0 1 0 0,1 0-1 0 0,-1 0 1 0 0,1 0-1 0 0,-1 0 0 0 0,1 0 1 0 0,-1 0-1 0 0,1 0 1 0 0,-1 0-1 0 0,0 0 1 0 0,-1 1-54 0 0,15 31 588 0 0,33 22 199 0 0,-45-53-739 0 0,30 23 4825 0 0,-31-24-4942 0 0,0 1 19 0 0,0-1 1 0 0,1 0-1 0 0,-1 0 0 0 0,0 0 0 0 0,0 0 1 0 0,1 0-1 0 0,-1 0 0 0 0,0 1 1 0 0,0-1-1 0 0,0 0 0 0 0,1 0 0 0 0,-1 0 1 0 0,0 1-1 0 0,0-1 0 0 0,0 0 1 0 0,0 0-1 0 0,1 1 0 0 0,-1-1 0 0 0,0 0 1 0 0,0 0-1 0 0,0 1 0 0 0,0-1 1 0 0,0 0-1 0 0,0 0 0 0 0,0 1 0 0 0,0-1 1 0 0,0 0-1 0 0,0 1 0 0 0,0-1 1 0 0,0 0-1 0 0,0 0 0 0 0,0 1 1 0 0,0-1-1 0 0,0 0 0 0 0,0 0 0 0 0,0 1 1 0 0,0-1-1 0 0,0 0 0 0 0,-1 0 1 0 0,1 1-1 0 0,0-1 0 0 0,-5 15-17 0 0,4-13 24 0 0,-20 56 54 0 0,-14 70 0 0 0,28-96-33 0 0,1 1-1 0 0,2 0 1 0 0,1-1 0 0 0,2 35-1 0 0,2-58-20 0 0,-1 0 0 0 0,1 0 0 0 0,1 0-1 0 0,0 0 1 0 0,0 0 0 0 0,0 0 0 0 0,1 0 0 0 0,1-1-1 0 0,0 1 1 0 0,0-1 0 0 0,0 0 0 0 0,1 0 0 0 0,0-1-1 0 0,1 1 1 0 0,0-1 0 0 0,0 0 0 0 0,0-1 0 0 0,1 1-1 0 0,0-1 1 0 0,0 0 0 0 0,0-1 0 0 0,1 0 0 0 0,0 0-1 0 0,0-1 1 0 0,0 0 0 0 0,1 0 0 0 0,-1-1 0 0 0,1 0-1 0 0,0-1 1 0 0,0 1 0 0 0,14 0 0 0 0,0-1 26 0 0,-1 0 0 0 0,1-2 0 0 0,0-1 0 0 0,-1-1 0 0 0,1-1 0 0 0,-1 0 0 0 0,0-2 0 0 0,0-1 0 0 0,0 0 0 0 0,-1-2 0 0 0,0 0 0 0 0,-1-2 0 0 0,1 0 0 0 0,20-15 0 0 0,-22 12 27 0 0,0 0 1 0 0,-1-2-1 0 0,0 0 1 0 0,-1-1-1 0 0,-1-1 0 0 0,0-1 1 0 0,-2 0-1 0 0,0-1 1 0 0,-1 0-1 0 0,-1-1 1 0 0,0-1-1 0 0,-2 0 1 0 0,13-34-1 0 0,-17 32-49 0 0,0 0 0 0 0,-1 0 0 0 0,-2-1-1 0 0,0 1 1 0 0,-1-1 0 0 0,-2 1-1 0 0,0-1 1 0 0,-5-33 0 0 0,1 37-16 0 0,0 1 1 0 0,0-1-1 0 0,-2 0 0 0 0,-1 1 1 0 0,0 0-1 0 0,-1 1 1 0 0,-1-1-1 0 0,-1 2 1 0 0,-1-1-1 0 0,-14-17 0 0 0,20 29 1 0 0,-1 0 0 0 0,1 0-1 0 0,-2 0 1 0 0,1 1 0 0 0,-1 0-1 0 0,1 0 1 0 0,-1 1 0 0 0,-1 0-1 0 0,1 0 1 0 0,0 1-1 0 0,-1 0 1 0 0,0 0 0 0 0,0 0-1 0 0,0 1 1 0 0,0 0 0 0 0,0 1-1 0 0,0 0 1 0 0,-1 0-1 0 0,1 1 1 0 0,0 0 0 0 0,0 0-1 0 0,-1 1 1 0 0,1 0 0 0 0,0 1-1 0 0,0-1 1 0 0,0 2-1 0 0,0-1 1 0 0,0 1 0 0 0,1 0-1 0 0,-1 1 1 0 0,1 0 0 0 0,0 0-1 0 0,0 0 1 0 0,0 1 0 0 0,0 0-1 0 0,-6 7 1 0 0,-7 8 3 0 0,0 1 0 0 0,1 1 1 0 0,2 1-1 0 0,0 1 0 0 0,1 0 0 0 0,2 1 1 0 0,-12 26-1 0 0,17-31 13 0 0,1 1 0 0 0,1 0 0 0 0,0 0 0 0 0,2 1 0 0 0,0-1-1 0 0,2 1 1 0 0,0 0 0 0 0,2 1 0 0 0,1 37 0 0 0,1-50-5 0 0,1 1 0 0 0,0 0 0 0 0,0-1 0 0 0,1 1 0 0 0,0-1 0 0 0,1 0 1 0 0,1 0-1 0 0,-1 0 0 0 0,1-1 0 0 0,1 0 0 0 0,0 1 0 0 0,0-2 0 0 0,12 13 0 0 0,-8-11-20 0 0,0-1-1 0 0,1 0 1 0 0,0-1 0 0 0,1 0-1 0 0,0 0 1 0 0,0-2 0 0 0,1 1-1 0 0,0-2 1 0 0,20 7 0 0 0,-9-5-89 0 0,0-2 0 0 0,1 0 1 0 0,-1-2-1 0 0,1-1 0 0 0,0 0 1 0 0,0-2-1 0 0,0-1 0 0 0,0-1 0 0 0,0-1 1 0 0,-1-1-1 0 0,33-10 0 0 0,-43 9 59 0 0,0 0 1 0 0,0-1-1 0 0,0-1 0 0 0,-1 0 0 0 0,0-1 0 0 0,-1 0 0 0 0,1-1 0 0 0,-2 0 0 0 0,12-12 1 0 0,-9 6 10 0 0,-1 0 0 0 0,-1-1 0 0 0,0 0 0 0 0,-1-1 0 0 0,0 0 0 0 0,9-24 0 0 0,-14 27 17 0 0,1-1-43 0 0,-1 1 0 0 0,10-14 0 0 0,-15 27 16 0 0,4 31-33 0 0,-9 55 201 0 0,-3 0 0 0 0,-4 0 0 0 0,-31 116 1 0 0,42-198 3 0 0,2-6-48 0 0,9-15-19 0 0,11-24-49 0 0,0 1-11 0 0,1 1 0 0 0,32-42 0 0 0,-40 63-25 0 0,0 0 0 0 0,2 0 0 0 0,0 2-1 0 0,2 0 1 0 0,32-23 0 0 0,-50 39 18 0 0,1 0 0 0 0,0 0 0 0 0,-1 0 1 0 0,1 1-1 0 0,0-1 0 0 0,-1 0 0 0 0,1 1 1 0 0,0 0-1 0 0,0-1 0 0 0,0 1 0 0 0,0 0 1 0 0,-1 0-1 0 0,1 0 0 0 0,0 0 1 0 0,0 0-1 0 0,0 0 0 0 0,3 1 0 0 0,13 8 2 0 0,-15-3 6 0 0,-2-3-1 0 0,2 1 3 0 0,-1 0 0 0 0,0 0 0 0 0,0 0 0 0 0,-1 0 0 0 0,1 1 1 0 0,-1-1-1 0 0,0 1 0 0 0,0-1 0 0 0,1 7 0 0 0,-2 44 33 0 0,0-32-9 0 0,-2 8-5 0 0,-8 44 0 0 0,7-55-17 0 0,0 0-1 0 0,1 0 0 0 0,0 1 0 0 0,2-1 0 0 0,3 33 0 0 0,-3-52-21 0 0,1 0-1 0 0,-1 0 1 0 0,0 0 0 0 0,0 0-1 0 0,1 0 1 0 0,-1 0 0 0 0,1 0 0 0 0,-1 0-1 0 0,1 0 1 0 0,-1 0 0 0 0,1 0-1 0 0,-1 0 1 0 0,1 0 0 0 0,0 0-1 0 0,0 0 1 0 0,-1-1 0 0 0,1 1 0 0 0,0 0-1 0 0,0 0 1 0 0,0-1 0 0 0,0 1-1 0 0,0-1 1 0 0,0 1 0 0 0,0-1-1 0 0,1 1 1 0 0,1 0-61 0 0,0-1-1 0 0,-1 0 1 0 0,1 0-1 0 0,-1 0 0 0 0,1 0 1 0 0,0 0-1 0 0,-1 0 1 0 0,1-1-1 0 0,-1 1 1 0 0,5-2-1 0 0,4-2-290 0 0,-1-1-1 0 0,0 1 1 0 0,0-2-1 0 0,10-6 0 0 0,3-5-122 0 0,0-1 0 0 0,-1-2 0 0 0,-1 0 1 0 0,-1-1-1 0 0,-1-1 0 0 0,-1-1 0 0 0,28-45 0 0 0,-19 21 240 0 0,-3-1 0 0 0,-1 0 0 0 0,21-70 0 0 0,-26 60 1632 0 0,-3-1 0 0 0,16-120 0 0 0,-21 89 1499 0 0,-10 88-2661 0 0,-2 20 11 0 0,-1 4 107 0 0,-11 37-1 0 0,5-25-100 0 0,-34 132 571 0 0,-11 50-303 0 0,41-153-358 0 0,-6 92 1 0 0,17-133-125 0 0,3 40 0 0 0,0-57-36 0 0,-1 1 1 0 0,1-1-1 0 0,0 0 0 0 0,0 1 1 0 0,1-1-1 0 0,0 0 0 0 0,-1 0 1 0 0,2 0-1 0 0,-1 0 1 0 0,1 0-1 0 0,-1-1 0 0 0,1 1 1 0 0,5 4-1 0 0,-6-7-4 0 0,0 0-1 0 0,0 0 0 0 0,0 0 1 0 0,0-1-1 0 0,0 1 1 0 0,1-1-1 0 0,-1 0 0 0 0,0 0 1 0 0,1 0-1 0 0,-1 0 1 0 0,1 0-1 0 0,0 0 1 0 0,-1-1-1 0 0,1 1 0 0 0,-1-1 1 0 0,1 1-1 0 0,3-1 1 0 0,-1-1-30 0 0,-1 1 1 0 0,1-1 0 0 0,-1 0 0 0 0,1 0 0 0 0,-1-1 0 0 0,0 1 0 0 0,1-1 0 0 0,-1 0 0 0 0,5-3-1 0 0,3-2-64 0 0,-1-1-1 0 0,-1-1 0 0 0,1 0 0 0 0,-1 0 0 0 0,15-19 0 0 0,-2-3 8 0 0,-2-2 0 0 0,-1 0 0 0 0,15-36-1 0 0,17-28 406 0 0,-45 87-256 0 0,-3 11 108 0 0,-2 17 33 0 0,-3 32 44 0 0,-1-31-172 0 0,1 0 1 0 0,2 0-1 0 0,0 0 1 0 0,1 0 0 0 0,0 0-1 0 0,8 26 1 0 0,-9-42-43 0 0,0 1 0 0 0,0-1 0 0 0,1 0 0 0 0,-1 0 1 0 0,1 1-1 0 0,0-1 0 0 0,0 0 0 0 0,0-1 0 0 0,0 1 0 0 0,0 0 0 0 0,1 0 1 0 0,-1-1-1 0 0,1 0 0 0 0,0 1 0 0 0,0-1 0 0 0,0 0 0 0 0,0 0 1 0 0,0-1-1 0 0,0 1 0 0 0,0-1 0 0 0,0 1 0 0 0,1-1 0 0 0,-1 0 0 0 0,1 0 1 0 0,-1 0-1 0 0,1-1 0 0 0,-1 1 0 0 0,1-1 0 0 0,-1 0 0 0 0,1 0 1 0 0,-1 0-1 0 0,1-1 0 0 0,-1 1 0 0 0,5-2 0 0 0,2-1-2 0 0,0 1-1 0 0,-1-2 1 0 0,0 0 0 0 0,0 0-1 0 0,0 0 1 0 0,0-1 0 0 0,-1-1-1 0 0,0 1 1 0 0,0-1 0 0 0,0-1-1 0 0,8-8 1 0 0,0-5-3 0 0,0 0-1 0 0,-2-2 1 0 0,0 1-1 0 0,-2-2 1 0 0,17-40-1 0 0,-22 49 23 0 0,8-14 98 0 0,-15 28-129 0 0,0 0-1 0 0,0 0 1 0 0,0 0 0 0 0,0 0 0 0 0,1 0 0 0 0,-1 0 0 0 0,0 0 0 0 0,0 0-1 0 0,0 0 1 0 0,0 0 0 0 0,0 1 0 0 0,0-1 0 0 0,0 0 0 0 0,0 0 0 0 0,0 0-1 0 0,0 0 1 0 0,0 0 0 0 0,0 0 0 0 0,0 0 0 0 0,0 0 0 0 0,0 0 0 0 0,0 0-1 0 0,0 0 1 0 0,0 0 0 0 0,0 0 0 0 0,0 0 0 0 0,0 0 0 0 0,1 0 0 0 0,-1 0-1 0 0,0 0 1 0 0,0 0 0 0 0,0 0 0 0 0,0 0 0 0 0,0 0 0 0 0,0 0 0 0 0,0 0-1 0 0,0 0 1 0 0,0 0 0 0 0,0 0 0 0 0,0 0 0 0 0,1 0 0 0 0,-1 0 0 0 0,0 0-1 0 0,0 0 1 0 0,0 0 0 0 0,0 0 0 0 0,0 0 0 0 0,0 0 0 0 0,0 0 0 0 0,0 0-1 0 0,0 0 1 0 0,0 0 0 0 0,0 0 0 0 0,0 0 0 0 0,0 0 0 0 0,0 0 0 0 0,0 0-1 0 0,1 0 1 0 0,-1 0 0 0 0,-4 20 113 0 0,-94 478 1513 0 0,7-27-1015 0 0,77-411-476 0 0,-35 92 1 0 0,40-130 13 0 0,-1 0 1 0 0,-1-1-1 0 0,-1 0 0 0 0,0 0 1 0 0,-2-1-1 0 0,0-1 1 0 0,-20 21-1 0 0,26-33-94 0 0,-1 0 1 0 0,1 0-1 0 0,-1-1 1 0 0,-1 0-1 0 0,1-1 0 0 0,-1 0 1 0 0,0 0-1 0 0,0-1 1 0 0,0 0-1 0 0,-1-1 0 0 0,1 0 1 0 0,-1-1-1 0 0,0 0 1 0 0,0 0-1 0 0,0-1 0 0 0,0-1 1 0 0,0 0-1 0 0,0 0 1 0 0,0-1-1 0 0,0-1 1 0 0,0 0-1 0 0,-17-5 0 0 0,15 3-51 0 0,0 0 0 0 0,0-1 0 0 0,0-1 1 0 0,1 0-1 0 0,0-1 0 0 0,0 0 0 0 0,1-1 0 0 0,-1 0 0 0 0,2 0 0 0 0,-1-2 0 0 0,1 1 0 0 0,1-1 0 0 0,0 0 0 0 0,0-1 0 0 0,1 0 0 0 0,0-1 0 0 0,-11-22 0 0 0,15 24-5 0 0,1 1-1 0 0,-1-1 1 0 0,2 0-1 0 0,-1 0 1 0 0,1 0-1 0 0,1-1 1 0 0,0 1-1 0 0,0 0 1 0 0,1-1-1 0 0,1 1 1 0 0,1-16-1 0 0,1 13 1 0 0,0 0-1 0 0,1 0 1 0 0,1 1-1 0 0,0-1 1 0 0,0 1 0 0 0,1 1-1 0 0,1-1 1 0 0,8-12 0 0 0,3 2-242 0 0,1 0 1 0 0,1 1-1 0 0,0 0 1 0 0,2 2-1 0 0,0 1 1 0 0,1 0 0 0 0,41-22-1 0 0,-16 14-1432 0 0,2 2 1 0 0,94-31-1 0 0,25 7-8002 0 0,-122 37 3046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48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79 713 1296 0 0,'-2'0'1918'0'0,"-2"-1"-1445"0"0,1 1-1 0 0,0 0 1 0 0,0 0-1 0 0,0 0 0 0 0,0 0 1 0 0,0 0-1 0 0,-1 1 1 0 0,1-1-1 0 0,0 1 0 0 0,0 0 1 0 0,0 0-1 0 0,-3 1 1 0 0,4 0-345 0 0,0-1 1 0 0,0 1 0 0 0,1-1 0 0 0,-1 1-1 0 0,0 0 1 0 0,1 0 0 0 0,-1 0 0 0 0,1 0-1 0 0,-1 0 1 0 0,1 0 0 0 0,0 0 0 0 0,0 0-1 0 0,0 1 1 0 0,0-1 0 0 0,0 0 0 0 0,1 1-1 0 0,-1 3 1 0 0,-2 7 433 0 0,1 1-1 0 0,0 0 0 0 0,0 21 1 0 0,2-30-480 0 0,0 0-1 0 0,1 0 1 0 0,-1 0 0 0 0,1 0-1 0 0,0-1 1 0 0,0 1 0 0 0,1 0 0 0 0,-1 0-1 0 0,1 0 1 0 0,0-1 0 0 0,0 1-1 0 0,1-1 1 0 0,3 5 0 0 0,-5-7-50 0 0,1 0 0 0 0,0-1 1 0 0,0 1-1 0 0,1-1 0 0 0,-1 0 0 0 0,0 1 1 0 0,0-1-1 0 0,1 0 0 0 0,-1 0 0 0 0,1 0 1 0 0,-1-1-1 0 0,1 1 0 0 0,-1 0 1 0 0,1-1-1 0 0,-1 0 0 0 0,1 0 0 0 0,-1 0 1 0 0,1 0-1 0 0,-1 0 0 0 0,1 0 0 0 0,0 0 1 0 0,-1-1-1 0 0,1 1 0 0 0,-1-1 1 0 0,1 0-1 0 0,-1 0 0 0 0,0 0 0 0 0,1 0 1 0 0,2-2-1 0 0,5-2-5 0 0,0-1 0 0 0,-1 0 0 0 0,1-1-1 0 0,-1 0 1 0 0,10-10 0 0 0,3-5-14 0 0,-2-1 0 0 0,-1-1 0 0 0,-1-1 0 0 0,-1-1 0 0 0,17-34 0 0 0,57-144-47 0 0,-43 69-129 0 0,41-182-1 0 0,-84 292 61 0 0,-7 21 18 0 0,-6 17 61 0 0,-19 49 143 0 0,2 2-1 0 0,-16 71 1 0 0,16-50 22 0 0,-12 42 97 0 0,-21 131 0 0 0,53-228-173 0 0,-1 60 1 0 0,6-75-50 0 0,1 0 0 0 0,0 1 0 0 0,1-1 0 0 0,1 0 0 0 0,8 27 0 0 0,-10-39-42 0 0,0 0-1 0 0,1 1 1 0 0,-1-1 0 0 0,1 0-1 0 0,-1 0 1 0 0,1-1 0 0 0,0 1 0 0 0,0 0-1 0 0,0-1 1 0 0,0 1 0 0 0,1-1-1 0 0,-1 1 1 0 0,1-1 0 0 0,0 0 0 0 0,-1 0-1 0 0,1 0 1 0 0,0-1 0 0 0,0 1-1 0 0,0-1 1 0 0,0 1 0 0 0,0-1 0 0 0,1 0-1 0 0,-1 0 1 0 0,0-1 0 0 0,0 1-1 0 0,1 0 1 0 0,-1-1 0 0 0,6 0 0 0 0,-2-1-82 0 0,0 0 1 0 0,0 0 0 0 0,0 0 0 0 0,0-1-1 0 0,-1 0 1 0 0,1-1 0 0 0,0 1 0 0 0,-1-1 0 0 0,0 0-1 0 0,0-1 1 0 0,0 0 0 0 0,10-8 0 0 0,-2 0-26 0 0,0-2 1 0 0,-1 0 0 0 0,-1 0-1 0 0,0-1 1 0 0,-1 0 0 0 0,15-30-1 0 0,41-105 1537 0 0,-54 117-252 0 0,-23 63-504 0 0,-8 47-1 0 0,14-55-611 0 0,0 0 0 0 0,2 0 0 0 0,0 1 1 0 0,3 28-1 0 0,-1-46-20 0 0,1-1 1 0 0,-1 0 0 0 0,1 0 0 0 0,1 0-1 0 0,-1 0 1 0 0,0 0 0 0 0,1 0 0 0 0,0 0-1 0 0,0 0 1 0 0,0-1 0 0 0,0 1 0 0 0,1-1-1 0 0,-1 1 1 0 0,1-1 0 0 0,0 0 0 0 0,0 0-1 0 0,0 0 1 0 0,0 0 0 0 0,7 3 0 0 0,-7-4-13 0 0,1 0 1 0 0,-1-1-1 0 0,1 0 1 0 0,-1 0-1 0 0,1 0 1 0 0,0 0 0 0 0,-1-1-1 0 0,1 1 1 0 0,0-1-1 0 0,-1 0 1 0 0,1 0-1 0 0,0 0 1 0 0,-1-1 0 0 0,1 1-1 0 0,0-1 1 0 0,-1 0-1 0 0,1 0 1 0 0,-1 0-1 0 0,1-1 1 0 0,-1 1 0 0 0,1-1-1 0 0,5-3 1 0 0,2-3-7 0 0,-1 0 1 0 0,0 0-1 0 0,0-1 1 0 0,0-1-1 0 0,-1 1 1 0 0,-1-1 0 0 0,1-1-1 0 0,-2 0 1 0 0,8-13-1 0 0,7-17 7 0 0,20-54 0 0 0,-27 61 17 0 0,-15 32-54 0 0,8-3-67 0 0,-5 16 99 0 0,-1 1 0 0 0,0 0 0 0 0,0 0-1 0 0,-1 0 1 0 0,-1 0 0 0 0,-1 15 0 0 0,1 16 32 0 0,1-36-27 0 0,0 13 18 0 0,0 0-1 0 0,6 22 0 0 0,-6-37 2 0 0,0 0-1 0 0,1 0 0 0 0,-1 0 0 0 0,1-1 1 0 0,0 1-1 0 0,0-1 0 0 0,1 1 0 0 0,-1-1 1 0 0,1 0-1 0 0,0 0 0 0 0,0 0 1 0 0,1 0-1 0 0,6 6 0 0 0,-7-9-11 0 0,0 0-1 0 0,0 0 1 0 0,0 0 0 0 0,0-1-1 0 0,0 1 1 0 0,0-1-1 0 0,0 0 1 0 0,0 0 0 0 0,0 0-1 0 0,0 0 1 0 0,0 0 0 0 0,0-1-1 0 0,0 1 1 0 0,0-1 0 0 0,-1 0-1 0 0,1 0 1 0 0,0 0 0 0 0,0 0-1 0 0,0 0 1 0 0,-1-1-1 0 0,3-1 1 0 0,5-5-10 0 0,0-1 0 0 0,-1 0 0 0 0,0-1 0 0 0,-1 0 0 0 0,0 0 0 0 0,-1-1 0 0 0,0 0 0 0 0,-1 0 1 0 0,0 0-1 0 0,7-20 0 0 0,-1-3-7 0 0,-1-1 0 0 0,9-54 0 0 0,-12 41-92 0 0,-2 1 1 0 0,-1-74-1 0 0,-5 120-310 0 0,10 17-6196 0 0,-9-13 6134 0 0,-1-1 0 0 0,1 1-1 0 0,0 4 1 0 0,0-3-396 0 0,3 6-1931 0 0,-1 0-827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49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89 1244 0 0,'12'-1'14834'0'0,"-75"122"-11593"0"0,50-90-2684 0 0,-18 64 0 0 0,28-84-473 0 0,1 0 0 0 0,0 0 0 0 0,1 1-1 0 0,0-1 1 0 0,0 0 0 0 0,1 1 0 0 0,1-1 0 0 0,0 1-1 0 0,4 17 1 0 0,-4-26-22 0 0,0-1-1 0 0,0 1 0 0 0,-1-1 0 0 0,1 0 1 0 0,0 1-1 0 0,1-1 0 0 0,-1 0 0 0 0,0 0 1 0 0,1 0-1 0 0,-1 0 0 0 0,1 0 0 0 0,0 0 1 0 0,-1 0-1 0 0,1-1 0 0 0,0 1 1 0 0,0-1-1 0 0,0 1 0 0 0,1-1 0 0 0,3 3 1 0 0,-2-3 11 0 0,-1 0 1 0 0,1-1-1 0 0,0 1 1 0 0,0 0-1 0 0,-1-1 1 0 0,1 0 0 0 0,0 0-1 0 0,0 0 1 0 0,0-1-1 0 0,-1 1 1 0 0,8-3-1 0 0,1 0 22 0 0,0-1 0 0 0,-1-1 0 0 0,1 0 0 0 0,-1-1 0 0 0,-1 0 0 0 0,1-1 0 0 0,10-8 0 0 0,-6 2 68 0 0,0-1-1 0 0,0-1 1 0 0,-1 0 0 0 0,-1-1 0 0 0,-1 0-1 0 0,0-1 1 0 0,-2-1 0 0 0,1 0-1 0 0,-2 0 1 0 0,-1-1 0 0 0,0 0 0 0 0,9-36-1 0 0,-15 49-102 0 0,-1 0 0 0 0,-1 0 0 0 0,1 0-1 0 0,-1 0 1 0 0,0 0 0 0 0,0 0 0 0 0,-1 0-1 0 0,0 0 1 0 0,0 0 0 0 0,0 0-1 0 0,-1 0 1 0 0,0 0 0 0 0,0 0 0 0 0,0 1-1 0 0,-1-1 1 0 0,1 1 0 0 0,-5-7 0 0 0,2 7-199 0 0,0-1 0 0 0,0 1 0 0 0,-1-1 0 0 0,1 1 0 0 0,-1 1 0 0 0,0-1 0 0 0,0 1 0 0 0,-1 0 0 0 0,1 1 0 0 0,-1-1 0 0 0,0 1 0 0 0,0 1 0 0 0,-12-4 0 0 0,-11-1-3711 0 0,-39-4 0 0 0,23 4-4150 0 0,24 3 720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49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39 832 0 0,'-278'-36'15604'0'0,"264"34"-14620"0"0,24 2-359 0 0,15 2-408 0 0,409 16 393 0 0,-145 5-3975 0 0,-104-7-3080 0 0,-96-8-213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0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251 354 580 0 0,'-18'-1'5977'0'0,"-15"2"-2701"0"0,30-1-2876 0 0,-15 14 1501 0 0,18-13-1822 0 0,-1 0-1 0 0,0 0 0 0 0,1 0 0 0 0,-1 0 0 0 0,1 0 0 0 0,-1 0 0 0 0,1 0 0 0 0,0 0 0 0 0,-1 0 0 0 0,1 0 1 0 0,0 0-1 0 0,0 0 0 0 0,0 0 0 0 0,-1 1 0 0 0,1-1 0 0 0,1 0 0 0 0,-1 0 0 0 0,0 0 0 0 0,0 0 0 0 0,0 0 0 0 0,0 0 1 0 0,1 0-1 0 0,-1 1 0 0 0,1-1 0 0 0,-1 0 0 0 0,1 0 0 0 0,-1 0 0 0 0,2 1 0 0 0,-1-1-4 0 0,1 0 0 0 0,-1 0 0 0 0,1 0 0 0 0,0-1-1 0 0,0 1 1 0 0,0 0 0 0 0,-1-1 0 0 0,1 1 0 0 0,0-1-1 0 0,0 1 1 0 0,0-1 0 0 0,0 0 0 0 0,0 0 0 0 0,3 0 0 0 0,5-1 25 0 0,-1 0 1 0 0,1 0 0 0 0,-1-1 0 0 0,0 0-1 0 0,0-1 1 0 0,9-3 0 0 0,-9 1-72 0 0,0 0 0 0 0,-1-1 0 0 0,0 0 0 0 0,0 0 0 0 0,0-1 0 0 0,-1 0 0 0 0,0 0 1 0 0,-1-1-1 0 0,1 0 0 0 0,-1 0 0 0 0,-1 0 0 0 0,0-1 0 0 0,0 1 0 0 0,0-1 0 0 0,3-13 0 0 0,-2 7-14 0 0,-1-1 0 0 0,-1 0-1 0 0,0 0 1 0 0,-1 0 0 0 0,-1 0-1 0 0,-1-1 1 0 0,0 1 0 0 0,-2-28 0 0 0,0 38-12 0 0,0-1 1 0 0,0 1 0 0 0,0-1 0 0 0,-1 1 0 0 0,0 0-1 0 0,0 0 1 0 0,-6-11 0 0 0,7 15-5 0 0,-1 0 0 0 0,1 0 0 0 0,-1 0 0 0 0,1 0 1 0 0,-1 0-1 0 0,1 0 0 0 0,-1 1 0 0 0,0-1 0 0 0,0 1 0 0 0,0-1 0 0 0,0 1 0 0 0,0 0 0 0 0,0 0 0 0 0,0-1 0 0 0,0 2 0 0 0,-1-1 1 0 0,1 0-1 0 0,0 0 0 0 0,-1 1 0 0 0,1-1 0 0 0,0 1 0 0 0,-1 0 0 0 0,1 0 0 0 0,-4 0 0 0 0,-4 1-2 0 0,0 1 0 0 0,0 0 0 0 0,0 1 0 0 0,1 0 0 0 0,-1 1 0 0 0,1 0 0 0 0,0 0-1 0 0,0 1 1 0 0,0 0 0 0 0,1 1 0 0 0,-1 0 0 0 0,-10 10 0 0 0,-5 6 1 0 0,1 1 1 0 0,-32 41-1 0 0,35-38 6 0 0,0 2 0 0 0,-20 38 0 0 0,34-56 4 0 0,1 0 1 0 0,1 1-1 0 0,0-1 0 0 0,0 1 1 0 0,1 0-1 0 0,0-1 0 0 0,1 1 0 0 0,0 1 1 0 0,1-1-1 0 0,0 20 0 0 0,2-25 4 0 0,-1-1 1 0 0,1 0-1 0 0,1 1 0 0 0,-1-1 0 0 0,1 0 1 0 0,-1 0-1 0 0,2 0 0 0 0,-1 0 0 0 0,0 0 1 0 0,1 0-1 0 0,0 0 0 0 0,0-1 0 0 0,8 8 1 0 0,-6-6 2 0 0,1-2 1 0 0,0 1-1 0 0,0-1 1 0 0,0 0 0 0 0,0 0-1 0 0,1 0 1 0 0,0-1-1 0 0,-1 0 1 0 0,10 2-1 0 0,5 0-28 0 0,0 0 0 0 0,0-2-1 0 0,0 0 1 0 0,1-2 0 0 0,-1 0-1 0 0,25-3 1 0 0,-15-1-281 0 0,0-1 0 0 0,-1-1 1 0 0,1-1-1 0 0,-2-2 0 0 0,1-1 0 0 0,40-19 1 0 0,-49 18 122 0 0,0-1 1 0 0,-1 0 0 0 0,-1-2 0 0 0,0 0 0 0 0,-1-1 0 0 0,0-1-1 0 0,-1-1 1 0 0,-1 0 0 0 0,19-25 0 0 0,-26 28 290 0 0,-1 0 0 0 0,0-1 0 0 0,-1 0 1 0 0,0 0-1 0 0,-1-1 0 0 0,5-17 0 0 0,-6 13 777 0 0,-1 0 0 0 0,0 0 0 0 0,-2 0 0 0 0,1-29 0 0 0,-3 47-881 0 0,0 0 0 0 0,0 1 0 0 0,0-1 0 0 0,0 1 0 0 0,0-1 0 0 0,0 1 0 0 0,0-1 0 0 0,0 1 0 0 0,0-1 0 0 0,0 0 0 0 0,-1 1 0 0 0,1-1 0 0 0,0 1 0 0 0,0-1 0 0 0,0 1 0 0 0,-1-1 0 0 0,1 1 0 0 0,0-1-1 0 0,-1 1 1 0 0,0-1 0 0 0,-7 3 221 0 0,-6 13-85 0 0,5-2-96 0 0,2 1 0 0 0,0 1 0 0 0,0 0 0 0 0,2-1 0 0 0,-7 23 0 0 0,-10 79 342 0 0,20-100-346 0 0,0 1 0 0 0,1-1-1 0 0,1 1 1 0 0,0-1 0 0 0,1 1-1 0 0,1-1 1 0 0,5 22 0 0 0,-6-33-43 0 0,1 1-1 0 0,0-1 1 0 0,0 1 0 0 0,0-1 0 0 0,1 0 0 0 0,0 0 0 0 0,0 0-1 0 0,0-1 1 0 0,0 1 0 0 0,1-1 0 0 0,0 1 0 0 0,0-1 0 0 0,0 0 0 0 0,0-1-1 0 0,0 1 1 0 0,1-1 0 0 0,0 0 0 0 0,0 0 0 0 0,0 0 0 0 0,0-1-1 0 0,0 1 1 0 0,0-1 0 0 0,1-1 0 0 0,9 3 0 0 0,-7-3-345 0 0,-1 0-1 0 0,1 0 1 0 0,-1-1 0 0 0,1 0 0 0 0,-1 0 0 0 0,1-1-1 0 0,-1 0 1 0 0,1 0 0 0 0,-1-1 0 0 0,0 0 0 0 0,1 0-1 0 0,11-6 1 0 0,-9 3-912 0 0,-1 0 1 0 0,0-1-1 0 0,0 0 0 0 0,-1 0 0 0 0,9-9 0 0 0,9-12-5022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0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61 1504 0 0,'-15'-19'2884'0'0,"10"12"-1705"0"0,-1 1 0 0 0,0-1 1 0 0,0 1-1 0 0,-9-8 0 0 0,13 13-858 0 0,-2 1-10 0 0,2 0-275 0 0,0 0 0 0 0,0 1 0 0 0,0-1 0 0 0,0 1 0 0 0,0 0 0 0 0,0-1 0 0 0,0 1 1 0 0,0 0-1 0 0,0 0 0 0 0,1 0 0 0 0,-1 1 0 0 0,0-1 0 0 0,0 0 0 0 0,1 1 0 0 0,-1-1 0 0 0,1 1 1 0 0,0-1-1 0 0,-1 1 0 0 0,1 0 0 0 0,0-1 0 0 0,0 1 0 0 0,0 0 0 0 0,-2 3 0 0 0,-1 7-104 0 0,-1 0 1 0 0,2 0-1 0 0,0 0 0 0 0,0 1 0 0 0,-1 21 0 0 0,0 66-4341 0 0,4-88 3235 0 0,0 18-2214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1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606 310 1456 0 0,'4'-3'687'0'0,"0"0"-1"0"0,0-1 0 0 0,0 1 1 0 0,-1-1-1 0 0,1 0 0 0 0,-1 0 1 0 0,0 0-1 0 0,0-1 0 0 0,-1 1 1 0 0,1-1-1 0 0,-1 1 1 0 0,0-1-1 0 0,0 0 0 0 0,-1 0 1 0 0,2-6-1 0 0,0 0 403 0 0,-1-1 1 0 0,0 1-1 0 0,-1-1 1 0 0,0 0-1 0 0,-2-18 0 0 0,1 28-1011 0 0,0 0-1 0 0,0 0 0 0 0,-1 0 1 0 0,1 0-1 0 0,0 0 0 0 0,-1 1 0 0 0,1-1 1 0 0,-1 0-1 0 0,0 0 0 0 0,0 1 1 0 0,0-1-1 0 0,1 0 0 0 0,-2 1 0 0 0,1-1 1 0 0,0 1-1 0 0,0-1 0 0 0,0 1 1 0 0,-1 0-1 0 0,1 0 0 0 0,0-1 0 0 0,-1 1 1 0 0,-3-2-1 0 0,2 2-50 0 0,1 0 1 0 0,-1 1 0 0 0,0-1-1 0 0,0 0 1 0 0,0 1-1 0 0,0 0 1 0 0,0 0-1 0 0,0 0 1 0 0,0 0-1 0 0,0 0 1 0 0,0 0-1 0 0,0 1 1 0 0,0 0-1 0 0,-4 1 1 0 0,-7 3 6 0 0,0 0 1 0 0,1 1-1 0 0,-1 1 1 0 0,1 0 0 0 0,1 1-1 0 0,-18 13 1 0 0,2 3 7 0 0,-37 38 0 0 0,53-49-35 0 0,0 1-1 0 0,1 0 0 0 0,-16 26 1 0 0,23-33-3 0 0,0 0 1 0 0,1 0 0 0 0,0 0-1 0 0,0 1 1 0 0,1-1 0 0 0,0 1-1 0 0,0-1 1 0 0,1 1 0 0 0,0 0-1 0 0,0-1 1 0 0,1 9 0 0 0,0-13-5 0 0,1-1 1 0 0,-1 1 0 0 0,1-1 0 0 0,-1 1-1 0 0,1-1 1 0 0,0 0 0 0 0,0 1 0 0 0,0-1-1 0 0,0 0 1 0 0,1 0 0 0 0,-1 0 0 0 0,0 0-1 0 0,1 0 1 0 0,0 0 0 0 0,-1 0-1 0 0,1-1 1 0 0,0 1 0 0 0,0 0 0 0 0,0-1-1 0 0,0 1 1 0 0,0-1 0 0 0,0 0 0 0 0,0 0-1 0 0,1 0 1 0 0,-1 0 0 0 0,0 0 0 0 0,1 0-1 0 0,-1-1 1 0 0,1 1 0 0 0,-1-1 0 0 0,0 0-1 0 0,1 1 1 0 0,3-1 0 0 0,2 0 1 0 0,-1 0 0 0 0,1 0 0 0 0,0-1 1 0 0,0 0-1 0 0,0 0 0 0 0,-1-1 0 0 0,1 0 1 0 0,-1 0-1 0 0,12-5 0 0 0,-5-1-8 0 0,0 0-1 0 0,-1-1 1 0 0,0-1 0 0 0,0 0-1 0 0,17-18 1 0 0,48-63-29 0 0,-26 28 1 0 0,-52 62 25 0 0,0 1-1 0 0,1-1 0 0 0,-1 0 1 0 0,0 1-1 0 0,1-1 1 0 0,-1 1-1 0 0,1-1 0 0 0,-1 0 1 0 0,1 1-1 0 0,-1-1 1 0 0,1 1-1 0 0,0-1 0 0 0,-1 1 1 0 0,1 0-1 0 0,-1-1 1 0 0,1 1-1 0 0,0 0 0 0 0,0-1 1 0 0,-1 1-1 0 0,1 0 1 0 0,0 0-1 0 0,-1-1 0 0 0,1 1 1 0 0,0 0-1 0 0,0 0 1 0 0,1 0-1 0 0,-2 1 7 0 0,1 0 0 0 0,-1 0 0 0 0,1 0 0 0 0,-1 0 0 0 0,0 0 0 0 0,0 0 0 0 0,1 0-1 0 0,-1 0 1 0 0,0 0 0 0 0,0 0 0 0 0,0 0 0 0 0,0 0 0 0 0,0 0 0 0 0,0 0 0 0 0,0 0 0 0 0,-1 1 0 0 0,-11 50 72 0 0,-123 364 2522 0 0,73-235-1255 0 0,41-117-864 0 0,-38 108 513 0 0,44-136-609 0 0,-2 0-1 0 0,-32 53 0 0 0,46-85-336 0 0,1 0 0 0 0,-1 0 0 0 0,0 0-1 0 0,0 0 1 0 0,0-1 0 0 0,-1 1 0 0 0,1-1-1 0 0,-1 0 1 0 0,0 0 0 0 0,1-1 0 0 0,-1 1-1 0 0,-1-1 1 0 0,1 1 0 0 0,0-1 0 0 0,0-1 0 0 0,-1 1-1 0 0,1-1 1 0 0,-1 1 0 0 0,0-1 0 0 0,1 0-1 0 0,-1-1 1 0 0,0 1 0 0 0,0-1 0 0 0,1 0-1 0 0,-1 0 1 0 0,0-1 0 0 0,1 1 0 0 0,-1-1 0 0 0,0 0-1 0 0,1-1 1 0 0,-1 1 0 0 0,1-1 0 0 0,-1 1-1 0 0,1-1 1 0 0,0-1 0 0 0,0 1 0 0 0,0-1-1 0 0,0 1 1 0 0,-5-5 0 0 0,-7-6-48 0 0,0-1 1 0 0,1-1-1 0 0,0 0 0 0 0,2 0 1 0 0,-13-19-1 0 0,19 24-2 0 0,0-1 0 0 0,1 0 0 0 0,0 0 0 0 0,1 0 0 0 0,0-1 0 0 0,1 0 0 0 0,0 0 0 0 0,1 0 0 0 0,-3-22 0 0 0,6 26-1 0 0,0 0-1 0 0,1 1 1 0 0,0-1 0 0 0,0 0-1 0 0,1 0 1 0 0,0 0 0 0 0,0 0 0 0 0,0 1-1 0 0,1-1 1 0 0,1 1 0 0 0,-1 0-1 0 0,1 0 1 0 0,0 0 0 0 0,1 1-1 0 0,-1-1 1 0 0,1 1 0 0 0,12-11 0 0 0,2-1-73 0 0,1 0 0 0 0,1 2 0 0 0,1 0 0 0 0,24-12 0 0 0,302-148-1289 0 0,-68 39-315 0 0,-197 91 873 0 0,84-63 0 0 0,-134 84 625 0 0,-1-1-1 0 0,-2-1 1 0 0,0-2 0 0 0,-2-1-1 0 0,29-39 1 0 0,-38 40 95 0 0,-2 0 0 0 0,0-1 1 0 0,19-50-1 0 0,-35 78 92 0 0,-15 12 25 0 0,3 3-13 0 0,0 0 0 0 0,1 0 0 0 0,1 1 0 0 0,0 0 0 0 0,1 1-1 0 0,-8 19 1 0 0,1-2 2 0 0,-5 7-4 0 0,-22 63 0 0 0,36-85-4 0 0,1 0-1 0 0,1 1 1 0 0,1 0 0 0 0,0 0-1 0 0,1 0 1 0 0,1 27-1 0 0,1-41 7 0 0,0 0 0 0 0,1 1 0 0 0,0-1-1 0 0,0 0 1 0 0,0 1 0 0 0,0-1-1 0 0,0 0 1 0 0,1 0 0 0 0,0 0 0 0 0,0 0-1 0 0,0 0 1 0 0,0-1 0 0 0,1 1-1 0 0,2 3 1 0 0,-3-5-2 0 0,1 0 0 0 0,-1 0-1 0 0,0 0 1 0 0,1 0 0 0 0,-1 0 0 0 0,1-1 0 0 0,0 0-1 0 0,-1 1 1 0 0,1-1 0 0 0,0 0 0 0 0,0 0-1 0 0,0 0 1 0 0,0-1 0 0 0,0 1 0 0 0,0-1-1 0 0,0 1 1 0 0,0-1 0 0 0,0 0 0 0 0,0 0-1 0 0,3-1 1 0 0,2 0-4 0 0,0-1-1 0 0,-1 0 1 0 0,1 0 0 0 0,-1-1-1 0 0,0 0 1 0 0,0 0 0 0 0,0-1-1 0 0,0 1 1 0 0,0-2-1 0 0,-1 1 1 0 0,8-7 0 0 0,6-7-72 0 0,32-39 1 0 0,-40 43 55 0 0,79-97-119 0 0,9-11-73 0 0,-99 121 202 0 0,-1 0 0 0 0,1 0 1 0 0,0 0-1 0 0,0 0 0 0 0,-1 1 0 0 0,1-1 0 0 0,0 0 0 0 0,0 0 1 0 0,0 0-1 0 0,0 1 0 0 0,0-1 0 0 0,0 0 0 0 0,0 1 1 0 0,1-1-1 0 0,-1 1 0 0 0,0-1 0 0 0,0 1 0 0 0,0 0 0 0 0,0-1 1 0 0,1 1-1 0 0,-1 0 0 0 0,0 0 0 0 0,0 0 0 0 0,1 0 0 0 0,-1 0 1 0 0,0 0-1 0 0,0 0 0 0 0,0 0 0 0 0,1 1 0 0 0,-1-1 1 0 0,0 0-1 0 0,0 1 0 0 0,0-1 0 0 0,0 1 0 0 0,1-1 0 0 0,-1 1 1 0 0,0 0-1 0 0,0-1 0 0 0,0 1 0 0 0,0 0 0 0 0,0 0 1 0 0,-1 0-1 0 0,1 0 0 0 0,0 0 0 0 0,0 0 0 0 0,0 1 0 0 0,3 3 5 0 0,-1 0 0 0 0,-1 0-1 0 0,1 0 1 0 0,-1 1 0 0 0,1-1-1 0 0,-2 0 1 0 0,1 1-1 0 0,1 9 1 0 0,0 20 118 0 0,-2 1 1 0 0,-1 0-1 0 0,-1 0 0 0 0,-11 55 0 0 0,6-48 777 0 0,6-40-154 0 0,5-17-575 0 0,11-17-166 0 0,1 1 1 0 0,1 0-1 0 0,1 1 1 0 0,1 1-1 0 0,2 1 0 0 0,1 1 1 0 0,38-34-1 0 0,-54 54-28 0 0,0 0-1 0 0,1 0 0 0 0,-1 1 1 0 0,1 1-1 0 0,0-1 0 0 0,1 1 1 0 0,-1 0-1 0 0,12-3 0 0 0,-17 6 23 0 0,0 1 0 0 0,0-1-1 0 0,0 1 1 0 0,-1 0-1 0 0,1 0 1 0 0,0 0 0 0 0,0 0-1 0 0,0 0 1 0 0,0 1 0 0 0,-1-1-1 0 0,1 1 1 0 0,0 0 0 0 0,0 0-1 0 0,-1 0 1 0 0,1 0-1 0 0,-1 0 1 0 0,1 1 0 0 0,-1-1-1 0 0,1 1 1 0 0,-1 0 0 0 0,0-1-1 0 0,0 1 1 0 0,0 0-1 0 0,0 0 1 0 0,0 0 0 0 0,0 1-1 0 0,-1-1 1 0 0,1 0 0 0 0,-1 1-1 0 0,1-1 1 0 0,0 4 0 0 0,2 2 20 0 0,-1 0 0 0 0,0 0 0 0 0,-1 1 1 0 0,1-1-1 0 0,-2 1 0 0 0,1 0 0 0 0,-2-1 1 0 0,1 1-1 0 0,-1 0 0 0 0,-1 11 1 0 0,-2 15 114 0 0,-11 42 1 0 0,8-47-97 0 0,4-21-46 0 0,1-6 11 0 0,0 0 1 0 0,1 0-1 0 0,-1 0 0 0 0,0 0 0 0 0,1 1 0 0 0,0-1 0 0 0,0 0 1 0 0,0 0-1 0 0,0 0 0 0 0,0 1 0 0 0,1-1 0 0 0,-1 0 1 0 0,1 0-1 0 0,0 0 0 0 0,2 5 0 0 0,-2-8-34 0 0,0 1-1 0 0,0 0 1 0 0,0-1-1 0 0,0 1 1 0 0,0-1-1 0 0,0 1 1 0 0,0-1-1 0 0,0 0 1 0 0,0 1-1 0 0,0-1 1 0 0,0 0-1 0 0,1 0 1 0 0,-1 0-1 0 0,0 0 1 0 0,0 0-1 0 0,1 0 1 0 0,1 0-97 0 0,4 1-358 0 0,0-1 0 0 0,1 0 0 0 0,-1-1 0 0 0,0 0 0 0 0,1 0-1 0 0,-1 0 1 0 0,0-1 0 0 0,13-5 0 0 0,4-2-3855 0 0,23-15 0 0 0,-46 24 4114 0 0,32-18-7722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2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1320 0 0,'0'-37'4831'0'0,"1"0"1"0"0,12-65-1 0 0,-13 102-4815 0 0,0-1 1 0 0,0 1-1 0 0,0-1 0 0 0,0 0 0 0 0,1 1 1 0 0,-1-1-1 0 0,0 1 0 0 0,0-1 1 0 0,0 1-1 0 0,0-1 0 0 0,0 1 0 0 0,1-1 1 0 0,-1 1-1 0 0,0-1 0 0 0,1 1 0 0 0,-1-1 1 0 0,0 1-1 0 0,1-1 0 0 0,-1 1 1 0 0,0-1-1 0 0,1 1 0 0 0,-1 0 0 0 0,1-1 1 0 0,-1 1-1 0 0,1 0 0 0 0,-1-1 0 0 0,1 1 1 0 0,-1 0-1 0 0,1 0 0 0 0,-1-1 1 0 0,1 1-1 0 0,-1 0 0 0 0,1 0 0 0 0,-1 0 1 0 0,1 0-1 0 0,0 0 0 0 0,-1 0 0 0 0,1 0 1 0 0,-1 0-1 0 0,1 0 0 0 0,-1 0 0 0 0,1 0 1 0 0,0 0-1 0 0,-1 0 0 0 0,1 0 1 0 0,-1 1-1 0 0,1-1 0 0 0,-1 0 0 0 0,1 0 1 0 0,-1 1-1 0 0,1-1 0 0 0,-1 0 0 0 0,1 1 1 0 0,-1-1-1 0 0,0 0 0 0 0,1 1 1 0 0,-1-1-1 0 0,1 1 0 0 0,-1 0 0 0 0,25 26 93 0 0,-25-25-73 0 0,18 27 92 0 0,-2 1 0 0 0,0 1 0 0 0,-3 0 1 0 0,11 36-1 0 0,-20-57-104 0 0,-3-8 9 0 0,71 178 2134 0 0,-71-178-1750 0 0,1-2-359 0 0,1-1 0 0 0,-1 1 0 0 0,0-1 0 0 0,0 0 0 0 0,1 0 1 0 0,-1 0-1 0 0,0 0 0 0 0,0 0 0 0 0,0 0 0 0 0,0 0 1 0 0,0-1-1 0 0,0 1 0 0 0,-1-1 0 0 0,1 0 0 0 0,0 1 1 0 0,-1-1-1 0 0,2-2 0 0 0,26-38 137 0 0,-23 31-129 0 0,50-85 90 0 0,26-39-101 0 0,-79 131-67 0 0,0 0 1 0 0,0 0-1 0 0,0 0 0 0 0,1 0 1 0 0,0 1-1 0 0,-1-1 0 0 0,1 1 1 0 0,1 0-1 0 0,-1 0 1 0 0,0 1-1 0 0,1-1 0 0 0,6-2 1 0 0,-6 4 2 0 0,-1 0 1 0 0,0 0 0 0 0,1 0 0 0 0,-1 1 0 0 0,0-1-1 0 0,1 1 1 0 0,-1 0 0 0 0,1 1 0 0 0,-1-1-1 0 0,0 1 1 0 0,1 0 0 0 0,-1 0 0 0 0,0 0 0 0 0,7 3-1 0 0,-1 0 2 0 0,151 65 82 0 0,-159-67-69 0 0,0-1 0 0 0,1 0 0 0 0,-1 0 0 0 0,1 0 1 0 0,0-1-1 0 0,-1 1 0 0 0,1-1 0 0 0,-1 1 0 0 0,1-1 1 0 0,0 0-1 0 0,-1 0 0 0 0,1 0 0 0 0,0 0 0 0 0,-1-1 1 0 0,1 1-1 0 0,0-1 0 0 0,-1 1 0 0 0,1-1 0 0 0,-1 0 1 0 0,1 0-1 0 0,-1 0 0 0 0,1 0 0 0 0,-1-1 0 0 0,0 1 1 0 0,0-1-1 0 0,1 1 0 0 0,-1-1 0 0 0,0 0 0 0 0,-1 0 1 0 0,1 0-1 0 0,0 0 0 0 0,0 0 0 0 0,2-4 0 0 0,0 0-6 0 0,-1 0-1 0 0,1-1 0 0 0,-1 1 0 0 0,0-1 0 0 0,-1 1 0 0 0,0-1 0 0 0,0 0 1 0 0,0 0-1 0 0,-1 0 0 0 0,1-13 0 0 0,-2 19-5 0 0,0 0 1 0 0,0 0-1 0 0,0-1 0 0 0,0 1 0 0 0,0 0 1 0 0,0 0-1 0 0,0 0 0 0 0,-1 0 1 0 0,1 0-1 0 0,0 0 0 0 0,-1 0 1 0 0,1 0-1 0 0,-1 0 0 0 0,1 0 0 0 0,-1 0 1 0 0,1 0-1 0 0,-1 0 0 0 0,0 0 1 0 0,0 0-1 0 0,1 0 0 0 0,-1 1 1 0 0,0-1-1 0 0,-1-1 0 0 0,0 2-1 0 0,0-1 0 0 0,1 0 0 0 0,-1 1 0 0 0,0-1 0 0 0,0 1 0 0 0,0 0 0 0 0,1-1 1 0 0,-1 1-1 0 0,0 0 0 0 0,0 0 0 0 0,0 0 0 0 0,-3 1 0 0 0,-4 1-7 0 0,0 0 1 0 0,1 1-1 0 0,-1 0 0 0 0,-10 6 1 0 0,1 1 1 0 0,0 1 1 0 0,1 1 0 0 0,1 1 0 0 0,0 0 0 0 0,1 2 0 0 0,0-1-1 0 0,-20 28 1 0 0,27-32 17 0 0,0 2-1 0 0,0-1 1 0 0,1 1 0 0 0,0 0-1 0 0,1 1 1 0 0,1 0-1 0 0,-8 24 1 0 0,12-33-24 0 0,0 0 0 0 0,0 0 1 0 0,1 1-1 0 0,-1-1 0 0 0,1 0 1 0 0,0 0-1 0 0,0 0 0 0 0,0 1 1 0 0,1-1-1 0 0,-1 0 0 0 0,1 0 1 0 0,0 0-1 0 0,1 0 0 0 0,-1 0 1 0 0,0 0-1 0 0,1 0 0 0 0,0 0 1 0 0,0 0-1 0 0,0-1 1 0 0,1 1-1 0 0,-1-1 0 0 0,1 0 1 0 0,0 1-1 0 0,0-1 0 0 0,0 0 1 0 0,0-1-1 0 0,0 1 0 0 0,1-1 1 0 0,5 4-1 0 0,2 0-453 0 0,-1-1 1 0 0,1-1-1 0 0,0 0 1 0 0,0-1-1 0 0,0 0 0 0 0,1 0 1 0 0,15 0-1 0 0,-6-1-1650 0 0,0-1 0 0 0,0-2 0 0 0,25-2 0 0 0,-2-4-4086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3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293 106 1464 0 0,'4'-7'918'0'0,"-1"0"0"0"0,0 0 0 0 0,-1 0 0 0 0,0 0 0 0 0,0 0 0 0 0,0-1 0 0 0,-1 1-1 0 0,0-1 1 0 0,-1 1 0 0 0,0-1 0 0 0,0-7 0 0 0,0 14-869 0 0,-1 0-1 0 0,1 1 1 0 0,0-1-1 0 0,-1 1 1 0 0,1-1 0 0 0,0 1-1 0 0,-1-1 1 0 0,1 1-1 0 0,-1-1 1 0 0,1 1-1 0 0,-1-1 1 0 0,1 1 0 0 0,-1-1-1 0 0,1 1 1 0 0,-1 0-1 0 0,1-1 1 0 0,-1 1-1 0 0,1 0 1 0 0,-1 0 0 0 0,0-1-1 0 0,1 1 1 0 0,-1 0-1 0 0,1 0 1 0 0,-1 0-1 0 0,0 0 1 0 0,1 0 0 0 0,-1 0-1 0 0,0 0 1 0 0,1 0-1 0 0,-2 0 1 0 0,-18 4 525 0 0,10 2-365 0 0,0-1 0 0 0,0 2-1 0 0,0-1 1 0 0,1 1-1 0 0,0 0 1 0 0,0 1-1 0 0,-9 11 1 0 0,-51 66 550 0 0,63-77-693 0 0,-11 14 42 0 0,1 2-1 0 0,1 0 1 0 0,1 0 0 0 0,1 1 0 0 0,2 1-1 0 0,-12 34 1 0 0,21-53-79 0 0,1-1 0 0 0,-1 1-1 0 0,1 0 1 0 0,1 0 0 0 0,-1-1 0 0 0,1 1 0 0 0,0 0-1 0 0,1-1 1 0 0,-1 1 0 0 0,1 0 0 0 0,1 0-1 0 0,-1-1 1 0 0,6 13 0 0 0,-5-15-68 0 0,0 0 0 0 0,0-1 0 0 0,1 1 0 0 0,-1-1 0 0 0,1 1 1 0 0,0-1-1 0 0,0 0 0 0 0,0 0 0 0 0,1 0 0 0 0,-1-1 0 0 0,1 1 0 0 0,0-1 0 0 0,-1 0 0 0 0,1 0 0 0 0,0 0 0 0 0,0 0 0 0 0,0-1 1 0 0,0 1-1 0 0,1-1 0 0 0,-1 0 0 0 0,0 0 0 0 0,6 0 0 0 0,4-1-745 0 0,-1 0 0 0 0,1-1 0 0 0,-1 0-1 0 0,1-1 1 0 0,-1-1 0 0 0,0 0 0 0 0,0-1 0 0 0,0 0 0 0 0,0-1 0 0 0,-1 0 0 0 0,1-1-1 0 0,19-13 1 0 0,11-8-3933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3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318 139 1040 0 0,'14'-108'11755'0'0,"-13"102"-11258"0"0,-1 5-334 0 0,0 0 1 0 0,0-1-1 0 0,1 1 0 0 0,-1 0 1 0 0,0-1-1 0 0,0 1 0 0 0,0 0 0 0 0,0-1 1 0 0,0 1-1 0 0,-1 0 0 0 0,1-1 1 0 0,0 1-1 0 0,-1 0 0 0 0,1-1 1 0 0,-1 1-1 0 0,-1-2 0 0 0,-10 13 591 0 0,2 3-405 0 0,1 0 0 0 0,0 0 1 0 0,1 1-1 0 0,1 0 1 0 0,-11 28-1 0 0,4-9 8 0 0,-135 386 1792 0 0,134-370-2010 0 0,4-15-74 0 0,-34 122 188 0 0,38-127-224 0 0,2 0 0 0 0,1 0 1 0 0,-1 41-1 0 0,5-64-161 0 0,0 0 0 0 0,0 0 0 0 0,1 0 0 0 0,0-1 0 0 0,0 1-1 0 0,1 0 1 0 0,-1 0 0 0 0,1-1 0 0 0,1 1 0 0 0,-1-1 0 0 0,1 1 0 0 0,0-1 0 0 0,0 0 0 0 0,0 0 0 0 0,1 0-1 0 0,-1-1 1 0 0,1 1 0 0 0,1-1 0 0 0,-1 0 0 0 0,9 6 0 0 0,-7-6-207 0 0,0 0 1 0 0,1-1-1 0 0,-1 0 0 0 0,1-1 1 0 0,0 1-1 0 0,-1-1 0 0 0,1-1 1 0 0,0 1-1 0 0,0-1 0 0 0,0 0 1 0 0,0-1-1 0 0,1 1 0 0 0,-1-2 1 0 0,0 1-1 0 0,0-1 0 0 0,0 0 1 0 0,8-2-1 0 0,2-2 103 0 0,-1-1 1 0 0,0 0-1 0 0,0-1 0 0 0,0-1 1 0 0,-1 0-1 0 0,0-1 0 0 0,-1-1 1 0 0,0-1-1 0 0,0 0 0 0 0,15-17 1 0 0,44-53 2540 0 0,-11-3 3987 0 0,-59 82-5840 0 0,-3 3-145 0 0,-3 10-21 0 0,-9 21-251 0 0,9-24 73 0 0,-6 15-36 0 0,0 1 1 0 0,2-1-1 0 0,0 2 0 0 0,2-1 1 0 0,1 1-1 0 0,-1 27 0 0 0,4-49-57 0 0,1-1 0 0 0,0 1-1 0 0,1 0 1 0 0,-1 0 0 0 0,0 0-1 0 0,1 0 1 0 0,-1-1 0 0 0,1 1-1 0 0,0 0 1 0 0,0-1 0 0 0,0 1-1 0 0,0 0 1 0 0,1-1 0 0 0,-1 1 0 0 0,1-1-1 0 0,-1 0 1 0 0,1 1 0 0 0,0-1-1 0 0,0 0 1 0 0,0 0 0 0 0,0 0-1 0 0,0 0 1 0 0,1-1 0 0 0,-1 1-1 0 0,0-1 1 0 0,1 1 0 0 0,-1-1-1 0 0,1 0 1 0 0,0 0 0 0 0,-1 0 0 0 0,1 0-1 0 0,0 0 1 0 0,0-1 0 0 0,-1 1-1 0 0,1-1 1 0 0,5 1 0 0 0,2-1 11 0 0,-1-1 1 0 0,1 1-1 0 0,0-1 1 0 0,0-1-1 0 0,0 0 1 0 0,-1 0-1 0 0,1-1 1 0 0,-1 0-1 0 0,15-8 1 0 0,-6 1 4 0 0,0 0 0 0 0,0-2 0 0 0,-1 0 1 0 0,-1-1-1 0 0,21-20 0 0 0,-27 23 70 0 0,0-1-1 0 0,-1 0 1 0 0,-1 0 0 0 0,1-1 0 0 0,-2 0-1 0 0,0-1 1 0 0,0 1 0 0 0,8-25-1 0 0,-13 33-73 0 0,-1 0-1 0 0,0-1 0 0 0,0 1 0 0 0,0 0 1 0 0,-1-1-1 0 0,1 1 0 0 0,-1 0 0 0 0,0-1 1 0 0,0 1-1 0 0,0-1 0 0 0,-1 1 0 0 0,0 0 1 0 0,0 0-1 0 0,0-1 0 0 0,0 1 0 0 0,-1 0 1 0 0,1 0-1 0 0,-1 0 0 0 0,0 0 0 0 0,0 0 1 0 0,-1 0-1 0 0,1 1 0 0 0,-1-1 0 0 0,0 1 1 0 0,0 0-1 0 0,0 0 0 0 0,0 0 0 0 0,0 0 1 0 0,-1 0-1 0 0,1 1 0 0 0,-5-3 0 0 0,-5-2-12 0 0,-1 0 0 0 0,1 1 0 0 0,-1 1-1 0 0,0 0 1 0 0,-1 1 0 0 0,1 1 0 0 0,-26-3-1 0 0,39 6-58 0 0,-29-6-4350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4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20 1392 0 0,'-241'-19'19106'0'0,"233"19"-18366"0"0,52 4 57 0 0,-10 0-573 0 0,83 3 218 0 0,381 16 148 0 0,-464-22-560 0 0,62 3 70 0 0,-63-2-160 0 0,-30-2-92 0 0,15 1-2462 0 0,-14 7 760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4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2720 0 0,'21'-5'8839'0'0,"-18"4"-8485"0"0,-1 0 0 0 0,1 1 0 0 0,0-1 0 0 0,0 0 0 0 0,0 1 0 0 0,0 0 0 0 0,0 0-1 0 0,0 0 1 0 0,0 0 0 0 0,0 0 0 0 0,0 1 0 0 0,0-1 0 0 0,-1 1 0 0 0,1 0 0 0 0,0 0 0 0 0,0 0 0 0 0,0 0 0 0 0,2 2 0 0 0,3 1-204 0 0,1 1 1 0 0,-1 0-1 0 0,0 1 1 0 0,-1 0-1 0 0,0 0 0 0 0,1 1 1 0 0,-2 0-1 0 0,1 0 1 0 0,-1 1-1 0 0,0-1 1 0 0,-1 1-1 0 0,0 1 1 0 0,0-1-1 0 0,-1 1 1 0 0,0-1-1 0 0,0 1 0 0 0,-1 1 1 0 0,0-1-1 0 0,-1 0 1 0 0,0 1-1 0 0,0-1 1 0 0,-1 1-1 0 0,0 0 1 0 0,-1-1-1 0 0,0 1 1 0 0,-1 0-1 0 0,0-1 1 0 0,0 1-1 0 0,-5 15 0 0 0,1-12 76 0 0,0 0 0 0 0,-1-1 0 0 0,-1 1 0 0 0,0-2-1 0 0,-16 22 1 0 0,22-32-161 0 0,0 0 0 0 0,1 0-1 0 0,-1 1 1 0 0,0-1 0 0 0,0 0 0 0 0,-1 0 0 0 0,1-1-1 0 0,0 1 1 0 0,0 0 0 0 0,0 0 0 0 0,0 0-1 0 0,-1-1 1 0 0,-1 2 0 0 0,2-2-36 0 0,0 0 0 0 0,1 0 0 0 0,-1 0 0 0 0,0 0 1 0 0,1 0-1 0 0,-1 0 0 0 0,1 0 0 0 0,-1 0 0 0 0,0 0 0 0 0,1 0 0 0 0,-1-1 1 0 0,0 1-1 0 0,1 0 0 0 0,-1 0 0 0 0,1 0 0 0 0,-1-1 0 0 0,1 1 0 0 0,-1 0 1 0 0,1-1-1 0 0,-1 1 0 0 0,0-1 0 0 0,0-1-7 0 0,0 1-1 0 0,0 0 1 0 0,0-1-1 0 0,0 1 1 0 0,0-1-1 0 0,1 1 1 0 0,-1-1 0 0 0,1 1-1 0 0,-1-1 1 0 0,1 0-1 0 0,-1 1 1 0 0,1-1-1 0 0,0 1 1 0 0,0-1 0 0 0,0 0-1 0 0,0 1 1 0 0,0-1-1 0 0,0 0 1 0 0,0 1-1 0 0,1-3 1 0 0,2-4-18 0 0,0 0 0 0 0,1 0-1 0 0,-1 0 1 0 0,1 1 0 0 0,1-1 0 0 0,0 1-1 0 0,0 0 1 0 0,0 1 0 0 0,1-1 0 0 0,0 1-1 0 0,7-6 1 0 0,4-2-456 0 0,0 1-1 0 0,1 0 1 0 0,23-12-1 0 0,-10 9-1916 0 0,0 2-1 0 0,51-16 1 0 0,18 2-6687 0 0,-69 21 3236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6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423 566 1608 0 0,'4'-1'783'0'0,"-1"-1"0"0"0,1 1 1 0 0,-1-1-1 0 0,1 0 0 0 0,-1 0 0 0 0,0-1 0 0 0,0 1 0 0 0,0-1 0 0 0,0 1 1 0 0,0-1-1 0 0,-1 0 0 0 0,5-5 805 0 0,-8 6-741 0 0,1 1-806 0 0,0 1 1 0 0,0-1-1 0 0,0 0 1 0 0,0 1-1 0 0,0-1 1 0 0,0 1 0 0 0,0-1-1 0 0,-1 1 1 0 0,1-1-1 0 0,0 1 1 0 0,0-1-1 0 0,-1 1 1 0 0,1-1-1 0 0,0 1 1 0 0,-1-1 0 0 0,1 1-1 0 0,0 0 1 0 0,-1-1-1 0 0,1 1 1 0 0,-1-1-1 0 0,-6 0 192 0 0,0 1-1 0 0,-1-1 0 0 0,1 1 1 0 0,0 1-1 0 0,0-1 0 0 0,0 1 1 0 0,0 0-1 0 0,0 1 0 0 0,-8 3 1 0 0,-65 24 744 0 0,73-26-933 0 0,0 0 1 0 0,0 1 0 0 0,1 0 0 0 0,-1 0 0 0 0,1 0 0 0 0,0 1-1 0 0,0 0 1 0 0,0 0 0 0 0,1 0 0 0 0,0 1 0 0 0,-8 10 0 0 0,10-11-17 0 0,1 0 1 0 0,-1 0 0 0 0,1 0 0 0 0,0 0-1 0 0,0 0 1 0 0,1 0 0 0 0,0 1 0 0 0,0-1-1 0 0,0 1 1 0 0,0-1 0 0 0,1 1 0 0 0,0-1-1 0 0,0 1 1 0 0,0-1 0 0 0,1 1 0 0 0,2 8-1 0 0,0 0 162 0 0,2 0-1 0 0,0-1 0 0 0,1 0 0 0 0,13 24 0 0 0,36 46 740 0 0,-53-79-897 0 0,-1-3-23 0 0,1 1 53 0 0,-1-1 1 0 0,1 1 0 0 0,-1 0-1 0 0,1 0 1 0 0,-1 0-1 0 0,0 0 1 0 0,0 0-1 0 0,0 1 1 0 0,0-1-1 0 0,0 0 1 0 0,0 0 0 0 0,0 1-1 0 0,-1-1 1 0 0,1 0-1 0 0,-1 1 1 0 0,0-1-1 0 0,0 1 1 0 0,0-1-1 0 0,0 1 1 0 0,0-1-1 0 0,-1 4 1 0 0,0-4-31 0 0,0-1 0 0 0,0 1-1 0 0,0-1 1 0 0,0 0 0 0 0,0 0 0 0 0,0 1 0 0 0,0-1-1 0 0,0 0 1 0 0,0 0 0 0 0,-1 0 0 0 0,1 0-1 0 0,0 0 1 0 0,-1 0 0 0 0,1-1 0 0 0,-1 1 0 0 0,1 0-1 0 0,-3 0 1 0 0,-26 8 201 0 0,28-8-210 0 0,-15 2-225 0 0,0 0-1 0 0,0-1 0 0 0,0-1 1 0 0,0-1-1 0 0,-1 0 1 0 0,-20-4-1 0 0,11 0-4883 0 0,-38-10 0 0 0,35 3-3680 0 0</inkml:trace>
  <inkml:trace contextRef="#ctx0" brushRef="#br0" timeOffset="1">2751 387 304 0 0,'9'-15'1892'0'0,"-1"-1"0"0"0,0 0 0 0 0,-1 0-1 0 0,-1-1 1 0 0,6-25 0 0 0,-8 23-1470 0 0,0-1-1 0 0,-2 0 1 0 0,0 0-1 0 0,-1 1 1 0 0,-2-1-1 0 0,0 0 1 0 0,0 0-1 0 0,-6-21 1 0 0,7 37-380 0 0,-1 1 0 0 0,0-1 1 0 0,0 0-1 0 0,0 0 0 0 0,0 1 1 0 0,0-1-1 0 0,-1 1 0 0 0,1-1 1 0 0,-1 1-1 0 0,0-1 0 0 0,0 1 1 0 0,-1 0-1 0 0,1 0 0 0 0,0 0 1 0 0,-1 1-1 0 0,-6-6 0 0 0,8 7-37 0 0,-1 1-1 0 0,0-1 1 0 0,0 1-1 0 0,1 0 1 0 0,-1-1-1 0 0,0 1 1 0 0,0 0-1 0 0,0 0 1 0 0,0 0-1 0 0,1 0 1 0 0,-1 0-1 0 0,0 1 1 0 0,0-1-1 0 0,0 1 1 0 0,0-1-1 0 0,1 1 1 0 0,-1-1-1 0 0,0 1 1 0 0,-2 1-1 0 0,-29 19 51 0 0,18-8-36 0 0,0 0-1 0 0,1 1 0 0 0,1 1 0 0 0,0 1 0 0 0,1 0 0 0 0,1 0 0 0 0,0 1 0 0 0,1 0 0 0 0,-7 19 0 0 0,-8 25 42 0 0,-25 87 0 0 0,29-67 399 0 0,-21 149 0 0 0,13 88 919 0 0,12-102-792 0 0,7-115 90 0 0,-4-1 0 0 0,-27 100-1 0 0,33-170-289 0 0,-1 0-1 0 0,-2 0 1 0 0,-1-1 0 0 0,-1-1-1 0 0,-2 0 1 0 0,-1-1 0 0 0,-1 0-1 0 0,-1-2 1 0 0,-1 0-1 0 0,-42 42 1 0 0,52-59-163 0 0,0 0 0 0 0,-1-1 1 0 0,0 0-1 0 0,0-1 0 0 0,-1 0 0 0 0,0 0 1 0 0,0-1-1 0 0,0 0 0 0 0,-1-1 0 0 0,-14 3 0 0 0,21-6-155 0 0,0 0 0 0 0,0-1 0 0 0,0 1-1 0 0,0-1 1 0 0,1 0 0 0 0,-1 0 0 0 0,0-1-1 0 0,0 1 1 0 0,0-1 0 0 0,0 0 0 0 0,1 0-1 0 0,-1-1 1 0 0,1 0 0 0 0,-1 1 0 0 0,1-1 0 0 0,-1-1-1 0 0,1 1 1 0 0,0-1 0 0 0,0 0 0 0 0,0 0-1 0 0,0 0 1 0 0,1 0 0 0 0,-1 0 0 0 0,1-1-1 0 0,0 0 1 0 0,0 0 0 0 0,0 0 0 0 0,-3-5-1 0 0,2-1-46 0 0,0 1-1 0 0,0-1 0 0 0,0-1 0 0 0,1 1 0 0 0,1 0 0 0 0,0-1 0 0 0,0 1 0 0 0,1-1 0 0 0,0 1 0 0 0,1-1 0 0 0,0 0 0 0 0,4-20 1 0 0,2-2-11 0 0,1-1 0 0 0,20-54 0 0 0,-11 46-4 0 0,2 0 0 0 0,2 1-1 0 0,2 1 1 0 0,2 1-1 0 0,1 1 1 0 0,59-68-1 0 0,-39 58-284 0 0,2 2-1 0 0,2 1 0 0 0,2 3 0 0 0,68-42 0 0 0,-69 53-1533 0 0,75-35 0 0 0,-30 29-3527 0 0,-68 29-576 0 0,43-7-1 0 0,-53 12 3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7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40 137 1316 0 0,'0'-3'1374'0'0,"17"-54"6238"0"0,-17 55-7112 0 0,3-4 632 0 0,-4 4-425 0 0,-4 7-421 0 0,0 3-206 0 0,0 0 1 0 0,0 1 0 0 0,1 0 0 0 0,0 0 0 0 0,0 0 0 0 0,1 0 0 0 0,-2 16-1 0 0,-2-3 22 0 0,4-12-51 0 0,1 0 0 0 0,0 1 0 0 0,0-1 0 0 0,1 1 0 0 0,0-1 0 0 0,1 1 0 0 0,0-1 0 0 0,3 21 0 0 0,-2-26 34 0 0,0-1-1 0 0,0 1 0 0 0,1-1 1 0 0,-1 0-1 0 0,1 1 1 0 0,0-1-1 0 0,0 0 0 0 0,0 0 1 0 0,1 0-1 0 0,-1-1 0 0 0,1 1 1 0 0,0-1-1 0 0,0 1 1 0 0,0-1-1 0 0,1 0 0 0 0,-1 0 1 0 0,1 0-1 0 0,-1 0 0 0 0,1-1 1 0 0,0 0-1 0 0,0 0 0 0 0,7 3 1 0 0,-5-3-10 0 0,-1-1 0 0 0,1 0-1 0 0,0 0 1 0 0,-1 0 0 0 0,1-1 0 0 0,0 0 0 0 0,-1 0 0 0 0,1 0 0 0 0,0-1 0 0 0,-1 0-1 0 0,1 0 1 0 0,-1 0 0 0 0,1-1 0 0 0,-1 0 0 0 0,0 0 0 0 0,1 0 0 0 0,-1-1 0 0 0,0 1 0 0 0,-1-1-1 0 0,7-4 1 0 0,-2 0 8 0 0,0-1 0 0 0,-1 1-1 0 0,1-1 1 0 0,-2 0-1 0 0,1-1 1 0 0,-1 0 0 0 0,0 0-1 0 0,-1-1 1 0 0,6-11 0 0 0,-5 6-16 0 0,-1-1 0 0 0,0 0 0 0 0,-1 0 1 0 0,5-30-1 0 0,-8 36-2 0 0,0-1 1 0 0,-1 0 0 0 0,-1 0-1 0 0,0 0 1 0 0,-1 0 0 0 0,0 0-1 0 0,0 0 1 0 0,-5-15-1 0 0,6 24-59 0 0,-1 0-1 0 0,1 0 0 0 0,-1 0 0 0 0,0 0 0 0 0,0 0 0 0 0,0 0 0 0 0,0 0 0 0 0,0 1 0 0 0,0-1 0 0 0,0 0 0 0 0,0 1 0 0 0,-1-1 0 0 0,1 1 1 0 0,-1-1-1 0 0,1 1 0 0 0,-1 0 0 0 0,0-1 0 0 0,1 1 0 0 0,-1 0 0 0 0,0 0 0 0 0,0 0 0 0 0,-4-1 0 0 0,3 2-3 0 0,0-1 0 0 0,0 1 1 0 0,0 0-1 0 0,0 1 0 0 0,0-1 0 0 0,0 0 0 0 0,0 1 0 0 0,0 0 0 0 0,0-1 0 0 0,0 1 1 0 0,0 0-1 0 0,0 1 0 0 0,-4 2 0 0 0,-3 1-4 0 0,0 2-1 0 0,1-1 1 0 0,0 1-1 0 0,1 1 1 0 0,-1-1-1 0 0,2 2 1 0 0,-11 11-1 0 0,16-16 5 0 0,-1-1 0 0 0,1 1 0 0 0,0 0 0 0 0,0-1 1 0 0,1 1-1 0 0,-1 0 0 0 0,1 0 0 0 0,-1 0 0 0 0,1 0 0 0 0,1 0 0 0 0,-1 1 0 0 0,1-1 0 0 0,-1 0 0 0 0,1 6 0 0 0,1-8-1 0 0,-1 0 0 0 0,1 0 0 0 0,-1 0 0 0 0,1 0 0 0 0,0 0 0 0 0,-1 0 0 0 0,1 0 0 0 0,0 0 0 0 0,1 0 0 0 0,-1 0 0 0 0,0 0 0 0 0,0-1 0 0 0,1 1 0 0 0,-1 0 0 0 0,1-1 0 0 0,-1 1 0 0 0,1-1 0 0 0,0 0 0 0 0,-1 0 0 0 0,1 1 0 0 0,0-1 0 0 0,0 0 0 0 0,0-1 0 0 0,0 1 0 0 0,0 0 0 0 0,0 0 0 0 0,0-1 0 0 0,0 1 0 0 0,3-1 0 0 0,5 1 0 0 0,0 0 0 0 0,-1-1 0 0 0,1 0-1 0 0,-1 0 1 0 0,1-1 0 0 0,-1-1 0 0 0,1 0-1 0 0,-1 0 1 0 0,16-6 0 0 0,10-6-14 0 0,38-21 0 0 0,-36 17 0 0 0,-21 10-33 0 0,0 0 0 0 0,1 1 1 0 0,0 1-1 0 0,20-4 0 0 0,-35 10 37 0 0,0 0 1 0 0,0 0-1 0 0,0 0 1 0 0,0 0-1 0 0,-1 1 1 0 0,1-1-1 0 0,0 1 1 0 0,0-1-1 0 0,-1 1 1 0 0,1-1-1 0 0,0 1 1 0 0,-1 0-1 0 0,1 0 1 0 0,-1 0-1 0 0,1 0 1 0 0,-1 0-1 0 0,1 0 1 0 0,-1 1-1 0 0,0-1 1 0 0,0 0-1 0 0,1 1 1 0 0,0 1-1 0 0,2 3-10 0 0,0 0 0 0 0,0 0 0 0 0,-1 0 0 0 0,3 7-1 0 0,1 6 27 0 0,-1 0-1 0 0,-1-1 0 0 0,-1 2 0 0 0,0-1 0 0 0,-2 0 0 0 0,0 1 0 0 0,-1-1 1 0 0,-2 22-1 0 0,-1-14 918 0 0,-1 0-1 0 0,-13 50 1 0 0,7-36 3975 0 0,8-42-4870 0 0,1 1-1 0 0,-1-1 1 0 0,1 1 0 0 0,0-1 0 0 0,-1 1-1 0 0,1-1 1 0 0,-1 0 0 0 0,1 1 0 0 0,0-1-1 0 0,0 1 1 0 0,-1-1 0 0 0,1 0 0 0 0,0 1-1 0 0,0-1 1 0 0,0 0 0 0 0,0 0 0 0 0,0 1-1 0 0,0-1 1 0 0,0 0 0 0 0,0 1 0 0 0,0-1 0 0 0,0 0-1 0 0,0 1 1 0 0,0-1 0 0 0,0 0 0 0 0,0 1-1 0 0,1-1 1 0 0,-1 0 0 0 0,0 1 0 0 0,1-2-1 0 0,8-24 194 0 0,0 10-476 0 0,2 0 0 0 0,-1 0 0 0 0,2 1 0 0 0,0 0 0 0 0,1 1 0 0 0,0 0 1 0 0,1 1-1 0 0,1 1 0 0 0,0 0 0 0 0,17-9 0 0 0,-9 7-1410 0 0,1 1 0 0 0,31-12 0 0 0,-21 13-3001 0 0,43-11 1 0 0,-35 12-3693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8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754 69 1928 0 0,'-59'-64'10193'0'0,"57"62"-9773"0"0,2 2-389 0 0,0 0-1 0 0,0 0 0 0 0,-1-1 1 0 0,1 1-1 0 0,0 0 1 0 0,-1 0-1 0 0,1-1 1 0 0,0 1-1 0 0,-1 0 0 0 0,1 0 1 0 0,0 0-1 0 0,-1 0 1 0 0,1-1-1 0 0,-1 1 1 0 0,1 0-1 0 0,0 0 0 0 0,-1 0 1 0 0,1 0-1 0 0,-1 0 1 0 0,1 0-1 0 0,0 0 1 0 0,-1 0-1 0 0,1 0 0 0 0,0 0 1 0 0,-1 0-1 0 0,1 1 1 0 0,-1-1-1 0 0,1 0 1 0 0,0 0-1 0 0,-1 0 1 0 0,1 0-1 0 0,0 1 0 0 0,-1-1 1 0 0,1 0-1 0 0,0 0 1 0 0,-1 1-1 0 0,1-1 1 0 0,0 0-1 0 0,0 0 0 0 0,-1 1 1 0 0,1-1-1 0 0,0 0 1 0 0,0 1-1 0 0,-1 0 1 0 0,-8 18 835 0 0,-9 41 630 0 0,-16 91 1 0 0,11-40-985 0 0,-32 194 192 0 0,56-282-659 0 0,2-16-18 0 0,3-13-24 0 0,-2-7-13 0 0,1 0 0 0 0,-1 0 1 0 0,-1-1-1 0 0,0 1 0 0 0,1-21 0 0 0,-3 24 22 0 0,-1-1-1 0 0,0 1 1 0 0,0 0 0 0 0,-1 0-1 0 0,-1-1 1 0 0,0 1 0 0 0,0 0-1 0 0,-5-13 1 0 0,6 21-4 0 0,0-1 0 0 0,-1 1 0 0 0,1 0 0 0 0,-1 0 0 0 0,1 0 0 0 0,-1 0 0 0 0,0 0 0 0 0,0 0 0 0 0,0 0 0 0 0,0 0 0 0 0,0 1 0 0 0,0-1 0 0 0,0 1 0 0 0,-1-1 0 0 0,1 1 0 0 0,0 0 0 0 0,-1 0 0 0 0,1 0 0 0 0,-1 0 0 0 0,0 0 0 0 0,1 1 0 0 0,-1-1 0 0 0,1 1 0 0 0,-1 0 0 0 0,0 0 0 0 0,1 0 0 0 0,-1 0 0 0 0,-3 1 0 0 0,-8 0 12 0 0,0 2 1 0 0,0-1-1 0 0,0 2 0 0 0,-13 5 1 0 0,17-6 0 0 0,-43 16 30 0 0,1 3-1 0 0,2 1 1 0 0,0 3-1 0 0,-85 60 0 0 0,126-80-362 0 0,1 0 0 0 0,-1 1 0 0 0,1 0-1 0 0,1 0 1 0 0,-12 13 0 0 0,19-19 211 0 0,0-1 1 0 0,0 0-1 0 0,0 1 0 0 0,1-1 1 0 0,-1 0-1 0 0,0 1 0 0 0,0-1 1 0 0,0 0-1 0 0,0 1 0 0 0,0-1 1 0 0,0 0-1 0 0,1 1 0 0 0,-1-1 0 0 0,0 0 1 0 0,0 1-1 0 0,0-1 0 0 0,1 0 1 0 0,-1 1-1 0 0,0-1 0 0 0,0 0 1 0 0,1 0-1 0 0,-1 1 0 0 0,0-1 1 0 0,1 0-1 0 0,-1 0 0 0 0,0 0 1 0 0,1 0-1 0 0,-1 1 0 0 0,0-1 1 0 0,1 0-1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8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 1504 0 0,'44'-10'14953'0'0,"-19"10"-10002"0"0,-22 0-4556 0 0,-2 15 655 0 0,-3-6-871 0 0,-1 0 0 0 0,0 0 0 0 0,-1 0 0 0 0,0-1 0 0 0,0 1 0 0 0,-7 8 0 0 0,-38 51 46 0 0,20-29-80 0 0,0 1-560 0 0,-21 30-2539 0 0,23-23-7896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9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548 158 1368 0 0,'27'-137'15188'0'0,"-24"119"-13387"0"0,-4 15-1142 0 0,-2 10-490 0 0,-41 193 374 0 0,21-84-404 0 0,-31 170 159 0 0,46-233-237 0 0,8-52-36 0 0,0-2-27 0 0,2-10 0 0 0,0 0-1 0 0,-1 0 0 0 0,0 0 1 0 0,-1 0-1 0 0,-1 0 0 0 0,1 0 1 0 0,-2 0-1 0 0,0 0 1 0 0,0 1-1 0 0,0-1 0 0 0,-2 0 1 0 0,1 1-1 0 0,-1 0 0 0 0,-7-13 1 0 0,9 21-5 0 0,-1-1-1 0 0,1 0 1 0 0,0 1 0 0 0,-1 0 0 0 0,1-1 0 0 0,-1 1-1 0 0,1 0 1 0 0,-1 0 0 0 0,0 0 0 0 0,0 1 0 0 0,0-1-1 0 0,0 1 1 0 0,-1 0 0 0 0,1-1 0 0 0,0 1 0 0 0,0 1-1 0 0,-1-1 1 0 0,1 0 0 0 0,0 1 0 0 0,-1 0 0 0 0,1 0-1 0 0,-1 0 1 0 0,1 0 0 0 0,-6 1 0 0 0,-7 2 0 0 0,0 0 1 0 0,0 1 0 0 0,-27 11-1 0 0,36-13 11 0 0,-17 7-130 0 0,0 1-1 0 0,1 2 1 0 0,1 0-1 0 0,0 1 0 0 0,0 1 1 0 0,1 1-1 0 0,1 1 1 0 0,-28 29-1 0 0,35-26-1538 0 0,12-17 530 0 0,1-1 852 0 0,-1 0-1 0 0,1-1 0 0 0,0 1 1 0 0,0 0-1 0 0,0 0 0 0 0,0-1 1 0 0,-1 1-1 0 0,1 0 1 0 0,0 0-1 0 0,0-1 0 0 0,0 1 1 0 0,1 0-1 0 0,-1 0 0 0 0,0-1 1 0 0,0 1-1 0 0,0 0 1 0 0,0 0-1 0 0,1-1 0 0 0,-1 1 1 0 0,0 0-1 0 0,1-1 1 0 0,2 4-1136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9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48 1652 0 0,'13'-20'13430'0'0,"-8"13"-10830"0"0,-4 5-2291 0 0,1 1 0 0 0,-1-1 0 0 0,0 0 0 0 0,1 0-1 0 0,-1 1 1 0 0,1-1 0 0 0,-1 1 0 0 0,1 0 0 0 0,0-1 0 0 0,-1 1 0 0 0,1 0-1 0 0,3-1 1 0 0,-3 1-171 0 0,1 1-16 0 0,3 0-106 0 0,-1 0 0 0 0,0 0-1 0 0,0 1 1 0 0,0 0 0 0 0,1 0-1 0 0,-1 0 1 0 0,0 0-1 0 0,0 1 1 0 0,0 0 0 0 0,7 3-1 0 0,-8-2-18 0 0,0 0-1 0 0,0 0 1 0 0,0 1 0 0 0,-1-1-1 0 0,1 1 1 0 0,-1 0-1 0 0,0 0 1 0 0,0 0-1 0 0,0 0 1 0 0,0 0-1 0 0,-1 1 1 0 0,0 0-1 0 0,0-1 1 0 0,0 1 0 0 0,2 9-1 0 0,-3-7 4 0 0,0 0 1 0 0,0 0-1 0 0,-1 1 0 0 0,-1-1 1 0 0,1 0-1 0 0,-1 0 0 0 0,0 0 1 0 0,-1 0-1 0 0,1 0 1 0 0,-4 8-1 0 0,-4 5 137 0 0,-1 1 0 0 0,-1-2 1 0 0,0 1-1 0 0,-1-2 0 0 0,-1 0 1 0 0,-18 19-1 0 0,-51 48 2555 0 0,81-83-2523 0 0,1-2-158 0 0,0 0-1 0 0,-1 0 1 0 0,1 1-1 0 0,0-1 0 0 0,0 0 1 0 0,0 0-1 0 0,-1 1 0 0 0,1-1 1 0 0,0 0-1 0 0,0 1 1 0 0,0-1-1 0 0,0 0 0 0 0,-1 1 1 0 0,1-1-1 0 0,0 0 1 0 0,0 1-1 0 0,0-1 0 0 0,0 0 1 0 0,0 1-1 0 0,0-1 0 0 0,0 0 1 0 0,0 1-1 0 0,0-1 1 0 0,0 0-1 0 0,0 1 0 0 0,0-1 1 0 0,0 0-1 0 0,1 1 1 0 0,-1-1-1 0 0,0 0 0 0 0,0 1 1 0 0,0-1-1 0 0,0 0 0 0 0,1 0 1 0 0,-1 1-1 0 0,0-1 1 0 0,0 0-1 0 0,0 1 0 0 0,1-1 1 0 0,-1 0-1 0 0,0 0 1 0 0,0 0-1 0 0,1 1 0 0 0,-1-1 1 0 0,0 0-1 0 0,1 0 0 0 0,-1 0 1 0 0,0 0-1 0 0,1 1 1 0 0,-1-1-1 0 0,0 0 0 0 0,1 0 1 0 0,-1 0-1 0 0,0 0 1 0 0,1 0-1 0 0,-1 0 0 0 0,0 0 1 0 0,1 0-1 0 0,-1 0 0 0 0,0 0 1 0 0,1 0-1 0 0,-1 0 1 0 0,0 0-1 0 0,1-1 0 0 0,0 1 1 0 0,18-2 51 0 0,193-23 86 0 0,-113-1-5516 0 0,-35 4-6670 0 0,-46 15 5052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7:59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73 2288 0 0,'-10'-18'9290'0'0,"-4"0"-4959"0"0,8 9-1851 0 0,0 1-138 0 0,6 8-2324 0 0,0-1 1 0 0,1 1-1 0 0,-1 0 0 0 0,0-1 0 0 0,0 1 1 0 0,0 0-1 0 0,0-1 0 0 0,1 1 1 0 0,-1 0-1 0 0,0 0 0 0 0,0-1 1 0 0,1 1-1 0 0,-1 0 0 0 0,0 0 1 0 0,1-1-1 0 0,-1 1 0 0 0,0 0 1 0 0,0 0-1 0 0,1 0 0 0 0,-1-1 1 0 0,0 1-1 0 0,1 0 0 0 0,-1 0 0 0 0,1 0 1 0 0,-1 0-1 0 0,0 0 0 0 0,1 0 1 0 0,-1 0-1 0 0,0 0 0 0 0,1 0 1 0 0,-1 0-1 0 0,1 0 0 0 0,51-7 54 0 0,-1 2 0 0 0,71 4 0 0 0,-96 1-581 0 0,37 2-3321 0 0,-25 4-4532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00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1 372 0 0,'-127'67'19373'0'0,"129"-65"-18815"0"0,-2-2-542 0 0,0 1 1 0 0,0-1 0 0 0,1 0 0 0 0,-1 1 0 0 0,0-1 0 0 0,0 0 0 0 0,1 1-1 0 0,-1-1 1 0 0,0 0 0 0 0,0 1 0 0 0,1-1 0 0 0,-1 0 0 0 0,0 1 0 0 0,1-1 0 0 0,-1 0-1 0 0,0 0 1 0 0,1 0 0 0 0,-1 1 0 0 0,0-1 0 0 0,1 0 0 0 0,-1 0 0 0 0,1 0-1 0 0,-1 0 1 0 0,0 0 0 0 0,1 1 0 0 0,0-1 0 0 0,49 2-364 0 0,0-3-1 0 0,89-11 1 0 0,101-38-11055 0 0,-184 35 5492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00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594 95 628 0 0,'25'-93'18604'0'0,"-25"92"-18087"0"0,-17 142 3710 0 0,-1 1-3199 0 0,-9 70-408 0 0,10-89-521 0 0,7-44-547 0 0,10-77 432 0 0,-9-40 165 0 0,8 25-142 0 0,-2 2-1 0 0,0-1 0 0 0,0 0 1 0 0,-1 1-1 0 0,-1-1 1 0 0,-5-10-1 0 0,8 18-25 0 0,0 1-1 0 0,-1-1 1 0 0,1 1 0 0 0,0 0-1 0 0,-1 0 1 0 0,0 0 0 0 0,0 0-1 0 0,0 0 1 0 0,0 1 0 0 0,0-1-1 0 0,0 1 1 0 0,-1 0 0 0 0,1 0-1 0 0,-1 0 1 0 0,0 0 0 0 0,1 1-1 0 0,-1 0 1 0 0,0-1 0 0 0,0 1-1 0 0,0 1 1 0 0,-7-2 0 0 0,-4 2-9 0 0,1 1 0 0 0,0 0 0 0 0,0 1 0 0 0,0 1 1 0 0,0 0-1 0 0,0 1 0 0 0,-22 9 0 0 0,7 0-10 0 0,1 1 0 0 0,-37 24 1 0 0,64-37 28 0 0,-83 59 4 0 0,76-53-313 0 0,0 0 0 0 0,1 0 0 0 0,-1 1 0 0 0,2-1 0 0 0,-1 2 0 0 0,1-1 0 0 0,-9 18 0 0 0,14-24-21 0 0,0 0 1 0 0,0 0-1 0 0,0 0 0 0 0,0 1 0 0 0,1-1 1 0 0,-1 0-1 0 0,1 0 0 0 0,-1 1 0 0 0,1-1 0 0 0,0 0 1 0 0,0 1-1 0 0,0-1 0 0 0,0 0 0 0 0,1 1 1 0 0,-1-1-1 0 0,1 3 0 0 0,0-3-260 0 0,0 0-1 0 0,0 0 1 0 0,0-1-1 0 0,0 1 1 0 0,0 0-1 0 0,1-1 1 0 0,-1 1-1 0 0,0-1 1 0 0,1 1-1 0 0,-1-1 0 0 0,1 0 1 0 0,2 2-1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01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91 2768 0 0,'8'-14'6757'0'0,"12"-27"4824"0"0,-16 35-9473 0 0,-3 5-1923 0 0,-1-1-1 0 0,1 0 1 0 0,0 1-1 0 0,0-1 1 0 0,1 1-1 0 0,-1-1 0 0 0,0 1 1 0 0,0-1-1 0 0,1 1 1 0 0,-1 0-1 0 0,2-1 1 0 0,11-2-141 0 0,1 1 1 0 0,-1 1-1 0 0,1 1 1 0 0,-1 0 0 0 0,1 0-1 0 0,-1 2 1 0 0,1 0-1 0 0,-1 0 1 0 0,0 1 0 0 0,1 1-1 0 0,-1 1 1 0 0,0 0-1 0 0,0 1 1 0 0,-1 0-1 0 0,23 12 1 0 0,-33-15-48 0 0,-1 0-1 0 0,1-1 0 0 0,-1 1 1 0 0,1 0-1 0 0,-1 0 1 0 0,0 0-1 0 0,0 1 1 0 0,0-1-1 0 0,0 0 1 0 0,0 1-1 0 0,0-1 1 0 0,-1 1-1 0 0,1 0 0 0 0,-1 0 1 0 0,1 0-1 0 0,-1-1 1 0 0,0 1-1 0 0,-1 0 1 0 0,1 0-1 0 0,0 0 1 0 0,-1 1-1 0 0,0-1 1 0 0,1 0-1 0 0,-1 0 0 0 0,-1 6 1 0 0,0-3 0 0 0,-1-1 0 0 0,0 0-1 0 0,0 1 1 0 0,0-1 0 0 0,-1 0 0 0 0,0 0 0 0 0,0 0-1 0 0,0-1 1 0 0,0 1 0 0 0,-1-1 0 0 0,0 1 0 0 0,0-1 0 0 0,-6 5-1 0 0,-11 7 14 0 0,-1 0-1 0 0,0-1 1 0 0,-45 20-1 0 0,30-15 33 0 0,25-13 442 0 0,-1-1-1 0 0,-22 8 0 0 0,33-14-208 0 0,-10 2 595 0 0,13-3-864 0 0,0 0 0 0 0,0-1 1 0 0,0 1-1 0 0,1 0 1 0 0,-1 0-1 0 0,0 0 0 0 0,0 0 1 0 0,1 0-1 0 0,-1 0 1 0 0,1 1-1 0 0,-1-1 0 0 0,0 0 1 0 0,1 1-1 0 0,-1-1 1 0 0,1 1-1 0 0,0-1 0 0 0,-1 1 1 0 0,3 0-1 0 0,1-1-17 0 0,0 0 0 0 0,0 0-1 0 0,0 1 1 0 0,0 0-1 0 0,10 1 1 0 0,-6 1 6 0 0,-1 0-1 0 0,0 1 1 0 0,0 0-1 0 0,0 0 1 0 0,0 1-1 0 0,-1-1 1 0 0,1 2-1 0 0,-1-1 1 0 0,0 1 0 0 0,-1 0-1 0 0,1 1 1 0 0,-1-1-1 0 0,0 1 1 0 0,0 1-1 0 0,0-1 1 0 0,8 14-1 0 0,-10-12 35 0 0,1 0 0 0 0,-1 0-1 0 0,0 0 1 0 0,0 0 0 0 0,-1 1-1 0 0,0 0 1 0 0,-1-1-1 0 0,0 1 1 0 0,-1 0 0 0 0,1 0-1 0 0,-2 1 1 0 0,1-1 0 0 0,-1 0-1 0 0,-1 0 1 0 0,1 0-1 0 0,-3 10 1 0 0,0-11 106 0 0,1 0 0 0 0,-1 0 0 0 0,-1 0-1 0 0,1-1 1 0 0,-1 1 0 0 0,-1-1 0 0 0,1 0 0 0 0,-1 0 0 0 0,0 0 0 0 0,-1-1-1 0 0,0 0 1 0 0,0 0 0 0 0,0 0 0 0 0,0-1 0 0 0,-1 0 0 0 0,0 0-1 0 0,0-1 1 0 0,-1 0 0 0 0,1 0 0 0 0,-1-1 0 0 0,0 0 0 0 0,0 0 0 0 0,0 0-1 0 0,0-1 1 0 0,0-1 0 0 0,-15 2 0 0 0,15-2-394 0 0,-1-1 0 0 0,0 0 0 0 0,1 0 0 0 0,-1-1 0 0 0,1 0 0 0 0,-1-1 0 0 0,1 0 0 0 0,-1 0 0 0 0,1-1 0 0 0,0 0 0 0 0,0 0 0 0 0,0-1 0 0 0,1 0 0 0 0,-8-5 0 0 0,2-1-931 0 0,0-2 0 0 0,1 0 0 0 0,0 0-1 0 0,1-1 1 0 0,-10-15 0 0 0,-19-21-1513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05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 1352 0 0,'0'0'9965'0'0,"0"14"-9484"0"0,-5 20-334 0 0,-2-1-1 0 0,-2 0 0 0 0,-13 34 0 0 0,-11 42-6748 0 0,29-87 3225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07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80 0 0,'0'0'1996'0'0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12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467 350 140 0 0,'1'-2'1981'0'0,"3"-7"-383"0"0,8-27 4555 0 0,-12 34-5469 0 0,1-16 1841 0 0,-1 17-2456 0 0,1 0-1 0 0,-1 1 0 0 0,0-1 1 0 0,0 1-1 0 0,0-1 0 0 0,0 1 1 0 0,0-1-1 0 0,0 1 0 0 0,0-1 1 0 0,0 0-1 0 0,-1 1 0 0 0,1-1 0 0 0,0 1 1 0 0,0-1-1 0 0,0 1 0 0 0,-1-1 1 0 0,1 1-1 0 0,0-1 0 0 0,0 1 1 0 0,-1-1-1 0 0,1 1 0 0 0,0-1 1 0 0,-1 1-1 0 0,1 0 0 0 0,-1-1 1 0 0,1 1-1 0 0,0 0 0 0 0,-1-1 1 0 0,1 1-1 0 0,-1 0 0 0 0,1-1 0 0 0,-1 1 1 0 0,0 0-1 0 0,-3 1 58 0 0,-1 1 0 0 0,1 0 0 0 0,0 0 0 0 0,0 0 0 0 0,0 1-1 0 0,1-1 1 0 0,-1 1 0 0 0,0 0 0 0 0,1 0 0 0 0,0 1 0 0 0,-6 5 0 0 0,-32 51 869 0 0,25-35-669 0 0,-111 171 778 0 0,-113 243 1 0 0,239-437-967 0 0,2-7-59 0 0,8-19-40 0 0,14-33-51 0 0,304-598-201 0 0,-292 595 160 0 0,2 1-1 0 0,72-85 1 0 0,-105 139 48 0 0,-4 4 3 0 0,1 0 0 0 0,0 0 0 0 0,0 0 0 0 0,0 0 1 0 0,0 1-1 0 0,0-1 0 0 0,0 0 0 0 0,0 0 0 0 0,0 1 0 0 0,0-1 1 0 0,0 0-1 0 0,0 1 0 0 0,1-1 0 0 0,1 0 0 0 0,-1 0 6 0 0,0 1 0 0 0,1-1 0 0 0,-1 0 0 0 0,0 1-1 0 0,1 0 1 0 0,-1-1 0 0 0,1 1 0 0 0,-1 0 0 0 0,1 0-1 0 0,-1 0 1 0 0,0 1 0 0 0,1-1 0 0 0,-1 1 0 0 0,1-1 0 0 0,-1 1-1 0 0,0 0 1 0 0,1 0 0 0 0,-1 0 0 0 0,0 0 0 0 0,0 0 0 0 0,0 0-1 0 0,0 1 1 0 0,2 1 0 0 0,0 1 73 0 0,-1-1-1 0 0,0 1 1 0 0,0 1 0 0 0,0-1 0 0 0,-1 0-1 0 0,1 1 1 0 0,2 6 0 0 0,-4-8 2 0 0,7 18 383 0 0,-1 0-1 0 0,0 0 1 0 0,-2 1 0 0 0,-1-1-1 0 0,0 1 1 0 0,0 29 0 0 0,-7 137 2352 0 0,2-155-2415 0 0,-50 479 2656 0 0,42-441-2922 0 0,9-69-145 0 0,-1 1-8 0 0,0 0 0 0 0,0 0 0 0 0,1 0 0 0 0,0 1 1 0 0,0-1-1 0 0,0 0 0 0 0,0 0 0 0 0,0 0 0 0 0,1 1 0 0 0,-1-1 0 0 0,1 0 0 0 0,0 0 0 0 0,0 0 0 0 0,0 0 1 0 0,0 0-1 0 0,3 4 0 0 0,-4-6-61 0 0,1 0 0 0 0,0-1-1 0 0,-1 1 1 0 0,1-1 0 0 0,0 0 0 0 0,0 1 0 0 0,-1-1 0 0 0,1 1 0 0 0,0-1 0 0 0,0 0-1 0 0,0 0 1 0 0,-1 1 0 0 0,1-1 0 0 0,0 0 0 0 0,0 0 0 0 0,0 0 0 0 0,0 0 0 0 0,0 0-1 0 0,-1 0 1 0 0,1 0 0 0 0,0 0 0 0 0,0-1 0 0 0,1 1 0 0 0,18-9-1817 0 0,-12 3 599 0 0,0 0 0 0 0,0-1 0 0 0,-1 0 0 0 0,0-1 1 0 0,11-14-1 0 0,10-22-7428 0 0,-17 23 1145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12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53 2132 0 0,'-29'-2'3079'0'0,"1"-1"1359"0"0,1 2 0 0 0,-42 2 1181 0 0,58-3-3688 0 0,135-13-857 0 0,-3 1-3039 0 0,1 2-4486 0 0,-90 9 1704 0 0,1 1-2397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12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 2116 0 0,'-31'2'8060'0'0,"-36"-2"-1"0"0,32-1-4940 0 0,32 1-2022 0 0,10 2-989 0 0,0-1 0 0 0,1 0 0 0 0,11 0 0 0 0,33 1-631 0 0,45 2-2998 0 0,-33 5-6985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12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21 1324 0 0,'-37'20'8938'0'0,"-49"35"1433"0"0,89-51-9571 0 0,-3-4-786 0 0,0 1 1 0 0,0-1-1 0 0,0 0 0 0 0,1 1 1 0 0,-1-1-1 0 0,0 0 1 0 0,0 1-1 0 0,0-1 0 0 0,0 0 1 0 0,0 0-1 0 0,0 1 1 0 0,1-1-1 0 0,-1 0 0 0 0,0 0 1 0 0,0 1-1 0 0,0-1 1 0 0,1 0-1 0 0,-1 0 0 0 0,0 0 1 0 0,0 1-1 0 0,1-1 1 0 0,-1 0-1 0 0,0 0 0 0 0,1 0 1 0 0,-1 0-1 0 0,0 0 1 0 0,0 0-1 0 0,1 1 0 0 0,-1-1 1 0 0,0 0-1 0 0,1 0 1 0 0,-1 0-1 0 0,0 0 1 0 0,1 0-1 0 0,-1 0 0 0 0,0 0 1 0 0,0 0-1 0 0,1 0 1 0 0,-1-1-1 0 0,1 1 0 0 0,87-8-893 0 0,110-25 0 0 0,-7-14-9606 0 0,-133 29 3109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14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1191 165 332 0 0,'13'-24'7397'0'0,"-10"19"-6602"0"0,0 1 0 0 0,-1-1-1 0 0,0 0 1 0 0,1 0 0 0 0,-2 0 0 0 0,1 0-1 0 0,0-1 1 0 0,-1 1 0 0 0,0 0 0 0 0,0-1-1 0 0,-1-8 1 0 0,0 12-710 0 0,0 0-1 0 0,-1 0 1 0 0,1 0-1 0 0,-1-1 1 0 0,0 1 0 0 0,0 0-1 0 0,0 1 1 0 0,0-1-1 0 0,0 0 1 0 0,0 0-1 0 0,0 0 1 0 0,-1 1 0 0 0,1-1-1 0 0,-1 0 1 0 0,1 1-1 0 0,-1-1 1 0 0,1 1-1 0 0,-1 0 1 0 0,-2-2-1 0 0,-3-1 67 0 0,1 0-1 0 0,-1 0 0 0 0,-12-5 0 0 0,11 7-116 0 0,1-1 0 0 0,-1 1 0 0 0,0 0 0 0 0,1 1 0 0 0,-1 0 0 0 0,0 0 0 0 0,0 0 0 0 0,0 1 0 0 0,0 0 0 0 0,0 1 0 0 0,0 0 0 0 0,1 0 0 0 0,-10 3 0 0 0,7-1-27 0 0,1 1 1 0 0,-1 0-1 0 0,1 1 1 0 0,0 0-1 0 0,0 0 1 0 0,0 1 0 0 0,1 0-1 0 0,0 0 1 0 0,-8 9-1 0 0,1 1 35 0 0,2-1-1 0 0,0 2 1 0 0,1 0-1 0 0,1 0 0 0 0,0 1 1 0 0,1 1-1 0 0,1-1 0 0 0,1 2 1 0 0,-8 29-1 0 0,-62 308 2459 0 0,44-185-1916 0 0,-14 121 107 0 0,24-136-426 0 0,-4 28 206 0 0,-56 276 927 0 0,39-278-795 0 0,-32 122 777 0 0,-91 404 848 0 0,118-478-1836 0 0,23-113-249 0 0,-106 557 383 0 0,106-467-394 0 0,24-189-103 0 0,2 1-1 0 0,0-1 0 0 0,1 1 1 0 0,5 38-1 0 0,-4-56-26 0 0,-1 0 0 0 0,1 1-1 0 0,0-1 1 0 0,0 0 0 0 0,0 0 0 0 0,0 0-1 0 0,1 0 1 0 0,-1 0 0 0 0,0-1-1 0 0,1 1 1 0 0,-1 0 0 0 0,1-1-1 0 0,0 1 1 0 0,0-1 0 0 0,0 1 0 0 0,-1-1-1 0 0,1 0 1 0 0,0 0 0 0 0,0 0-1 0 0,1 0 1 0 0,-1 0 0 0 0,0 0 0 0 0,0 0-1 0 0,0-1 1 0 0,1 1 0 0 0,-1-1-1 0 0,4 1 1 0 0,8 0-158 0 0,0-1 0 0 0,-1 0 1 0 0,22-2-1 0 0,-18 0-198 0 0,265-34-5862 0 0,-96-4-4252 0 0,-74 13-1493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1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53 1436 0 0,'2'-6'2106'0'0,"0"-1"0"0"0,0 1 0 0 0,1-1 0 0 0,4-6-1 0 0,-3 4-76 0 0,1 4 14 0 0,-27 61-254 0 0,-47 86 0 0 0,20-46-1341 0 0,38-73-373 0 0,-3 4 60 0 0,2 0 1 0 0,-14 47 0 0 0,25-74-132 0 0,1 1 1 0 0,0 0 0 0 0,0 0 0 0 0,0 0 0 0 0,0 0-1 0 0,0 0 1 0 0,0 0 0 0 0,0 0 0 0 0,0-1-1 0 0,1 1 1 0 0,-1 0 0 0 0,0 0 0 0 0,0 0 0 0 0,1 0-1 0 0,-1 0 1 0 0,0-1 0 0 0,1 1 0 0 0,-1 0 0 0 0,1 0-1 0 0,-1-1 1 0 0,1 1 0 0 0,0 0 0 0 0,-1-1 0 0 0,1 1-1 0 0,0 0 1 0 0,-1-1 0 0 0,1 1 0 0 0,0-1-1 0 0,-1 1 1 0 0,1-1 0 0 0,0 0 0 0 0,0 1 0 0 0,0-1-1 0 0,0 0 1 0 0,1 1 0 0 0,29 4 55 0 0,-29-5-58 0 0,16 2-19 0 0,-1-2 0 0 0,1 0 0 0 0,-1-1 0 0 0,1-1 0 0 0,-1-1 1 0 0,0 0-1 0 0,0-1 0 0 0,20-8 0 0 0,-28 9 1 0 0,0-1 1 0 0,0 0 0 0 0,-1-1-1 0 0,1 0 1 0 0,-1 0 0 0 0,0-1-1 0 0,-1 0 1 0 0,1 0 0 0 0,-1-1-1 0 0,0 0 1 0 0,-1 0 0 0 0,0-1-1 0 0,0 0 1 0 0,0 0 0 0 0,7-16-1 0 0,15-50 3016 0 0,-29 76-2717 0 0,-59 203 1833 0 0,-22 100-4795 0 0,78-282 496 0 0,-2 36-1 0 0,6-50 409 0 0,1 0-1 0 0,-1 0 1 0 0,1 0-1 0 0,3 10 1 0 0,2 0-5678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16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71 540 0 0,'2'-13'3701'0'0,"-1"8"-2158"0"0,0-1-1 0 0,-1 1 1 0 0,1 0 0 0 0,-1-1-1 0 0,0 1 1 0 0,0-1-1 0 0,-1 1 1 0 0,-1-7-1 0 0,2 10-1063 0 0,-4 2-85 0 0,-1 0-266 0 0,-1 0 0 0 0,1 1 0 0 0,-1 0 0 0 0,1 0 0 0 0,-1 0 0 0 0,1 1 0 0 0,0-1 0 0 0,-1 1 1 0 0,1 1-1 0 0,-7 3 0 0 0,-53 36 739 0 0,56-36-767 0 0,-31 22 145 0 0,1 2 0 0 0,1 2 0 0 0,1 1-1 0 0,2 2 1 0 0,2 1 0 0 0,1 2 0 0 0,-39 61-1 0 0,65-89-214 0 0,0 0 0 0 0,0 1 0 0 0,1-1 0 0 0,0 1 0 0 0,1 0 0 0 0,1 1 0 0 0,-1-1 0 0 0,2 1 0 0 0,0-1 1 0 0,0 1-1 0 0,1 0 0 0 0,0 0 0 0 0,2 17 0 0 0,0-24-20 0 0,0-1 0 0 0,1 0 0 0 0,-1 0 1 0 0,1 0-1 0 0,0 0 0 0 0,0 0 1 0 0,0-1-1 0 0,1 1 0 0 0,-1 0 0 0 0,1-1 1 0 0,0 0-1 0 0,0 0 0 0 0,0 0 1 0 0,1 0-1 0 0,-1 0 0 0 0,1 0 1 0 0,-1-1-1 0 0,1 0 0 0 0,0 0 0 0 0,0 0 1 0 0,5 2-1 0 0,-1-1 11 0 0,1 1 0 0 0,0-2 0 0 0,0 1 0 0 0,0-1 0 0 0,0-1 0 0 0,0 0 0 0 0,0 0 0 0 0,0-1 0 0 0,10 0 0 0 0,-11-1-10 0 0,-1-1 0 0 0,0 1 0 0 0,0-2-1 0 0,0 1 1 0 0,0-1 0 0 0,0 0 0 0 0,0 0 0 0 0,-1-1-1 0 0,1 1 1 0 0,-1-2 0 0 0,0 1 0 0 0,0-1-1 0 0,6-6 1 0 0,-8 7-10 0 0,0 0 0 0 0,0 0 0 0 0,-1 0 0 0 0,0 0 0 0 0,0-1-1 0 0,0 1 1 0 0,0-1 0 0 0,-1 0 0 0 0,0 0 0 0 0,0 0 0 0 0,0 0-1 0 0,-1 0 1 0 0,1-1 0 0 0,-1 1 0 0 0,0 0 0 0 0,-1 0 0 0 0,1-1 0 0 0,-1 1-1 0 0,-1-6 1 0 0,1 8-15 0 0,-1-1-1 0 0,1 1 1 0 0,-1 0-1 0 0,0-1 1 0 0,0 1-1 0 0,-1 0 1 0 0,1 0-1 0 0,-1 0 1 0 0,1 0-1 0 0,-1 0 1 0 0,0 1-1 0 0,0-1 1 0 0,0 0-1 0 0,0 1 1 0 0,-1-1-1 0 0,-4-3 1 0 0,2 3 26 0 0,1 0 0 0 0,-1 1 1 0 0,0-1-1 0 0,0 1 0 0 0,0 0 0 0 0,0 1 1 0 0,0-1-1 0 0,-1 1 0 0 0,-8-2 0 0 0,1 2-157 0 0,1 1 0 0 0,0 0-1 0 0,-1 1 1 0 0,1 0 0 0 0,-1 0 0 0 0,1 2-1 0 0,0-1 1 0 0,-17 7 0 0 0,22-6-291 0 0,-1 0 0 0 0,1 1 0 0 0,0 0 1 0 0,-9 6-1 0 0,13-8 60 0 0,1 0 1 0 0,0-1-1 0 0,0 1 0 0 0,0 0 1 0 0,0 0-1 0 0,0 0 1 0 0,1 1-1 0 0,-1-1 0 0 0,0 0 1 0 0,1 1-1 0 0,0-1 0 0 0,0 1 1 0 0,0-1-1 0 0,0 1 1 0 0,-1 3-1 0 0,8 9-5402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17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552 86 820 0 0,'23'-53'15473'0'0,"-19"21"-8269"0"0,-14 35-7072 0 0,0 0-1 0 0,1 1 0 0 0,-1 1 0 0 0,1 0 0 0 0,-13 9 0 0 0,-46 36 12 0 0,47-33-78 0 0,-43 34 63 0 0,-75 77-1 0 0,115-103-55 0 0,1 0 0 0 0,2 2 1 0 0,0 1-1 0 0,2 1 0 0 0,-29 57 0 0 0,44-77-46 0 0,1 0 0 0 0,-1 0 0 0 0,2 0 0 0 0,-1 1 0 0 0,1-1 0 0 0,0 1 0 0 0,1-1 0 0 0,0 16 0 0 0,1-21-13 0 0,1 1 0 0 0,-1 0-1 0 0,1 0 1 0 0,1 0 0 0 0,-1 0 0 0 0,0 0 0 0 0,1-1 0 0 0,0 1 0 0 0,0-1 0 0 0,1 1 0 0 0,-1-1 0 0 0,1 0 0 0 0,0 0-1 0 0,0 0 1 0 0,0 0 0 0 0,1-1 0 0 0,-1 1 0 0 0,6 3 0 0 0,1 1 24 0 0,2-1 0 0 0,-1 0-1 0 0,1-1 1 0 0,0 0 0 0 0,0-1-1 0 0,1 0 1 0 0,-1-1 0 0 0,1-1 0 0 0,0 0-1 0 0,0 0 1 0 0,0-1 0 0 0,1-1 0 0 0,-1 0-1 0 0,26-3 1 0 0,-27 2-29 0 0,0-2 0 0 0,0 0 0 0 0,0 0-1 0 0,0-1 1 0 0,0 0 0 0 0,-1-1 0 0 0,1-1-1 0 0,-1 1 1 0 0,0-2 0 0 0,-1 0 0 0 0,1 0 0 0 0,-1-1-1 0 0,0 0 1 0 0,-1-1 0 0 0,1 0 0 0 0,11-13-1 0 0,-18 18-4 0 0,-1-1 0 0 0,1 0 0 0 0,0 0 0 0 0,-1 1 0 0 0,0-2 0 0 0,0 1 0 0 0,0 0-1 0 0,-1 0 1 0 0,1-1 0 0 0,-1 1 0 0 0,0 0 0 0 0,0-1 0 0 0,0-6 0 0 0,-1 10-4 0 0,0-1 1 0 0,0 0 0 0 0,0 1 0 0 0,-1-1-1 0 0,1 1 1 0 0,-1-1 0 0 0,1 1 0 0 0,-1-1-1 0 0,1 1 1 0 0,-1 0 0 0 0,0-1-1 0 0,0 1 1 0 0,1 0 0 0 0,-1-1 0 0 0,0 1-1 0 0,-2-2 1 0 0,1 2-2 0 0,0-1 1 0 0,0 1-1 0 0,0 0 1 0 0,0-1-1 0 0,-1 1 0 0 0,1 0 1 0 0,0 0-1 0 0,-1 1 1 0 0,1-1-1 0 0,-1 0 1 0 0,1 1-1 0 0,-1-1 0 0 0,-2 1 1 0 0,-13-1-286 0 0,1 2 1 0 0,-1 0 0 0 0,0 0-1 0 0,0 2 1 0 0,1 0 0 0 0,0 1-1 0 0,0 1 1 0 0,-33 13-1 0 0,-7 9-3683 0 0,-62 38 0 0 0,109-60 3295 0 0,-39 23-4447 0 0,1-1-2515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23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13 2196 0 0,'0'-12'12288'0'0,"-6"32"-6805"0"0,-15 38-4209 0 0,6-15-741 0 0,-57 133 480 0 0,41-106-2530 0 0,-27 87-1 0 0,52-132-1411 0 0,5-7-3512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24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299 137 1188 0 0,'-1'-1'1722'0'0,"-11"-11"1039"0"0,0-1-1 0 0,2 0 1 0 0,-11-15 0 0 0,21 27-2245 0 0,-4-9 708 0 0,4 9-1195 0 0,-1 1 1 0 0,1-1-1 0 0,0 1 0 0 0,-1-1 0 0 0,1 1 0 0 0,0-1 1 0 0,0 1-1 0 0,0-1 0 0 0,-1 1 0 0 0,1-1 1 0 0,0 1-1 0 0,0-1 0 0 0,0 1 0 0 0,0-1 1 0 0,0 1-1 0 0,0-1 0 0 0,0 1 0 0 0,0-1 1 0 0,0 0-1 0 0,0 1 0 0 0,0-1 0 0 0,1 1 1 0 0,-1-1-1 0 0,0 1 0 0 0,0-1 0 0 0,0 1 1 0 0,1-1-1 0 0,-1 1 0 0 0,0-1 0 0 0,1 1 1 0 0,-1-1-1 0 0,0 1 0 0 0,1 0 0 0 0,-1-1 0 0 0,0 1 1 0 0,1 0-1 0 0,0-1 0 0 0,5-4 2 0 0,-1 1 0 0 0,1 0-1 0 0,0 1 1 0 0,0-1 0 0 0,0 1-1 0 0,0 0 1 0 0,1 1 0 0 0,-1-1 0 0 0,1 1-1 0 0,0 1 1 0 0,-1-1 0 0 0,1 1-1 0 0,10-1 1 0 0,-10 2-24 0 0,1-1 0 0 0,-1 1 0 0 0,0 1 0 0 0,1-1 0 0 0,-1 1 0 0 0,0 1 0 0 0,0-1 0 0 0,0 1 0 0 0,0 0 0 0 0,0 1 0 0 0,0-1 0 0 0,12 8 0 0 0,-16-8-3 0 0,-1 0 0 0 0,0 0 0 0 0,1 0 0 0 0,-1 0-1 0 0,0 0 1 0 0,0 0 0 0 0,0 1 0 0 0,0-1 0 0 0,0 1 0 0 0,-1 0 0 0 0,1-1 0 0 0,-1 1 0 0 0,0 0-1 0 0,0 0 1 0 0,0 0 0 0 0,2 5 0 0 0,-3-3 2 0 0,0 0 0 0 0,0 0-1 0 0,0 0 1 0 0,0 0 0 0 0,-1 0 0 0 0,1 0 0 0 0,-1 0-1 0 0,-1 0 1 0 0,-2 8 0 0 0,-4 5 6 0 0,-1 1 0 0 0,-1-1 0 0 0,0-1 0 0 0,-15 18 0 0 0,19-25-12 0 0,-87 103 174 0 0,89-110-157 0 0,-5 7-1 0 0,9-10-15 0 0,0 1-1 0 0,0-1 1 0 0,0 0-1 0 0,-1 0 1 0 0,1 0 0 0 0,0 1-1 0 0,0-1 1 0 0,0 0-1 0 0,0 0 1 0 0,0 0 0 0 0,0 1-1 0 0,0-1 1 0 0,0 0-1 0 0,0 0 1 0 0,0 0-1 0 0,0 1 1 0 0,0-1 0 0 0,0 0-1 0 0,0 0 1 0 0,0 1-1 0 0,0-1 1 0 0,0 0 0 0 0,0 0-1 0 0,0 0 1 0 0,0 1-1 0 0,0-1 1 0 0,0 0-1 0 0,0 0 1 0 0,1 0 0 0 0,-1 1-1 0 0,0-1 1 0 0,0 0-1 0 0,0 0 1 0 0,0 0 0 0 0,0 1-1 0 0,1-1 1 0 0,-1 0-1 0 0,0 0 1 0 0,0 0-1 0 0,0 0 1 0 0,1 0 0 0 0,-1 0-1 0 0,0 0 1 0 0,0 1-1 0 0,1-1 1 0 0,12 2 4 0 0,-9-2-7 0 0,-1 0 0 0 0,0 0 1 0 0,0 0-1 0 0,0 1 0 0 0,0-1 0 0 0,-1 1 0 0 0,1 0 0 0 0,0 0 0 0 0,0 0 0 0 0,4 2 0 0 0,-1-1 45 0 0,1 0 0 0 0,-1 1 0 0 0,1 0 0 0 0,-1 0 1 0 0,0 1-1 0 0,0-1 0 0 0,-1 1 0 0 0,1 1 0 0 0,-1-1 0 0 0,0 1 0 0 0,0 0 0 0 0,0 0 1 0 0,-1 0-1 0 0,1 1 0 0 0,-1 0 0 0 0,-1 0 0 0 0,1 0 0 0 0,3 9 0 0 0,-6-13 59 0 0,-1 1-1 0 0,1 0 0 0 0,-1 0 1 0 0,0 0-1 0 0,0 0 1 0 0,0 0-1 0 0,0 0 0 0 0,0 0 1 0 0,-1 0-1 0 0,1-1 0 0 0,-1 1 1 0 0,0 0-1 0 0,0 0 0 0 0,0 0 1 0 0,0-1-1 0 0,0 1 0 0 0,0 0 1 0 0,-1-1-1 0 0,-2 4 1 0 0,-2 2 248 0 0,0 0 0 0 0,-1-1 0 0 0,-15 14 1 0 0,11-12-222 0 0,-2-1 1 0 0,1 0 0 0 0,-1-1-1 0 0,0 0 1 0 0,0-1-1 0 0,-1 0 1 0 0,1-1 0 0 0,-1 0-1 0 0,-1-2 1 0 0,1 1-1 0 0,0-2 1 0 0,-1 0 0 0 0,0-1-1 0 0,1 0 1 0 0,-1-1-1 0 0,0-1 1 0 0,1 0 0 0 0,-1-1-1 0 0,0 0 1 0 0,1-1 0 0 0,0-1-1 0 0,0-1 1 0 0,0 0-1 0 0,-17-8 1 0 0,29 11-296 0 0,-1 1-1 0 0,1 0 1 0 0,0-1 0 0 0,0 1-1 0 0,0-1 1 0 0,0 0 0 0 0,1 0 0 0 0,-1 0-1 0 0,0 0 1 0 0,1 0 0 0 0,-1 0-1 0 0,1 0 1 0 0,0 0 0 0 0,-1-1-1 0 0,1 1 1 0 0,0 0 0 0 0,0-1 0 0 0,1 1-1 0 0,-1-1 1 0 0,1 1 0 0 0,-1-1-1 0 0,1 1 1 0 0,0-1 0 0 0,0 1-1 0 0,0-5 1 0 0,1 2-785 0 0,-1 0 0 0 0,2 0 0 0 0,-1 0 0 0 0,1 0 0 0 0,-1 0 0 0 0,1 1 0 0 0,1-1 0 0 0,-1 1-1 0 0,1-1 1 0 0,-1 1 0 0 0,8-8 0 0 0,5-6-6123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25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69 107 2336 0 0,'-17'-52'12990'0'0,"17"51"-12893"0"0,0 0-1 0 0,0 0 0 0 0,1-1 1 0 0,-1 1-1 0 0,0 0 1 0 0,0 0-1 0 0,1 0 1 0 0,-1 0-1 0 0,0 0 1 0 0,1 0-1 0 0,-1 0 0 0 0,1 0 1 0 0,0 0-1 0 0,-1 0 1 0 0,1 0-1 0 0,0 0 1 0 0,0 1-1 0 0,-1-1 1 0 0,2-1-1 0 0,18-13 562 0 0,-13 12-601 0 0,0 0 0 0 0,0 0 1 0 0,1 1-1 0 0,-1 0 0 0 0,1 0 0 0 0,-1 1 0 0 0,1 0 1 0 0,0 0-1 0 0,0 1 0 0 0,-1-1 0 0 0,1 2 1 0 0,0-1-1 0 0,0 1 0 0 0,11 3 0 0 0,-12-2-41 0 0,1 0-1 0 0,-1 0 1 0 0,0 0-1 0 0,0 1 1 0 0,0 0-1 0 0,0 1 1 0 0,0-1-1 0 0,0 1 1 0 0,-1 1-1 0 0,0-1 1 0 0,0 1-1 0 0,0 0 1 0 0,0 1-1 0 0,7 9 1 0 0,-11-12 32 0 0,0 0 0 0 0,0 0 1 0 0,-1 0-1 0 0,1 1 0 0 0,-1-1 0 0 0,0 1 1 0 0,0-1-1 0 0,0 1 0 0 0,0-1 0 0 0,-1 1 1 0 0,1 0-1 0 0,-1-1 0 0 0,0 1 0 0 0,0 0 1 0 0,-1 6-1 0 0,0-3 86 0 0,-1-1 0 0 0,0 1 0 0 0,0-1 0 0 0,-1 1 1 0 0,0-1-1 0 0,0 0 0 0 0,-7 11 0 0 0,-2 0 272 0 0,-1-1-1 0 0,-1-1 1 0 0,0 0-1 0 0,-27 20 1 0 0,-62 38 1525 0 0,-2 0-159 0 0,107-72-1751 0 0,0 0 1 0 0,0 0-1 0 0,0-1 1 0 0,0 1-1 0 0,0 0 1 0 0,1-1-1 0 0,-1 1 1 0 0,0-1-1 0 0,0 0 1 0 0,3 0-1 0 0,290-9-906 0 0,-218 4-176 0 0,113-8-4473 0 0,-96 6-3438 0 0,-58 5 1012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27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 1820 0 0,'-16'0'6425'0'0,"1"-1"-2922"0"0,12 0-2581 0 0,-12 0 1968 0 0,12 1-2586 0 0,-5 3 471 0 0,18 0-454 0 0,28 2-210 0 0,-30-4-37 0 0,248 25 189 0 0,-253-26-267 0 0,16 1-756 0 0,-4-4-663 0 0,8-3-5889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27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29 984 0 0,'0'-28'21285'0'0,"-10"43"-18257"0"0,-13 35-2340 0 0,-155 386 976 0 0,161-385-3273 0 0,1-4-3313 0 0,3-20-5298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28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87 1608 0 0,'-14'-4'4502'0'0,"-26"-17"2313"0"0,37 20-6112 0 0,-19-6 6691 0 0,14 6-5483 0 0,13-1-1251 0 0,21 1-934 0 0,-15 0 472 0 0,306-28 40 0 0,-158 12-388 0 0,-157 17-122 0 0,8-2-382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28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89 2716 0 0,'-5'-19'7850'0'0,"1"5"-1876"0"0,2 6-2971 0 0,4 6-2936 0 0,0 0-1 0 0,0 0 1 0 0,1 1-1 0 0,-1-1 1 0 0,1 1-1 0 0,-1-1 1 0 0,1 1-1 0 0,-1 0 1 0 0,1 0 0 0 0,0 0-1 0 0,0 0 1 0 0,4-1-1 0 0,43-5 82 0 0,-22 4-37 0 0,-2-2-460 0 0,44-7-316 0 0,-48 11-3150 0 0,-1 2-3518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28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1 296 0 0,'-3'0'2221'0'0,"-8"0"-524"0"0,-1 0 0 0 0,1 1 0 0 0,0 0 1 0 0,0 1-1 0 0,-12 4 0 0 0,18-4-1405 0 0,0 0 1 0 0,-1 1 0 0 0,1 0-1 0 0,0 0 1 0 0,1 1 0 0 0,-1-1-1 0 0,1 1 1 0 0,-1 0-1 0 0,1 1 1 0 0,0-1 0 0 0,0 0-1 0 0,-5 11 1 0 0,2-5-93 0 0,2 0 0 0 0,-1 0 1 0 0,2 1-1 0 0,-1 0 0 0 0,-3 13 1 0 0,7-21-110 0 0,0 0 0 0 0,0 0 0 0 0,0 0-1 0 0,1 0 1 0 0,-1 0 0 0 0,1 0 0 0 0,0 1 0 0 0,0-1 0 0 0,0 0 0 0 0,0 0 0 0 0,0 0 0 0 0,1 0 0 0 0,0 6 0 0 0,0-8-35 0 0,-1 0 0 0 0,1 0 1 0 0,-1 0-1 0 0,1 0 0 0 0,0 1 0 0 0,0-1 0 0 0,-1 0 0 0 0,1 0 0 0 0,0 0 1 0 0,0 0-1 0 0,0-1 0 0 0,0 1 0 0 0,0 0 0 0 0,0 0 0 0 0,0 0 0 0 0,0-1 1 0 0,0 1-1 0 0,0-1 0 0 0,1 1 0 0 0,1 0 0 0 0,27 5 361 0 0,-20-5-270 0 0,20 4-23 0 0,0 1 0 0 0,56 19 0 0 0,-77-22 25 0 0,0 1 0 0 0,0 1 0 0 0,0-1 0 0 0,-1 1 0 0 0,0 1 0 0 0,0 0 0 0 0,0 0 0 0 0,-1 0 0 0 0,0 1 1 0 0,0 0-1 0 0,-1 0 0 0 0,1 1 0 0 0,7 14 0 0 0,-11-18 87 0 0,-1 0 0 0 0,0 0 1 0 0,-1 0-1 0 0,1 1 0 0 0,-1-1 1 0 0,1 0-1 0 0,-1 1 0 0 0,-1-1 1 0 0,1 1-1 0 0,-1-1 0 0 0,0 1 1 0 0,0 0-1 0 0,0-1 0 0 0,0 1 1 0 0,-2 5-1 0 0,0-3 12 0 0,0-1 0 0 0,0 0 0 0 0,0 0 0 0 0,-1-1 0 0 0,0 1 0 0 0,0 0 0 0 0,-1-1 0 0 0,0 0 0 0 0,0 0 0 0 0,-5 5 0 0 0,2-2-23 0 0,-1-1 1 0 0,0 0-1 0 0,-1 0 1 0 0,1-1-1 0 0,-1 0 1 0 0,-1-1 0 0 0,1 0-1 0 0,-1-1 1 0 0,0 0-1 0 0,0 0 1 0 0,0-1-1 0 0,-21 4 1 0 0,22-5-213 0 0,-1-1 0 0 0,0-1 0 0 0,0 0 1 0 0,0 0-1 0 0,0-1 0 0 0,1 0 0 0 0,-1-1 0 0 0,0 0 1 0 0,1 0-1 0 0,-10-5 0 0 0,8 3-13 0 0,8 3-16 0 0,-39-18-4708 0 0,40 18 4332 0 0,1 0-1 0 0,-1 0 1 0 0,1 0-1 0 0,0-1 0 0 0,-1 1 1 0 0,1 0-1 0 0,0-1 1 0 0,0 1-1 0 0,0-1 1 0 0,0 1-1 0 0,0-1 1 0 0,0 0-1 0 0,-1-2 0 0 0,6-7-3817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31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31 700 0 0,'-29'-29'19356'0'0,"29"29"-19298"0"0,40-2 392 0 0,74 6 0 0 0,-62 0-372 0 0,-18-3-39 0 0,59 2 291 0 0,-90-3-304 0 0,15 2 1132 0 0,-14-2-530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32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45 896 0 0,'-4'-10'6846'0'0,"3"9"-6608"0"0,-2-16 6237 0 0,3 16-6416 0 0,0 1 0 0 0,1-1 0 0 0,-1 0 0 0 0,1 0-1 0 0,0 1 1 0 0,-1-1 0 0 0,1 0 0 0 0,0 1 0 0 0,-1-1-1 0 0,1 1 1 0 0,0-1 0 0 0,0 1 0 0 0,-1-1 0 0 0,1 1-1 0 0,0 0 1 0 0,0-1 0 0 0,0 1 0 0 0,0 0 0 0 0,-1 0-1 0 0,2-1 1 0 0,2 0-35 0 0,0 0-1 0 0,0 0 1 0 0,0 0-1 0 0,0 1 1 0 0,0-1-1 0 0,0 1 1 0 0,0 0-1 0 0,0 0 1 0 0,0 0 0 0 0,0 1-1 0 0,0-1 1 0 0,0 1-1 0 0,-1 0 1 0 0,1 0-1 0 0,7 4 1 0 0,-6-2-15 0 0,1 0 1 0 0,-1 0-1 0 0,-1 0 0 0 0,1 1 1 0 0,0 0-1 0 0,-1 0 1 0 0,0 0-1 0 0,0 1 0 0 0,0-1 1 0 0,3 6-1 0 0,-2-2 23 0 0,0-1-1 0 0,-1 1 1 0 0,0 0-1 0 0,0 1 1 0 0,-1-1-1 0 0,0 1 1 0 0,-1-1-1 0 0,0 1 1 0 0,0 0-1 0 0,-1 0 1 0 0,0 0-1 0 0,0 0 1 0 0,-1 0-1 0 0,-1 13 1 0 0,-2-11 111 0 0,1 0-1 0 0,-2 0 1 0 0,1 0 0 0 0,-2 0 0 0 0,1 0 0 0 0,-1-1-1 0 0,-1 0 1 0 0,-10 15 0 0 0,-5 1 745 0 0,-37 38 0 0 0,-15 17 703 0 0,73-80-1581 0 0,-1-1-1 0 0,1 1 0 0 0,-1-1 1 0 0,1 1-1 0 0,0-1 0 0 0,-1 1 1 0 0,1 0-1 0 0,0-1 1 0 0,-1 1-1 0 0,1 0 0 0 0,0-1 1 0 0,0 1-1 0 0,0 0 0 0 0,0 0 1 0 0,0-1-1 0 0,-1 1 0 0 0,1 0 1 0 0,0-1-1 0 0,1 1 0 0 0,-1 0 1 0 0,0 0-1 0 0,0-1 1 0 0,0 1-1 0 0,0 0 0 0 0,0-1 1 0 0,1 1-1 0 0,-1 0 0 0 0,0-1 1 0 0,1 2-1 0 0,1-1 1 0 0,-1 1 0 0 0,1-1-1 0 0,-1 1 1 0 0,1-1 0 0 0,-1 0-1 0 0,1 0 1 0 0,0 0 0 0 0,0 0 0 0 0,0 0-1 0 0,2 1 1 0 0,7 2 10 0 0,0-1 0 0 0,20 4 1 0 0,-29-7-10 0 0,396 44 94 0 0,-344-40-108 0 0,-8-2 905 0 0,-27-2-3365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33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1291 91 1760 0 0,'-11'-14'7741'0'0,"10"13"-7250"0"0,0 0 0 0 0,0-1 0 0 0,-1 1 0 0 0,1 0 0 0 0,1-1 0 0 0,-1 1-1 0 0,0 0 1 0 0,0-1 0 0 0,0 1 0 0 0,1-1 0 0 0,-1-1 0 0 0,1 2-404 0 0,0 0 0 0 0,0 0 0 0 0,0 0 0 0 0,1 0 0 0 0,-1 1-1 0 0,0-1 1 0 0,0 0 0 0 0,1 0 0 0 0,-1 0 0 0 0,1 0 0 0 0,-1 1 0 0 0,1-1-1 0 0,-1 0 1 0 0,1 0 0 0 0,0 1 0 0 0,-1-1 0 0 0,1 0 0 0 0,0 1 0 0 0,-1-1-1 0 0,1 1 1 0 0,0-1 0 0 0,0 1 0 0 0,0-1 0 0 0,-1 1 0 0 0,1-1 0 0 0,0 1-1 0 0,1-1 1 0 0,15-6 51 0 0,0 1-1 0 0,0 0 0 0 0,1 1 1 0 0,0 0-1 0 0,0 2 1 0 0,0 0-1 0 0,18 0 0 0 0,-8 2-121 0 0,0 1-1 0 0,0 2 1 0 0,-1 0 0 0 0,30 8-1 0 0,-52-9 5 0 0,-1 0 1 0 0,1 0-1 0 0,-1 1 1 0 0,1 0-1 0 0,-1 0 0 0 0,0 0 1 0 0,0 0-1 0 0,0 1 0 0 0,0 0 1 0 0,-1 0-1 0 0,1 0 1 0 0,-1 0-1 0 0,0 0 0 0 0,1 1 1 0 0,-1-1-1 0 0,-1 1 1 0 0,1 0-1 0 0,-1 0 0 0 0,1 0 1 0 0,-1 0-1 0 0,0 0 0 0 0,-1 0 1 0 0,1 1-1 0 0,-1-1 1 0 0,1 1-1 0 0,0 8 0 0 0,1 9 99 0 0,-2 1 0 0 0,0-1 0 0 0,-1 1 0 0 0,-4 30 0 0 0,1-20-55 0 0,-48 414 665 0 0,21-224-602 0 0,-1 39-49 0 0,-45 346 268 0 0,-90 401 635 0 0,128-808-907 0 0,-25 119 83 0 0,27-134 22 0 0,27-136-103 0 0,9-49-70 0 0,-2 25-6 0 0,15 137 66 0 0,-1-35-52 0 0,-8-41 960 0 0,-4 0 0 0 0,-16 130-1 0 0,14-208-724 0 0,0 0 1 0 0,0-1-1 0 0,-1 1 0 0 0,1-1 0 0 0,-2 1 0 0 0,1-1 0 0 0,-1 0 0 0 0,-1 0 0 0 0,0-1 0 0 0,0 1 0 0 0,0-1 0 0 0,-7 7 0 0 0,2-4-52 0 0,0-2 1 0 0,0 1-1 0 0,0-1 0 0 0,-1-1 0 0 0,-1 0 1 0 0,1 0-1 0 0,-18 6 0 0 0,-8 0-83 0 0,-1-1 0 0 0,0-2 0 0 0,0-2 0 0 0,-61 5 0 0 0,23-7-449 0 0,0-3 1 0 0,-85-8-1 0 0,-149-34-7469 0 0,189 10-2435 0 0,67 11 340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44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300 194 1320 0 0,'-9'6'10018'0'0,"9"-4"-9866"0"0,0 0 1 0 0,0 0 0 0 0,0-1-1 0 0,0 1 1 0 0,0 0 0 0 0,1 0-1 0 0,-1-1 1 0 0,1 1 0 0 0,-1 0 0 0 0,1-1-1 0 0,0 1 1 0 0,0-1 0 0 0,1 3-1 0 0,0-2-42 0 0,-2-1-82 0 0,0 0 0 0 0,0-1 0 0 0,1 1 0 0 0,-1 0 0 0 0,1 0 0 0 0,-1-1 0 0 0,1 1 0 0 0,-1 0 0 0 0,1-1 0 0 0,-1 1 0 0 0,1 0 0 0 0,-1-1 0 0 0,1 1 0 0 0,0-1 0 0 0,-1 1 0 0 0,1-1 0 0 0,0 1 0 0 0,0-1 0 0 0,-1 1 0 0 0,1-1 0 0 0,0 0 0 0 0,0 1 0 0 0,0-1 0 0 0,0 0 0 0 0,-1 0 0 0 0,1 0 0 0 0,0 0 0 0 0,0 0 0 0 0,0 0 0 0 0,0 0 0 0 0,1 0 0 0 0,24 0 447 0 0,-25 0-494 0 0,4-1 59 0 0,0-1 0 0 0,0 1 0 0 0,0-1 0 0 0,-1 0 1 0 0,1-1-1 0 0,-1 1 0 0 0,1-1 0 0 0,-1 0 0 0 0,5-4 0 0 0,-6 5-23 0 0,4-4 14 0 0,0 0 0 0 0,0 0-1 0 0,-1-1 1 0 0,0 0-1 0 0,0 0 1 0 0,0 0-1 0 0,8-16 1 0 0,-11 17-23 0 0,0 0 0 0 0,0 0 1 0 0,-1-1-1 0 0,1 1 0 0 0,-1-1 1 0 0,-1 1-1 0 0,1-1 0 0 0,-1 0 1 0 0,0 0-1 0 0,-1 0 0 0 0,0-8 0 0 0,0 12-9 0 0,0 1 0 0 0,-1-1 0 0 0,1 1 0 0 0,-1-1 0 0 0,0 1 0 0 0,1-1 0 0 0,-1 1 0 0 0,-1-1 0 0 0,1 1 0 0 0,0 0 0 0 0,0 0 0 0 0,-1-1 0 0 0,1 1 0 0 0,-1 0 0 0 0,0 0 0 0 0,1 0 0 0 0,-1 1 0 0 0,0-1 0 0 0,0 0 0 0 0,-1 1 0 0 0,1-1 0 0 0,0 1 0 0 0,0 0 0 0 0,-1 0 0 0 0,1 0 0 0 0,0 0 0 0 0,-1 0 0 0 0,1 0 0 0 0,-1 1 0 0 0,-5-2 0 0 0,1 2-12 0 0,0-1 1 0 0,0 1-1 0 0,0 0 1 0 0,0 1-1 0 0,0-1 0 0 0,0 2 1 0 0,0-1-1 0 0,0 1 1 0 0,0 0-1 0 0,-8 3 0 0 0,-1 3 1 0 0,1 0-1 0 0,1 1 1 0 0,-1 1-1 0 0,1 0 1 0 0,1 1-1 0 0,0 0 1 0 0,0 1-1 0 0,1 0 1 0 0,1 1-1 0 0,0 1 1 0 0,1-1-1 0 0,0 2 1 0 0,-14 28-1 0 0,22-38 13 0 0,0 0 1 0 0,1 1-1 0 0,-1-1 0 0 0,1 0 0 0 0,0 1 1 0 0,0-1-1 0 0,1 1 0 0 0,-1-1 0 0 0,1 1 1 0 0,0-1-1 0 0,1 1 0 0 0,-1-1 0 0 0,1 1 1 0 0,0-1-1 0 0,1 0 0 0 0,2 9 0 0 0,1-5 1 0 0,-1-1 0 0 0,1 1 0 0 0,0-1 0 0 0,1 1 0 0 0,0-2 0 0 0,0 1 0 0 0,1-1 0 0 0,9 9 0 0 0,18 15 16 0 0,35 44 0 0 0,-58-62 15 0 0,0 1 0 0 0,-1 1 1 0 0,-1 0-1 0 0,0 1 0 0 0,-1 0 0 0 0,8 20 1 0 0,-14-30 124 0 0,0-1 0 0 0,-1 1 0 0 0,0-1 0 0 0,0 1 0 0 0,0 0 0 0 0,-1-1 0 0 0,1 1 0 0 0,-1 0 0 0 0,-1-1 0 0 0,1 1 0 0 0,-1 0 0 0 0,0 0 1 0 0,0-1-1 0 0,-1 1 0 0 0,0-1 0 0 0,0 0 0 0 0,0 1 0 0 0,0-1 0 0 0,-1 0 0 0 0,0 0 0 0 0,0 0 0 0 0,0-1 0 0 0,-1 1 0 0 0,0-1 0 0 0,0 1 0 0 0,0-1 0 0 0,-5 3 0 0 0,2-1 11 0 0,-1 0 0 0 0,0-1-1 0 0,0-1 1 0 0,-1 1-1 0 0,0-1 1 0 0,1-1 0 0 0,-1 0-1 0 0,-1 0 1 0 0,1 0-1 0 0,0-1 1 0 0,0-1 0 0 0,-1 0-1 0 0,1 0 1 0 0,-1-1-1 0 0,-15-1 1 0 0,11 0-63 0 0,0-1-1 0 0,0-1 1 0 0,0 0-1 0 0,0-1 1 0 0,0 0-1 0 0,-12-7 1 0 0,20 9-92 0 0,1-1 0 0 0,0 0 0 0 0,0 0 0 0 0,1 0-1 0 0,-1-1 1 0 0,1 0 0 0 0,-1 0 0 0 0,1 0 0 0 0,0 0 0 0 0,0 0 0 0 0,1-1 0 0 0,0 0 0 0 0,-1 0 0 0 0,2 0-1 0 0,-1 0 1 0 0,0 0 0 0 0,-2-9 0 0 0,4 10-121 0 0,0 0 0 0 0,1 0 0 0 0,-1 0 0 0 0,1 0 0 0 0,0 0 0 0 0,0-1 0 0 0,0 1 0 0 0,0 0-1 0 0,1 0 1 0 0,0 0 0 0 0,0 0 0 0 0,0 0 0 0 0,0 0 0 0 0,0 0 0 0 0,1 0 0 0 0,0 0 0 0 0,0 1 0 0 0,0-1 0 0 0,0 0 0 0 0,0 1 0 0 0,4-4-1 0 0,18-14-4127 0 0,5 7-3522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44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85 1248 0 0,'-4'-42'9696'0'0,"0"3"-3814"0"0,3 38-5351 0 0,1 1-499 0 0,0 0 0 0 0,0 0-1 0 0,0 1 1 0 0,0-1 0 0 0,-1 0 0 0 0,1 0 0 0 0,0 0 0 0 0,0 0 0 0 0,0 1 0 0 0,-1-1-1 0 0,1 0 1 0 0,0 0 0 0 0,0 0 0 0 0,-1 0 0 0 0,1 0 0 0 0,0 0 0 0 0,0 0-1 0 0,0 0 1 0 0,-1 0 0 0 0,1 1 0 0 0,0-1 0 0 0,0 0 0 0 0,-1 0 0 0 0,1 0-1 0 0,0 0 1 0 0,0 0 0 0 0,-1-1 0 0 0,1 1 0 0 0,0 0 0 0 0,0 0 0 0 0,-1 0-1 0 0,1 0 1 0 0,0 0 0 0 0,0 0 0 0 0,-1 0 0 0 0,1 0 0 0 0,0 0 0 0 0,0-1-1 0 0,0 1 1 0 0,-1 0 0 0 0,1 0 0 0 0,0 0 0 0 0,0 0 0 0 0,0-1 0 0 0,0 1-1 0 0,-1 0 1 0 0,1 0 0 0 0,0-1 0 0 0,0 1 0 0 0,0 0 0 0 0,0 0 0 0 0,0 0-1 0 0,0-1 1 0 0,0 1 0 0 0,-32 202 197 0 0,16-110-198 0 0,4-24 3 0 0,-14 98 64 0 0,24-145-84 0 0,1 1 0 0 0,1-1 0 0 0,1 1 0 0 0,1 0 0 0 0,7 32 0 0 0,-8-50 1 0 0,0 0-1 0 0,0 0 0 0 0,0 0 1 0 0,1-1-1 0 0,-1 1 1 0 0,1 0-1 0 0,0-1 1 0 0,0 1-1 0 0,0-1 0 0 0,1 0 1 0 0,-1 0-1 0 0,1 0 1 0 0,0 0-1 0 0,-1 0 1 0 0,1 0-1 0 0,1-1 0 0 0,4 4 1 0 0,-5-5-5 0 0,1 1 1 0 0,-1-1-1 0 0,1 0 0 0 0,0 0 1 0 0,-1-1-1 0 0,1 1 1 0 0,0-1-1 0 0,0 1 0 0 0,0-1 1 0 0,-1-1-1 0 0,1 1 1 0 0,0 0-1 0 0,0-1 0 0 0,-1 0 1 0 0,1 0-1 0 0,0 0 1 0 0,-1 0-1 0 0,6-3 1 0 0,10-5-10 0 0,-2-1 1 0 0,0-1 0 0 0,0 0 0 0 0,-1-1-1 0 0,0-1 1 0 0,-1 0 0 0 0,0-1 0 0 0,-1-1 0 0 0,-1 0-1 0 0,0-1 1 0 0,-2-1 0 0 0,1 0 0 0 0,-2 0 0 0 0,0-1-1 0 0,12-32 1 0 0,-19 40 4 0 0,0 0 0 0 0,-1-1 0 0 0,0 1 0 0 0,-1-1 0 0 0,0 1 0 0 0,-1-13 0 0 0,0 23-6 0 0,0-1 1 0 0,1 0-1 0 0,-1 1 1 0 0,0-1-1 0 0,0 1 1 0 0,-1-1-1 0 0,1 1 1 0 0,0-1 0 0 0,0 1-1 0 0,0-1 1 0 0,0 1-1 0 0,0-1 1 0 0,0 1-1 0 0,-1-1 1 0 0,1 1-1 0 0,0-1 1 0 0,0 1 0 0 0,-1-1-1 0 0,1 1 1 0 0,0-1-1 0 0,-1 1 1 0 0,1 0-1 0 0,-1-1 1 0 0,0 0-1 0 0,0 0-1 0 0,1 1 1 0 0,-1-1 0 0 0,0 1 0 0 0,0-1-1 0 0,0 1 1 0 0,0 0 0 0 0,0-1-1 0 0,1 1 1 0 0,-1 0 0 0 0,0-1 0 0 0,0 1-1 0 0,0 0 1 0 0,0 0 0 0 0,0 0 0 0 0,0 0-1 0 0,0 0 1 0 0,0 0 0 0 0,0 0 0 0 0,0 0-1 0 0,0 0 1 0 0,0 0 0 0 0,0 1 0 0 0,1-1-1 0 0,-1 0 1 0 0,0 1 0 0 0,0-1-1 0 0,0 1 1 0 0,0-1 0 0 0,0 1 0 0 0,1-1-1 0 0,-2 2 1 0 0,-21 20-12 0 0,20-19 13 0 0,-13 16 3 0 0,0 2 0 0 0,1 0 0 0 0,2 0 1 0 0,0 1-1 0 0,1 1 0 0 0,1 0 0 0 0,2 0 0 0 0,0 1 1 0 0,-7 32-1 0 0,15-52 2 0 0,0 1 0 0 0,0-1 0 0 0,1 1 0 0 0,-1-1 0 0 0,1 1 0 0 0,0 0 0 0 0,0-1 0 0 0,1 1 0 0 0,0-1 0 0 0,-1 1 0 0 0,1-1 0 0 0,1 1 0 0 0,-1-1 0 0 0,1 1 0 0 0,-1-1 0 0 0,1 0 0 0 0,4 6 0 0 0,-3-6-43 0 0,0-1 1 0 0,0 0 0 0 0,0 0-1 0 0,0 0 1 0 0,0-1-1 0 0,0 1 1 0 0,1-1 0 0 0,-1 0-1 0 0,1 0 1 0 0,0 0 0 0 0,0 0-1 0 0,0 0 1 0 0,0-1 0 0 0,0 0-1 0 0,0 0 1 0 0,0 0 0 0 0,0 0-1 0 0,0-1 1 0 0,6 1-1 0 0,10-1-754 0 0,0-1 0 0 0,0-1-1 0 0,0 0 1 0 0,0-2-1 0 0,-1 0 1 0 0,1-1-1 0 0,31-13 1 0 0,-26 7-1615 0 0,0-1 1 0 0,38-25-1 0 0,-33 16-1170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45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267 150 496 0 0,'3'-11'1529'0'0,"0"-1"0"0"0,-1 1 0 0 0,-1-1 0 0 0,1 1 0 0 0,-2-1 0 0 0,0 0 0 0 0,0 1 0 0 0,-1-1 0 0 0,0 1 0 0 0,-6-24 1076 0 0,5 36-2536 0 0,1 0 0 0 0,-1-1 0 0 0,1 1 0 0 0,-1 0 0 0 0,1 0 0 0 0,0 0 0 0 0,-1 0 0 0 0,1 0-1 0 0,0 0 1 0 0,0 0 0 0 0,0 0 0 0 0,0 0 0 0 0,0 1 0 0 0,0-1 0 0 0,0 0 0 0 0,0 1 0 0 0,1-1 0 0 0,-1 1 0 0 0,0-1 0 0 0,1 1 0 0 0,-1-1 0 0 0,1 1 0 0 0,-1-1-1 0 0,1 2 1 0 0,-11 48 742 0 0,10-46-685 0 0,-52 382 2889 0 0,-36 177-1245 0 0,86-551-1728 0 0,-9 28 116 0 0,11-40-234 0 0,1-1-1 0 0,-1 1 0 0 0,0-1 1 0 0,0 1-1 0 0,1 0 0 0 0,-1-1 1 0 0,0 1-1 0 0,0-1 0 0 0,0 0 1 0 0,0 1-1 0 0,0-1 0 0 0,0 0 1 0 0,0 1-1 0 0,1-1 0 0 0,-1 0 1 0 0,0 0-1 0 0,0 0 0 0 0,0 0 1 0 0,0 0-1 0 0,0 0 0 0 0,0 0 1 0 0,0 0-1 0 0,0 0 0 0 0,0-1 1 0 0,0 1-1 0 0,0 0 0 0 0,0-1 1 0 0,0 1-1 0 0,0 0 0 0 0,1-1 1 0 0,-1 1-1 0 0,0-1 0 0 0,0 1 0 0 0,0-1 1 0 0,1 0-1 0 0,-1 1 0 0 0,0-1 1 0 0,1 0-1 0 0,-1 0 0 0 0,0 0 1 0 0,-4-7-937 0 0,1 0 0 0 0,1 0 0 0 0,-1 0 0 0 0,1-1 0 0 0,1 1 0 0 0,-3-16 0 0 0,-4-55-5332 0 0,8 59 4161 0 0,-2-14-2685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45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0 303 8 0 0,'3'-29'2255'0'0,"1"0"1"0"0,2 1-1 0 0,1 0 1 0 0,13-37-1 0 0,-17 58-2024 0 0,1-1 0 0 0,0 1 0 0 0,0-1 0 0 0,0 1 0 0 0,1 0 0 0 0,0 1 0 0 0,0-1 0 0 0,1 1 0 0 0,-1 0 0 0 0,2 0 0 0 0,-1 1 0 0 0,0-1 0 0 0,1 1 0 0 0,0 1 0 0 0,0 0 0 0 0,1 0 0 0 0,-1 0 0 0 0,1 1 0 0 0,15-5 0 0 0,-16 6-124 0 0,1 1 0 0 0,0 0-1 0 0,1 0 1 0 0,-1 1-1 0 0,0 0 1 0 0,0 0-1 0 0,0 1 1 0 0,0 0 0 0 0,0 1-1 0 0,0 0 1 0 0,0 0-1 0 0,-1 0 1 0 0,1 1-1 0 0,0 0 1 0 0,-1 1 0 0 0,0-1-1 0 0,9 8 1 0 0,-6-4 150 0 0,0 0 0 0 0,0 1 0 0 0,-1 0 1 0 0,-1 1-1 0 0,1 0 0 0 0,-1 0 0 0 0,-1 1 1 0 0,0 0-1 0 0,0 0 0 0 0,9 21 0 0 0,-13-24-112 0 0,0 0 0 0 0,-1-1 0 0 0,0 2 0 0 0,0-1-1 0 0,-1 0 1 0 0,0 0 0 0 0,0 0 0 0 0,-1 1 0 0 0,0-1 0 0 0,0 0 0 0 0,0 1-1 0 0,-1-1 1 0 0,0 0 0 0 0,-1 0 0 0 0,0 0 0 0 0,0 0 0 0 0,0 0 0 0 0,-1 0-1 0 0,0 0 1 0 0,0-1 0 0 0,-1 1 0 0 0,0-1 0 0 0,0 0 0 0 0,0 0 0 0 0,-1 0-1 0 0,0-1 1 0 0,0 0 0 0 0,0 0 0 0 0,-1 0 0 0 0,1 0 0 0 0,-1-1 0 0 0,0 0-1 0 0,-1 0 1 0 0,1-1 0 0 0,-1 0 0 0 0,1 0 0 0 0,-15 4 0 0 0,9-4-107 0 0,1-1 0 0 0,-1-1 0 0 0,1 0 0 0 0,-1-1 0 0 0,0 0 1 0 0,0 0-1 0 0,1-1 0 0 0,-17-4 0 0 0,20 3-491 0 0,-1 0 1 0 0,1 0-1 0 0,-1-1 0 0 0,1 0 1 0 0,0-1-1 0 0,1 0 1 0 0,-1 0-1 0 0,1 0 0 0 0,-1-1 1 0 0,1-1-1 0 0,-12-10 0 0 0,17 12-208 0 0,-1 1 1 0 0,0-1-1 0 0,1 1 0 0 0,0-1 0 0 0,0 0 0 0 0,0 0 1 0 0,0 0-1 0 0,-1-8 0 0 0,-3-19-6580 0 0,4 16 1764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45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21 1060 0 0,'-206'5'16498'0'0,"334"-13"-16130"0"0,260-8-2691 0 0,-230 15-5583 0 0,-105 0 2613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46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30 3136 0 0,'-18'-29'22252'0'0,"16"41"-22480"0"0,2 33 1631 0 0,-7 180 1305 0 0,-23-27-2407 0 0,5-41-520 0 0,22-147 820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46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3100 0 0,'12'-26'14985'0'0,"-6"3"-9590"0"0,-1 14-3658 0 0,0 1-4062 0 0,-3 19-2164 0 0,-4 5 1447 0 0,-2 3-3351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46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2128 0 0,'-1'15'6180'0'0,"-1"16"4234"0"0,0-19-7928 0 0,2-7-2996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51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32 612 0 0,'0'0'2232'0'0,"0"-12"-477"0"0,0-2 783 0 0,0 9-3894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55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900 151 84 0 0,'1'-3'2022'0'0,"5"-27"3279"0"0,3-31 0 0 0,-6 15-784 0 0,-3 45-4215 0 0,0-9 946 0 0,1 27-829 0 0,0-1-1 0 0,-2 0 1 0 0,0 1-1 0 0,-4 17 1 0 0,-17 69 447 0 0,14-71-648 0 0,-128 485 914 0 0,119-458-1073 0 0,-23 83 353 0 0,36-134-403 0 0,2-16-192 0 0,2-15-46 0 0,8-34-136 0 0,2-54 78 0 0,-10 101 263 0 0,0-1 0 0 0,-1 1 0 0 0,0 0 0 0 0,0-1 0 0 0,-1 1 0 0 0,-1 0 0 0 0,0 0 0 0 0,-5-12 0 0 0,6 19 21 0 0,0-1 0 0 0,0 1-1 0 0,0 0 1 0 0,0 0 0 0 0,-1 0-1 0 0,1 0 1 0 0,-1 0 0 0 0,0 0 0 0 0,0 1-1 0 0,0-1 1 0 0,0 1 0 0 0,0 0 0 0 0,0 0-1 0 0,-1 0 1 0 0,1 0 0 0 0,-1 0 0 0 0,0 1-1 0 0,1 0 1 0 0,-1 0 0 0 0,0 0 0 0 0,0 0-1 0 0,0 0 1 0 0,1 1 0 0 0,-1 0 0 0 0,0 0-1 0 0,0 0 1 0 0,0 0 0 0 0,-7 2-1 0 0,-9 1 7 0 0,1 2 0 0 0,0 0-1 0 0,-1 1 1 0 0,-23 11-1 0 0,30-12 6 0 0,-80 37-10 0 0,-162 100-1 0 0,159-72-3724 0 0,91-60 1606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56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220 167 104 0 0,'-19'-72'12670'0'0,"13"45"-9288"0"0,6 25-3304 0 0,0 1 0 0 0,-1-1 0 0 0,1 0 0 0 0,0 1 0 0 0,1-1 0 0 0,-1 1 0 0 0,0-1 0 0 0,0 0 0 0 0,1 1 0 0 0,-1-1 0 0 0,1 1 0 0 0,-1-1 0 0 0,1 1 0 0 0,-1-1 0 0 0,1 1 0 0 0,0-1 0 0 0,0 1 0 0 0,0 0 0 0 0,0-1 0 0 0,0 1 0 0 0,0 0 0 0 0,0 0 0 0 0,0 0 0 0 0,1 0 0 0 0,-1 0 0 0 0,3-2 0 0 0,2-1 10 0 0,0 1-1 0 0,0 0 1 0 0,0 0 0 0 0,11-3-1 0 0,-8 3-47 0 0,1 1-1 0 0,0 1 0 0 0,1 0 1 0 0,-1 0-1 0 0,0 0 0 0 0,0 2 1 0 0,0-1-1 0 0,0 1 0 0 0,0 1 0 0 0,12 2 1 0 0,-18-3-34 0 0,1 1 1 0 0,0 0-1 0 0,-1-1 1 0 0,1 2-1 0 0,-1-1 1 0 0,1 0-1 0 0,-1 1 1 0 0,0 0-1 0 0,0 0 1 0 0,4 4-1 0 0,-6-5 1 0 0,0 0 0 0 0,0 0 0 0 0,-1 1 0 0 0,1-1 0 0 0,-1 1 0 0 0,0-1 0 0 0,1 1 0 0 0,-1-1 0 0 0,0 1 0 0 0,0 0 0 0 0,-1 0 0 0 0,1-1 1 0 0,-1 1-1 0 0,1 0 0 0 0,-1 0 0 0 0,0 0 0 0 0,0-1 0 0 0,-1 6 0 0 0,0 1 6 0 0,-1-1 1 0 0,0 0 0 0 0,-1-1 0 0 0,0 1-1 0 0,0 0 1 0 0,0-1 0 0 0,-1 0 0 0 0,0 1-1 0 0,-8 8 1 0 0,-7 9 52 0 0,-24 23-1 0 0,41-47-61 0 0,-104 106 846 0 0,104-106-723 0 0,3 1-111 0 0,0-1-1 0 0,0 0 1 0 0,0 0-1 0 0,0 1 1 0 0,1-1 0 0 0,-1 0-1 0 0,0 0 1 0 0,0 0-1 0 0,1 0 1 0 0,-1-1-1 0 0,0 1 1 0 0,1 0 0 0 0,1 0-1 0 0,29 14 24 0 0,-21-10-29 0 0,-4-1 25 0 0,0 1 0 0 0,-1 0 0 0 0,1 0 0 0 0,-1 0 0 0 0,-1 0 0 0 0,1 1 1 0 0,-1 0-1 0 0,0 0 0 0 0,0 1 0 0 0,-1 0 0 0 0,6 10 0 0 0,-8-13 82 0 0,-1 0 0 0 0,1 0 0 0 0,-1 0-1 0 0,0 0 1 0 0,-1 0 0 0 0,1 1 0 0 0,-1-1 0 0 0,1 0 0 0 0,-1 0 0 0 0,-1 1 0 0 0,1-1-1 0 0,-1 0 1 0 0,1 0 0 0 0,-1 1 0 0 0,0-1 0 0 0,-1 0 0 0 0,1 0 0 0 0,-1 0-1 0 0,1 0 1 0 0,-1 0 0 0 0,-1-1 0 0 0,-3 6 0 0 0,-1 1 201 0 0,-1 0 0 0 0,0-1 1 0 0,0 0-1 0 0,-1 0 0 0 0,0-1 0 0 0,-1-1 1 0 0,0 1-1 0 0,0-1 0 0 0,-21 9 0 0 0,15-8 3 0 0,-1-1-1 0 0,0-1 0 0 0,-1-1 1 0 0,1-1-1 0 0,-35 5 0 0 0,46-9-266 0 0,0 1-1 0 0,0-1 1 0 0,0 0-1 0 0,0 0 1 0 0,1-1-1 0 0,-1 0 0 0 0,0 0 1 0 0,0 0-1 0 0,1-1 1 0 0,-10-4-1 0 0,10 4-402 0 0,0-1-1 0 0,0 0 0 0 0,1 0 1 0 0,-1 0-1 0 0,1 0 0 0 0,-5-5 1 0 0,9 7 245 0 0,0 1 1 0 0,0 0 0 0 0,-1-1-1 0 0,1 1 1 0 0,0-1-1 0 0,0 1 1 0 0,-1 0 0 0 0,1-1-1 0 0,0 1 1 0 0,0-1-1 0 0,0 1 1 0 0,0-1-1 0 0,0 1 1 0 0,0-1 0 0 0,0 1-1 0 0,0-1 1 0 0,0 1-1 0 0,0 0 1 0 0,0-1 0 0 0,0 1-1 0 0,0-1 1 0 0,0 1-1 0 0,0-1 1 0 0,0 1-1 0 0,0-1 1 0 0,1 1 0 0 0,-1 0-1 0 0,0-1 1 0 0,0 1-1 0 0,1-1 1 0 0,-1 1 0 0 0,0 0-1 0 0,0-1 1 0 0,1 1-1 0 0,-1 0 1 0 0,0-1-1 0 0,1 1 1 0 0,-1 0 0 0 0,1-1-1 0 0,0 0-386 0 0,1 0 0 0 0,-1 0 0 0 0,0 0 0 0 0,1 0 0 0 0,-1 1-1 0 0,1-1 1 0 0,-1 0 0 0 0,1 1 0 0 0,-1-1 0 0 0,1 1 0 0 0,2-1 0 0 0,0 0-336 0 0,1 1-246 0 0,27-1-11816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56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2748 0 0,'-89'65'20592'0'0,"89"-65"-20549"0"0,0 0 1 0 0,-1 0-1 0 0,1 0 0 0 0,0 0 1 0 0,0 0-1 0 0,-1 0 0 0 0,1 0 1 0 0,0 0-1 0 0,0 0 0 0 0,-1 0 0 0 0,1 0 1 0 0,0 1-1 0 0,0-1 0 0 0,0 0 1 0 0,-1 0-1 0 0,1 0 0 0 0,0 0 0 0 0,0 0 1 0 0,0 1-1 0 0,-1-1 0 0 0,1 0 1 0 0,0 0-1 0 0,0 0 0 0 0,0 1 1 0 0,0-1-1 0 0,0 0 0 0 0,0 0 0 0 0,-1 0 1 0 0,1 1-1 0 0,0-1 0 0 0,0 0 1 0 0,0 0-1 0 0,0 1 0 0 0,0-1 0 0 0,0 0 1 0 0,0 0-1 0 0,0 1 0 0 0,0-1 1 0 0,0 0-1 0 0,0 1 0 0 0,0-1-19 0 0,1 1 0 0 0,-1-1-1 0 0,0 1 1 0 0,0-1-1 0 0,1 0 1 0 0,-1 1 0 0 0,0-1-1 0 0,1 0 1 0 0,-1 1 0 0 0,1-1-1 0 0,-1 0 1 0 0,0 1 0 0 0,1-1-1 0 0,-1 0 1 0 0,1 1-1 0 0,-1-1 1 0 0,1 0 0 0 0,-1 0-1 0 0,1 0 1 0 0,-1 0 0 0 0,0 1-1 0 0,1-1 1 0 0,-1 0 0 0 0,1 0-1 0 0,-1 0 1 0 0,1 0-1 0 0,-1 0 1 0 0,1 0 0 0 0,0 0-1 0 0,335-23 1000 0 0,-307 21-1455 0 0,-9 0 1267 0 0,-7 0-3310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57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87 16 0 0,'19'-51'12502'0'0,"-14"35"-10127"0"0,-5 14-1739 0 0,2-10 1006 0 0,-1 6-338 0 0,-12 6-1092 0 0,-1 4-163 0 0,0 1 0 0 0,0 0 0 0 0,1 1 0 0 0,0 0 0 0 0,0 0 0 0 0,-19 15 0 0 0,12-7-28 0 0,2-5-4 0 0,1 2 0 0 0,1 0 1 0 0,0 1-1 0 0,-25 27 0 0 0,34-30-14 0 0,-2 10 13 0 0,8-14-16 0 0,0-3 2 0 0,-1-1 0 0 0,0 1 0 0 0,0-1 0 0 0,1 1 0 0 0,-1-1 0 0 0,1 0 0 0 0,-1 1 0 0 0,1-1 0 0 0,-1 0 0 0 0,1 1 0 0 0,0-1 0 0 0,0 0 0 0 0,-1 0 0 0 0,1 1 0 0 0,0-1 0 0 0,0 0 0 0 0,0 0 0 0 0,0 0 0 0 0,3 1 0 0 0,24 15-12 0 0,-18-12 10 0 0,10 7 57 0 0,0-1-44 0 0,0 2-1 0 0,0 0 0 0 0,-1 1 1 0 0,23 22-1 0 0,-38-32 114 0 0,0 0 0 0 0,-1 0 1 0 0,1 0-1 0 0,-1 1 0 0 0,0-1 0 0 0,-1 1 0 0 0,1 0 1 0 0,-1-1-1 0 0,1 1 0 0 0,-1 0 0 0 0,-1 1 0 0 0,1-1 1 0 0,-1 0-1 0 0,0 0 0 0 0,0 1 0 0 0,0-1 0 0 0,-1 0 1 0 0,0 1-1 0 0,0-1 0 0 0,0 1 0 0 0,-1-1 0 0 0,0 0 1 0 0,0 1-1 0 0,-3 8 0 0 0,-2 2 476 0 0,0-1-1 0 0,-2 1 1 0 0,1-1 0 0 0,-2-1-1 0 0,0 0 1 0 0,0 0 0 0 0,-2 0-1 0 0,0-2 1 0 0,0 1 0 0 0,-1-1-1 0 0,0-1 1 0 0,-1 0 0 0 0,0-1-1 0 0,-27 16 1 0 0,36-24-420 0 0,2-1-68 0 0,0 0 0 0 0,0 0 0 0 0,-1 0 0 0 0,1 0 0 0 0,0-1 0 0 0,0 1 0 0 0,-1-1 1 0 0,-2 1-1 0 0,-10 0-44 0 0,-3-5-67 0 0,2-4-3 0 0,12 6 0 0 0,3 2 0 0 0,0-1 0 0 0,0 1 0 0 0,0-1 0 0 0,0 0 0 0 0,0 1 0 0 0,1-1 0 0 0,-1 0 0 0 0,0 0 0 0 0,0 0 0 0 0,1 0 0 0 0,-1 1 0 0 0,0-1 0 0 0,1 0 0 0 0,-1 0 0 0 0,1 0 0 0 0,-1-1 0 0 0,1 1 0 0 0,-1-1 0 0 0,-1-1 11 0 0,1 3-15 0 0,0-1 0 0 0,1 0 0 0 0,-1 0 0 0 0,0 1 0 0 0,1-1 0 0 0,-1 0 0 0 0,1 0 0 0 0,-1 1 0 0 0,1-1 0 0 0,0 0 1 0 0,-1 0-1 0 0,1 0 0 0 0,0 0 0 0 0,0 0 0 0 0,0 0 0 0 0,-1 0 0 0 0,1 0 0 0 0,0 0 0 0 0,0 1 0 0 0,0-1 1 0 0,1-2-1 0 0,-1 0-365 0 0,-1-1 0 0 0,1 1 0 0 0,1 0 0 0 0,-1 0 0 0 0,0-1 0 0 0,1 1 0 0 0,0 0 0 0 0,0 0 0 0 0,0-1 1 0 0,0 1-1 0 0,0 0 0 0 0,1 0 0 0 0,-1 0 0 0 0,1 1 0 0 0,0-1 0 0 0,2-3 0 0 0,-2 4-306 0 0,0 0 0 0 0,0 1 0 0 0,0-1 0 0 0,0 1 0 0 0,0-1 0 0 0,1 1 0 0 0,-1 0 0 0 0,0-1 0 0 0,1 1 1 0 0,-1 1-1 0 0,1-1 0 0 0,-1 0 0 0 0,1 0 0 0 0,-1 1 0 0 0,5-1 0 0 0,10 0-4545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57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6 4 0 0,'27'-5'20737'0'0,"-27"5"-20663"0"0,1 0-1 0 0,-1 0 0 0 0,1 0 1 0 0,-1 0-1 0 0,1 0 1 0 0,-1 0-1 0 0,1 0 0 0 0,-1 0 1 0 0,1 1-1 0 0,-1-1 1 0 0,1 0-1 0 0,-1 0 0 0 0,0 1 1 0 0,1-1-1 0 0,-1 0 1 0 0,1 1-1 0 0,-1-1 0 0 0,0 0 1 0 0,1 1-1 0 0,-1-1 1 0 0,0 0-1 0 0,1 1 0 0 0,-1-1 1 0 0,0 1-1 0 0,0-1 1 0 0,1 1-1 0 0,-1-1 0 0 0,0 1 1 0 0,0-1-1 0 0,0 1 1 0 0,1 0-1 0 0,-4 20 1877 0 0,-46 145 987 0 0,11-39-3893 0 0,28-88-2219 0 0,-6 51 1 0 0,14-68-147 0 0,2-7-2112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58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663 49 580 0 0,'0'-33'13008'0'0,"5"18"-9729"0"0,-1 25-826 0 0,-1 30-87 0 0,-6 13-809 0 0,-3 0 1 0 0,-24 104-1 0 0,0-6-917 0 0,-4 46-301 0 0,34-195-353 0 0,-18-52-229 0 0,17 46 227 0 0,-1 0 0 0 0,1 0 0 0 0,-1 0 0 0 0,0 0 0 0 0,0 0 0 0 0,0 0 0 0 0,0 1 0 0 0,-1-1 0 0 0,-2-3 0 0 0,2 6 14 0 0,1-1-1 0 0,0 1 1 0 0,0-1 0 0 0,-1 1 0 0 0,1 0-1 0 0,0 0 1 0 0,-1 0 0 0 0,1 0 0 0 0,-1 0 0 0 0,1 0-1 0 0,-1 1 1 0 0,0-1 0 0 0,1 1 0 0 0,-1 0-1 0 0,0 0 1 0 0,1 0 0 0 0,-4 0 0 0 0,-5 1 11 0 0,1 1 0 0 0,-1-1 0 0 0,0 2 1 0 0,1 0-1 0 0,-20 8 0 0 0,-48 27 9 0 0,57-27-31 0 0,14-7-107 0 0,-148 82 661 0 0,81-36-1377 0 0,53-33-1345 0 0,-23 23 1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58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1680 0 0,'0'-26'9653'0'0,"5"-10"-987"0"0,-5 35-8611 0 0,1 0-1 0 0,-1-1 1 0 0,1 1 0 0 0,0 0-1 0 0,-1 0 1 0 0,1 0-1 0 0,0 1 1 0 0,0-1 0 0 0,0 0-1 0 0,0 0 1 0 0,0 0-1 0 0,0 1 1 0 0,0-1 0 0 0,0 0-1 0 0,0 1 1 0 0,2-2-1 0 0,23-8 276 0 0,-20 8-218 0 0,8-3-61 0 0,0 1 1 0 0,1 1-1 0 0,-1 0 1 0 0,1 0 0 0 0,0 2-1 0 0,0 0 1 0 0,0 0-1 0 0,-1 1 1 0 0,1 1 0 0 0,0 1-1 0 0,0 0 1 0 0,20 6-1 0 0,-31-7-25 0 0,1 1-1 0 0,-1 0 0 0 0,0 0 0 0 0,0 0 0 0 0,0 1 0 0 0,0-1 1 0 0,0 1-1 0 0,0 0 0 0 0,-1 0 0 0 0,1 0 0 0 0,-1 1 1 0 0,4 4-1 0 0,-5-5 30 0 0,-1-1-1 0 0,0 1 1 0 0,1 0 0 0 0,-1-1 0 0 0,0 1 0 0 0,0 0-1 0 0,-1 0 1 0 0,1 0 0 0 0,0 0 0 0 0,-1 0 0 0 0,0-1-1 0 0,0 1 1 0 0,0 0 0 0 0,0 0 0 0 0,0 0 0 0 0,0 0-1 0 0,-1 0 1 0 0,0 0 0 0 0,1 0 0 0 0,-3 4-1 0 0,-7 16 521 0 0,-1-1-1 0 0,-2 0 0 0 0,0 0 1 0 0,-1-1-1 0 0,-30 33 0 0 0,43-53-554 0 0,1 0 1 0 0,-1 0-1 0 0,0 0 0 0 0,0 0 1 0 0,1 0-1 0 0,-1 0 0 0 0,0 0 0 0 0,1 0 1 0 0,-1 0-1 0 0,1 0 0 0 0,-1 1 0 0 0,1-1 1 0 0,0 0-1 0 0,0 0 0 0 0,-1 2 0 0 0,1-3-15 0 0,0 0-1 0 0,1 1 0 0 0,-1-1 0 0 0,0 1 0 0 0,0-1 1 0 0,0 0-1 0 0,1 1 0 0 0,-1-1 0 0 0,0 0 0 0 0,0 1 1 0 0,1-1-1 0 0,-1 0 0 0 0,0 1 0 0 0,1-1 0 0 0,-1 0 1 0 0,0 0-1 0 0,1 1 0 0 0,-1-1 0 0 0,1 0 0 0 0,-1 0 1 0 0,0 0-1 0 0,1 0 0 0 0,-1 1 0 0 0,1-1 0 0 0,-1 0 1 0 0,0 0-1 0 0,1 0 0 0 0,0 0 0 0 0,6 0-65 0 0,-1 0 0 0 0,1 0 0 0 0,0-1 0 0 0,9-1-1 0 0,-1 0-243 0 0,94-12-4034 0 0,-60 8 253 0 0,1 0-3813 0 0,-24 3-171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59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7 180 0 0,'-3'0'4339'0'0,"-42"-2"4714"0"0,42 2-7910 0 0,0 0-33 0 0,-19-1 4285 0 0,12 0-2657 0 0,0 2 1469 0 0,349 4-3679 0 0,-195-7-462 0 0,107 0 491 0 0,-248 2-456 0 0,0 0-41 0 0,7-1 447 0 0,20-3-6506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8:59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162 110 1576 0 0,'-13'-27'7489'0'0,"11"22"-6776"0"0,0 1 1 0 0,0 0-1 0 0,1 0 1 0 0,0-1 0 0 0,0 1-1 0 0,0-1 1 0 0,0 1-1 0 0,1-10 1 0 0,0 12-171 0 0,0 0-130 0 0,0 0 0 0 0,1 0 1 0 0,-1 0-1 0 0,0-1 0 0 0,0 1 0 0 0,0 0 0 0 0,-1 0 0 0 0,1-1 0 0 0,-1 1 0 0 0,0-3 1 0 0,-2 1 695 0 0,1 20-1267 0 0,0 26 721 0 0,-1 0-1 0 0,-12 56 1 0 0,-27 82 558 0 0,13-62-785 0 0,16-63-209 0 0,-6 27-1501 0 0,11-28-2863 0 0,8-52 3473 0 0,1 10-614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3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 3148 0 0,'-61'5'5508'0'0,"-51"2"5526"0"0,109-7-10477 0 0,-10 2 1771 0 0,46 1-2017 0 0,0-1 0 0 0,36-2 0 0 0,1-1-157 0 0,-43 2-207 0 0,88 3-975 0 0,-95-2-453 0 0,0 1 1 0 0,0 1-1 0 0,30 9 0 0 0,-22 2-5809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3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 2584 0 0,'-105'45'18293'0'0,"105"-45"-18121"0"0,-1 1 0 0 0,1-1 0 0 0,-1 0 0 0 0,1 0-1 0 0,-1 1 1 0 0,1-1 0 0 0,-1 0 0 0 0,1 1 0 0 0,-1-1-1 0 0,1 1 1 0 0,0-1 0 0 0,-1 0 0 0 0,1 1 0 0 0,0-1-1 0 0,-1 1 1 0 0,1-1 0 0 0,0 1 0 0 0,0-1 0 0 0,-1 2 0 0 0,1-2-140 0 0,1 1 1 0 0,-1-1 0 0 0,0 1 0 0 0,0-1 0 0 0,1 0 0 0 0,-1 1 0 0 0,0-1 0 0 0,0 0 0 0 0,1 1 0 0 0,-1-1 0 0 0,0 0 0 0 0,1 0 0 0 0,-1 1 0 0 0,1-1 0 0 0,-1 0 0 0 0,0 0 0 0 0,1 1 0 0 0,-1-1-1 0 0,1 0 1 0 0,-1 0 0 0 0,0 0 0 0 0,1 0 0 0 0,-1 0 0 0 0,1 0 0 0 0,-1 0 0 0 0,1 0 0 0 0,-1 0 0 0 0,1 0 0 0 0,-1 0 0 0 0,0 0 0 0 0,1 0 0 0 0,-1 0 0 0 0,2 0 0 0 0,49 0 298 0 0,297-3-3690 0 0,-113-9-8719 0 0,-167 6 4154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3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664 248 80 0 0,'-5'-22'4909'0'0,"4"15"-3949"0"0,0 1-1 0 0,0 0 0 0 0,-1-1 1 0 0,0 1-1 0 0,0 0 1 0 0,0 0-1 0 0,-1 0 1 0 0,0 1-1 0 0,0-1 0 0 0,0 0 1 0 0,-1 1-1 0 0,-6-7 1 0 0,5 6-531 0 0,-1 0 0 0 0,1 1 1 0 0,-1-1-1 0 0,-1 1 1 0 0,1 1-1 0 0,-1-1 0 0 0,0 1 1 0 0,0 1-1 0 0,0-1 1 0 0,-12-3-1 0 0,13 5-338 0 0,0 1 1 0 0,0 0-1 0 0,0 0 1 0 0,0 1-1 0 0,0-1 1 0 0,0 2-1 0 0,0-1 1 0 0,0 0-1 0 0,0 1 1 0 0,0 0-1 0 0,0 1 1 0 0,0-1-1 0 0,0 1 1 0 0,-8 4-1 0 0,-9 5 62 0 0,1 2-1 0 0,0 0 1 0 0,2 2-1 0 0,-1 0 1 0 0,2 1-1 0 0,0 1 0 0 0,1 1 1 0 0,0 1-1 0 0,2 0 1 0 0,0 1-1 0 0,2 1 0 0 0,0 0 1 0 0,1 1-1 0 0,1 0 1 0 0,1 1-1 0 0,1 0 1 0 0,1 1-1 0 0,1 0 0 0 0,-4 26 1 0 0,10-39-94 0 0,1 0 0 0 0,0 1 0 0 0,0-1 0 0 0,2 1 0 0 0,-1-1 0 0 0,1 0 0 0 0,1 0 0 0 0,0 1 0 0 0,1-1 0 0 0,0 0 0 0 0,0-1 0 0 0,1 1 0 0 0,1-1 0 0 0,0 1 0 0 0,0-1 0 0 0,1-1 0 0 0,0 1 0 0 0,1-1 0 0 0,0 0 0 0 0,0 0 0 0 0,1-1 0 0 0,0 0 0 0 0,1-1 0 0 0,0 0 0 0 0,0 0 0 0 0,0 0 0 0 0,1-1 0 0 0,0-1 0 0 0,0 0 0 0 0,0 0 0 0 0,13 3 0 0 0,-1-1 77 0 0,-1-1 0 0 0,1-1 1 0 0,0-1-1 0 0,0-1 0 0 0,0-1 0 0 0,1-1 0 0 0,-1-1 0 0 0,0-1 1 0 0,1-1-1 0 0,-1-1 0 0 0,0-1 0 0 0,0 0 0 0 0,-1-2 1 0 0,1-1-1 0 0,22-10 0 0 0,-23 7 4 0 0,0-1-1 0 0,0 0 1 0 0,-1-2-1 0 0,-1 0 1 0 0,0-1 0 0 0,-1-1-1 0 0,0-1 1 0 0,-1 0-1 0 0,-1-2 1 0 0,-1 0 0 0 0,0 0-1 0 0,-2-1 1 0 0,0-1-1 0 0,11-23 1 0 0,-16 26-140 0 0,-1 1 0 0 0,0-1 0 0 0,-1-1 0 0 0,-1 1 0 0 0,-1-1 0 0 0,-1 0 0 0 0,0 0 0 0 0,-1 0 0 0 0,-1 0 0 0 0,-2-35 0 0 0,-1 41 0 0 0,0-1 0 0 0,0 1 0 0 0,-2 0 0 0 0,1 0 0 0 0,-1 1 0 0 0,-1-1 0 0 0,0 1 0 0 0,-1 0 0 0 0,0 0 0 0 0,-1 1 0 0 0,0 0 0 0 0,0 0 0 0 0,-1 0 0 0 0,0 1 0 0 0,-1 0 0 0 0,-18-14 0 0 0,11 11-292 0 0,-1 1-1 0 0,0 1 1 0 0,0 0-1 0 0,-1 1 1 0 0,0 1-1 0 0,-1 0 1 0 0,-35-8-1 0 0,28 11-639 0 0,0 1 0 0 0,-1 1 0 0 0,1 1-1 0 0,-1 1 1 0 0,-30 4 0 0 0,6 2-2422 0 0,-91 23 0 0 0,-46 27-2328 0 0,144-42 4703 0 0,-45 15-8082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0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405 191 96 0 0,'8'-40'6684'0'0,"-5"27"-5453"0"0,0 0 1 0 0,0-1-1 0 0,-2 1 0 0 0,0 0 0 0 0,0-1 1 0 0,-1 1-1 0 0,-1 0 0 0 0,-2-14 1 0 0,3 26-1205 0 0,0 0 0 0 0,-1 0 0 0 0,1 0 1 0 0,-1 0-1 0 0,1 0 0 0 0,-1 0 0 0 0,1 0 1 0 0,-1 1-1 0 0,1-1 0 0 0,-1 0 0 0 0,0 0 0 0 0,0 0 1 0 0,1 1-1 0 0,-1-1 0 0 0,0 1 0 0 0,0-1 1 0 0,0 0-1 0 0,0 1 0 0 0,1 0 0 0 0,-1-1 1 0 0,0 1-1 0 0,0-1 0 0 0,0 1 0 0 0,0 0 0 0 0,0 0 1 0 0,0 0-1 0 0,0-1 0 0 0,-2 1 0 0 0,0 0 5 0 0,-1 0 0 0 0,1 0-1 0 0,-1 1 1 0 0,1-1-1 0 0,-1 1 1 0 0,-4 1-1 0 0,-14 7 24 0 0,1 1 0 0 0,0 1-1 0 0,0 0 1 0 0,1 2-1 0 0,-36 29 1 0 0,39-28-39 0 0,-2 0-7 0 0,-31 32 0 0 0,45-41-8 0 0,0 0-1 0 0,1 0 1 0 0,0 1 0 0 0,0-1 0 0 0,0 1-1 0 0,1 0 1 0 0,0 0 0 0 0,0 0-1 0 0,0 0 1 0 0,1 0 0 0 0,-2 10-1 0 0,4-13 3 0 0,0 1 0 0 0,0 0 0 0 0,0-1 0 0 0,1 1 0 0 0,-1-1 0 0 0,1 1 0 0 0,0-1 0 0 0,0 0 0 0 0,0 1 0 0 0,1-1 0 0 0,-1 0 0 0 0,1 0 0 0 0,0 0 0 0 0,0 0 0 0 0,0 0 0 0 0,0 0 0 0 0,0 0 0 0 0,4 3 0 0 0,7 6 3 0 0,0-1 1 0 0,21 15 0 0 0,-22-17-8 0 0,80 65-26 0 0,-79-62 162 0 0,-1 0 0 0 0,-1 0 0 0 0,0 2 0 0 0,17 27 1 0 0,-26-38 16 0 0,0 0 1 0 0,0 0-1 0 0,-1 1 1 0 0,1-1 0 0 0,-1 0-1 0 0,0 1 1 0 0,0-1-1 0 0,-1 1 1 0 0,1 0 0 0 0,-1-1-1 0 0,1 1 1 0 0,-1-1-1 0 0,0 1 1 0 0,0-1 0 0 0,-1 1-1 0 0,1 0 1 0 0,-1-1-1 0 0,0 1 1 0 0,0-1 0 0 0,0 1-1 0 0,0-1 1 0 0,-1 0 0 0 0,1 1-1 0 0,-1-1 1 0 0,0 0-1 0 0,0 0 1 0 0,0 0 0 0 0,0 0-1 0 0,0-1 1 0 0,-6 6-1 0 0,1-2 116 0 0,-1 0-1 0 0,0 0 0 0 0,0-1 0 0 0,0 0 0 0 0,0-1 0 0 0,-1 1 0 0 0,0-2 0 0 0,0 1 0 0 0,0-1 0 0 0,-15 3 0 0 0,13-4-125 0 0,-1-1-1 0 0,1 0 1 0 0,-1-1 0 0 0,0 0-1 0 0,1-1 1 0 0,-1 0 0 0 0,-18-5-1 0 0,23 4-119 0 0,-1 0-1 0 0,0 0 1 0 0,0-1 0 0 0,1 0-1 0 0,-1-1 1 0 0,1 0 0 0 0,0 0-1 0 0,0 0 1 0 0,1-1 0 0 0,-1 0-1 0 0,-9-10 1 0 0,15 14-148 0 0,-1 0 1 0 0,1 0-1 0 0,0-1 1 0 0,0 1-1 0 0,0-1 1 0 0,0 1-1 0 0,0-1 1 0 0,0 1-1 0 0,1-1 1 0 0,-1 1-1 0 0,0-1 1 0 0,1 0-1 0 0,-1 1 0 0 0,1-1 1 0 0,0 0-1 0 0,0 1 1 0 0,-1-1-1 0 0,1 0 1 0 0,0 1-1 0 0,0-1 1 0 0,1-3-1 0 0,0 3-112 0 0,0 0 1 0 0,0 0-1 0 0,0 0 0 0 0,0 1 0 0 0,0-1 1 0 0,0 0-1 0 0,1 1 0 0 0,-1-1 0 0 0,1 1 1 0 0,-1-1-1 0 0,1 1 0 0 0,0 0 0 0 0,-1 0 1 0 0,1 0-1 0 0,2-2 0 0 0,6-1-753 0 0,-1 0-1 0 0,1 1 1 0 0,0 0-1 0 0,0 0 1 0 0,0 1 0 0 0,11-1-1 0 0,53-3-7101 0 0,-47 4 3068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0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 1384 0 0,'44'-4'12731'0'0,"-11"3"-8871"0"0,-30 2-3697 0 0,2 0-68 0 0,0 1 1 0 0,0 1 0 0 0,0-1-1 0 0,0 1 1 0 0,0-1-1 0 0,-1 1 1 0 0,1 1 0 0 0,-1-1-1 0 0,0 1 1 0 0,0 0 0 0 0,0 0-1 0 0,0 0 1 0 0,-1 0-1 0 0,1 0 1 0 0,-1 1 0 0 0,0 0-1 0 0,-1 0 1 0 0,1 0-1 0 0,-1 0 1 0 0,0 0 0 0 0,0 0-1 0 0,0 0 1 0 0,-1 1 0 0 0,0-1-1 0 0,0 1 1 0 0,0-1-1 0 0,-1 1 1 0 0,0-1 0 0 0,0 1-1 0 0,-1 6 1 0 0,-1-1 179 0 0,0 1-1 0 0,-1-1 1 0 0,-1 1 0 0 0,0-1-1 0 0,0 0 1 0 0,-1 0 0 0 0,0-1-1 0 0,-1 0 1 0 0,0 1 0 0 0,-11 11-1 0 0,-10 12 1297 0 0,-46 42 0 0 0,59-62-1093 0 0,11-11-308 0 0,0-1 1 0 0,0 1 0 0 0,1 0 0 0 0,-1 0 0 0 0,1 0 0 0 0,0 1 0 0 0,-3 4 0 0 0,5-8-161 0 0,0 0 1 0 0,0 1 0 0 0,0-1 0 0 0,0 0-1 0 0,0 0 1 0 0,0 0 0 0 0,0 1-1 0 0,0-1 1 0 0,0 0 0 0 0,0 0 0 0 0,0 0-1 0 0,0 1 1 0 0,0-1 0 0 0,0 0-1 0 0,0 0 1 0 0,0 0 0 0 0,0 1 0 0 0,1-1-1 0 0,-1 0 1 0 0,0 0 0 0 0,0 0 0 0 0,0 0-1 0 0,0 1 1 0 0,0-1 0 0 0,1 0-1 0 0,-1 0 1 0 0,0 0 0 0 0,0 0 0 0 0,0 0-1 0 0,0 1 1 0 0,1-1 0 0 0,-1 0-1 0 0,0 0 1 0 0,0 0 0 0 0,0 0 0 0 0,1 0-1 0 0,-1 0 1 0 0,0 0 0 0 0,1 0 0 0 0,19-1 115 0 0,386-75 213 0 0,-400 75-361 0 0,37-8-500 0 0,-17 0-3012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1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683 127 716 0 0,'17'-127'21251'0'0,"-10"157"-18045"0"0,-5 114-73 0 0,0 72-1929 0 0,-16 59-2085 0 0,12-228-1783 0 0,-7-69 1818 0 0,8 11 757 0 0,-1 0 0 0 0,-1 0 0 0 0,0 1 1 0 0,0-1-1 0 0,-1 1 0 0 0,0 0 0 0 0,-1 0 0 0 0,-7-11 0 0 0,9 17 82 0 0,0 0-1 0 0,0 0 1 0 0,0 0-1 0 0,-1 0 1 0 0,1 1-1 0 0,-1 0 1 0 0,0-1-1 0 0,0 1 1 0 0,0 1-1 0 0,0-1 1 0 0,-1 1-1 0 0,1-1 1 0 0,-1 1-1 0 0,1 1 1 0 0,-1-1-1 0 0,0 0 1 0 0,0 1-1 0 0,1 0 1 0 0,-1 0-1 0 0,-6 0 1 0 0,-9 2 92 0 0,0 0 1 0 0,0 0 0 0 0,1 2 0 0 0,-1 1 0 0 0,0 0-1 0 0,-37 14 1 0 0,-108 58 447 0 0,142-65-532 0 0,19-9-29 0 0,-29 14-301 0 0,2 0 0 0 0,0 3 0 0 0,-41 31 0 0 0,69-48-27 0 0,1 1 1 0 0,-1-1 0 0 0,1 1-1 0 0,0 0 1 0 0,-1 0 0 0 0,1 0 0 0 0,-2 4-1 0 0,4-6 204 0 0,0-1 0 0 0,0 0 0 0 0,0 1 0 0 0,0-1 0 0 0,0 1 0 0 0,0-1 0 0 0,0 1 1 0 0,0-1-1 0 0,0 0 0 0 0,0 1 0 0 0,0-1 0 0 0,0 1 0 0 0,0-1 0 0 0,0 1 0 0 0,0-1 0 0 0,0 0 0 0 0,1 1 0 0 0,-1-1 0 0 0,0 1 0 0 0,0-1 0 0 0,1 0 0 0 0,4 4-2280 0 0,-4-4 2281 0 0,-1 0-1 0 0,0 0 0 0 0,1 0 0 0 0,-1 0 0 0 0,2 0 0 0 0,15 3-4524 0 0,3-6-2667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1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26 312 0 0,'-160'9'21741'0'0,"163"-12"-21389"0"0,-3 3-343 0 0,0-1 0 0 0,0 1 0 0 0,0 0 0 0 0,0-1-1 0 0,0 1 1 0 0,1-1 0 0 0,-1 1 0 0 0,0 0 0 0 0,0 0 0 0 0,0-1 0 0 0,1 1 0 0 0,-1 0 0 0 0,0-1 0 0 0,1 1 0 0 0,-1 0 0 0 0,0 0-1 0 0,0-1 1 0 0,1 1 0 0 0,-1 0 0 0 0,0 0 0 0 0,1 0 0 0 0,-1-1 0 0 0,0 1 0 0 0,1 0 0 0 0,-1 0 0 0 0,1 0 0 0 0,-1 0-1 0 0,1 0 1 0 0,32-7-443 0 0,0 2 0 0 0,0 1 0 0 0,1 2-1 0 0,41 2 1 0 0,53-3-10366 0 0,-90-1 3512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1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89 764 0 0,'-41'-89'20674'0'0,"41"90"-20626"0"0,0-1-1 0 0,0 0 1 0 0,-1 0-1 0 0,1 0 1 0 0,0 0-1 0 0,0 0 1 0 0,-1 0-1 0 0,1 0 0 0 0,0 0 1 0 0,0 0-1 0 0,-1 1 1 0 0,1-1-1 0 0,0 0 1 0 0,0 0-1 0 0,-1 0 1 0 0,1 1-1 0 0,0-1 1 0 0,0 0-1 0 0,0 0 1 0 0,0 0-1 0 0,-1 1 0 0 0,1-1 1 0 0,0 0-1 0 0,0 0 1 0 0,0 1-1 0 0,0-1 1 0 0,0 0-1 0 0,0 0 1 0 0,0 1-1 0 0,0-1 1 0 0,0 0-1 0 0,0 1 1 0 0,0-1-1 0 0,0 1 0 0 0,-12 180 6541 0 0,-10 99-4076 0 0,-37 11-1169 0 0,12-119-1928 0 0,15-58-4536 0 0,9-34-2138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2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5 350 1832 0 0,'71'-130'16623'0'0,"-63"121"-13813"0"0,-3 9-708 0 0,-2 18 495 0 0,-7 33-229 0 0,4-50-2302 0 0,-19 172 1712 0 0,-11 84 813 0 0,11-143-2591 0 0,15-107 0 0 0,0-10 0 0 0,-1-9 0 0 0,2-5 0 0 0,1 0 0 0 0,1 0 0 0 0,1 0 0 0 0,0 0 0 0 0,4-25 0 0 0,19-85 0 0 0,-20 114 0 0 0,19-76 0 0 0,3 1 0 0 0,4 1 0 0 0,72-146 0 0 0,-100 230 0 0 0,1-1 0 0 0,-1 1 0 0 0,1 0 0 0 0,0-1 0 0 0,0 1 0 0 0,0 0 0 0 0,1 0 0 0 0,-1 0 0 0 0,1 1 0 0 0,-1-1 0 0 0,1 0 0 0 0,0 1 0 0 0,0 0 0 0 0,0 0 0 0 0,0 0 0 0 0,0 0 0 0 0,5-2 0 0 0,6 3 0 0 0,-9 1 0 0 0,0 1 0 0 0,1 0 0 0 0,-1 0 0 0 0,0 0 0 0 0,-1 0 0 0 0,1 1 0 0 0,0 0 0 0 0,0 0 0 0 0,-1 1 0 0 0,1-1 0 0 0,6 6 0 0 0,-3-1 0 0 0,0 0 0 0 0,0 0 0 0 0,-1 0 0 0 0,-1 1 0 0 0,9 13 0 0 0,0 2 0 0 0,-2 1 0 0 0,-1 0 0 0 0,15 41 0 0 0,-12-18 0 0 0,-3 1 0 0 0,-1 0 0 0 0,-2 1 0 0 0,-3 0 0 0 0,-1 0 0 0 0,-3 1 0 0 0,-2-1 0 0 0,-7 57 0 0 0,6-84-891 0 0,1-15 47 0 0,0 0 1 0 0,-1 0-1 0 0,1 0 0 0 0,-1-1 1 0 0,-1 1-1 0 0,1 0 0 0 0,-1 0 1 0 0,0-1-1 0 0,-6 13 0 0 0,-4-12-4100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2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102 121 2924 0 0,'-95'-48'20459'0'0,"93"45"-19724"0"0,-2-2-178 0 0,4 4-532 0 0,0 1 1 0 0,1-1 0 0 0,-1 1 0 0 0,0 0 0 0 0,1-1-1 0 0,-1 1 1 0 0,0 0 0 0 0,1 0 0 0 0,-1-1 0 0 0,1 1 0 0 0,-1 0-1 0 0,1 0 1 0 0,-1 0 0 0 0,1-1 0 0 0,-1 1 0 0 0,1 0-1 0 0,-1 0 1 0 0,0 0 0 0 0,1 0 0 0 0,-1 0 0 0 0,1 0 0 0 0,0 0-1 0 0,133-10-273 0 0,-9 2-3596 0 0,-102 5 926 0 0,1-1 0 0 0,-1-1 0 0 0,30-11 0 0 0,-18 3-4182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2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51 2728 0 0,'5'-51'21958'0'0,"-7"75"-18737"0"0,-2 81-2356 0 0,-23 270 3130 0 0,-58 136-3995 0 0,56-370-1293 0 0,27-133-859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7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9 700 0 0,'0'0'2752'0'0,"10"-4"-2592"0"0,-1-1-2436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09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96 212 0 0,'21'-9'12498'0'0,"-18"6"-11924"0"0,-1-1-1 0 0,1 1 0 0 0,-1-1 1 0 0,0 1-1 0 0,0-1 0 0 0,-1 0 1 0 0,1 0-1 0 0,-1 0 0 0 0,2-7 1 0 0,-2 9-372 0 0,0-10 387 0 0,-2 11-578 0 0,1-1-1 0 0,-1 0 1 0 0,0 1 0 0 0,0-1-1 0 0,1 1 1 0 0,-1-1-1 0 0,0 1 1 0 0,0-1 0 0 0,-1 1-1 0 0,1 0 1 0 0,0 0 0 0 0,0-1-1 0 0,-1 1 1 0 0,1 0 0 0 0,-1 0-1 0 0,1 0 1 0 0,-1 0-1 0 0,1 1 1 0 0,-1-1 0 0 0,1 0-1 0 0,-1 1 1 0 0,0-1 0 0 0,1 1-1 0 0,-1-1 1 0 0,0 1-1 0 0,1 0 1 0 0,-1 0 0 0 0,0 0-1 0 0,0 0 1 0 0,1 0 0 0 0,-1 0-1 0 0,0 0 1 0 0,-3 1-1 0 0,-10 3-8 0 0,0-1 0 0 0,0 2 0 0 0,0 0 0 0 0,1 1 0 0 0,0 0 0 0 0,0 1-1 0 0,1 1 1 0 0,0 0 0 0 0,0 1 0 0 0,-20 18 0 0 0,17-13-7 0 0,1 1 0 0 0,1 0 1 0 0,0 1-1 0 0,1 0 0 0 0,1 1 1 0 0,1 0-1 0 0,-17 34 0 0 0,26-46 3 0 0,0 0 0 0 0,0 0 0 0 0,0 0 0 0 0,1 0 0 0 0,-1 0 0 0 0,1 1 0 0 0,0-1 0 0 0,1 1 0 0 0,-1-1 0 0 0,1 0 0 0 0,1 7 0 0 0,-1-9 3 0 0,1-1 0 0 0,0 1 0 0 0,0-1 0 0 0,0 1 0 0 0,0-1 0 0 0,0 1 0 0 0,1-1 0 0 0,-1 0 0 0 0,1 0 0 0 0,-1 0 0 0 0,1 1 0 0 0,0-2 0 0 0,0 1 0 0 0,0 0 0 0 0,0 0 0 0 0,0-1 0 0 0,0 1 0 0 0,0-1 0 0 0,1 1 0 0 0,-1-1 0 0 0,0 0 0 0 0,1 0 0 0 0,4 1-1 0 0,10 3-3 0 0,1 0-1 0 0,0-2 0 0 0,20 2 0 0 0,-19-3 1 0 0,0 1 0 0 0,30 9 0 0 0,-35-8 42 0 0,0 1-1 0 0,-1 1 1 0 0,1 0 0 0 0,-2 0-1 0 0,1 2 1 0 0,17 12 0 0 0,-26-17-22 0 0,-1 0-1 0 0,1 1 1 0 0,0 0 0 0 0,-1 0 0 0 0,0 0-1 0 0,0 0 1 0 0,0 0 0 0 0,0 1 0 0 0,-1-1-1 0 0,0 1 1 0 0,0 0 0 0 0,0-1 0 0 0,0 1-1 0 0,-1 0 1 0 0,0 0 0 0 0,0 0-1 0 0,0 1 1 0 0,0-1 0 0 0,-1 0 0 0 0,0 0-1 0 0,-1 9 1 0 0,-1-4 153 0 0,0 1-1 0 0,0-1 1 0 0,-2 0 0 0 0,1 0-1 0 0,-1 0 1 0 0,0 0-1 0 0,-1-1 1 0 0,0 1-1 0 0,-1-1 1 0 0,0-1 0 0 0,0 1-1 0 0,-1-1 1 0 0,0 0-1 0 0,0 0 1 0 0,-1-1 0 0 0,0 0-1 0 0,-15 10 1 0 0,14-12-26 0 0,1 1 1 0 0,-1-1-1 0 0,0-1 1 0 0,0 1-1 0 0,0-2 1 0 0,-1 1-1 0 0,0-1 1 0 0,1-1-1 0 0,-1 0 1 0 0,0 0-1 0 0,0-1 1 0 0,0 0-1 0 0,0 0 1 0 0,-1-2-1 0 0,1 1 1 0 0,0-1-1 0 0,0 0 1 0 0,-15-5-1 0 0,6-1-43 0 0,0-1 0 0 0,1 0 0 0 0,0-2 0 0 0,0 0-1 0 0,1-1 1 0 0,-22-17 0 0 0,22 16-68 0 0,16 11-177 0 0,-1-1 0 0 0,1 1 0 0 0,0 0 0 0 0,-1 0 0 0 0,1-1 0 0 0,0 1 0 0 0,0 0 0 0 0,-1-1 0 0 0,1 1 0 0 0,0-1 0 0 0,1 0 0 0 0,-1 1 0 0 0,0-1 1 0 0,0 0-1 0 0,1 0 0 0 0,-1 1 0 0 0,1-1 0 0 0,-1 0 0 0 0,1-2 0 0 0,8 0-3402 0 0,-5 4 2661 0 0,0-1 0 0 0,0 1 0 0 0,-1 0 1 0 0,1 0-1 0 0,0 0 0 0 0,0 0 0 0 0,0 1 0 0 0,-1-1 0 0 0,1 1 0 0 0,5 1 0 0 0,-5-1-582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0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50 684 0 0,'39'-40'19098'0'0,"-38"40"-18892"0"0,-1-1-1 0 0,0 1 1 0 0,0-1 0 0 0,1 0 0 0 0,-1 1 0 0 0,0-1-1 0 0,2 0 619 0 0,-1 0-619 0 0,-1 1 1 0 0,1-1 0 0 0,-1 1 0 0 0,1 0-1 0 0,-1-1 1 0 0,1 1 0 0 0,-1 0 0 0 0,1 0 0 0 0,1-1-1 0 0,-2 1-143 0 0,0 0-1 0 0,1 0 0 0 0,-1 0 0 0 0,0 0 0 0 0,1 0 0 0 0,-1 0 0 0 0,0 0 0 0 0,1 0 0 0 0,-1 0 0 0 0,0 0 0 0 0,1 0 0 0 0,-1 0 0 0 0,0 0 0 0 0,1 0 1 0 0,-1 0-1 0 0,0 0 0 0 0,1 0 0 0 0,-1 0 0 0 0,0 1 0 0 0,1-1 0 0 0,-1 0 0 0 0,0 0 0 0 0,1 0 0 0 0,-1 1 0 0 0,0-1 0 0 0,0 0 0 0 0,1 0 1 0 0,-1 1-1 0 0,0-1 0 0 0,0 0 0 0 0,0 1 0 0 0,1-1 0 0 0,-1 0 0 0 0,0 0 0 0 0,0 1 0 0 0,0-1 0 0 0,0 0 0 0 0,0 1 0 0 0,0-1 0 0 0,0 1 0 0 0,0-1 1 0 0,0 0-1 0 0,0 1 0 0 0,0-1 0 0 0,0 0 0 0 0,0 1 0 0 0,0-1 0 0 0,0 0 0 0 0,0 1 0 0 0,-2 60 1420 0 0,-17 103 0 0 0,-27 60 1167 0 0,34-169-2648 0 0,9-44 0 0 0,-2-2-570 0 0,1-13-770 0 0,0-13-1446 0 0,5 11 1419 0 0,-1 0 1 0 0,1 0-1 0 0,0-1 1 0 0,3-7 0 0 0,12-26-9446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0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25 1652 0 0,'-2'-4'23161'0'0,"98"4"-22236"0"0,-4-9-984 0 0,-7 0-4543 0 0,-73 8 2616 0 0,5-1-1625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0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0 2248 0 0,'-16'10'1938'0'0,"-12"6"5786"0"0,-32 25 830 0 0,60-41-8507 0 0,0 0 1 0 0,0 1-1 0 0,0-1 0 0 0,0 0 1 0 0,0 0-1 0 0,0 0 1 0 0,0 0-1 0 0,-1 1 0 0 0,1-1 1 0 0,0 0-1 0 0,0 0 1 0 0,0 0-1 0 0,0 1 0 0 0,0-1 1 0 0,0 0-1 0 0,0 0 1 0 0,0 0-1 0 0,0 1 0 0 0,0-1 1 0 0,0 0-1 0 0,0 0 1 0 0,0 0-1 0 0,0 1 0 0 0,0-1 1 0 0,0 0-1 0 0,0 0 1 0 0,1 0-1 0 0,-1 1 0 0 0,0-1 1 0 0,0 0-1 0 0,0 0 1 0 0,0 0-1 0 0,0 0 0 0 0,0 1 1 0 0,1-1-1 0 0,-1 0 1 0 0,0 0-1 0 0,0 0 0 0 0,0 0 1 0 0,0 0-1 0 0,0 0 1 0 0,1 1-1 0 0,-1-1 0 0 0,0 0 1 0 0,1 0-1 0 0,12 6 1299 0 0,28-5-498 0 0,1-3 0 0 0,73-11 0 0 0,-46 5-665 0 0,196-23 260 0 0,-263 31-429 0 0,4-1-113 0 0,-1 1 0 0 0,0-1-1 0 0,1 0 1 0 0,-1 0 0 0 0,0-1 0 0 0,0 1 0 0 0,0-1 0 0 0,7-4 0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2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88 140 0 0,'0'-63'13575'0'0,"0"40"-10888"0"0,0 22-2128 0 0,0 3-451 0 0,-2 50 680 0 0,-14 75 0 0 0,-2 16-175 0 0,17-120-534 0 0,0-1 1 0 0,2 0-1 0 0,1 0 1 0 0,6 32 0 0 0,-8-51-66 0 0,1 0 1 0 0,0 0-1 0 0,0 0 1 0 0,0 0-1 0 0,0 0 0 0 0,0 0 1 0 0,0 0-1 0 0,1 0 1 0 0,0 0-1 0 0,-1-1 1 0 0,1 1-1 0 0,0-1 0 0 0,0 1 1 0 0,0-1-1 0 0,1 0 1 0 0,-1 0-1 0 0,1 0 1 0 0,-1 0-1 0 0,1 0 0 0 0,-1 0 1 0 0,1-1-1 0 0,0 1 1 0 0,0-1-1 0 0,0 0 1 0 0,0 0-1 0 0,0 0 1 0 0,5 1-1 0 0,-2-2 1 0 0,0 0 0 0 0,0 0 0 0 0,0 0 1 0 0,-1-1-1 0 0,1 0 0 0 0,0 0 0 0 0,0 0 0 0 0,0-1 0 0 0,-1 0 0 0 0,1 0 0 0 0,0 0 1 0 0,-1-1-1 0 0,10-6 0 0 0,-5 2-3 0 0,-1 0 1 0 0,0-1-1 0 0,0 0 1 0 0,-1 0-1 0 0,0-1 1 0 0,0 0-1 0 0,-1-1 1 0 0,8-12-1 0 0,5-13 851 0 0,16-40 0 0 0,-34 71-699 0 0,21-46 1403 0 0,-22 48-1443 0 0,0 5-106 0 0,-1 0 0 0 0,0-1-1 0 0,0 1 1 0 0,0 0 0 0 0,0 0 0 0 0,0-1 0 0 0,0 1 0 0 0,-1 3 0 0 0,-108 412 1989 0 0,93-350-4674 0 0,12-25-3299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2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1868 0 0,'22'-36'15550'0'0,"-22"36"-15465"0"0,0-1 0 0 0,0 1 0 0 0,0 0 0 0 0,1-1 0 0 0,-1 1-1 0 0,0 0 1 0 0,0-1 0 0 0,0 1 0 0 0,1 0 0 0 0,-1-1 0 0 0,0 1 0 0 0,0 0-1 0 0,1 0 1 0 0,-1-1 0 0 0,0 1 0 0 0,0 0 0 0 0,1 0 0 0 0,-1-1 0 0 0,0 1-1 0 0,1 0 1 0 0,-1 0 0 0 0,1 0 0 0 0,-1 0 0 0 0,0-1 0 0 0,1 1 0 0 0,-1 0-1 0 0,0 0 1 0 0,1 0 0 0 0,-1 0 0 0 0,1 0 0 0 0,-1 0 0 0 0,1 0 0 0 0,18-4 1799 0 0,-18 3-1934 0 0,214-31 2676 0 0,-146 17-6545 0 0,-2-3-6797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2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14 536 0 0,'-3'-1'2798'0'0,"-49"-11"10738"0"0,51 12-13350 0 0,0 0-1 0 0,0 0 0 0 0,0 0 1 0 0,0 1-1 0 0,0-1 0 0 0,0 0 1 0 0,0 1-1 0 0,0-1 0 0 0,0 1 1 0 0,0-1-1 0 0,0 1 0 0 0,0-1 1 0 0,0 1-1 0 0,1 0 0 0 0,-1 0 1 0 0,0-1-1 0 0,0 1 0 0 0,1 0 1 0 0,-1 0-1 0 0,0 0 0 0 0,0 1 1 0 0,-12 21 2027 0 0,13-22-2118 0 0,-10 28 705 0 0,0 0-1 0 0,3 0 0 0 0,0 0 1 0 0,-4 47-1 0 0,6-41-547 0 0,3-23-301 0 0,-11 98 360 0 0,12-93-1292 0 0,1-1 1 0 0,0 1-1 0 0,2-1 1 0 0,4 27-1 0 0,7-12-3392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3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11 206 700 0 0,'3'-11'2552'0'0,"0"-7"1207"0"0,1 0 1 0 0,9-25 0 0 0,-10 37-3284 0 0,0 0-1 0 0,0 0 1 0 0,0 0 0 0 0,1 0 0 0 0,0 1 0 0 0,0 0-1 0 0,0 0 1 0 0,0 0 0 0 0,1 0 0 0 0,8-6-1 0 0,-4 5-194 0 0,0 0 0 0 0,1 0 0 0 0,0 1 0 0 0,0 0 0 0 0,0 1 1 0 0,0 0-1 0 0,1 1 0 0 0,-1 0 0 0 0,19-3 0 0 0,-25 5-238 0 0,1 1 1 0 0,0-1 0 0 0,0 1 0 0 0,-1 0 0 0 0,1 0 0 0 0,0 1-1 0 0,0-1 1 0 0,-1 1 0 0 0,1 0 0 0 0,0 0 0 0 0,-1 1 0 0 0,1-1 0 0 0,-1 1-1 0 0,0 0 1 0 0,1 0 0 0 0,-1 1 0 0 0,0-1 0 0 0,0 1 0 0 0,0 0 0 0 0,-1 0-1 0 0,1 0 1 0 0,-1 1 0 0 0,0-1 0 0 0,5 7 0 0 0,-5-4-8 0 0,0 0 1 0 0,0 0-1 0 0,-1 0 1 0 0,0 0-1 0 0,-1 0 1 0 0,1 0-1 0 0,-1 1 1 0 0,-1-1-1 0 0,1 1 1 0 0,-1-1-1 0 0,0 0 1 0 0,0 1-1 0 0,-1-1 0 0 0,0 1 1 0 0,0-1-1 0 0,0 0 1 0 0,-4 10-1 0 0,-1 2 34 0 0,-1 1 0 0 0,-1-1-1 0 0,-1-1 1 0 0,-16 26 0 0 0,7-17 146 0 0,-1 0 1 0 0,-35 35 0 0 0,47-57-134 0 0,10-9 198 0 0,-1 3-278 0 0,23-1 16 0 0,-17 3 6 0 0,1 0 1 0 0,-1 1-1 0 0,1 1 0 0 0,-1-1 0 0 0,0 1 0 0 0,1 1 0 0 0,-1-1 0 0 0,0 2 0 0 0,-1-1 0 0 0,1 1 0 0 0,0 0 0 0 0,-1 0 0 0 0,0 1 1 0 0,0 0-1 0 0,-1 0 0 0 0,11 11 0 0 0,-13-13 90 0 0,-1 1 0 0 0,1 0 0 0 0,-1 0-1 0 0,0 0 1 0 0,0 0 0 0 0,-1 0 0 0 0,1 0 0 0 0,-1 1 0 0 0,0-1 0 0 0,0 1 0 0 0,0 0 0 0 0,-1-1 0 0 0,1 1 0 0 0,-1 0 0 0 0,-1 0 0 0 0,1 0 0 0 0,-1 0 0 0 0,1 0-1 0 0,-1 0 1 0 0,-1 0 0 0 0,1 0 0 0 0,-1 0 0 0 0,0 0 0 0 0,0 0 0 0 0,0-1 0 0 0,-1 1 0 0 0,1 0 0 0 0,-1 0 0 0 0,-3 4 0 0 0,-1 0 66 0 0,0 0 0 0 0,-1-1 0 0 0,0 0 0 0 0,0-1 0 0 0,-1 1 0 0 0,0-1 0 0 0,0-1 1 0 0,-1 0-1 0 0,0 0 0 0 0,0 0 0 0 0,0-1 0 0 0,-1-1 0 0 0,1 1 0 0 0,-1-2 0 0 0,-20 6 0 0 0,18-6-186 0 0,-1-1-1 0 0,1 0 1 0 0,-1 0-1 0 0,1-1 1 0 0,-1-1-1 0 0,0 0 0 0 0,1-1 1 0 0,-1-1-1 0 0,1 0 1 0 0,-1 0-1 0 0,1-1 0 0 0,0-1 1 0 0,-14-5-1 0 0,25 9-228 0 0,0-1 0 0 0,-1 1 0 0 0,1-1 0 0 0,0 1 1 0 0,-1-1-1 0 0,1 0 0 0 0,0 0 0 0 0,0 0 0 0 0,-1 1 0 0 0,1-1 0 0 0,0 0 0 0 0,0 0 0 0 0,0-1 0 0 0,0 1 0 0 0,1 0 0 0 0,-1 0 0 0 0,0 0 0 0 0,0-1 0 0 0,1 1 0 0 0,-1 0 0 0 0,0-1 0 0 0,1 1 0 0 0,0-1 0 0 0,-1 1 0 0 0,1 0 1 0 0,0-1-1 0 0,-1 1 0 0 0,1-1 0 0 0,0 1 0 0 0,0-1 0 0 0,0 1 0 0 0,1-1 0 0 0,-1-2 0 0 0,2 0-1085 0 0,0 0 0 0 0,0-1 0 0 0,0 1 0 0 0,0 0-1 0 0,1 0 1 0 0,0 0 0 0 0,-1 1 0 0 0,1-1 0 0 0,6-4 0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3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2660 0 0,'1'10'19147'0'0,"3"-8"-18855"0"0,0 0 1 0 0,0-1-1 0 0,0 1 1 0 0,0-1-1 0 0,0 1 1 0 0,0-1-1 0 0,0-1 1 0 0,0 1-1 0 0,1 0 1 0 0,7-1-1 0 0,-8 0-232 0 0,143 6-622 0 0,-52-8-6972 0 0,-57-3-134 0 0,-17 0 752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4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54 2532 0 0,'-16'-27'15650'0'0,"16"26"-15524"0"0,0 0 1 0 0,0 1-1 0 0,-1-1 1 0 0,1 1-1 0 0,0-1 1 0 0,0 0-1 0 0,0 1 1 0 0,0-1 0 0 0,0 1-1 0 0,-1-1 1 0 0,1 0-1 0 0,0 1 1 0 0,1-1-1 0 0,-1 0 1 0 0,0 1-1 0 0,0-1 1 0 0,0 1 0 0 0,0-1-1 0 0,0 0 1 0 0,1 1-1 0 0,-1-1 1 0 0,0 1-1 0 0,0-1 1 0 0,1 1-1 0 0,-1-1 1 0 0,0 1-1 0 0,1-1 1 0 0,-1 1 0 0 0,1-1-1 0 0,-1 1 1 0 0,1-1-1 0 0,1 0 31 0 0,0 0 1 0 0,-1 0-1 0 0,1 0 1 0 0,0 1-1 0 0,0-1 0 0 0,0 0 1 0 0,0 1-1 0 0,0 0 0 0 0,0-1 1 0 0,2 1-1 0 0,5 0 106 0 0,0 0 1 0 0,-1 0-1 0 0,12 3 1 0 0,-15-2-118 0 0,0 0 0 0 0,1 0 0 0 0,-1 1 1 0 0,0-1-1 0 0,0 1 0 0 0,0 0 0 0 0,0 1 1 0 0,0-1-1 0 0,-1 1 0 0 0,1 0 1 0 0,-1 0-1 0 0,0 1 0 0 0,0-1 0 0 0,0 1 1 0 0,0 0-1 0 0,-1 0 0 0 0,1 0 0 0 0,-1 1 1 0 0,0-1-1 0 0,0 1 0 0 0,-1-1 1 0 0,1 1-1 0 0,-1 0 0 0 0,0 0 0 0 0,0 0 1 0 0,1 8-1 0 0,-1-3 166 0 0,-1 1 1 0 0,0 0-1 0 0,-1 0 0 0 0,0 0 1 0 0,-1 0-1 0 0,0 0 1 0 0,0 0-1 0 0,-1-1 0 0 0,-1 1 1 0 0,0 0-1 0 0,-8 17 1 0 0,-9 14-298 0 0,-3-2-1 0 0,-1 0 1 0 0,-56 70 0 0 0,27-41-21 0 0,42-51 6 0 0,6-7 0 0 0,5-11 0 0 0,0 0 0 0 0,0 1 0 0 0,0-1 0 0 0,0 0 0 0 0,0 1 0 0 0,0-1 0 0 0,0 0 0 0 0,0 1 0 0 0,0-1 0 0 0,0 0 0 0 0,0 1 0 0 0,0-1 0 0 0,0 0 0 0 0,0 0 0 0 0,0 1 0 0 0,0-1 0 0 0,0 0 0 0 0,0 1 0 0 0,1-1 0 0 0,-1 0 0 0 0,0 0 0 0 0,0 1 0 0 0,0-1 0 0 0,0 0 0 0 0,1 0 0 0 0,-1 1 0 0 0,0-1 0 0 0,0 0 0 0 0,1 0 0 0 0,17 6 0 0 0,11-5 0 0 0,0-1 0 0 0,-1-1 0 0 0,1-1 0 0 0,49-11 0 0 0,-31 6 0 0 0,130-24 0 0 0,-160 27 0 0 0,-3 1 0 0 0,-4 0-31 0 0,-2-1-949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4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4 2768 0 0,'-153'-3'14797'0'0,"150"3"-13807"0"0,-7 1 234 0 0,8 2-534 0 0,12 0-15 0 0,136 11 462 0 0,4 1-3987 0 0,-119-9-2645 0 0,37 10 0 0 0,-52-11-542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4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 2144 0 0,'-26'8'2557'0'0,"-11"4"5511"0"0,-44 21 0 0 0,85-31-7601 0 0,0 0 0 0 0,0-1 0 0 0,1 0 0 0 0,-1 0 0 0 0,1 0 0 0 0,5 1 0 0 0,53-4 192 0 0,-35 1-308 0 0,27-1-186 0 0,183-4-1964 0 0,-79-1-6649 0 0,-130 5 3422 0 0,-2-2-2578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7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44 208 0 0,'-7'-10'3991'0'0,"-10"-9"2468"0"0,-17 6 2436 0 0,32 12-8712 0 0,1 1 0 0 0,-1 0 1 0 0,1-1-1 0 0,-1 1 0 0 0,0 0 0 0 0,1 0 0 0 0,-1 0 0 0 0,0 1 1 0 0,1-1-1 0 0,-1 0 0 0 0,0 0 0 0 0,1 1 0 0 0,-1-1 0 0 0,1 1 0 0 0,-1 0 1 0 0,1-1-1 0 0,-1 1 0 0 0,1 0 0 0 0,-3 2 0 0 0,-33 22-727 0 0,29-19 819 0 0,-10 8-275 0 0,0-1-1 0 0,2 2 0 0 0,0 1 1 0 0,-18 21-1 0 0,22-23-37 0 0,10-12 46 0 0,0 1 0 0 0,-1 0 1 0 0,1 0-1 0 0,0 0 0 0 0,1 0 0 0 0,-3 4 0 0 0,3-5-1 0 0,1 0 0 0 0,0-1 1 0 0,-1 1-1 0 0,1-1 0 0 0,0 1 0 0 0,0 0 0 0 0,0-1 0 0 0,0 1 0 0 0,0-1 0 0 0,1 1 0 0 0,-1-1 0 0 0,0 1 0 0 0,1 0 0 0 0,-1-1 0 0 0,1 1 0 0 0,0-1 0 0 0,-1 0 0 0 0,2 2 0 0 0,5 8 44 0 0,1-1 0 0 0,1 0 0 0 0,-1 0 0 0 0,1-1 0 0 0,1 0 0 0 0,0-1 0 0 0,0 0 0 0 0,18 11 0 0 0,26 21 157 0 0,-43-30-176 0 0,13 10 154 0 0,0 2-1 0 0,37 45 1 0 0,-56-60-18 0 0,0 0-1 0 0,-1 0 1 0 0,1 0 0 0 0,-1 0-1 0 0,-1 1 1 0 0,1 0 0 0 0,-1-1 0 0 0,-1 1-1 0 0,1 0 1 0 0,-2 1 0 0 0,1-1-1 0 0,-1 0 1 0 0,0 0 0 0 0,0 1-1 0 0,-1-1 1 0 0,-1 9 0 0 0,0-11-17 0 0,-1 0 1 0 0,0-1-1 0 0,0 1 0 0 0,0-1 1 0 0,-1 1-1 0 0,1-1 1 0 0,-1 0-1 0 0,0 0 1 0 0,-1 0-1 0 0,1 0 0 0 0,-1-1 1 0 0,0 0-1 0 0,0 1 1 0 0,-1-1-1 0 0,1-1 0 0 0,-1 1 1 0 0,0-1-1 0 0,0 0 1 0 0,0 0-1 0 0,-8 4 1 0 0,-4 1 124 0 0,-1-1 1 0 0,0-1 0 0 0,-1 0 0 0 0,-35 6 0 0 0,43-10-174 0 0,0-1-1 0 0,0 0 1 0 0,0-1-1 0 0,0 0 1 0 0,0-1-1 0 0,-17-3 0 0 0,24 3-286 0 0,-1 0-1 0 0,1 0 1 0 0,0 0 0 0 0,0-1-1 0 0,-1 0 1 0 0,1 0-1 0 0,0 0 1 0 0,1 0-1 0 0,-1 0 1 0 0,0-1-1 0 0,1 0 1 0 0,-1 1-1 0 0,1-2 1 0 0,0 1-1 0 0,0 0 1 0 0,-5-7-1 0 0,7 8-143 0 0,0 0-1 0 0,1 0 0 0 0,-1 0 0 0 0,0-1 0 0 0,1 1 0 0 0,-1 0 1 0 0,1 0-1 0 0,0-1 0 0 0,0 1 0 0 0,0 0 0 0 0,0-1 0 0 0,0 1 1 0 0,0 0-1 0 0,1-1 0 0 0,-1 1 0 0 0,1 0 0 0 0,-1 0 0 0 0,1 0 1 0 0,0-1-1 0 0,0 1 0 0 0,1-2 0 0 0,3-5-1396 0 0,1 0 0 0 0,-1 1 0 0 0,9-10 0 0 0,-12 15 1107 0 0,12-14-4258 0 0,1-5-2441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7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57 1652 0 0,'-41'-31'20105'0'0,"39"28"-19423"0"0,4 2-586 0 0,0-1 1 0 0,0 1-1 0 0,0 0 1 0 0,1 0 0 0 0,-1 0-1 0 0,0 0 1 0 0,0 0-1 0 0,1 1 1 0 0,-1-1-1 0 0,0 0 1 0 0,5 1 0 0 0,34-2 238 0 0,-21 1-142 0 0,500-7 537 0 0,-402 9-905 0 0,-116-1-157 0 0,1 0-185 0 0,9 2-108 0 0,-9-2-51 0 0,-3 0 530 0 0,0 0-1 0 0,1 0 1 0 0,-1 1-1 0 0,1-1 1 0 0,-1 0-1 0 0,0 0 1 0 0,1 0-1 0 0,2 5-1758 0 0,-3-5 1759 0 0,0 1-1 0 0,-1 3-733 0 0,1-1-1 0 0,-1 1 1 0 0,-1 0-1 0 0,1-1 1 0 0,-1 0 0 0 0,1 1-1 0 0,-1-1 1 0 0,0 0-1 0 0,0 0 1 0 0,0 0 0 0 0,-3 3-1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8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70 1696 0 0,'0'0'11374'0'0,"-1"-12"-8189"0"0,-2 7-2895 0 0,1 1 0 0 0,-1-1 0 0 0,0 1 0 0 0,-1 0 0 0 0,1 0 1 0 0,-1 0-1 0 0,1 0 0 0 0,-1 0 0 0 0,-1 1 0 0 0,1 0 0 0 0,0 0 0 0 0,-1 0 0 0 0,-5-3 1 0 0,8 6-285 0 0,1-1 0 0 0,-1 1 1 0 0,0 0-1 0 0,1 0 1 0 0,-1-1-1 0 0,0 1 1 0 0,0 0-1 0 0,1 0 1 0 0,-1 0-1 0 0,0 1 1 0 0,1-1-1 0 0,-1 0 0 0 0,0 1 1 0 0,1-1-1 0 0,-1 1 1 0 0,0-1-1 0 0,-1 2 1 0 0,-26 14 7 0 0,27-15-11 0 0,-17 13 3 0 0,0 0 1 0 0,1 1-1 0 0,1 1 1 0 0,0 1-1 0 0,2 0 1 0 0,-16 21-1 0 0,5 0 7 0 0,1 0 0 0 0,-23 48-1 0 0,44-76-10 0 0,-1 0-1 0 0,1 0 0 0 0,1 0 1 0 0,0 0-1 0 0,0 0 0 0 0,1 1 1 0 0,-2 21-1 0 0,4-28 2 0 0,0-1-1 0 0,0 1 1 0 0,0 0 0 0 0,1 0 0 0 0,-1-1-1 0 0,1 1 1 0 0,0 0 0 0 0,0-1-1 0 0,0 1 1 0 0,1-1 0 0 0,-1 1 0 0 0,1-1-1 0 0,0 0 1 0 0,0 0 0 0 0,0 0-1 0 0,0 0 1 0 0,1 0 0 0 0,-1 0 0 0 0,1 0-1 0 0,0-1 1 0 0,-1 1 0 0 0,1-1-1 0 0,0 0 1 0 0,1 0 0 0 0,-1 0 0 0 0,4 2-1 0 0,87 30 23 0 0,-73-28-21 0 0,0 1 0 0 0,0 1 1 0 0,-1 1-1 0 0,36 21 0 0 0,-50-26 43 0 0,-1 0 1 0 0,0 0-1 0 0,-1 0 0 0 0,1 0 0 0 0,0 1 0 0 0,-1 0 1 0 0,0 0-1 0 0,-1 0 0 0 0,1 0 0 0 0,-1 1 0 0 0,0 0 1 0 0,0-1-1 0 0,0 1 0 0 0,-1 0 0 0 0,0 0 0 0 0,2 12 1 0 0,-3-11 156 0 0,0 0 1 0 0,-1 1 0 0 0,0-1 0 0 0,-1 0 0 0 0,1 1 0 0 0,-1-1 0 0 0,-1 0 0 0 0,1 0 0 0 0,-1 1 0 0 0,-1-1 0 0 0,1-1 0 0 0,-1 1 0 0 0,-1 0 0 0 0,-5 8 0 0 0,5-7-27 0 0,-2 0 0 0 0,1-1 0 0 0,-1 0 0 0 0,0 0 0 0 0,-1-1 0 0 0,1 0 0 0 0,-1 0 0 0 0,-1 0-1 0 0,1-1 1 0 0,-1 0 0 0 0,0 0 0 0 0,0-1 0 0 0,0 0 0 0 0,-1-1 0 0 0,-17 5 0 0 0,19-6-184 0 0,-1-1-1 0 0,1 1 1 0 0,-1-2 0 0 0,1 1 0 0 0,-1-1-1 0 0,0-1 1 0 0,1 1 0 0 0,-1-1 0 0 0,0-1-1 0 0,1 1 1 0 0,-1-1 0 0 0,1 0 0 0 0,0-1-1 0 0,0 0 1 0 0,0 0 0 0 0,0-1 0 0 0,0 1-1 0 0,1-2 1 0 0,-7-4 0 0 0,11 8-215 0 0,1 0 0 0 0,-1-1 1 0 0,1 1-1 0 0,-1 0 1 0 0,1 0-1 0 0,0-1 0 0 0,0 1 1 0 0,-1-1-1 0 0,1 1 0 0 0,0-1 1 0 0,0 1-1 0 0,1-1 0 0 0,-1 0 1 0 0,0 0-1 0 0,1 1 0 0 0,-1-1 1 0 0,1 0-1 0 0,-1 0 0 0 0,1 0 1 0 0,0 0-1 0 0,-1 1 0 0 0,1-1 1 0 0,0 0-1 0 0,1 0 0 0 0,-1 0 1 0 0,0 0-1 0 0,1-2 0 0 0,0 1-672 0 0,1 0-1 0 0,-1-1 1 0 0,1 1-1 0 0,0 0 0 0 0,0 0 1 0 0,0 0-1 0 0,0 1 1 0 0,1-1-1 0 0,-1 0 1 0 0,1 1-1 0 0,-1-1 0 0 0,5-2 1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9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 1420 0 0,'21'-5'9041'0'0,"-14"3"-6461"0"0,-4 2-2044 0 0,6-1-318 0 0,0 0 1 0 0,-1 1-1 0 0,1 0 0 0 0,0 1 0 0 0,0 0 0 0 0,0 1 1 0 0,0-1-1 0 0,-1 2 0 0 0,17 5 0 0 0,-21-6-123 0 0,-1 0 0 0 0,1 0 0 0 0,-1 0 0 0 0,1 0 0 0 0,-1 0 0 0 0,0 1 0 0 0,0-1 0 0 0,0 1 0 0 0,-1 0 0 0 0,1 0 0 0 0,-1 0 1 0 0,1 1-1 0 0,-1-1 0 0 0,0 0 0 0 0,0 1 0 0 0,0-1 0 0 0,-1 1 0 0 0,1 0 0 0 0,-1 0 0 0 0,0-1 0 0 0,0 1 0 0 0,0 0 0 0 0,-1 0 0 0 0,1 5 0 0 0,-1 1 171 0 0,-1-1 0 0 0,0 1 0 0 0,-1 0 0 0 0,0-1 1 0 0,0 0-1 0 0,-1 1 0 0 0,0-1 0 0 0,0 0 0 0 0,-1-1 0 0 0,0 1 0 0 0,-6 8 0 0 0,-9 13 807 0 0,-36 43-1 0 0,47-64-819 0 0,-78 89 1958 0 0,26-32-910 0 0,60-65-1290 0 0,-1-1 0 0 0,0 1 0 0 0,1 0 0 0 0,-1-1 0 0 0,1 1-1 0 0,-1 0 1 0 0,1-1 0 0 0,-1 1 0 0 0,1 0 0 0 0,-1 0-1 0 0,1 0 1 0 0,0-1 0 0 0,-1 1 0 0 0,1 0 0 0 0,0 0 0 0 0,0 0-1 0 0,0 0 1 0 0,0 0 0 0 0,0 0 0 0 0,0 0 0 0 0,0 0-5 0 0,0-1 0 0 0,1 1 0 0 0,-1-1 1 0 0,0 1-1 0 0,1-1 0 0 0,-1 1 0 0 0,1-1 1 0 0,-1 0-1 0 0,0 1 0 0 0,1-1 0 0 0,-1 0 1 0 0,1 1-1 0 0,-1-1 0 0 0,1 0 0 0 0,-1 0 1 0 0,1 1-1 0 0,-1-1 0 0 0,1 0 0 0 0,0 0 1 0 0,-1 0-1 0 0,1 0 0 0 0,0 0 1 0 0,4 1-10 0 0,0-1 1 0 0,0 0-1 0 0,0 0 1 0 0,0-1-1 0 0,8-1 1 0 0,244-75-9283 0 0,-184 53 5313 0 0,-14 3-862 0 0,0-1-2266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9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21 1928 0 0,'-101'17'16898'0'0,"99"-17"-16164"0"0,-2 0 864 0 0,7-1-633 0 0,20-4-401 0 0,36-7-1178 0 0,25 0-2570 0 0,-29 6-4016 0 0,-42 5 3967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19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32 864 0 0,'-80'68'19575'0'0,"98"-67"-19029"0"0,11-4-546 0 0,0-2 0 0 0,34-9 1 0 0,-5 0-1107 0 0,38-3-1417 0 0,71-17-6423 0 0,-109 21 2939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0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38 2908 0 0,'-12'-37'22700'0'0,"12"66"-21064"0"0,1 17-445 0 0,-97 582 2641 0 0,47-363-3807 0 0,24-104 207 0 0,-3 190 0 0 0,26-226-231 0 0,6-1-1 0 0,22 141 1 0 0,34 37-2698 0 0,-52-271 372 0 0,1-12-4008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0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49 101 952 0 0,'-17'-16'5986'0'0,"-14"-15"1241"0"0,31 30-7187 0 0,0 1 1 0 0,0-1-1 0 0,0 0 0 0 0,-1 1 0 0 0,1-1 0 0 0,0 0 0 0 0,0 1 0 0 0,0-1 0 0 0,0 1 0 0 0,0-1 1 0 0,0 0-1 0 0,0 1 0 0 0,1-1 0 0 0,-1 0 0 0 0,0 1 0 0 0,0-1 0 0 0,0 1 0 0 0,1-1 0 0 0,-1 0 1 0 0,0 1-1 0 0,0-1 0 0 0,1 1 0 0 0,-1-1 0 0 0,1 1 0 0 0,-1-1 0 0 0,0 1 0 0 0,1-1 0 0 0,0 0 1 0 0,13-11 340 0 0,-8 9-352 0 0,-1 0-1 0 0,0 0 0 0 0,1 0 1 0 0,0 1-1 0 0,0 0 1 0 0,-1 0-1 0 0,1 0 1 0 0,0 1-1 0 0,0 0 0 0 0,1 0 1 0 0,-1 1-1 0 0,0-1 1 0 0,0 1-1 0 0,0 1 1 0 0,0-1-1 0 0,0 1 0 0 0,9 2 1 0 0,-11-2-15 0 0,-1 0 1 0 0,0 1-1 0 0,0-1 1 0 0,1 0 0 0 0,-1 1-1 0 0,0 0 1 0 0,-1 0-1 0 0,1 0 1 0 0,0 0-1 0 0,0 0 1 0 0,-1 1-1 0 0,1-1 1 0 0,-1 1 0 0 0,0-1-1 0 0,0 1 1 0 0,0 0-1 0 0,0 0 1 0 0,0 0-1 0 0,-1 0 1 0 0,1 0-1 0 0,-1 0 1 0 0,0 1 0 0 0,0-1-1 0 0,0 0 1 0 0,0 1-1 0 0,-1-1 1 0 0,1 1-1 0 0,-1-1 1 0 0,0 1-1 0 0,0-1 1 0 0,-1 4 0 0 0,-2 11 144 0 0,0 0 0 0 0,-2-1 0 0 0,0 1 1 0 0,-1-1-1 0 0,0 0 0 0 0,-2-1 1 0 0,-12 22-1 0 0,-8 21 797 0 0,27-58-933 0 0,1 0 0 0 0,-1-1 0 0 0,1 1 0 0 0,0 0 0 0 0,0 0 0 0 0,-1 0 0 0 0,1 0 0 0 0,0 0 1 0 0,0-1-1 0 0,0 1 0 0 0,0 0 0 0 0,0 0 0 0 0,0 0 0 0 0,0 0 0 0 0,0 0 0 0 0,0 0 0 0 0,1-1 0 0 0,-1 1 1 0 0,0 0-1 0 0,1 0 0 0 0,-1 0 0 0 0,0 0 0 0 0,1-1 0 0 0,-1 1 0 0 0,1 0 0 0 0,-1 0 0 0 0,1-1 0 0 0,-1 1 0 0 0,1 0 1 0 0,0-1-1 0 0,-1 1 0 0 0,1-1 0 0 0,1 1 0 0 0,3 2-13 0 0,0 0 0 0 0,0-1-1 0 0,0 0 1 0 0,10 3 0 0 0,14 5 108 0 0,-18-3-188 0 0,2-1 305 0 0,-1 1-1 0 0,0 1 1 0 0,-1 0 0 0 0,1 0-1 0 0,18 19 1 0 0,-28-24-117 0 0,0 0-1 0 0,0-1 1 0 0,0 1-1 0 0,-1 0 1 0 0,1 0-1 0 0,-1 0 1 0 0,1 0-1 0 0,-1 0 1 0 0,0 0-1 0 0,0 0 1 0 0,0 1-1 0 0,-1-1 1 0 0,1 0-1 0 0,-1 1 1 0 0,0-1-1 0 0,0 0 1 0 0,0 1-1 0 0,0-1 1 0 0,0 0-1 0 0,-1 1 1 0 0,0-1-1 0 0,1 0 1 0 0,-1 0-1 0 0,0 0 1 0 0,-1 0-1 0 0,1 1 1 0 0,-1-1-1 0 0,1-1 1 0 0,-1 1-1 0 0,-4 5 1 0 0,-1 2 75 0 0,-1-1-1 0 0,0 0 1 0 0,0-1 0 0 0,-1 1-1 0 0,-1-1 1 0 0,1-1 0 0 0,-1 0-1 0 0,0-1 1 0 0,-1 1 0 0 0,1-2-1 0 0,-1 0 1 0 0,-1 0 0 0 0,1-1 0 0 0,0 0-1 0 0,-1-1 1 0 0,0 0 0 0 0,-13 1-1 0 0,21-4-288 0 0,1 0 0 0 0,-1 1 0 0 0,1-2 0 0 0,-1 1 0 0 0,1 0 0 0 0,-1-1 0 0 0,1 1-1 0 0,-1-1 1 0 0,1 0 0 0 0,0 0 0 0 0,0 0 0 0 0,-1-1 0 0 0,1 1 0 0 0,0-1 0 0 0,0 0 0 0 0,0 0-1 0 0,0 0 1 0 0,1 0 0 0 0,-1 0 0 0 0,-4-6 0 0 0,6 7-97 0 0,1-1 0 0 0,-1 1-1 0 0,1-1 1 0 0,-1 1 0 0 0,1-1 0 0 0,0 1-1 0 0,0-1 1 0 0,0 1 0 0 0,0-1 0 0 0,0 1-1 0 0,0-1 1 0 0,0 0 0 0 0,0 1 0 0 0,1-1-1 0 0,-1 1 1 0 0,1-1 0 0 0,-1 1 0 0 0,1 0-1 0 0,-1-1 1 0 0,1 1 0 0 0,0-1 0 0 0,0 1-1 0 0,0 0 1 0 0,0 0 0 0 0,0-1 0 0 0,2 0-1 0 0,1-4-697 0 0,2 1-1 0 0,-1 0 1 0 0,1 0 0 0 0,5-4-1 0 0,39-22-6627 0 0,-17 14 816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1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92 1600 0 0,'-10'-6'5223'0'0,"9"5"-4960"0"0,0 0-1 0 0,0 0 1 0 0,1 0 0 0 0,-1 0-1 0 0,0-1 1 0 0,1 1-1 0 0,-1 0 1 0 0,0 0-1 0 0,1 0 1 0 0,-1-1 0 0 0,1 1-1 0 0,0 0 1 0 0,0-1-1 0 0,-1 1 1 0 0,1 0-1 0 0,0-1 1 0 0,0 1 0 0 0,0 0-1 0 0,0-1 1 0 0,0 1-1 0 0,0 0 1 0 0,1-1-1 0 0,-1 1 1 0 0,0 0 0 0 0,2-3-1 0 0,-1 2-55 0 0,1 0 0 0 0,0-1 0 0 0,-1 1 0 0 0,1 0 0 0 0,0 0-1 0 0,0 0 1 0 0,1 0 0 0 0,-1 0 0 0 0,0 1 0 0 0,1-1 0 0 0,3-1 0 0 0,3-2-11 0 0,1 1 1 0 0,-1 0 0 0 0,1 1 0 0 0,0 0 0 0 0,17-2 0 0 0,-22 4-145 0 0,0 0 1 0 0,1 1-1 0 0,-1 0 1 0 0,1 0 0 0 0,-1 1-1 0 0,1 0 1 0 0,-1 0-1 0 0,0 0 1 0 0,1 0 0 0 0,-1 1-1 0 0,0 0 1 0 0,0 0-1 0 0,0 0 1 0 0,0 1 0 0 0,-1-1-1 0 0,1 1 1 0 0,5 4-1 0 0,-8-4 63 0 0,1 0 0 0 0,0 0 0 0 0,-1 0 1 0 0,0 0-1 0 0,0 0 0 0 0,0 1 0 0 0,0-1 0 0 0,0 1 0 0 0,0-1 0 0 0,-1 1 0 0 0,0-1 0 0 0,0 1 0 0 0,0 0 0 0 0,0 0 0 0 0,-1 0 0 0 0,1-1 0 0 0,-1 1 0 0 0,0 0 0 0 0,0 0 0 0 0,0 0 0 0 0,-1 0 0 0 0,1 0 0 0 0,-3 6 0 0 0,-2 7 280 0 0,0-1-1 0 0,-2-1 1 0 0,1 1-1 0 0,-2-1 1 0 0,-11 18-1 0 0,-55 68 1051 0 0,46-64-1117 0 0,27-37-313 0 0,1 1 0 0 0,-1 0 0 0 0,0 0 0 0 0,0 0 0 0 0,1 0 0 0 0,-1 1 0 0 0,0-1 0 0 0,1 0 0 0 0,-1 0 0 0 0,1 0 0 0 0,-1 0 1 0 0,1 1-1 0 0,0-1 0 0 0,0 0 0 0 0,-1 1 0 0 0,1-1 0 0 0,0 0 0 0 0,0 0 0 0 0,0 1 0 0 0,0-1 0 0 0,1 0 0 0 0,-1 0 0 0 0,0 2 0 0 0,1-2-4 0 0,0 0 0 0 0,0 1 0 0 0,0-1 1 0 0,0 0-1 0 0,0 0 0 0 0,0 0 0 0 0,0 0 0 0 0,0 0 0 0 0,1-1 0 0 0,-1 1 0 0 0,0 0 0 0 0,0 0 0 0 0,1-1 1 0 0,-1 1-1 0 0,0-1 0 0 0,3 1 0 0 0,7 1 14 0 0,0 0 0 0 0,0-1 0 0 0,-1 0 1 0 0,13-1-1 0 0,-21 0-21 0 0,110-5-292 0 0,117-20 0 0 0,-139 13-2907 0 0,-88 12 3144 0 0,21-3-3417 0 0,3 0-6422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1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2260 0 0,'-17'11'14838'0'0,"20"-9"-14717"0"0,0 0 0 0 0,0-1 1 0 0,0 1-1 0 0,0-1 0 0 0,0 0 1 0 0,1 0-1 0 0,-1 0 0 0 0,0 0 1 0 0,1 0-1 0 0,-1-1 0 0 0,7 1 1 0 0,47-4 113 0 0,-23 1-48 0 0,22 3-160 0 0,59-2-2127 0 0,-39-1-6833 0 0,-57 1 3367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32 436 0 0,'-13'-17'16312'0'0,"15"16"-16218"0"0,-1 0 1 0 0,1 0-1 0 0,0 0 1 0 0,-1 0 0 0 0,1 1-1 0 0,0-1 1 0 0,0 0-1 0 0,0 1 1 0 0,0-1 0 0 0,0 1-1 0 0,0-1 1 0 0,-1 1-1 0 0,4 0 1 0 0,36-2 332 0 0,-23 1-292 0 0,-12 1-332 0 0,86-3 268 0 0,-61 4-3208 0 0,2 1-4173 0 0,-18 0 1653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2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1 388 0 0,'-10'2'1304'0'0,"0"0"1"0"0,0 1-1 0 0,1 1 0 0 0,-1 0 1 0 0,1 0-1 0 0,-9 6 0 0 0,5-2-228 0 0,-1 1 0 0 0,1 1 0 0 0,-14 14 0 0 0,5-1-305 0 0,1 0 0 0 0,2 2 0 0 0,-24 35 0 0 0,39-53-672 0 0,0 0 1 0 0,0 0-1 0 0,1 1 1 0 0,0 0 0 0 0,0-1-1 0 0,0 1 1 0 0,-2 15-1 0 0,5-22-87 0 0,0 0 0 0 0,0 1 0 0 0,0-1 0 0 0,0 0 0 0 0,1 0 0 0 0,-1 0 0 0 0,0 1 0 0 0,0-1 0 0 0,1 0 0 0 0,-1 0 0 0 0,1 0 0 0 0,-1 0 0 0 0,1 0 0 0 0,0 1 0 0 0,-1-1 0 0 0,1 0 0 0 0,0 0 0 0 0,0-1 0 0 0,-1 1 0 0 0,1 0 0 0 0,0 0 0 0 0,0 0 0 0 0,0-1 0 0 0,0 1 0 0 0,0 0 0 0 0,0-1 0 0 0,1 1 0 0 0,-1-1 0 0 0,0 1 0 0 0,0-1 0 0 0,2 1 0 0 0,4 1 11 0 0,-1-1-1 0 0,1 1 0 0 0,0-1 0 0 0,7 0 0 0 0,-11-1-19 0 0,19 2-14 0 0,0 0 1 0 0,-1 2 0 0 0,0 0 0 0 0,0 2 0 0 0,29 11 0 0 0,-41-14 90 0 0,0 1-1 0 0,-1 0 1 0 0,1 1 0 0 0,-1 0 0 0 0,0 1 0 0 0,-1 0 0 0 0,1 0 0 0 0,-1 0 0 0 0,0 1 0 0 0,-1 0 0 0 0,1 0 0 0 0,-1 1 0 0 0,-1 0 0 0 0,1 0 0 0 0,3 9 0 0 0,-7-13 85 0 0,0 0 0 0 0,-1 0 0 0 0,0 0 0 0 0,0 0 0 0 0,0 0 1 0 0,0 0-1 0 0,-1 1 0 0 0,0-1 0 0 0,1 0 0 0 0,-2 0 0 0 0,1 0 0 0 0,0 1 0 0 0,-1-1 1 0 0,0 0-1 0 0,0 0 0 0 0,0 0 0 0 0,0 0 0 0 0,-1 0 0 0 0,1 0 0 0 0,-1 0 0 0 0,0-1 1 0 0,0 1-1 0 0,-1 0 0 0 0,1-1 0 0 0,-1 0 0 0 0,0 1 0 0 0,0-1 0 0 0,0 0 0 0 0,0-1 1 0 0,-5 5-1 0 0,-1 0-14 0 0,0-1 0 0 0,-1 0 0 0 0,1 0 0 0 0,-1-1 0 0 0,-1-1 0 0 0,1 1 0 0 0,0-2 0 0 0,-1 1 0 0 0,0-1 0 0 0,-15 2 0 0 0,13-4-239 0 0,0-1 0 0 0,0 1 0 0 0,-1-2 0 0 0,1 0-1 0 0,0-1 1 0 0,-19-4 0 0 0,31 6-84 0 0,0 0 0 0 0,0 0 0 0 0,0-1 0 0 0,0 1 0 0 0,1 0 0 0 0,-1-1 0 0 0,0 1 0 0 0,0 0 0 0 0,0-1 0 0 0,0 1 0 0 0,1-1 0 0 0,-1 1 0 0 0,0-1 0 0 0,0 1 0 0 0,1-1 0 0 0,-1 0 0 0 0,0 1 0 0 0,1-1 0 0 0,-1 0 0 0 0,1 1 0 0 0,-1-1 0 0 0,1 0 0 0 0,-1 0 0 0 0,1 0 0 0 0,0 0 0 0 0,-1 1 0 0 0,1-1 0 0 0,0 0 0 0 0,-1 0 0 0 0,1 0 0 0 0,0 0 0 0 0,0 0 0 0 0,0 0 0 0 0,0 0 0 0 0,0 0 0 0 0,0 1 0 0 0,1-3 0 0 0,0 0-764 0 0,0 1 0 0 0,0-1 0 0 0,1 1 0 0 0,-1-1 0 0 0,1 1 0 0 0,0 0 0 0 0,-1-1 0 0 0,7-4-936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3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26 2448 0 0,'-3'0'1998'0'0,"-17"-4"2683"0"0,-16-2 7655 0 0,40 3-12039 0 0,-4 3-289 0 0,0 0 1 0 0,0 0 0 0 0,0-1-1 0 0,1 1 1 0 0,-1 0-1 0 0,0-1 1 0 0,0 1-1 0 0,1 0 1 0 0,-1 0-1 0 0,0-1 1 0 0,0 1-1 0 0,1 0 1 0 0,-1 0 0 0 0,0 0-1 0 0,0 0 1 0 0,1-1-1 0 0,-1 1 1 0 0,0 0-1 0 0,1 0 1 0 0,-1 0-1 0 0,0 0 1 0 0,1 0-1 0 0,-1 0 1 0 0,0 0 0 0 0,1 0-1 0 0,0 0 1 0 0,54-5 305 0 0,1 2 0 0 0,71 6 0 0 0,-101 0-907 0 0,1-1 2633 0 0,-9 0-3436 0 0,-3-2-3492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3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66 1860 0 0,'8'-29'10367'0'0,"-7"26"-9757"0"0,1 1 0 0 0,-1-1 0 0 0,0 1 0 0 0,1 0 0 0 0,0-1 0 0 0,-1 1 0 0 0,4-3 0 0 0,-3 3-495 0 0,1 0 0 0 0,-1 1 0 0 0,0 0 0 0 0,0-1 0 0 0,1 1 0 0 0,-1 0 0 0 0,1 0 0 0 0,-1 0 1 0 0,1 0-1 0 0,-1 1 0 0 0,1-1 0 0 0,-1 1 0 0 0,1 0 0 0 0,0-1 0 0 0,-1 1 0 0 0,1 0 0 0 0,-1 0 0 0 0,1 1 0 0 0,0-1 0 0 0,-1 1 0 0 0,5 0 0 0 0,-1 1 15 0 0,-1 0 0 0 0,1 0 0 0 0,0 0 0 0 0,0 1 0 0 0,-1 0 0 0 0,1 0 0 0 0,-1 0 0 0 0,0 1 0 0 0,0 0-1 0 0,7 6 1 0 0,-9-7-23 0 0,0 1-1 0 0,0-1 0 0 0,0 1 1 0 0,-1-1-1 0 0,1 1 1 0 0,-1 0-1 0 0,0 0 0 0 0,0 0 1 0 0,0 0-1 0 0,-1 0 1 0 0,1 1-1 0 0,-1-1 0 0 0,0 1 1 0 0,0-1-1 0 0,-1 0 1 0 0,1 6-1 0 0,-2 3 169 0 0,0 0 0 0 0,-1 0 0 0 0,0 0 0 0 0,-1 0-1 0 0,0 0 1 0 0,-1-1 0 0 0,-1 1 0 0 0,0-1 0 0 0,-1 0 0 0 0,-8 13 0 0 0,-10 12 817 0 0,-49 58 1 0 0,15-20 162 0 0,57-75-1246 0 0,1 1 0 0 0,0-1 1 0 0,-1 0-1 0 0,1 1 0 0 0,0-1 0 0 0,0 0 0 0 0,-1 1 0 0 0,1-1 1 0 0,0 1-1 0 0,0-1 0 0 0,0 0 0 0 0,-1 1 0 0 0,1-1 0 0 0,0 1 1 0 0,0-1-1 0 0,0 1 0 0 0,0-1 0 0 0,0 1 0 0 0,0-1 0 0 0,0 0 1 0 0,0 1-1 0 0,0-1 0 0 0,0 1 0 0 0,0-1 0 0 0,0 1 1 0 0,1-1-1 0 0,-1 1 0 0 0,0-1 0 0 0,0 0 0 0 0,0 1 0 0 0,1-1 1 0 0,-1 1-1 0 0,1 0 0 0 0,0-1 3 0 0,0 1 0 0 0,0 0 0 0 0,0 0 0 0 0,1-1 0 0 0,-1 1 0 0 0,0-1 0 0 0,1 1 0 0 0,-1-1 0 0 0,1 1 0 0 0,-1-1 0 0 0,2 0 0 0 0,42 1 59 0 0,-42-1-63 0 0,319-41 87 0 0,-271 33-182 0 0,-30 5-203 0 0,-6 0-938 0 0,30-7 0 0 0,-41 9-71 0 0,1-1-1 0 0,-1 0 0 0 0,0 0 0 0 0,0 0 1 0 0,0-1-1 0 0,5-3 0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56 3032 0 0,'-23'-56'14938'0'0,"22"57"-14766"0"0,0 1 0 0 0,-1-1 0 0 0,1 0 0 0 0,0 1 0 0 0,-1-1 0 0 0,1 1 0 0 0,0-1 0 0 0,0 1 0 0 0,0-1 0 0 0,0 1 0 0 0,1 0 0 0 0,-1 0 0 0 0,0-1 0 0 0,1 1 0 0 0,-1 0 0 0 0,1 0-1 0 0,-1 3 1 0 0,-1 41 2609 0 0,1-25-1758 0 0,0 312 4448 0 0,4-158-3823 0 0,-3-19-1494 0 0,-4 830 471 0 0,-12-471-625 0 0,9-315 0 0 0,3-67 0 0 0,16-182-10646 0 0,-8 22 469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5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61 1844 0 0,'0'0'4075'0'0,"-15"-6"1230"0"0,-6 3 3475 0 0,446-33-8085 0 0,-309 26-671 0 0,-95 7 108 0 0,-4 1-1652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26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38 872 0 0,'-45'-38'13827'0'0,"44"39"-13652"0"0,0-1 0 0 0,0 1 0 0 0,0-1 0 0 0,0 1 0 0 0,0 0 1 0 0,0 0-1 0 0,1-1 0 0 0,-1 1 0 0 0,0 0 0 0 0,0 0 0 0 0,0 0 0 0 0,1 0 0 0 0,-1 0 0 0 0,1 0 0 0 0,-1 0 0 0 0,0 0 0 0 0,1 0 0 0 0,0 0 0 0 0,-1 0 0 0 0,1 0 0 0 0,0 0 0 0 0,-1 0 0 0 0,1 0 0 0 0,0 0 0 0 0,0 3 0 0 0,-4 31 2122 0 0,4-34-2198 0 0,-7 161 5584 0 0,-10 127-2333 0 0,14-258-3242 0 0,-6 119 294 0 0,7-150-920 0 0,0-1 0 0 0,0 0 0 0 0,0 0 0 0 0,1 0 0 0 0,-1 0 0 0 0,1 0 0 0 0,-1 0 0 0 0,1 0 0 0 0,-3-2 0 0 0,-6-13-5239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32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75 800 0 0,'-25'-67'8978'0'0,"25"66"-8712"0"0,0 0-232 0 0,0 1 0 0 0,0 0-1 0 0,0 0 1 0 0,0-1 0 0 0,0 1-1 0 0,0 0 1 0 0,-1 0 0 0 0,1-1-1 0 0,0 1 1 0 0,0 0 0 0 0,0 0 0 0 0,0-1-1 0 0,0 1 1 0 0,0 0 0 0 0,0 0-1 0 0,0 0 1 0 0,-1-1 0 0 0,1 1-1 0 0,0 0 1 0 0,0 0 0 0 0,0 0-1 0 0,0-1 1 0 0,-1 1 0 0 0,1 0-1 0 0,0 0 1 0 0,0 0 0 0 0,0 0 0 0 0,-1 0-1 0 0,1-1 1 0 0,0 1 0 0 0,0 0-1 0 0,-1 0 1 0 0,1 0 0 0 0,-3 9 182 0 0,1 0-1 0 0,0 1 1 0 0,0-1 0 0 0,1 0 0 0 0,0 1 0 0 0,0-1 0 0 0,2 14 0 0 0,-1-2 180 0 0,-36 518 4286 0 0,-24-2-2906 0 0,-79 389 202 0 0,108-766-2984 0 0,59-189-10888 0 0,-17 12 5449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32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28 125 2300 0 0,'18'-111'10541'0'0,"-16"97"-7085"0"0,-10 43-2260 0 0,-9 76 519 0 0,9-65-1452 0 0,2 1 0 0 0,1 0 0 0 0,2 62 0 0 0,3-99-243 0 0,0 0 0 0 0,0 1 1 0 0,1-1-1 0 0,-1 0 0 0 0,1 0 0 0 0,0 1 1 0 0,1-1-1 0 0,-1 0 0 0 0,1 0 1 0 0,-1 0-1 0 0,1 0 0 0 0,0-1 0 0 0,1 1 1 0 0,-1 0-1 0 0,1-1 0 0 0,0 1 0 0 0,-1-1 1 0 0,1 0-1 0 0,6 4 0 0 0,-6-6-5 0 0,0 0-1 0 0,0 0 0 0 0,0-1 1 0 0,1 1-1 0 0,-1-1 0 0 0,0 0 1 0 0,1 0-1 0 0,-1 0 1 0 0,0 0-1 0 0,0-1 0 0 0,1 1 1 0 0,3-2-1 0 0,-6 2-13 0 0,4-2 11 0 0,-1 1-1 0 0,1-1 1 0 0,0 0-1 0 0,-1 0 1 0 0,1 0-1 0 0,-1 0 1 0 0,1-1-1 0 0,-1 0 1 0 0,7-6-1 0 0,28-32 24 0 0,-13 7 29 0 0,-2-1 1 0 0,-1-1-1 0 0,-2 0 1 0 0,21-51-1 0 0,-37 74 134 0 0,13-21 322 0 0,-17 33-424 0 0,-2 24-22 0 0,-2 1 0 0 0,0-1 0 0 0,-9 28 0 0 0,-3 24 56 0 0,-7 42-61 0 0,13-76-513 0 0,2 1-1 0 0,1 0 1 0 0,0 75 0 0 0,6-111-223 0 0,1 1 1 0 0,0-1 0 0 0,0 0-1 0 0,0 1 1 0 0,1-1-1 0 0,5 12 1 0 0,-5-15-138 0 0,-1 0 0 0 0,1-1 0 0 0,0 1 0 0 0,0 0-1 0 0,0-1 1 0 0,0 1 0 0 0,0-1 0 0 0,0 1 0 0 0,5 2 0 0 0,9 4-4943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33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655 136 704 0 0,'93'-114'18138'0'0,"-84"98"-16054"0"0,-9 16-2061 0 0,0 0-1 0 0,0 0 1 0 0,0-1 0 0 0,0 1-1 0 0,0 0 1 0 0,0 0 0 0 0,0 0-1 0 0,0-1 1 0 0,0 1 0 0 0,0 0-1 0 0,0 0 1 0 0,0-1 0 0 0,0 1-1 0 0,0 0 1 0 0,-1 0 0 0 0,1 0-1 0 0,0-1 1 0 0,0 1 0 0 0,0 0-1 0 0,0 0 1 0 0,0 0 0 0 0,0 0-1 0 0,-1-1 1 0 0,1 1 0 0 0,0 0-1 0 0,0 0 1 0 0,0 0 0 0 0,-1 0-1 0 0,1 0 1 0 0,0 0-1 0 0,0 0 1 0 0,0-1 0 0 0,-1 1-1 0 0,1 0 1 0 0,0 0 0 0 0,-1 0-1 0 0,-1 0 4 0 0,0 0 0 0 0,0 0-1 0 0,-1 1 1 0 0,1-1 0 0 0,0 1-1 0 0,0-1 1 0 0,0 1 0 0 0,0-1-1 0 0,0 1 1 0 0,-1 0-1 0 0,-1 2 1 0 0,-26 15 41 0 0,1 3-1 0 0,1 0 1 0 0,-47 47-1 0 0,58-52-37 0 0,-41 37 37 0 0,2 4 0 0 0,3 1 0 0 0,-90 131 0 0 0,132-171-77 0 0,0 1 0 0 0,1 1 0 0 0,1 0 1 0 0,-7 22-1 0 0,14-37 20 0 0,1 0 0 0 0,-1 0 0 0 0,1 0 1 0 0,0 0-1 0 0,0 1 0 0 0,1-1 0 0 0,-1 0 0 0 0,1 1 0 0 0,0-1 1 0 0,1 1-1 0 0,0-1 0 0 0,-1 0 0 0 0,2 0 0 0 0,-1 1 1 0 0,0-1-1 0 0,1 0 0 0 0,0 0 0 0 0,0 0 0 0 0,1-1 1 0 0,-1 1-1 0 0,1 0 0 0 0,4 4 0 0 0,-3-5 79 0 0,0-1-1 0 0,1 1 0 0 0,-1-1 1 0 0,1 0-1 0 0,-1 0 1 0 0,1-1-1 0 0,0 0 1 0 0,0 0-1 0 0,0 0 1 0 0,0 0-1 0 0,1-1 1 0 0,-1 1-1 0 0,0-1 0 0 0,1-1 1 0 0,-1 1-1 0 0,0-1 1 0 0,1 0-1 0 0,-1 0 1 0 0,1-1-1 0 0,-1 1 1 0 0,0-1-1 0 0,1-1 1 0 0,-1 1-1 0 0,0-1 0 0 0,0 1 1 0 0,0-1-1 0 0,0-1 1 0 0,0 1-1 0 0,0-1 1 0 0,-1 0-1 0 0,1 0 1 0 0,-1 0-1 0 0,0-1 1 0 0,0 1-1 0 0,0-1 0 0 0,0 0 1 0 0,-1 0-1 0 0,1-1 1 0 0,-1 1-1 0 0,3-6 1 0 0,-5 8-57 0 0,0 0 1 0 0,1-1 0 0 0,-1 1-1 0 0,0 0 1 0 0,0-1-1 0 0,-1 1 1 0 0,1-1 0 0 0,-1 1-1 0 0,1-1 1 0 0,-1 1-1 0 0,0-1 1 0 0,1 1-1 0 0,-1-1 1 0 0,-1 1 0 0 0,1-1-1 0 0,0 1 1 0 0,-1-1-1 0 0,1 1 1 0 0,-1-1 0 0 0,0 1-1 0 0,1-1 1 0 0,-1 1-1 0 0,0 0 1 0 0,-1 0 0 0 0,-1-4-1 0 0,0 3-47 0 0,0 0 0 0 0,0 1 0 0 0,0 0 0 0 0,0 0 0 0 0,0-1-1 0 0,-1 2 1 0 0,1-1 0 0 0,-1 0 0 0 0,1 1 0 0 0,-1 0 0 0 0,1 0 0 0 0,-1 0 0 0 0,0 0-1 0 0,0 0 1 0 0,1 1 0 0 0,-8-1 0 0 0,-7 1-710 0 0,0 1-1 0 0,0 0 0 0 0,0 2 1 0 0,0 0-1 0 0,1 0 1 0 0,-31 12-1 0 0,20-5-2312 0 0,1 2 1 0 0,1 1-1 0 0,-35 22 0 0 0,32-16-4237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33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61 1428 0 0,'-15'-2'6590'0'0,"2"0"-3982"0"0,-4 0 2734 0 0,13 2-5360 0 0,-15-3 6247 0 0,33 3-6410 0 0,21-2 353 0 0,60-10 1 0 0,-33 2-1049 0 0,-58 10 117 0 0,-1-1-1 0 0,1 0 1 0 0,-1 0-1 0 0,1 0 1 0 0,-1 0-1 0 0,1-1 1 0 0,-1 1-1 0 0,0-1 1 0 0,0 0-1 0 0,0 0 1 0 0,4-4-1 0 0,5-2-3435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34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55 628 0 0,'12'-55'26279'0'0,"-11"153"-25275"0"0,1 8 1424 0 0,-19 159 0 0 0,-1-156-11378 0 0,17-98 3959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34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 1764 0 0,'-45'-1'19608'0'0,"73"9"-17709"0"0,21-2-1311 0 0,0-1 0 0 0,1-3 0 0 0,64-6 0 0 0,-107 3-609 0 0,1 1-174 0 0,-1-1 0 0 0,1-1 0 0 0,12-3 0 0 0,-2-4-3498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35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80 744 0 0,'-6'-9'6173'0'0,"5"7"-5810"0"0,0 0 0 0 0,1 0 0 0 0,-1 0 0 0 0,1-1 0 0 0,-1 1 1 0 0,1 0-1 0 0,0-1 0 0 0,0 1 0 0 0,0 0 0 0 0,0 0 0 0 0,0-1 0 0 0,1 1 1 0 0,-1 0-1 0 0,1-1 0 0 0,-1 1 0 0 0,1 0 0 0 0,0 0 0 0 0,0 0 0 0 0,0 0 1 0 0,2-3-1 0 0,-2 3-310 0 0,1 0 0 0 0,0 0 0 0 0,0 0 0 0 0,1 1 0 0 0,-1-1 0 0 0,0 1 0 0 0,1-1 0 0 0,-1 1 0 0 0,0 0 0 0 0,1 0 0 0 0,-1 0 0 0 0,1 0 0 0 0,0 1 0 0 0,-1-1 0 0 0,1 0 0 0 0,0 1 0 0 0,-1 0 0 0 0,1 0 0 0 0,4 0 0 0 0,-1 0-36 0 0,0 1 0 0 0,0 0 0 0 0,0 0 0 0 0,0 0 0 0 0,0 1 0 0 0,0 0 0 0 0,-1 0-1 0 0,1 0 1 0 0,-1 1 0 0 0,1 0 0 0 0,-1 0 0 0 0,0 0 0 0 0,0 1 0 0 0,0-1 0 0 0,-1 1 0 0 0,8 8-1 0 0,-9-9 30 0 0,0 1-1 0 0,0 0 0 0 0,0 0 1 0 0,-1 0-1 0 0,1 0 0 0 0,-1 0 0 0 0,0 0 1 0 0,0 1-1 0 0,-1-1 0 0 0,1 1 1 0 0,-1-1-1 0 0,0 1 0 0 0,0 0 1 0 0,-1 0-1 0 0,1-1 0 0 0,-1 1 0 0 0,0 0 1 0 0,0 0-1 0 0,-1 0 0 0 0,1-1 1 0 0,-1 1-1 0 0,-2 6 0 0 0,-3 5 352 0 0,0 0 0 0 0,-2-1 0 0 0,0 0 0 0 0,0-1 0 0 0,-1 0 0 0 0,-1 0-1 0 0,-1-1 1 0 0,-16 18 0 0 0,-14 8 1031 0 0,-52 39 0 0 0,71-61-1081 0 0,22-17-336 0 0,-1 1 1 0 0,0-1 0 0 0,1 0-1 0 0,-1 1 1 0 0,1-1-1 0 0,-1 0 1 0 0,1 1 0 0 0,-1-1-1 0 0,1 1 1 0 0,-1-1-1 0 0,1 1 1 0 0,0-1 0 0 0,-1 1-1 0 0,1-1 1 0 0,0 1 0 0 0,-1 0-1 0 0,1-1 1 0 0,0 1-1 0 0,0-1 1 0 0,0 1 0 0 0,0 0-1 0 0,-1-1 1 0 0,1 1-1 0 0,0 0 1 0 0,0-1 0 0 0,0 1-1 0 0,0 0 1 0 0,0-1-1 0 0,0 1 1 0 0,1 1 0 0 0,0-1-1 0 0,0 0 0 0 0,-1 0 0 0 0,1 0 0 0 0,0 0 0 0 0,0 0 0 0 0,0-1 1 0 0,0 1-1 0 0,1 0 0 0 0,-1 0 0 0 0,0-1 0 0 0,0 1 0 0 0,0-1 0 0 0,3 2 0 0 0,41 7 97 0 0,4-3-344 0 0,0-3 0 0 0,1-1-1 0 0,-1-3 1 0 0,1-2 0 0 0,60-11 0 0 0,-100 12-710 0 0,0-1 1 0 0,0 0 0 0 0,-1-1-1 0 0,11-4 1 0 0,15-15-7869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35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88 1060 0 0,'-7'-87'17084'0'0,"10"111"-15092"0"0,-2 18-217 0 0,-3-1 1 0 0,-9 62-1 0 0,8-84-1436 0 0,-132 744 3601 0 0,11-73-914 0 0,45 142-3026 0 0,72-708-1453 0 0,24-159-12620 0 0,-13 21 8929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36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31 644 0 0,'-35'-20'19296'0'0,"143"23"-16374"0"0,34-1-2440 0 0,-97-3-512 0 0,57-3-117 0 0,-37-1-2911 0 0,-63 4 2400 0 0,22-3-2675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36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26 1792 0 0,'-55'-26'11999'0'0,"55"26"-11850"0"0,-1 0 0 0 0,0 0 1 0 0,1 0-1 0 0,-1 1 0 0 0,0-1 1 0 0,1 0-1 0 0,-1 0 0 0 0,0 0 1 0 0,1 0-1 0 0,-1 1 0 0 0,0-1 1 0 0,1 0-1 0 0,-1 1 0 0 0,1-1 1 0 0,-1 0-1 0 0,1 1 1 0 0,-1-1-1 0 0,0 1 0 0 0,1-1 1 0 0,0 0-1 0 0,-1 1 0 0 0,1 0 1 0 0,-1-1-1 0 0,1 1 0 0 0,0-1 1 0 0,-1 2-1 0 0,-8 16 1836 0 0,2 2-7 0 0,1 0 0 0 0,-4 26 0 0 0,-6 90 1596 0 0,9-54-2463 0 0,5-67-1075 0 0,-17 168-106 0 0,14-60-7732 0 0,7-109 5492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53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92 1204 0 0,'0'-14'5101'0'0,"-13"-56"5084"0"0,12 68-9669 0 0,-2-4 1662 0 0,0 39-1080 0 0,2 35 0 0 0,0 9-220 0 0,-88 840 3227 0 0,73-806-3765 0 0,-60 345 422 0 0,75-451-770 0 0,-12 49-43 0 0,-25 70-1 0 0,37-123-133 0 0,1-1 0 0 0,0 1 0 0 0,0 0-1 0 0,0-1 1 0 0,0 1 0 0 0,-1-1 0 0 0,1 1 0 0 0,0 0 0 0 0,-1-1 0 0 0,1 1 0 0 0,0-1 0 0 0,-1 1 0 0 0,1-1-1 0 0,-1 1 1 0 0,1-1 0 0 0,-1 1 0 0 0,1-1 0 0 0,-1 1 0 0 0,1-1 0 0 0,-1 0 0 0 0,0 1 0 0 0,1-1 0 0 0,-1 0-1 0 0,1 0 1 0 0,-1 1 0 0 0,0-1 0 0 0,1 0 0 0 0,-1 0 0 0 0,0 0 0 0 0,1 0 0 0 0,-1 0 0 0 0,0 0 0 0 0,1 0-1 0 0,-1 0 1 0 0,0 0 0 0 0,1 0 0 0 0,-1 0 0 0 0,0 0 0 0 0,1 0 0 0 0,-1-1 0 0 0,0 1 0 0 0,1 0 0 0 0,-1 0-1 0 0,1-1 1 0 0,-1 1 0 0 0,1 0 0 0 0,-2-2 0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54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61 1928 0 0,'0'-3'1914'0'0,"-3"-54"11750"0"0,3 57-13605 0 0,-8 15 438 0 0,1 0 0 0 0,0 0 1 0 0,2 1-1 0 0,-8 31 0 0 0,10-35-339 0 0,-5 17 134 0 0,-4 10 3 0 0,-6 50 0 0 0,17-79-267 0 0,-1 0-1 0 0,2 0 1 0 0,-1 0 0 0 0,2 0 0 0 0,-1 0 0 0 0,1 0-1 0 0,1 0 1 0 0,0 0 0 0 0,0 0 0 0 0,5 12 0 0 0,-6-19-20 0 0,0 0 0 0 0,0 0 0 0 0,0 0 1 0 0,1-1-1 0 0,-1 1 0 0 0,1 0 0 0 0,-1-1 1 0 0,1 0-1 0 0,0 1 0 0 0,0-1 0 0 0,0 0 1 0 0,0 0-1 0 0,1 0 0 0 0,-1 0 0 0 0,1 0 1 0 0,-1-1-1 0 0,1 1 0 0 0,-1-1 0 0 0,1 1 0 0 0,0-1 1 0 0,-1 0-1 0 0,1 0 0 0 0,0 0 0 0 0,0-1 1 0 0,0 1-1 0 0,0-1 0 0 0,0 1 0 0 0,0-1 1 0 0,0 0-1 0 0,0 0 0 0 0,0-1 0 0 0,0 1 1 0 0,0 0-1 0 0,0-1 0 0 0,0 0 0 0 0,0 0 1 0 0,4-1-1 0 0,3-3-2 0 0,0 0-1 0 0,0-1 1 0 0,0 0 0 0 0,-1 0 0 0 0,0-1 0 0 0,0 0-1 0 0,-1-1 1 0 0,13-14 0 0 0,-3-1 68 0 0,-1 0 1 0 0,-1-2 0 0 0,20-39-1 0 0,-22 41 353 0 0,-14 23-419 0 0,0 0-1 0 0,0 0 1 0 0,0 0 0 0 0,0 0 0 0 0,0 0 0 0 0,0-1-1 0 0,0 1 1 0 0,0 0 0 0 0,0 0 0 0 0,0 0 0 0 0,0 0 0 0 0,0 0-1 0 0,0 0 1 0 0,1 0 0 0 0,-1 0 0 0 0,0 0 0 0 0,0-1-1 0 0,0 1 1 0 0,0 0 0 0 0,0 0 0 0 0,0 0 0 0 0,0 0 0 0 0,0 0-1 0 0,1 0 1 0 0,-1 0 0 0 0,0 0 0 0 0,0 0 0 0 0,0 0-1 0 0,0 0 1 0 0,0 0 0 0 0,0 0 0 0 0,0 0 0 0 0,1 0 0 0 0,-1 0-1 0 0,0 0 1 0 0,0 0 0 0 0,0 0 0 0 0,0 0 0 0 0,0 0-1 0 0,0 0 1 0 0,1 0 0 0 0,-1 0 0 0 0,0 0 0 0 0,0 0 0 0 0,0 0-1 0 0,0 1 1 0 0,0-1 0 0 0,0 0 0 0 0,0 14 295 0 0,-52 214 889 0 0,30-144-1781 0 0,-12 88 0 0 0,32-154-68 0 0,-2 12-1125 0 0,0 30 0 0 0,4-49-419 0 0,0 0 0 0 0,1-1 0 0 0,4 18 0 0 0,0-9-5557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55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66 836 0 0,'8'-14'6650'0'0,"17"-22"5504"0"0,-25 35-11682 0 0,1-1-1 0 0,0 1 1 0 0,0-1 0 0 0,0 1 0 0 0,0 0 0 0 0,0-1-1 0 0,0 1 1 0 0,0 0 0 0 0,1 0 0 0 0,0-1 0 0 0,0 10-267 0 0,-1 0 1 0 0,0 1 0 0 0,0-1 0 0 0,-1 0 0 0 0,0 0-1 0 0,-1 12 1 0 0,-11 55 208 0 0,6-44-353 0 0,-7 33-5 0 0,-4 30-1483 0 0,13-31-3386 0 0,8-37 795 0 0,3-9-2367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55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74 1660 0 0,'37'-31'5774'0'0,"16"-12"3796"0"0,-50 52-8373 0 0,-4-4-1038 0 0,0 0 0 0 0,-1-1 0 0 0,0 1 0 0 0,0-1 0 0 0,0 0 0 0 0,-1 1 0 0 0,1-1 0 0 0,-1 0 0 0 0,-3 3 0 0 0,-4 8 139 0 0,-99 153 1467 0 0,-20 35-507 0 0,100-154-1042 0 0,3 2 1 0 0,-23 64-1 0 0,47-108-191 0 0,-1 1-1 0 0,1-1 1 0 0,1 1 0 0 0,-1-1-1 0 0,1 1 1 0 0,0-1 0 0 0,1 1-1 0 0,0 0 1 0 0,0 0 0 0 0,3 12 0 0 0,-2-17-9 0 0,-1 0-1 0 0,1 0 1 0 0,0 0 0 0 0,1 0 0 0 0,-1 0 0 0 0,0-1 0 0 0,1 1 0 0 0,0 0 0 0 0,-1-1 0 0 0,1 1 0 0 0,0-1 0 0 0,0 1 0 0 0,1-1-1 0 0,-1 0 1 0 0,0 0 0 0 0,1 0 0 0 0,-1 0 0 0 0,1-1 0 0 0,0 1 0 0 0,0-1 0 0 0,-1 1 0 0 0,1-1 0 0 0,0 0 0 0 0,0 0 0 0 0,0 0-1 0 0,0-1 1 0 0,0 1 0 0 0,5 0 0 0 0,-1-1 3 0 0,0 0 1 0 0,0-1-1 0 0,0 0 0 0 0,0 0 0 0 0,0 0 0 0 0,0-1 0 0 0,-1 0 0 0 0,1 0 1 0 0,-1 0-1 0 0,1-1 0 0 0,-1 0 0 0 0,0-1 0 0 0,0 1 0 0 0,0-1 0 0 0,-1 0 0 0 0,7-6 1 0 0,-2 1 4 0 0,0 0 0 0 0,-1 0 1 0 0,-1-1-1 0 0,1 0 0 0 0,-2-1 1 0 0,1 0-1 0 0,9-20 0 0 0,-15 28-22 0 0,-1 0-1 0 0,0 0 0 0 0,1 0 1 0 0,-1 0-1 0 0,0 0 1 0 0,-1-1-1 0 0,1 1 0 0 0,-1 0 1 0 0,1-1-1 0 0,-1 1 1 0 0,0-1-1 0 0,0 1 1 0 0,-1 0-1 0 0,1-1 0 0 0,-1 1 1 0 0,-1-5-1 0 0,1 6-4 0 0,0 0 1 0 0,0 0-1 0 0,-1 0 0 0 0,1 0 1 0 0,0 0-1 0 0,-1 0 0 0 0,0 1 0 0 0,1-1 1 0 0,-1 1-1 0 0,0-1 0 0 0,0 1 1 0 0,0 0-1 0 0,0-1 0 0 0,0 1 0 0 0,0 0 1 0 0,0 1-1 0 0,0-1 0 0 0,0 0 1 0 0,0 0-1 0 0,-1 1 0 0 0,1-1 0 0 0,0 1 1 0 0,0 0-1 0 0,-1 0 0 0 0,-2 0 1 0 0,-12 0-465 0 0,0 1 0 0 0,0 0 0 0 0,0 2 1 0 0,1 0-1 0 0,-1 0 0 0 0,1 2 0 0 0,0 0 1 0 0,-17 8-1 0 0,-11 7-5185 0 0,-63 40 1 0 0,71-39-1409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56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112 179 1368 0 0,'14'-32'9989'0'0,"5"4"-3955"0"0,-11 19-4977 0 0,1 0 1 0 0,-1 0 0 0 0,19-12-1 0 0,-10 9-905 0 0,0 2 0 0 0,1 0 0 0 0,0 1 0 0 0,37-13 0 0 0,-50 20-121 0 0,0 1 0 0 0,0 0-1 0 0,0 0 1 0 0,0 0 0 0 0,0 0 0 0 0,0 1-1 0 0,1 0 1 0 0,-1 0 0 0 0,0 0-1 0 0,0 1 1 0 0,0-1 0 0 0,0 1-1 0 0,0 1 1 0 0,7 1 0 0 0,-10-2-20 0 0,0 1 1 0 0,0-1-1 0 0,1 0 1 0 0,-1 1-1 0 0,0-1 1 0 0,0 1-1 0 0,-1 0 1 0 0,1 0-1 0 0,0 0 1 0 0,-1-1-1 0 0,1 2 1 0 0,-1-1-1 0 0,1 0 1 0 0,-1 0-1 0 0,0 0 1 0 0,0 1-1 0 0,0-1 1 0 0,0 0-1 0 0,-1 1 1 0 0,1-1-1 0 0,-1 1 1 0 0,1-1-1 0 0,-1 1 1 0 0,0-1-1 0 0,0 1 1 0 0,0-1-1 0 0,0 1 1 0 0,0-1-1 0 0,0 1 0 0 0,-1-1 1 0 0,0 3-1 0 0,-3 10 25 0 0,0 0 0 0 0,-1 0 0 0 0,0-1 0 0 0,-1 1 0 0 0,0-1 0 0 0,-11 15 0 0 0,-57 77 43 0 0,31-47 13 0 0,40-55-81 0 0,-16 16 118 0 0,18-19-93 0 0,3-3-31 0 0,-1-1 1 0 0,1 1-1 0 0,0 0 1 0 0,0-1 0 0 0,0 1-1 0 0,0 0 1 0 0,1 0-1 0 0,-1 1 1 0 0,1-1 0 0 0,-1 0-1 0 0,4-1 1 0 0,31-13 13 0 0,-30 13-15 0 0,-3 2 4 0 0,1 0 1 0 0,0 1 0 0 0,-1-1 0 0 0,1 1-1 0 0,0 0 1 0 0,-1 0 0 0 0,1 1 0 0 0,0 0 0 0 0,-1-1-1 0 0,1 1 1 0 0,0 1 0 0 0,-1-1 0 0 0,1 1 0 0 0,-1 0-1 0 0,0 0 1 0 0,6 3 0 0 0,-3 0 120 0 0,-1 0-1 0 0,0 0 1 0 0,0 0 0 0 0,0 1 0 0 0,0 0 0 0 0,-1 0 0 0 0,0 0-1 0 0,0 1 1 0 0,-1-1 0 0 0,0 1 0 0 0,0 0 0 0 0,0 1-1 0 0,-1-1 1 0 0,0 1 0 0 0,-1-1 0 0 0,1 1 0 0 0,-2 0-1 0 0,1 0 1 0 0,0 10 0 0 0,-1-11 94 0 0,-1 1-1 0 0,0-1 1 0 0,0 0 0 0 0,-1 1 0 0 0,0-1-1 0 0,0 0 1 0 0,-1 0 0 0 0,1 0-1 0 0,-2 0 1 0 0,1 0 0 0 0,-1 0 0 0 0,0 0-1 0 0,0-1 1 0 0,-1 1 0 0 0,0-1 0 0 0,0 0-1 0 0,-1 0 1 0 0,1-1 0 0 0,-1 1-1 0 0,-1-1 1 0 0,-7 6 0 0 0,5-4-140 0 0,-1-1 0 0 0,-1-1 0 0 0,1 1 0 0 0,-1-2 0 0 0,0 1 0 0 0,0-1-1 0 0,0-1 1 0 0,0 0 0 0 0,-1 0 0 0 0,1-1 0 0 0,-1 0 0 0 0,0-1 0 0 0,0 0 0 0 0,-16-2 0 0 0,-84-8-2618 0 0,97 7 1941 0 0,0 0 0 0 0,0-2 0 0 0,1 1 0 0 0,0-2 0 0 0,-24-11 0 0 0,34 14 0 0 0,0 1-1 0 0,0-1 1 0 0,0 0 0 0 0,0-1 0 0 0,0 1 0 0 0,1 0 0 0 0,-1-1-1 0 0,1 1 1 0 0,0-1 0 0 0,-4-6 0 0 0,5 6-445 0 0,-1 1-1 0 0,1-1 1 0 0,0 0-1 0 0,0 0 1 0 0,0 0-1 0 0,1 0 1 0 0,-2-5-1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56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314 105 672 0 0,'25'-87'19310'0'0,"-15"69"-14563"0"0,-7 30-3979 0 0,0 1 1 0 0,-1 0 0 0 0,0-1-1 0 0,0 1 1 0 0,-2 22-1 0 0,1-11-257 0 0,0 117 5 0 0,-6-1 0 0 0,-27 157 0 0 0,-72 275 839 0 0,94-522-1342 0 0,-156 983-13 0 0,154-900-2292 0 0,-3 66-6478 0 0,0 13-541 0 0,12-181-679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19:59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33 492 0 0,'-2'-1'3224'0'0,"-9"-3"-835"0"0,-2 0 2038 0 0,-1 0 1106 0 0,51 6-4456 0 0,102-12-544 0 0,-55 4-2390 0 0,-1 1-6836 0 0,-66 4 3972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0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64 1956 0 0,'-12'8'1329'0'0,"-3"2"687"0"0,0-1-1 0 0,1 2 1 0 0,1-1-1 0 0,-23 25 798 0 0,56-29-585 0 0,-8-7-2090 0 0,-1-1 0 0 0,1 0 0 0 0,-1-1 1 0 0,0-1-1 0 0,0 1 0 0 0,0-2 0 0 0,17-9 1 0 0,-5 3-39 0 0,125-49-2792 0 0,-47 25-4869 0 0,-63 22 2624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1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55 1668 0 0,'14'-31'8630'0'0,"-9"15"-5283"0"0,-5 16-3327 0 0,0-1 0 0 0,0 1 0 0 0,0 0 0 0 0,0-1 0 0 0,0 1 0 0 0,-1 0 0 0 0,1-1-1 0 0,0 1 1 0 0,0 0 0 0 0,0-1 0 0 0,0 1 0 0 0,-1 0 0 0 0,1 0 0 0 0,0-1 0 0 0,0 1 0 0 0,-1 0 0 0 0,1-1 0 0 0,0 1-1 0 0,0 0 1 0 0,-1 0 0 0 0,1 0 0 0 0,0-1 0 0 0,-1 1 0 0 0,1 0 0 0 0,0 0 0 0 0,-1 0 0 0 0,1 0 0 0 0,0 0-1 0 0,-1 0 1 0 0,1 0 0 0 0,0-1 0 0 0,-1 1 0 0 0,0 0 0 0 0,-7 3 12 0 0,0 1 0 0 0,0 0-1 0 0,0 0 1 0 0,0 0 0 0 0,0 1 0 0 0,1 0 0 0 0,0 0-1 0 0,0 1 1 0 0,0 0 0 0 0,-9 11 0 0 0,-10 13-43 0 0,-23 34-1 0 0,40-51 5 0 0,-17 23-6 0 0,2 2-1 0 0,2 0 1 0 0,1 1 0 0 0,2 1-1 0 0,2 1 1 0 0,2 1 0 0 0,-11 47-1 0 0,23-78 15 0 0,1-1 0 0 0,1 1-1 0 0,0 0 1 0 0,0 0-1 0 0,1 0 1 0 0,0-1 0 0 0,1 1-1 0 0,0 0 1 0 0,4 11-1 0 0,-4-18 6 0 0,0 0 0 0 0,0 0 0 0 0,1 0 0 0 0,0 0 0 0 0,0 0 0 0 0,0 0 0 0 0,0-1 0 0 0,0 1 0 0 0,1-1 0 0 0,0 0 0 0 0,0 1 0 0 0,0-1 0 0 0,0 0 0 0 0,0-1 0 0 0,0 1 0 0 0,1-1 0 0 0,-1 1 0 0 0,1-1 0 0 0,0 0 0 0 0,0 0 0 0 0,0-1 0 0 0,0 1 0 0 0,0-1 0 0 0,0 0 0 0 0,6 1 0 0 0,-2-1 45 0 0,1-1 0 0 0,-1 0 1 0 0,0 0-1 0 0,1-1 0 0 0,-1 0 1 0 0,0 0-1 0 0,0-1 0 0 0,0 0 1 0 0,0 0-1 0 0,0-1 0 0 0,0 0 1 0 0,12-7-1 0 0,-19 9-14 0 0,0 1 0 0 0,1-1 0 0 0,-1 0 0 0 0,0 0 0 0 0,0 0 1 0 0,1 0-1 0 0,-1 0 0 0 0,0 0 0 0 0,0 0 0 0 0,0-1 0 0 0,0 1 0 0 0,0 0 0 0 0,-1 0 0 0 0,1-1 0 0 0,0 1 0 0 0,0-1 0 0 0,-1 1 0 0 0,1 0 1 0 0,-1-1-1 0 0,0 1 0 0 0,1-1 0 0 0,-1 1 0 0 0,0-1 0 0 0,0 0 0 0 0,0 1 0 0 0,0-1 0 0 0,0 1 0 0 0,0-1 0 0 0,0-1 0 0 0,-1-1-7 0 0,0 0 0 0 0,0 0 0 0 0,-1 0 0 0 0,1 0 0 0 0,-1 0-1 0 0,0 0 1 0 0,0 0 0 0 0,-4-4 0 0 0,1 1-10 0 0,-1 0 0 0 0,-1 1 0 0 0,1-1 0 0 0,-1 2 1 0 0,0-1-1 0 0,0 1 0 0 0,-1 0 0 0 0,0 0 0 0 0,0 1 0 0 0,0 0 0 0 0,-9-3 1 0 0,-1 1-28 0 0,1 1 0 0 0,-1 0 0 0 0,0 1 0 0 0,-23-1 0 0 0,39 5-102 0 0,1 0 1 0 0,-1 0 0 0 0,0 0 0 0 0,0 0-1 0 0,1 1 1 0 0,-1-1 0 0 0,0 1 0 0 0,1-1-1 0 0,-1 1 1 0 0,1-1 0 0 0,-1 1 0 0 0,0 0 0 0 0,1 0-1 0 0,0 0 1 0 0,-1 0 0 0 0,-1 1 0 0 0,3-1-1 0 0,0-1 1 0 0,-1 0 0 0 0,1 0-1 0 0,0 1 1 0 0,0-1 0 0 0,-1 0-1 0 0,1 1 1 0 0,0-1 0 0 0,0 0-1 0 0,0 1 1 0 0,-1-1 0 0 0,1 1-1 0 0,0-1 1 0 0,0 0 0 0 0,0 1-1 0 0,0-1 1 0 0,0 1 0 0 0,0-1-1 0 0,0 0 1 0 0,0 1 0 0 0,0-1-1 0 0,0 1 1 0 0,0-1 0 0 0,0 0-1 0 0,0 1 1 0 0,1 0 0 0 0,-1 0-273 0 0,1 0 1 0 0,0 0 0 0 0,4 3-1903 0 0,-4-3 1903 0 0,0-1 0 0 0,0 1-1 0 0,0-1 1 0 0,0 1 0 0 0,2 0-1 0 0,13 5-3696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4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29 1232 0 0,'-21'-8'15266'0'0,"26"7"-13616"0"0,21 0-2485 0 0,-18 1 1414 0 0,228-14 36 0 0,-219 13-594 0 0,-5 0-9 0 0,20-2-1147 0 0,-28 3-255 0 0,-1 0 0 0 0,1 0 0 0 0,-1 1 0 0 0,1-1 0 0 0,-1 1 0 0 0,5 1 0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4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1 104 0 0,'-24'10'19099'0'0,"25"-9"-18996"0"0,0-1 5 0 0,1 1 1 0 0,-1 0-1 0 0,1 0 0 0 0,-1 0 1 0 0,1-1-1 0 0,-1 1 0 0 0,1 0 1 0 0,0-1-1 0 0,-1 0 0 0 0,1 1 1 0 0,0-1-1 0 0,-1 0 1 0 0,4 0-1 0 0,4 1 256 0 0,24 2 132 0 0,1-1-1 0 0,66-6 1 0 0,2-7-1459 0 0,-100 10 167 0 0,15-3-3474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5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19 616 0 0,'-50'-18'12008'0'0,"48"17"-11057"0"0,-2 3 591 0 0,4-2-1454 0 0,-1 0-1 0 0,1 0 1 0 0,-1 0 0 0 0,1 0 0 0 0,0 0-1 0 0,-1 0 1 0 0,1 0 0 0 0,-1 0 0 0 0,1 0-1 0 0,0 0 1 0 0,-1 1 0 0 0,1-1-1 0 0,-1 0 1 0 0,1 0 0 0 0,0 0 0 0 0,-1 1-1 0 0,1-1 1 0 0,0 0 0 0 0,-1 0 0 0 0,1 1-1 0 0,0-1 1 0 0,-1 1 0 0 0,-2 6 897 0 0,0 0-1 0 0,1 1 1 0 0,0-1 0 0 0,0 1 0 0 0,1 0-1 0 0,-1 15 1 0 0,2 53 1923 0 0,1-36-1837 0 0,6 217 3062 0 0,-3-127-5007 0 0,-2 0-7583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5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60 2388 0 0,'-12'-55'15387'0'0,"11"50"-13577"0"0,1 9-921 0 0,0-1-1010 0 0,-10 315 5466 0 0,-18-3-7125 0 0,23-261-2786 0 0,5-19-5352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6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37 2684 0 0,'1'-3'1906'0'0,"0"-3"-613"0"0,-1-21 6547 0 0,-10 44-4654 0 0,2 8-1505 0 0,1 0 0 0 0,-5 35 0 0 0,7-22-993 0 0,1 1-1 0 0,3 56 0 0 0,2-83-599 0 0,0 0 0 0 0,1 0 0 0 0,0 0 0 0 0,1 0 0 0 0,7 22 0 0 0,-9-30-65 0 0,1-1 0 0 0,-1 1 0 0 0,1-1 0 0 0,0 0 0 0 0,0 0 0 0 0,0 0 0 0 0,0 0 1 0 0,0 0-1 0 0,1 0 0 0 0,0 0 0 0 0,-1-1 0 0 0,1 1 0 0 0,0-1 0 0 0,0 0 0 0 0,0 0 0 0 0,0 0 0 0 0,1 0 0 0 0,-1 0 1 0 0,0-1-1 0 0,1 1 0 0 0,-1-1 0 0 0,8 1 0 0 0,-6-1-2 0 0,0-1 0 0 0,1 0 0 0 0,-1-1 0 0 0,0 1 0 0 0,0-1 0 0 0,0 0 0 0 0,0 0 0 0 0,0-1-1 0 0,0 1 1 0 0,0-1 0 0 0,-1 0 0 0 0,1 0 0 0 0,0-1 0 0 0,-1 1 0 0 0,0-1 0 0 0,1 0 0 0 0,-1-1 0 0 0,-1 1 0 0 0,6-6 0 0 0,0 0 26 0 0,0-2 1 0 0,-1 1-1 0 0,-1-1 1 0 0,1-1-1 0 0,-2 1 1 0 0,7-14-1 0 0,-8 13 59 0 0,-1 0-1 0 0,0 0 1 0 0,0 0 0 0 0,-1 0-1 0 0,-1-1 1 0 0,1-17-1 0 0,-2 22-46 0 0,-1 0 0 0 0,0-1 0 0 0,-1 1 0 0 0,0 0 0 0 0,0-1 0 0 0,-1 1 0 0 0,0 0-1 0 0,0 0 1 0 0,-1 0 0 0 0,-6-11 0 0 0,6 15-52 0 0,0 0-1 0 0,0 0 0 0 0,0 1 1 0 0,0-1-1 0 0,-1 1 1 0 0,1 0-1 0 0,-1 0 0 0 0,0 0 1 0 0,0 0-1 0 0,0 1 1 0 0,-1 0-1 0 0,1 0 0 0 0,0 0 1 0 0,-1 0-1 0 0,0 1 1 0 0,1 0-1 0 0,-10-2 0 0 0,-6 0-1137 0 0,0 1-1 0 0,-32 0 1 0 0,50 2 973 0 0,-2 0-640 0 0,-1 1 1 0 0,0-1-1 0 0,1 1 1 0 0,-1 0-1 0 0,0 0 1 0 0,-7 3 0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71 404 0 0,'3'-39'6828'0'0,"0"8"6165"0"0,-6 80-10769 0 0,-32 289 1073 0 0,23-281-3286 0 0,-2 15-1563 0 0,5 0-4117 0 0,10-51 1772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3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2012 0 0,'4'-45'8149'0'0,"-2"41"-7559"0"0,-1-1 1 0 0,0 0-1 0 0,1 0 1 0 0,0 1-1 0 0,0-1 1 0 0,4-4-1 0 0,-4 6-443 0 0,1-1 1 0 0,-1 1-1 0 0,1 0 1 0 0,0 0-1 0 0,0 0 1 0 0,0 1-1 0 0,1-1 1 0 0,-1 1-1 0 0,1 0 1 0 0,-1 0-1 0 0,1 0 1 0 0,0 0-1 0 0,0 1 1 0 0,0-1-1 0 0,0 1 1 0 0,0 0-1 0 0,0 0 1 0 0,0 0-1 0 0,4 1 1 0 0,-1-1-11 0 0,-1 0 0 0 0,1 1 0 0 0,-1-1 0 0 0,1 2 0 0 0,0-1 0 0 0,-1 1 0 0 0,1 0 0 0 0,-1 0 0 0 0,1 1 0 0 0,-1 0 0 0 0,0 0 0 0 0,0 0 0 0 0,0 1 0 0 0,0 0 0 0 0,0 0 0 0 0,0 1 0 0 0,-1-1 0 0 0,1 1 0 0 0,-1 0 0 0 0,0 1 0 0 0,0-1 0 0 0,-1 1 0 0 0,0 0 0 0 0,1 0 0 0 0,-2 1 0 0 0,1-1 0 0 0,-1 1 0 0 0,1 0 0 0 0,-1 0 0 0 0,-1 0 0 0 0,1 0-1 0 0,-1 0 1 0 0,0 1 0 0 0,-1-1 0 0 0,0 1 0 0 0,0-1 0 0 0,0 1 0 0 0,-1-1 0 0 0,1 1 0 0 0,-2 0 0 0 0,0 8 0 0 0,-2 4 167 0 0,-1 0 1 0 0,-1 0-1 0 0,-1-1 0 0 0,0 1 0 0 0,-1-1 0 0 0,-14 24 0 0 0,-67 101 1050 0 0,57-97-1042 0 0,17-25-200 0 0,0 0 50 0 0,1 0-1 0 0,-11 24 1 0 0,24-44-154 0 0,0-1 0 0 0,0 1 1 0 0,0-1-1 0 0,0 1 0 0 0,0-1 0 0 0,0 1 0 0 0,0-1 0 0 0,0 1 0 0 0,0-1 1 0 0,0 1-1 0 0,0-1 0 0 0,0 1 0 0 0,0-1 0 0 0,1 1 0 0 0,-1-1 0 0 0,0 1 1 0 0,0-1-1 0 0,0 1 0 0 0,1-1 0 0 0,-1 1 0 0 0,0-1 0 0 0,1 1 0 0 0,-1-1 1 0 0,0 0-1 0 0,1 1 0 0 0,-1-1 0 0 0,0 0 0 0 0,1 1 0 0 0,-1-1 0 0 0,1 0 1 0 0,-1 1-1 0 0,1-1 0 0 0,-1 0 0 0 0,1 0 0 0 0,0 1 0 0 0,23 4 185 0 0,-5-6-237 0 0,0-1 0 0 0,0-1 0 0 0,0-1 0 0 0,-1-1 1 0 0,1 0-1 0 0,-1-1 0 0 0,21-11 0 0 0,45-24-2759 0 0,-7-4-3294 0 0,-23 9-2277 0 0,-22 15 528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5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49 463 2672 0 0,'-3'0'2267'0'0,"-20"2"4692"0"0,0 1 2902 0 0,46-1-9219 0 0,0 0 0 0 0,0-2 1 0 0,-1 0-1 0 0,33-5 0 0 0,-18 1-394 0 0,158-14 408 0 0,-193 18-919 0 0,1-1 0 0 0,-1 1 0 0 0,0 0 0 0 0,0-1 0 0 0,0 1 1 0 0,0-1-1 0 0,0 0 0 0 0,1 0 0 0 0,-2 0 0 0 0,5-2 0 0 0</inkml:trace>
  <inkml:trace contextRef="#ctx0" brushRef="#br0" timeOffset="1">1365 110 848 0 0,'17'-25'11176'0'0,"-5"3"-7451"0"0,-11 20-3260 0 0,0-1 0 0 0,0 0 0 0 0,0 1 0 0 0,-1-1 0 0 0,1 0 0 0 0,0 0-1 0 0,-1 1 1 0 0,0-1 0 0 0,0 0 0 0 0,0 0 0 0 0,0 0 0 0 0,0 0 0 0 0,0 0 0 0 0,-1 1 0 0 0,0-1 0 0 0,0-3 0 0 0,0 5-428 0 0,0 0 1 0 0,1 0 0 0 0,-1 0-1 0 0,0 0 1 0 0,0 0-1 0 0,0 1 1 0 0,0-1-1 0 0,0 0 1 0 0,0 0-1 0 0,0 1 1 0 0,0-1 0 0 0,0 1-1 0 0,-1-1 1 0 0,1 1-1 0 0,0-1 1 0 0,0 1-1 0 0,0 0 1 0 0,-1 0 0 0 0,1-1-1 0 0,0 1 1 0 0,0 0-1 0 0,0 0 1 0 0,-1 0-1 0 0,1 0 1 0 0,0 0-1 0 0,0 1 1 0 0,-1-1 0 0 0,1 0-1 0 0,0 1 1 0 0,-2 0-1 0 0,-36 13 20 0 0,17-3 31 0 0,1 2-1 0 0,0 0 1 0 0,1 2-1 0 0,-28 25 0 0 0,-64 75 505 0 0,80-79-386 0 0,1 0 0 0 0,3 2 0 0 0,1 1 0 0 0,2 1 0 0 0,1 2 0 0 0,3 0 0 0 0,-17 46 0 0 0,35-81-186 0 0,1-1 1 0 0,0 1 0 0 0,1 0 0 0 0,-1-1-1 0 0,2 1 1 0 0,-1 0 0 0 0,1 0 0 0 0,-1 0 0 0 0,2 0-1 0 0,-1 0 1 0 0,1 0 0 0 0,0-1 0 0 0,3 8 0 0 0,-3-10-9 0 0,1 0 0 0 0,0 0 1 0 0,0 0-1 0 0,0-1 0 0 0,0 1 1 0 0,1 0-1 0 0,0-1 0 0 0,-1 0 1 0 0,1 0-1 0 0,0 0 0 0 0,1 0 1 0 0,-1 0-1 0 0,0-1 0 0 0,1 1 1 0 0,0-1-1 0 0,-1 0 0 0 0,1 0 1 0 0,0 0-1 0 0,0-1 1 0 0,0 1-1 0 0,7 1 0 0 0,-2-2 9 0 0,0 1 1 0 0,0-1-1 0 0,1-1 0 0 0,-1 0 0 0 0,0 0 1 0 0,0 0-1 0 0,1-1 0 0 0,-1-1 0 0 0,0 0 1 0 0,0 0-1 0 0,0-1 0 0 0,-1 0 0 0 0,14-6 1 0 0,-14 5 52 0 0,-1 1 1 0 0,1-2-1 0 0,-1 1 1 0 0,0-1-1 0 0,-1 0 1 0 0,1 0-1 0 0,-1-1 1 0 0,0 0 0 0 0,0 0-1 0 0,-1-1 1 0 0,0 1-1 0 0,0-1 1 0 0,0 0-1 0 0,-1 0 1 0 0,4-9-1 0 0,-7 14-53 0 0,0 0-1 0 0,0 0 0 0 0,-1 0 0 0 0,1 0 0 0 0,0 0 1 0 0,-1-1-1 0 0,1 1 0 0 0,-1 0 0 0 0,0 0 0 0 0,0 0 1 0 0,0-1-1 0 0,0 1 0 0 0,0 0 0 0 0,-1 0 0 0 0,1 0 1 0 0,0-1-1 0 0,-1 1 0 0 0,0 0 0 0 0,0 0 0 0 0,1 0 1 0 0,-1 0-1 0 0,0 0 0 0 0,0 0 0 0 0,-1 0 0 0 0,1 1 1 0 0,0-1-1 0 0,-1 0 0 0 0,1 1 0 0 0,-4-4 0 0 0,1 3-9 0 0,-1-1 0 0 0,1 0 0 0 0,-1 1-1 0 0,0 0 1 0 0,0 0 0 0 0,0 1-1 0 0,0-1 1 0 0,0 1 0 0 0,0 0 0 0 0,0 0-1 0 0,-9 1 1 0 0,-2 0-140 0 0,-1 1-1 0 0,1 0 0 0 0,0 1 1 0 0,0 1-1 0 0,0 1 1 0 0,0 0-1 0 0,0 1 0 0 0,1 1 1 0 0,-21 11-1 0 0,-47 30-5657 0 0,9 7-7769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6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53 1796 0 0,'-2'-1'2362'0'0,"-52"-22"20987"0"0,84 27-22630 0 0,0-1 0 0 0,0-2 0 0 0,49-4 0 0 0,-34 1-399 0 0,141-9 222 0 0,-109 5-3672 0 0,-75 6 2536 0 0,1-1 0 0 0,0 0 0 0 0,-1 1 0 0 0,1-1 1 0 0,-1 0-1 0 0,0-1 0 0 0,1 1 0 0 0,3-3 0 0 0,0 1-1140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7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55 408 0 0,'-13'-9'6035'0'0,"-5"1"-1922"0"0,5 1 683 0 0,-22-8 6228 0 0,9-1-9093 0 0,26 18-1961 0 0,-1 9 32 0 0,0 0 0 0 0,1 0 1 0 0,1 19-1 0 0,0 2 55 0 0,-6 461 274 0 0,5-365-1491 0 0,3-88-6760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9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1012 0 0,'-1'32'19720'0'0,"8"-32"-19660"0"0,0 1 0 0 0,1-1 1 0 0,-1 0-1 0 0,0-1 0 0 0,0 1 0 0 0,11-4 1 0 0,9 0-10 0 0,276-28 246 0 0,-301 32-282 0 0,1 0-5 0 0,8-1 1173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09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74 1376 0 0,'2'-3'1069'0'0,"15"-30"7395"0"0,-17 31-8201 0 0,1 1 0 0 0,0-1 0 0 0,-1 1 0 0 0,0-1 0 0 0,1 0 0 0 0,-1 1 0 0 0,0-1 0 0 0,0 0 0 0 0,0 1 0 0 0,0-1 0 0 0,0 0 0 0 0,0 1 0 0 0,0-1 0 0 0,-1 0 0 0 0,1 1 0 0 0,-1-1 0 0 0,1 1 0 0 0,-2-3-1 0 0,1 2-7 0 0,-1 2-186 0 0,-1-1-1 0 0,1 1 1 0 0,-1-1 0 0 0,0 1 0 0 0,1 0-1 0 0,-1 0 1 0 0,0 0 0 0 0,-3 0-1 0 0,1 1-46 0 0,0 1 0 0 0,0-1 0 0 0,1 1 0 0 0,-1 0 0 0 0,0 0 0 0 0,1 0 0 0 0,-1 1-1 0 0,1-1 1 0 0,0 1 0 0 0,0 0 0 0 0,-5 5 0 0 0,-3 3 83 0 0,-20 25 0 0 0,27-30-106 0 0,0 0 0 0 0,0 0 0 0 0,1 1 1 0 0,0 0-1 0 0,0 0 0 0 0,1 0 0 0 0,-5 13 0 0 0,7-18 7 0 0,1 0-1 0 0,-1 0 1 0 0,0 0-1 0 0,1 0 1 0 0,-1 1-1 0 0,1-1 1 0 0,0 0-1 0 0,0 0 1 0 0,0 1-1 0 0,0-1 1 0 0,0 0 0 0 0,0 0-1 0 0,0 1 1 0 0,1-1-1 0 0,-1 0 1 0 0,1 0-1 0 0,0 0 1 0 0,0 1-1 0 0,0-1 1 0 0,0 0-1 0 0,0 0 1 0 0,0 0-1 0 0,0-1 1 0 0,1 1-1 0 0,2 3 1 0 0,1 0 26 0 0,1 0-1 0 0,0-1 1 0 0,-1 0 0 0 0,1 0 0 0 0,13 5 0 0 0,-17-8-28 0 0,51 25 307 0 0,50 27 828 0 0,-88-44-799 0 0,-1 0 0 0 0,-1 1 1 0 0,1 1-1 0 0,21 24 0 0 0,-26-25-50 0 0,0 0 0 0 0,-1 1 0 0 0,-1-1 0 0 0,0 2 1 0 0,-1-1-1 0 0,0 1 0 0 0,0 0 0 0 0,-1 0 0 0 0,4 16 0 0 0,-8-21-126 0 0,1 0 1 0 0,-1 0-1 0 0,-1-1 0 0 0,1 1 1 0 0,-1 0-1 0 0,-1 0 0 0 0,1 0 1 0 0,-1 0-1 0 0,0 0 0 0 0,-1 0 0 0 0,0 0 1 0 0,0-1-1 0 0,0 1 0 0 0,-1-1 1 0 0,0 0-1 0 0,0 1 0 0 0,0-1 1 0 0,-1 0-1 0 0,-5 5 0 0 0,-1 2-20 0 0,-1-2 1 0 0,-1 0-1 0 0,0 0 0 0 0,-1-1 0 0 0,0-1 1 0 0,0 0-1 0 0,-1 0 0 0 0,0-2 0 0 0,-1 1 1 0 0,1-2-1 0 0,-1 0 0 0 0,-1-1 0 0 0,1-1 1 0 0,-1 0-1 0 0,0-1 0 0 0,-19 2 0 0 0,31-5-121 0 0,-1 0 0 0 0,1 0 0 0 0,-1 0 0 0 0,1 0 0 0 0,-1-1 0 0 0,1 0 0 0 0,-1 0 0 0 0,1 0 1 0 0,0-1-1 0 0,-1 1 0 0 0,1-1 0 0 0,0 0 0 0 0,0 0 0 0 0,0 0 0 0 0,-5-4 0 0 0,7 3-20 0 0,0 1 1 0 0,0-1 0 0 0,-1 1 0 0 0,1-1 0 0 0,1 0-1 0 0,-1 0 1 0 0,0 0 0 0 0,1 0 0 0 0,-1 0-1 0 0,1 0 1 0 0,0 0 0 0 0,0 0 0 0 0,1 0-1 0 0,-1-1 1 0 0,0 1 0 0 0,1 0 0 0 0,0 0 0 0 0,0-1-1 0 0,0 1 1 0 0,0 0 0 0 0,1-6 0 0 0,2-6-21 0 0,1 0 0 0 0,0 1 0 0 0,1-1 1 0 0,0 1-1 0 0,1 0 0 0 0,1 1 0 0 0,10-17 1 0 0,67-87-199 0 0,-66 94 188 0 0,36-42-49 0 0,22-29-124 0 0,-67 81 175 0 0,-1 0 0 0 0,0-1 0 0 0,0 0 1 0 0,-2 0-1 0 0,8-23 0 0 0,-13 33 30 0 0,0 0 0 0 0,0-1 0 0 0,0 1-1 0 0,-1-1 1 0 0,1 1 0 0 0,-1-1 0 0 0,0 1 0 0 0,0-1 0 0 0,-1 1-1 0 0,1-1 1 0 0,-1 1 0 0 0,0 0 0 0 0,-1-1 0 0 0,1 1 0 0 0,-1 0 0 0 0,1 0-1 0 0,-1 0 1 0 0,0 0 0 0 0,-1 0 0 0 0,1 0 0 0 0,-1 0 0 0 0,-4-4-1 0 0,2 3-174 0 0,1 1-1 0 0,-1 0 0 0 0,0 0 0 0 0,0 1 1 0 0,-1-1-1 0 0,1 1 0 0 0,-1 0 0 0 0,1 1 0 0 0,-1-1 1 0 0,0 1-1 0 0,0 0 0 0 0,0 1 0 0 0,-1-1 1 0 0,1 1-1 0 0,-8 0 0 0 0,8 0-323 0 0,0 1 0 0 0,0 0-1 0 0,0 1 1 0 0,1-1 0 0 0,-1 1-1 0 0,0 1 1 0 0,0-1 0 0 0,1 1 0 0 0,-1 0-1 0 0,1 0 1 0 0,-10 5 0 0 0,11-4-764 0 0,0 0 1 0 0,0 0-1 0 0,0 0 1 0 0,0 0-1 0 0,0 1 1 0 0,1 0-1 0 0,0 0 1 0 0,-6 7-1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6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47 452 0 0,'0'-12'4044'0'0,"-1"10"-3745"0"0,1 0-1 0 0,-1 0 0 0 0,0 0 1 0 0,1 0-1 0 0,-1 0 0 0 0,0 0 1 0 0,0 1-1 0 0,-1-1 1 0 0,1 0-1 0 0,0 0 0 0 0,-1 1 1 0 0,1-1-1 0 0,-1 1 0 0 0,1-1 1 0 0,-1 1-1 0 0,1 0 0 0 0,-1-1 1 0 0,0 1-1 0 0,-2-1 0 0 0,2 2-229 0 0,1 0 0 0 0,-1 0 0 0 0,0 0 0 0 0,0 0 0 0 0,1 0 0 0 0,-1 0 0 0 0,0 0 0 0 0,0 1-1 0 0,1-1 1 0 0,-1 1 0 0 0,0-1 0 0 0,1 1 0 0 0,-1 0 0 0 0,1 0 0 0 0,-1-1 0 0 0,0 1 0 0 0,1 0-1 0 0,0 0 1 0 0,-1 1 0 0 0,1-1 0 0 0,0 0 0 0 0,-1 0 0 0 0,1 1 0 0 0,-1 1 0 0 0,-9 9 189 0 0,1 1 1 0 0,1 1-1 0 0,0-1 1 0 0,1 2-1 0 0,-7 17 1 0 0,-28 78 659 0 0,42-109-909 0 0,-25 78 486 0 0,3 1 0 0 0,-14 94 0 0 0,29-120-380 0 0,3 0 0 0 0,1 1-1 0 0,4-1 1 0 0,7 73 0 0 0,-4-100-84 0 0,2 0 0 0 0,1-1 0 0 0,1 0 0 0 0,1 0 0 0 0,1-1 0 0 0,2 0 0 0 0,0 0-1 0 0,28 43 1 0 0,-26-50-216 0 0,1 0-1 0 0,1-1 1 0 0,0-1-1 0 0,1 0 1 0 0,0-1-1 0 0,2 0 0 0 0,0-2 1 0 0,0 0-1 0 0,1-1 1 0 0,1-1-1 0 0,23 10 1 0 0,-10-8-1146 0 0,2-1-1 0 0,-1-1 1 0 0,2-3 0 0 0,-1 0 0 0 0,54 3 0 0 0,-16-6-3053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1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37 1608 0 0,'-17'6'14542'0'0,"32"-6"-13436"0"0,33-4-1946 0 0,-40 3 1277 0 0,264-28-71 0 0,-270 29-275 0 0,43-5 827 0 0,-42 5-704 0 0,16-1 128 0 0,-18 1 38 0 0,6-3-1981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1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14 1992 0 0,'-13'-12'6994'0'0,"13"12"-6865"0"0,0 0-1 0 0,-1 0 1 0 0,1 0 0 0 0,0-1 0 0 0,-1 1 0 0 0,1 0-1 0 0,0 0 1 0 0,-1 0 0 0 0,1 0 0 0 0,0 0 0 0 0,-1 0-1 0 0,1 0 1 0 0,0 0 0 0 0,-1 0 0 0 0,1 0 0 0 0,-1 0 0 0 0,1 0-1 0 0,0 0 1 0 0,-1 0 0 0 0,1 0 0 0 0,-2 12 2184 0 0,9 27-195 0 0,-6-32-1467 0 0,28 183 4484 0 0,-16 100-2727 0 0,-10-186-4465 0 0,-3-103 1832 0 0,0 0 0 0 0,0 0-1 0 0,0 0 1 0 0,0 0-1 0 0,0 0 1 0 0,0 0-1 0 0,1 0 1 0 0,-1 0 0 0 0,0 0-1 0 0,1-1 1 0 0,-1 1-1 0 0,1 0 1 0 0,-1 0-1 0 0,1 0 1 0 0,-1 0-1 0 0,1-1 1 0 0,-1 1 0 0 0,1 0-1 0 0,1 1 1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59 2320 0 0,'2'-16'5625'0'0,"-1"10"-4473"0"0,0 3-336 0 0,0 0 1 0 0,-1 0-1 0 0,1 0 0 0 0,-1 0 0 0 0,0 0 1 0 0,0 0-1 0 0,0 0 0 0 0,-1 0 0 0 0,-1-6 833 0 0,-12 11-1014 0 0,9 1-472 0 0,0 1 1 0 0,1-1-1 0 0,-1 1 1 0 0,1 0-1 0 0,-1 0 0 0 0,1 0 1 0 0,1 1-1 0 0,-1-1 1 0 0,1 1-1 0 0,-6 10 0 0 0,-1 0 188 0 0,-27 37 274 0 0,2 3-1 0 0,3 0 1 0 0,2 2 0 0 0,-41 116-1 0 0,62-147-509 0 0,-8 40 1 0 0,16-58-94 0 0,-1 0 0 0 0,2 0 1 0 0,-1 0-1 0 0,1-1 0 0 0,0 1 1 0 0,1 0-1 0 0,0 0 0 0 0,0 0 1 0 0,0 0-1 0 0,4 7 0 0 0,-4-11-8 0 0,1-1 0 0 0,0 0 0 0 0,0 0 0 0 0,0 0 0 0 0,1 0 0 0 0,-1 0 0 0 0,1 0 0 0 0,0 0 0 0 0,0-1 0 0 0,-1 1 0 0 0,2-1 0 0 0,-1 0 0 0 0,0 0 0 0 0,0 0 0 0 0,1-1 0 0 0,-1 1-1 0 0,1-1 1 0 0,-1 1 0 0 0,1-1 0 0 0,0 0 0 0 0,-1-1 0 0 0,1 1 0 0 0,0-1 0 0 0,5 1 0 0 0,5-1 20 0 0,-1 1-1 0 0,1-2 1 0 0,0 0-1 0 0,-1-1 1 0 0,20-5-1 0 0,-19 4 1 0 0,0-2-1 0 0,0 0 1 0 0,-1-1-1 0 0,16-8 1 0 0,-23 11 16 0 0,-1-1-1 0 0,1 1 1 0 0,0-1-1 0 0,-1-1 1 0 0,0 1 0 0 0,0-1-1 0 0,0 0 1 0 0,-1 0-1 0 0,0 0 1 0 0,0-1-1 0 0,4-6 1 0 0,-7 11-34 0 0,0 0 0 0 0,-1 0 0 0 0,1-1 0 0 0,0 1 0 0 0,-1-1 0 0 0,1 1 0 0 0,-1-1 0 0 0,1 1 0 0 0,-1-1 0 0 0,0 1 0 0 0,0-1 0 0 0,0 1-1 0 0,0-1 1 0 0,0 1 0 0 0,0-1 0 0 0,0 1 0 0 0,0-1 0 0 0,0 1 0 0 0,-1-1 0 0 0,1 1 0 0 0,-1-1 0 0 0,1 1 0 0 0,-1-1 0 0 0,-1-1 0 0 0,1 2-6 0 0,-1-1 0 0 0,0 0 0 0 0,1 1 0 0 0,-1-1-1 0 0,0 1 1 0 0,0 0 0 0 0,0 0 0 0 0,0-1 0 0 0,-1 2 0 0 0,1-1 0 0 0,0 0 0 0 0,0 0 0 0 0,-5 0-1 0 0,-5-1-7 0 0,0 0 0 0 0,0 2 0 0 0,0-1 0 0 0,-23 3 0 0 0,-69 15-1913 0 0,89-14-520 0 0,1 2-1 0 0,-22 8 1 0 0,28-8 247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2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36 1020 0 0,'-36'0'22551'0'0,"48"2"-22815"0"0,58-1 739 0 0,127-15 0 0 0,-163 10-638 0 0,55-6 586 0 0,-36-1-3449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3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23 80 0 0,'-11'-10'4900'0'0,"-14"-2"-526"0"0,23 11-3680 0 0,2 4 120 0 0,-2 10 35 0 0,1 1 0 0 0,0 0 0 0 0,1 0 0 0 0,1 0 0 0 0,0-1 0 0 0,4 17 0 0 0,2 26 457 0 0,-13 361-411 0 0,4-388-2865 0 0,3 34 1 0 0,0-54 489 0 0,0 0 1 0 0,0 0 0 0 0,1 0 0 0 0,5 13 0 0 0,2-4-3788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7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41 1084 0 0,'-6'-8'2660'0'0,"0"0"1"0"0,-1 0-1 0 0,-9-9 1737 0 0,16 18-4291 0 0,0 0 0 0 0,-1 0 0 0 0,1 0 0 0 0,0 0 0 0 0,0 0 0 0 0,0 0 0 0 0,-1 0-1 0 0,1 0 1 0 0,0 0 0 0 0,0 0 0 0 0,1 0 0 0 0,-1 0 0 0 0,0 0 0 0 0,0 0 0 0 0,0 0 0 0 0,1 0 0 0 0,-1 0 0 0 0,1 2 0 0 0,10 22 700 0 0,-9-19-478 0 0,13 34 180 0 0,-2 0 0 0 0,-2 0 1 0 0,-2 1-1 0 0,-2 0 0 0 0,3 50 0 0 0,-7-16-344 0 0,-3-1-1 0 0,-10 78 0 0 0,0-77-822 0 0,-3-1-1 0 0,-34 108 1 0 0,-29 26-8007 0 0,51-149 1566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8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58 1704 0 0,'-2'-2'1489'0'0,"-28"-35"5354"0"0,29 35-6251 0 0,1 1-385 0 0,-1 0-1 0 0,1 0 1 0 0,-1 0-1 0 0,0 0 1 0 0,0 1-1 0 0,1-1 1 0 0,-1 0-1 0 0,0 0 1 0 0,0 0-1 0 0,0 1 1 0 0,0-1-1 0 0,0 1 1 0 0,0-1-1 0 0,0 0 1 0 0,-6-3 2362 0 0,16 7-1842 0 0,6 1-600 0 0,0 0-1 0 0,1-1 0 0 0,0-1 1 0 0,-1 0-1 0 0,1-1 0 0 0,0-1 1 0 0,28-3-1 0 0,9 1-33 0 0,-6 1-269 0 0,-4-1-2631 0 0,-5 3-5367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18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9 1340 0 0,'-152'68'13457'0'0,"150"-67"-13022"0"0,5 4-119 0 0,-3-5-308 0 0,0 0 0 0 0,0 1 0 0 0,0-1 0 0 0,0 0 0 0 0,1 1 0 0 0,-1-1 0 0 0,0 0 0 0 0,0 0 0 0 0,0 1 0 0 0,1-1 0 0 0,-1 0 0 0 0,0 1 0 0 0,0-1-1 0 0,1 0 1 0 0,-1 0 0 0 0,0 0 0 0 0,0 1 0 0 0,1-1 0 0 0,-1 0 0 0 0,0 0 0 0 0,1 0 0 0 0,-1 0 0 0 0,0 0 0 0 0,1 1 0 0 0,-1-1 0 0 0,0 0 0 0 0,1 0 0 0 0,-1 0 0 0 0,0 0-1 0 0,1 0 1 0 0,-1 0 0 0 0,0 0 0 0 0,1 0 0 0 0,-1 0 0 0 0,1 0 0 0 0,266-23 686 0 0,-138 7-627 0 0,-32 7-222 0 0,103-11-1876 0 0,-69 4-5409 0 0,-102 12 2875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20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53 1340 0 0,'-5'-34'7532'0'0,"0"16"-1743"0"0,3 24-5758 0 0,1-1 0 0 0,-1 1 1 0 0,1 0-1 0 0,0 0 0 0 0,1 0 0 0 0,-1 9 1 0 0,-1 11 213 0 0,-16 68 439 0 0,-43 138 0 0 0,56-213-557 0 0,-6 18 107 0 0,11-36-219 0 0,5 9 112 0 0,2-8-102 0 0,0-1 1 0 0,0 1 0 0 0,0-1 0 0 0,0-1 0 0 0,0 1 0 0 0,0-1 0 0 0,0 0 0 0 0,1-1 0 0 0,9-1-1 0 0,9-3 36 0 0,32-9 0 0 0,-47 11-21 0 0,0-1-1 0 0,-1 1 0 0 0,1-2 1 0 0,0 0-1 0 0,-1 0 0 0 0,0-1 1 0 0,-1 0-1 0 0,1 0 0 0 0,-1-1 1 0 0,0 0-1 0 0,-1-1 0 0 0,0 0 1 0 0,0-1-1 0 0,0 1 0 0 0,-1-2 1 0 0,-1 1-1 0 0,1-1 0 0 0,-2 1 1 0 0,8-18-1 0 0,1-12 1947 0 0,-13 37-1764 0 0,3-17 460 0 0,-24 86-241 0 0,-17 106 0 0 0,4 72 610 0 0,21-140-876 0 0,12-105-239 0 0,-6 51 1005 0 0,4-32-1891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20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83 2200 0 0,'-7'-9'12584'0'0,"6"9"-12525"0"0,1 0 1 0 0,0 0-1 0 0,0-1 0 0 0,0 1 0 0 0,0 0 1 0 0,0 0-1 0 0,0 0 0 0 0,0 0 1 0 0,0-1-1 0 0,0 1 0 0 0,0 0 1 0 0,0 0-1 0 0,0 0 0 0 0,0 0 1 0 0,0-1-1 0 0,0 1 0 0 0,0 0 1 0 0,0 0-1 0 0,0 0 0 0 0,0 0 1 0 0,0-1-1 0 0,0 1 0 0 0,0 0 1 0 0,0 0-1 0 0,0 0 0 0 0,0 0 1 0 0,1-1 296 0 0,-1 0-297 0 0,11-3 1076 0 0,24 0-842 0 0,-21 3-19 0 0,29-4-60 0 0,8-1-452 0 0,54-13-1 0 0,-69 1-8111 0 0,-28 13 5741 0 0,4 0-2268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21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83 1288 0 0,'-30'-51'13591'0'0,"30"50"-13520"0"0,0 1-1 0 0,0-1 1 0 0,0 0 0 0 0,-1 0 0 0 0,1 1 0 0 0,0-1 0 0 0,0 0 0 0 0,0 1-1 0 0,0-1 1 0 0,0 0 0 0 0,0 1 0 0 0,0-1 0 0 0,1 0 0 0 0,-1 0-1 0 0,0 1 1 0 0,0-1 0 0 0,0 0 0 0 0,1 1 0 0 0,-1-1 0 0 0,0 1 0 0 0,1-1-1 0 0,-1 0 1 0 0,0 1 0 0 0,1-1 0 0 0,-1 1 0 0 0,1-1 0 0 0,-1 1 0 0 0,1-1-1 0 0,0 0 1 0 0,6-1 47 0 0,0-1 0 0 0,1 1 0 0 0,-1 1 0 0 0,0 0 0 0 0,1 0 0 0 0,-1 0 0 0 0,1 1 0 0 0,11 0 0 0 0,-8 2-90 0 0,0 0 0 0 0,0 0 0 0 0,0 0 0 0 0,0 2 0 0 0,0-1 0 0 0,-1 1 0 0 0,19 11 0 0 0,-24-12-3 0 0,-1 0 0 0 0,0 0 0 0 0,0 0 0 0 0,0 1 0 0 0,0 0 0 0 0,-1 0 0 0 0,1 0 0 0 0,-1 0 0 0 0,0 0 0 0 0,0 1 0 0 0,0-1 0 0 0,-1 1 0 0 0,0 0 0 0 0,0-1 0 0 0,0 1 0 0 0,0 0 0 0 0,-1 1 0 0 0,0-1 0 0 0,1 10 0 0 0,-1-5 79 0 0,-2 1 1 0 0,1-1-1 0 0,-1 1 0 0 0,-1-1 1 0 0,0 0-1 0 0,0 0 1 0 0,-1 0-1 0 0,0 0 0 0 0,-5 10 1 0 0,-7 12 419 0 0,-24 38 1 0 0,17-36 82 0 0,-1-1 1 0 0,-43 47 0 0 0,-64 50 1598 0 0,116-118-1960 0 0,1 0 72 0 0,0 1 1 0 0,-22 27-1 0 0,33-38-215 0 0,18 5 157 0 0,26-6-167 0 0,-1-2 0 0 0,1-2 0 0 0,44-9 0 0 0,-7 1-50 0 0,70-13 174 0 0,-144 24-211 0 0,5-3-7 0 0,-7 3-396 0 0,0-1 1 0 0,0 1-1 0 0,0-1 1 0 0,0 0-1 0 0,0 0 0 0 0,0 0 1 0 0,4-3-1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21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80 596 0 0,'-56'-22'17639'0'0,"58"21"-17528"0"0,0-1 1 0 0,0 1-1 0 0,-1 0 0 0 0,1-1 0 0 0,0 1 1 0 0,0 0-1 0 0,0 0 0 0 0,0 1 0 0 0,0-1 1 0 0,1 0-1 0 0,-1 1 0 0 0,0-1 0 0 0,3 1 1 0 0,39-4 440 0 0,-15 2-280 0 0,161-15 404 0 0,-170 16-703 0 0,1 1-491 0 0,37-7 0 0 0,-57 7 248 0 0,0 0 0 0 0,0 0 0 0 0,-1-1 0 0 0,1 1 0 0 0,0 0-1 0 0,0 0 1 0 0,-1-1 0 0 0,1 1 0 0 0,0 0 0 0 0,0-1 0 0 0,-1 1 0 0 0,1-1 0 0 0,0 1 0 0 0,-1-1 0 0 0,4-4-1891 0 0,-3 5 1891 0 0,-1-1 0 0 0,0 0 0 0 0,1-1 0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22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26 1348 0 0,'-2'-1'2152'0'0,"-20"-20"4975"0"0,22 21-7050 0 0,0 0 0 0 0,-1-1 0 0 0,1 1 0 0 0,0 0 1 0 0,0 0-1 0 0,-1-1 0 0 0,1 1 0 0 0,0 0 0 0 0,0 0 0 0 0,-1 0 0 0 0,1-1 0 0 0,0 1 1 0 0,-1 0-1 0 0,1 0 0 0 0,0 0 0 0 0,-1 0 0 0 0,1 0 0 0 0,0 0 0 0 0,-1 0 0 0 0,1 0 1 0 0,0 0-1 0 0,-1 0 0 0 0,1 0 0 0 0,0 0 0 0 0,-1 0 0 0 0,1 0 0 0 0,0 0 0 0 0,-1 0 1 0 0,1 0-1 0 0,0 0 0 0 0,-1 0 0 0 0,1 1 0 0 0,0-1 0 0 0,0 0 0 0 0,-1 0 0 0 0,1 0 1 0 0,0 0-1 0 0,-1 1 0 0 0,1-1 0 0 0,0 0 0 0 0,0 0 0 0 0,-1 1 0 0 0,1-1 1 0 0,0 0-1 0 0,0 1 0 0 0,0-1 0 0 0,0 0 0 0 0,-1 0 0 0 0,1 1 0 0 0,0-1 0 0 0,0 0 1 0 0,0 1-1 0 0,0-1 0 0 0,0 0 0 0 0,0 1 0 0 0,0-1 0 0 0,0 0 0 0 0,0 1 0 0 0,0-1 1 0 0,0 0-1 0 0,0 1 0 0 0,-9 119 5920 0 0,-3 26-3876 0 0,-9-14-1318 0 0,-5 40-1800 0 0,25-161-19 0 0,1 0 1 0 0,-1 0 0 0 0,3 15-1 0 0,-1-22-206 0 0,-1 0 0 0 0,1-1-1 0 0,0 1 1 0 0,0-1 0 0 0,1 1-1 0 0,-1-1 1 0 0,4 7 0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22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81 2692 0 0,'56'-72'17527'0'0,"-49"64"-15219"0"0,-10 20-1985 0 0,-1 0 0 0 0,0-1 0 0 0,-1 1 0 0 0,0-1 0 0 0,-10 18 0 0 0,-6 11 355 0 0,-38 85 656 0 0,16-39-632 0 0,-59 174 0 0 0,98-245-680 0 0,0 0 1 0 0,1 0 0 0 0,0 1-1 0 0,2-1 1 0 0,0 1 0 0 0,1 27 0 0 0,0-38-5 0 0,1 0 1 0 0,0 0-1 0 0,0 0 0 0 0,0 0 1 0 0,0 0-1 0 0,1 0 1 0 0,0 0-1 0 0,0-1 1 0 0,0 1-1 0 0,1-1 0 0 0,-1 0 1 0 0,1 1-1 0 0,0-1 1 0 0,0 0-1 0 0,1-1 1 0 0,-1 1-1 0 0,1-1 1 0 0,0 1-1 0 0,0-1 0 0 0,0 0 1 0 0,0 0-1 0 0,0-1 1 0 0,1 1-1 0 0,7 2 1 0 0,-6-2-2 0 0,0-1 1 0 0,1 0-1 0 0,0 0 1 0 0,-1-1 0 0 0,1 1-1 0 0,0-1 1 0 0,0-1-1 0 0,0 1 1 0 0,-1-1 0 0 0,1-1-1 0 0,0 1 1 0 0,0-1-1 0 0,0 0 1 0 0,-1-1 0 0 0,1 0-1 0 0,0 0 1 0 0,-1 0-1 0 0,0-1 1 0 0,1 1 0 0 0,-1-2-1 0 0,0 1 1 0 0,-1-1-1 0 0,1 0 1 0 0,0 0 0 0 0,-1 0-1 0 0,0-1 1 0 0,0 0-1 0 0,-1 0 1 0 0,1 0 0 0 0,-1 0-1 0 0,0-1 1 0 0,6-10-1 0 0,-7 10-11 0 0,0 0 0 0 0,0 0-1 0 0,-1-1 1 0 0,1 1-1 0 0,-1-1 1 0 0,-1 0 0 0 0,1 1-1 0 0,-1-1 1 0 0,0 0 0 0 0,-1 0-1 0 0,0 0 1 0 0,0-10 0 0 0,-1 13-7 0 0,0 0 0 0 0,0 0 0 0 0,0 0 0 0 0,0 0 0 0 0,0 0 0 0 0,-1 0 0 0 0,0 0 0 0 0,0 1 0 0 0,0-1 0 0 0,0 0 0 0 0,-1 1 0 0 0,1 0 0 0 0,-1-1 0 0 0,0 1 0 0 0,0 0 0 0 0,0 1 0 0 0,0-1 0 0 0,-1 0 0 0 0,1 1 0 0 0,-1 0 0 0 0,-5-3 0 0 0,1 1-16 0 0,-2 1 0 0 0,1 0-1 0 0,0 0 1 0 0,-1 1 0 0 0,1 0-1 0 0,-1 0 1 0 0,1 1 0 0 0,-1 1-1 0 0,0 0 1 0 0,0 0 0 0 0,1 1-1 0 0,-13 2 1 0 0,14-2-398 0 0,0 1 0 0 0,0 0 0 0 0,0 0 0 0 0,1 1 0 0 0,-1 0 0 0 0,1 0-1 0 0,0 1 1 0 0,0 0 0 0 0,0 0 0 0 0,0 1 0 0 0,1 0 0 0 0,-1 0 0 0 0,1 0 0 0 0,1 1 0 0 0,-8 8 0 0 0,11-12-93 0 0,1 1 0 0 0,-1 0 1 0 0,0-1-1 0 0,1 1 1 0 0,0 0-1 0 0,0 0 0 0 0,-1 0 1 0 0,1 3-1 0 0,0-4 62 0 0,1-1 0 0 0,0 0 0 0 0,0 1 0 0 0,0-1 0 0 0,0 0 0 0 0,0 0 0 0 0,0 1 0 0 0,1-1 0 0 0,-1 0 0 0 0,0 1 0 0 0,1-1 0 0 0,-1 0 0 0 0,1 0 0 0 0,-1 0 0 0 0,1 1 0 0 0,-1-1 0 0 0,1 0 0 0 0,0 0 0 0 0,0 0-1 0 0,3 3-891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24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33 624 0 0,'-10'-9'16542'0'0,"10"5"-15955"0"0,20 0-531 0 0,-1 1 0 0 0,1 1 0 0 0,25 0 0 0 0,11-2-231 0 0,13 0-6099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2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1332 0 0,'-56'29'11021'0'0,"54"-24"-9338"0"0,1-1 46 0 0,12-1-852 0 0,47 1 239 0 0,85-7 0 0 0,-9-14-6289 0 0,-96 7-814 0 0,-17 5 677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25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397 226 712 0 0,'11'-24'9612'0'0,"2"-9"2687"0"0,-9 14-6951 0 0,-30 3-5026 0 0,24 15-297 0 0,-18-1-38 0 0,9 1-19 0 0,-1 1-1 0 0,1 0 1 0 0,-1 1-1 0 0,1 0 1 0 0,-1 1-1 0 0,1 0 0 0 0,-1 0 1 0 0,1 2-1 0 0,0-1 1 0 0,-18 10-1 0 0,19-6 42 0 0,1 0 0 0 0,0 1 1 0 0,0 0-1 0 0,1 1 0 0 0,0 0 0 0 0,1 0 0 0 0,0 0 0 0 0,-11 20 0 0 0,17-28-2 0 0,0 1-1 0 0,0 0 0 0 0,0-1 1 0 0,0 1-1 0 0,0 0 1 0 0,0 0-1 0 0,0 0 0 0 0,1-1 1 0 0,-1 1-1 0 0,1 0 1 0 0,-1 0-1 0 0,1 0 0 0 0,0 0 1 0 0,0 0-1 0 0,-1 0 1 0 0,2 0-1 0 0,-1 0 0 0 0,0 0 1 0 0,0 0-1 0 0,1 0 1 0 0,-1 0-1 0 0,1 0 0 0 0,-1 0 1 0 0,1 0-1 0 0,0 0 0 0 0,0 0 1 0 0,1 3-1 0 0,2-2 10 0 0,-1 0 1 0 0,0 0-1 0 0,1 0 0 0 0,0 0 0 0 0,-1 0 1 0 0,1-1-1 0 0,0 1 0 0 0,1-1 0 0 0,-1 0 0 0 0,5 1 1 0 0,24 7 172 0 0,1-1 1 0 0,0-1-1 0 0,1-2 1 0 0,56 2-1 0 0,-45-4 67 0 0,10 0 20 0 0,-17-2-142 0 0,40 7-1 0 0,-69-7-107 0 0,0 0-1 0 0,0 1 0 0 0,0 0 0 0 0,-1 1 0 0 0,1-1 0 0 0,-1 2 0 0 0,0-1 0 0 0,0 2 0 0 0,8 5 0 0 0,-13-8 26 0 0,-1 0-1 0 0,1 0 0 0 0,-1 0 1 0 0,0 1-1 0 0,0-1 1 0 0,0 1-1 0 0,0 0 0 0 0,-1-1 1 0 0,0 1-1 0 0,1 0 1 0 0,-1 1-1 0 0,-1-1 0 0 0,1 0 1 0 0,-1 1-1 0 0,1-1 1 0 0,-1 0-1 0 0,0 1 0 0 0,-1 0 1 0 0,1-1-1 0 0,-1 1 1 0 0,0-1-1 0 0,-1 10 0 0 0,-1-7 31 0 0,1 0 0 0 0,-1-1 0 0 0,-1 1 0 0 0,1-1 0 0 0,-1 1 0 0 0,0-1 0 0 0,-1 0 0 0 0,1 0 0 0 0,-1 0 0 0 0,-1-1 0 0 0,1 1 0 0 0,-1-1 0 0 0,0 0 0 0 0,-8 7 0 0 0,0-3-79 0 0,0 0-1 0 0,0-1 0 0 0,-1-1 1 0 0,0 0-1 0 0,0-1 0 0 0,0 0 1 0 0,-24 5-1 0 0,-5-1-2 0 0,-61 6 0 0 0,88-14 1 0 0,-5-1 0 0 0,2-4 0 0 0,2-3 0 0 0,9-6 0 0 0,7 9 0 0 0,0 0 0 0 0,1 0 0 0 0,-1 0 0 0 0,1 1 0 0 0,0-1 0 0 0,0 0 0 0 0,0 0 0 0 0,1 0 0 0 0,-1 0 0 0 0,1 0 0 0 0,-1 0 0 0 0,1 0 0 0 0,0 0 0 0 0,0 1 0 0 0,0-1 0 0 0,0 0 0 0 0,3-2 0 0 0,3-7 0 0 0,0 0 0 0 0,14-14 0 0 0,-10 12 0 0 0,110-121 0 0 0,-83 96 0 0 0,-2 0 0 0 0,47-70 0 0 0,-77 101-101 0 0,-1-1-1 0 0,0 0 1 0 0,-1 0 0 0 0,0 0 0 0 0,0 0-1 0 0,-1 0 1 0 0,0-1 0 0 0,-1 0 0 0 0,0 1-1 0 0,0-14 1 0 0,-2 18 40 0 0,0 0-1 0 0,0 0 1 0 0,-1 1 0 0 0,0-1 0 0 0,0 0-1 0 0,0 1 1 0 0,0-1 0 0 0,-1 0-1 0 0,0 1 1 0 0,0 0 0 0 0,0-1 0 0 0,0 1-1 0 0,-1 0 1 0 0,0 0 0 0 0,0 0-1 0 0,0 1 1 0 0,0-1 0 0 0,0 1 0 0 0,-1-1-1 0 0,0 1 1 0 0,0 0 0 0 0,1 1-1 0 0,-7-4 1 0 0,-7-3-443 0 0,0 1-1 0 0,-1 0 1 0 0,0 2 0 0 0,0 0-1 0 0,0 1 1 0 0,-1 0 0 0 0,0 2-1 0 0,0 0 1 0 0,-25 0 0 0 0,-10 3-1800 0 0,0 1 0 0 0,-61 11 1 0 0,-52 15-6039 0 0,84-9 860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0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34 1436 0 0,'-12'-33'15833'0'0,"12"33"-15785"0"0,-3 18 904 0 0,1 21-214 0 0,-7 312 2953 0 0,7-288-3501 0 0,0-17-252 0 0,-1 40 433 0 0,-3-31-3783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0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2044 0 0,'10'-36'19750'0'0,"-9"36"-19628"0"0,5 14 748 0 0,5 32 2377 0 0,10 87 0 0 0,-6-29-2396 0 0,13 113-105 0 0,-23-182-480 0 0,-4-33-33 0 0,-1-5-183 0 0,5-101 54 0 0,-2 15-374 0 0,1 50 204 0 0,32-268-313 0 0,-34 296 354 0 0,1-6-96 0 0,1 0 0 0 0,10-27 0 0 0,-14 42 115 0 0,1 1-1 0 0,-1 0 0 0 0,1 0 0 0 0,0 0 0 0 0,-1 0 0 0 0,1 0 1 0 0,0 0-1 0 0,0 0 0 0 0,0 0 0 0 0,0 0 0 0 0,0 0 0 0 0,0 1 1 0 0,0-1-1 0 0,0 0 0 0 0,0 1 0 0 0,0-1 0 0 0,0 0 1 0 0,1 1-1 0 0,-1 0 0 0 0,0-1 0 0 0,0 1 0 0 0,1 0 0 0 0,-1-1 1 0 0,0 1-1 0 0,0 0 0 0 0,1 0 0 0 0,-1 0 0 0 0,0 0 0 0 0,1 0 1 0 0,-1 1-1 0 0,0-1 0 0 0,0 0 0 0 0,1 0 0 0 0,-1 1 0 0 0,0-1 1 0 0,0 1-1 0 0,0-1 0 0 0,2 2 0 0 0,2 0 4 0 0,0 1 0 0 0,-1-1-1 0 0,1 1 1 0 0,-1 1 0 0 0,1-1-1 0 0,-1 0 1 0 0,4 5 0 0 0,2 5 38 0 0,0 0 1 0 0,-1 0-1 0 0,0 0 1 0 0,-1 1 0 0 0,9 22-1 0 0,24 79 218 0 0,-30-79-269 0 0,5 21-202 0 0,16 112 1 0 0,-29-153-56 0 0,3 25-3671 0 0,-6-29-161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1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100 110 2416 0 0,'-3'0'2050'0'0,"-77"-11"10230"0"0,77 10-11432 0 0,-3 0-440 0 0,-1 0-39 0 0,15-5 14 0 0,70-29-1528 0 0,15-6-7665 0 0,-66 27 2415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1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19 1608 0 0,'-16'-18'20045'0'0,"15"33"-18967"0"0,1 0-1 0 0,1 0 0 0 0,0 0 1 0 0,1 0-1 0 0,6 20 0 0 0,0 11-163 0 0,11 78 608 0 0,31 300-338 0 0,-46-389-1319 0 0,0-8-3567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1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91 3000 0 0,'-10'-1'1225'0'0,"-11"-4"7271"0"0,5 2-2066 0 0,7 2-3186 0 0,-3-4 1672 0 0,25-1-4803 0 0,1 1-1 0 0,0 0 1 0 0,0 1-1 0 0,17-3 1 0 0,15-4-264 0 0,-11-1-653 0 0,21-5-2474 0 0,-21 9-3479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1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0 2592 0 0,'-46'45'9844'0'0,"31"-32"-4204"0"0,-20 24 936 0 0,35-37-6538 0 0,0 1 1 0 0,1-1-1 0 0,-1 1 1 0 0,0-1-1 0 0,1 0 1 0 0,-1 1 0 0 0,1-1-1 0 0,-1 0 1 0 0,0 0-1 0 0,1 1 1 0 0,-1-1 0 0 0,1 0-1 0 0,-1 0 1 0 0,1 1-1 0 0,-1-1 1 0 0,1 0-1 0 0,-1 0 1 0 0,1 0 0 0 0,-1 0-1 0 0,1 0 1 0 0,0 0-1 0 0,40-3-1328 0 0,79-15-1 0 0,-54 6-2648 0 0,2 0-4615 0 0,-35 6 532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4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67 20 0 0,'-4'-14'3791'0'0,"-2"0"-1"0"0,-12-25 842 0 0,21 44-4247 0 0,0-1 1 0 0,-1 1-1 0 0,0 0 0 0 0,3 9 0 0 0,-4-12-255 0 0,6 18 482 0 0,-2 0 1 0 0,0 1-1 0 0,-1 0 0 0 0,-1 0 0 0 0,1 35 0 0 0,-5-21-111 0 0,-1 0 0 0 0,-11 55 1 0 0,4-51-145 0 0,5-26 41 0 0,1 0 0 0 0,1 0 0 0 0,0 1 0 0 0,0 13 0 0 0,2-27-390 0 0,0 1 0 0 0,0-1 0 0 0,0 0 0 0 0,0 1 1 0 0,0-1-1 0 0,0 0 0 0 0,0 1 0 0 0,0-1 0 0 0,0 0 0 0 0,1 1 1 0 0,-1-1-1 0 0,0 0 0 0 0,0 0 0 0 0,0 1 0 0 0,1-1 1 0 0,-1 0-1 0 0,0 1 0 0 0,0-1 0 0 0,0 0 0 0 0,1 0 0 0 0,-1 0 1 0 0,0 1-1 0 0,1-1 0 0 0,-1 0 0 0 0,0 0 0 0 0,1 0 1 0 0,-1 0-1 0 0,0 1 0 0 0,1-1 0 0 0,-1 0 0 0 0,0 0 0 0 0,1 0 1 0 0,-1 0-1 0 0,0 0 0 0 0,1 0 0 0 0,19-2 86 0 0,22-13-78 0 0,-40 14-4 0 0,53-21 26 0 0,-20 9-37 0 0,-1-1 0 0 0,-1-1 0 0 0,57-37 0 0 0,-86 50-1 0 0,-1-1-1 0 0,0 0 0 0 0,1 0 0 0 0,-1-1 1 0 0,0 1-1 0 0,-1-1 0 0 0,1 1 0 0 0,0-1 1 0 0,-1 0-1 0 0,0 0 0 0 0,0 0 0 0 0,0 0 1 0 0,-1-1-1 0 0,1 1 0 0 0,-1 0 0 0 0,0-1 1 0 0,0 1-1 0 0,-1-1 0 0 0,1 1 0 0 0,-1-1 1 0 0,0 1-1 0 0,-1-6 0 0 0,0 1 0 0 0,0 0 0 0 0,-1 0-1 0 0,0 1 1 0 0,-1-1 0 0 0,0 1-1 0 0,0 0 1 0 0,-1 0 0 0 0,0 0 0 0 0,0 0-1 0 0,-10-12 1 0 0,-17-25 118 0 0,30 44-107 0 0,0 0-18 0 0,-3-4 40 0 0,2 4 288 0 0,2 4-78 0 0,0 1-1 0 0,0-1 0 0 0,0 1 0 0 0,0-1 0 0 0,0 1 0 0 0,0-1 0 0 0,1 0 0 0 0,2 7 1 0 0,71 399 4993 0 0,-47-230-4847 0 0,-9-49-135 0 0,-7-45-6413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4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328 132 2080 0 0,'-5'-25'3242'0'0,"3"13"-1663"0"0,-1 0-1 0 0,0 1 0 0 0,0-1 0 0 0,-1 1 1 0 0,-7-15-1 0 0,8 18-728 0 0,-7-7 536 0 0,5 16-906 0 0,-2 10-196 0 0,-95 346 3194 0 0,71-232-2965 0 0,27-107-465 0 0,-81 336 656 0 0,66-255-532 0 0,-10 161 0 0 0,28-214-535 0 0,2 0 0 0 0,2 0-1 0 0,14 75 1 0 0,-10-89-678 0 0,1-1 0 0 0,2 0 0 0 0,1 0-1 0 0,1-1 1 0 0,32 55 0 0 0,-33-69-703 0 0,0 0 0 0 0,1-1 0 0 0,22 21 0 0 0,3-2-4055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4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1 106 200 0 0,'20'-5'3131'0'0,"-1"0"-1"0"0,0-2 1 0 0,0 0-1 0 0,0-1 1 0 0,-1 0-1 0 0,0-2 1 0 0,-1 0-1 0 0,30-24 1 0 0,-46 33-3117 0 0,10-9-3920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5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96 1672 0 0,'0'0'1855'0'0,"-14"-4"3389"0"0,11 3-4880 0 0,-23-11 5904 0 0,35 8-4767 0 0,204-48-537 0 0,-178 44-902 0 0,4-3-29 0 0,-37 11-127 0 0,7-3-1165 0 0,4 4-3520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6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77 860 0 0,'3'-7'1994'0'0,"0"0"0"0"0,0 0 1 0 0,0 0-1 0 0,-1 0 0 0 0,0 0 0 0 0,-1 0 0 0 0,2-15 1 0 0,-3 22-1981 0 0,0 0 1 0 0,0-1 0 0 0,0 1-1 0 0,0 0 1 0 0,0 0 0 0 0,0-1 0 0 0,0 1-1 0 0,0 0 1 0 0,0 0 0 0 0,0-1 0 0 0,0 1-1 0 0,-1 0 1 0 0,1 0 0 0 0,0 0-1 0 0,0-1 1 0 0,0 1 0 0 0,0 0 0 0 0,-1 0-1 0 0,1 0 1 0 0,0-1 0 0 0,0 1 0 0 0,0 0-1 0 0,-1 0 1 0 0,1 0 0 0 0,0 0-1 0 0,0 0 1 0 0,0 0 0 0 0,-1-1 0 0 0,1 1-1 0 0,0 0 1 0 0,0 0 0 0 0,-1 0 0 0 0,1 0-1 0 0,0 0 1 0 0,0 0 0 0 0,-1 0-1 0 0,1 0 1 0 0,0 0 0 0 0,0 0 0 0 0,-1 0-1 0 0,1 0 1 0 0,0 0 0 0 0,0 0-1 0 0,-1 1 1 0 0,1-1 0 0 0,0 0 0 0 0,0 0-1 0 0,-1 0 1 0 0,1 0 0 0 0,0 0 0 0 0,0 0-1 0 0,0 1 1 0 0,-1-1 0 0 0,1 0-1 0 0,0 0 1 0 0,0 0 0 0 0,0 1 0 0 0,0-1-1 0 0,-1 0 1 0 0,1 0 0 0 0,0 0 0 0 0,0 1-1 0 0,-15 12 411 0 0,15-13-412 0 0,-12 14 298 0 0,0 0 0 0 0,1 1 0 0 0,0 0-1 0 0,1 1 1 0 0,-10 22 0 0 0,-34 89 433 0 0,49-113-673 0 0,-6 15 23 0 0,1 1 0 0 0,1 1 1 0 0,2-1-1 0 0,1 1 1 0 0,1 1-1 0 0,0 42 0 0 0,5-65-72 0 0,1 1 0 0 0,0 0 0 0 0,0-1 0 0 0,1 1 0 0 0,1-1 0 0 0,-1 0 0 0 0,1 1 0 0 0,1-1 0 0 0,0-1 0 0 0,0 1 0 0 0,6 9 0 0 0,-7-14-6 0 0,1 1-1 0 0,-1 0 1 0 0,1-1-1 0 0,0 0 1 0 0,0 0-1 0 0,0 0 1 0 0,0 0-1 0 0,1-1 1 0 0,0 0-1 0 0,-1 1 1 0 0,1-2-1 0 0,1 1 1 0 0,-1-1-1 0 0,0 1 1 0 0,0-1-1 0 0,1-1 1 0 0,-1 1-1 0 0,1-1 1 0 0,10 1-1 0 0,-8-1 5 0 0,0-1-1 0 0,0 0 1 0 0,0-1-1 0 0,0 0 1 0 0,0 0-1 0 0,-1-1 0 0 0,1 0 1 0 0,0 0-1 0 0,-1 0 1 0 0,13-7-1 0 0,-16 7-12 0 0,0-1-1 0 0,0 0 1 0 0,0 0-1 0 0,0 0 1 0 0,-1 0-1 0 0,1-1 1 0 0,-1 1 0 0 0,0-1-1 0 0,0 0 1 0 0,0 0-1 0 0,0 0 1 0 0,-1 0-1 0 0,0-1 1 0 0,0 1-1 0 0,0-1 1 0 0,0 1-1 0 0,-1-1 1 0 0,2-7-1 0 0,-2 6 8 0 0,0 0-1 0 0,0 0 0 0 0,-1-1 0 0 0,0 1 0 0 0,0 0 0 0 0,-1 0 1 0 0,1-1-1 0 0,-1 1 0 0 0,-1 0 0 0 0,1 0 0 0 0,-1 0 1 0 0,0 0-1 0 0,-3-6 0 0 0,3 9-8 0 0,0-1 0 0 0,0 0 0 0 0,-1 1 0 0 0,1 0 0 0 0,-1-1 0 0 0,0 1 0 0 0,0 0 0 0 0,0 0 0 0 0,-1 1 0 0 0,1-1 0 0 0,0 1 0 0 0,-1-1 0 0 0,0 1 0 0 0,1 0 0 0 0,-1 0 0 0 0,0 1 0 0 0,0-1 0 0 0,0 1 0 0 0,0 0 0 0 0,-8-1 0 0 0,5 1-3 0 0,0 1 0 0 0,0 0 0 0 0,0 0-1 0 0,0 1 1 0 0,0 0 0 0 0,1 0 0 0 0,-1 0 0 0 0,0 1-1 0 0,0 0 1 0 0,1 0 0 0 0,-1 1 0 0 0,1 0-1 0 0,0 0 1 0 0,-6 4 0 0 0,7-4-335 0 0,1 1 0 0 0,-1-1 0 0 0,1 1 0 0 0,0 0 0 0 0,0 0 0 0 0,1 0 1 0 0,-1 0-1 0 0,1 1 0 0 0,0-1 0 0 0,0 1 0 0 0,-4 9 0 0 0,6-12-53 0 0,1 0 0 0 0,-1 0 1 0 0,1 0-1 0 0,0 0 0 0 0,0 0 0 0 0,-1 0 0 0 0,1 0 1 0 0,1 0-1 0 0,-1 0 0 0 0,1 4 0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6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45 114 2788 0 0,'-40'-19'16177'0'0,"40"19"-16143"0"0,0 0 1 0 0,0 0-1 0 0,-1 0 0 0 0,1 0 1 0 0,0 0-1 0 0,0 0 0 0 0,0 0 1 0 0,0 0-1 0 0,-1 0 0 0 0,1 0 1 0 0,0 0-1 0 0,0 0 0 0 0,0 0 1 0 0,0 0-1 0 0,-1-1 0 0 0,1 1 1 0 0,0 0-1 0 0,0 0 0 0 0,0 0 1 0 0,0 0-1 0 0,0 0 0 0 0,0 0 1 0 0,0-1-1 0 0,-1 1 0 0 0,1 0 1 0 0,0 0-1 0 0,0 0 0 0 0,0 0 1 0 0,0 0-1 0 0,0-1 0 0 0,0 1 1 0 0,0 0-1 0 0,0 0 0 0 0,0 0 1 0 0,0 0-1 0 0,0-1 0 0 0,0 1 1 0 0,0 0-1 0 0,0 0 0 0 0,0 0 1 0 0,0 0-1 0 0,0-1 0 0 0,0 1 1 0 0,0 0-1 0 0,0 0 0 0 0,0 0 1 0 0,0 0-1 0 0,0-1 0 0 0,0 1 1 0 0,0 0-1 0 0,1 0 0 0 0,-1 0 1 0 0,0 0-1 0 0,0 0 0 0 0,0-1 0 0 0,0 1 1 0 0,0 0-1 0 0,0 0 0 0 0,0 0 1 0 0,1 0-1 0 0,-1 0 0 0 0,0 0 1 0 0,0 0-1 0 0,19-7 585 0 0,34-1-792 0 0,-47 8 362 0 0,48-9-214 0 0,63-19 0 0 0,-48 7-4121 0 0,-38 6-5336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47 188 0 0,'-78'-43'17663'0'0,"78"43"-17530"0"0,-1-1 0 0 0,0 1-1 0 0,0 0 1 0 0,0-1-1 0 0,0 1 1 0 0,0 0-1 0 0,0-1 1 0 0,0 1-1 0 0,0 0 1 0 0,0 0 0 0 0,0 0-1 0 0,0 0 1 0 0,1 0-1 0 0,-3 0 1 0 0,2 2 94 0 0,-1 1 1 0 0,0-1-1 0 0,1 1 1 0 0,0 0-1 0 0,0 0 1 0 0,0 0-1 0 0,0-1 1 0 0,0 1-1 0 0,0 0 1 0 0,1 0-1 0 0,-1 0 0 0 0,1 0 1 0 0,0 0-1 0 0,0 0 1 0 0,0 0-1 0 0,1 4 1 0 0,8 58 1255 0 0,-4-42-1057 0 0,50 294-54 0 0,-52-304-1038 0 0,10 45-3446 0 0,-11-54 2837 0 0,-1 0 1 0 0,1 0-1 0 0,-1 0 0 0 0,1 0 1 0 0,5 7-1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38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6 492 1184 0 0,'-5'-83'19169'0'0,"6"258"-14620"0"0,10 86-3209 0 0,-11-258-1346 0 0,2 28 132 0 0,8 44 0 0 0,-8-67-280 0 0,0 0 0 0 0,0 0 0 0 0,0 0-1 0 0,1-1 1 0 0,0 0 0 0 0,1 1 0 0 0,0-1 0 0 0,0 0 0 0 0,0-1-1 0 0,11 13 1 0 0,-11-16-471 0 0,1 0 0 0 0,0-1 0 0 0,0 0 0 0 0,0 0 0 0 0,9 3 1 0 0</inkml:trace>
  <inkml:trace contextRef="#ctx0" brushRef="#br0" timeOffset="1">385 622 1620 0 0,'-4'-27'6351'0'0,"2"10"-1189"0"0,-8-32 0 0 0,9 48-4480 0 0,1-1-287 0 0,-1 0 1 0 0,1 1-1 0 0,-1-1 0 0 0,1 1 1 0 0,-1-1-1 0 0,0 1 0 0 0,1-1 0 0 0,-1 1 1 0 0,-2-3-1 0 0,1 7-260 0 0,0 1-1 0 0,1-1 1 0 0,-1 1 0 0 0,0 0 0 0 0,1-1-1 0 0,0 1 1 0 0,0 0 0 0 0,-1 6-1 0 0,-3 41 627 0 0,3-27-359 0 0,-1 12 217 0 0,2 71 0 0 0,3-86-499 0 0,0-1 0 0 0,1 1-1 0 0,1-1 1 0 0,13 38 0 0 0,-15-54-95 0 0,0 1 1 0 0,0-1-1 0 0,0 1 0 0 0,1-1 1 0 0,-1 0-1 0 0,1 0 0 0 0,0 0 1 0 0,0 0-1 0 0,0-1 0 0 0,1 1 1 0 0,-1-1-1 0 0,1 0 0 0 0,0 0 1 0 0,5 3-1 0 0,-6-5-11 0 0,0 1 0 0 0,0-1 0 0 0,0 0 0 0 0,0-1 0 0 0,0 1 0 0 0,0 0 0 0 0,0-1 0 0 0,0 0 0 0 0,0 0 0 0 0,1 0 0 0 0,-1 0 0 0 0,0 0 0 0 0,0 0 0 0 0,0-1 0 0 0,0 0 0 0 0,0 1 0 0 0,0-1 0 0 0,0 0 0 0 0,0-1 0 0 0,0 1 0 0 0,0 0 0 0 0,5-4 0 0 0,0-1-14 0 0,0-1 1 0 0,0 1-1 0 0,-1-1 1 0 0,0-1-1 0 0,0 1 0 0 0,0-1 1 0 0,-1 0-1 0 0,0-1 1 0 0,-1 1-1 0 0,0-1 1 0 0,0 0-1 0 0,-1-1 0 0 0,0 1 1 0 0,-1-1-1 0 0,0 0 1 0 0,0 0-1 0 0,1-12 0 0 0,-2 7-5 0 0,0 0 0 0 0,-1 0 0 0 0,-1 0 0 0 0,0-1 0 0 0,-1 1 0 0 0,-1 0 0 0 0,0 0 0 0 0,-1 0 0 0 0,-1 0 0 0 0,0 1 0 0 0,-6-15 0 0 0,7 24 2 0 0,1 0 0 0 0,-1 0 0 0 0,0 1 0 0 0,0-1 1 0 0,0 1-1 0 0,-1 0 0 0 0,1 0 0 0 0,-1 0 1 0 0,0 0-1 0 0,0 1 0 0 0,-1-1 0 0 0,1 1 0 0 0,-1 0 1 0 0,1 0-1 0 0,-1 1 0 0 0,0 0 0 0 0,0 0 0 0 0,-6-2 1 0 0,7 3-161 0 0,0 0 1 0 0,0 0-1 0 0,0 1 1 0 0,0-1-1 0 0,0 1 0 0 0,0 0 1 0 0,-1 0-1 0 0,1 1 1 0 0,0-1-1 0 0,0 1 1 0 0,0 0-1 0 0,0 0 1 0 0,0 0-1 0 0,0 1 1 0 0,0-1-1 0 0,0 1 0 0 0,1 0 1 0 0,-1 0-1 0 0,1 0 1 0 0,-1 1-1 0 0,1-1 1 0 0,0 1-1 0 0,0 0 1 0 0,-4 3-1 0 0,3-2-529 0 0,1 1 0 0 0,0-1-1 0 0,0 1 1 0 0,0-1 0 0 0,0 1 0 0 0,-3 9-1 0 0,0 15-9499 0 0</inkml:trace>
  <inkml:trace contextRef="#ctx0" brushRef="#br0" timeOffset="2">885 124 1304 0 0,'-12'-29'4866'0'0,"8"20"-3223"0"0,1 1 0 0 0,-1-1-1 0 0,-1 1 1 0 0,-5-8 0 0 0,-12-29 5966 0 0,25 47-7015 0 0,10 5-138 0 0,0 0 0 0 0,-1 1-1 0 0,0 1 1 0 0,-1 0 0 0 0,0 0-1 0 0,-1 1 1 0 0,1 1 0 0 0,11 16-1 0 0,0 2 209 0 0,-2 1 0 0 0,22 42 0 0 0,-27-42-444 0 0,-2 1 0 0 0,-1 1 1 0 0,-1 0-1 0 0,-2 0 0 0 0,-2 1 0 0 0,0 1 0 0 0,-2-1 1 0 0,-2 1-1 0 0,-1 0 0 0 0,-2-1 0 0 0,-1 1 0 0 0,-1 0 1 0 0,-2-1-1 0 0,-15 58 0 0 0,7-47-333 0 0,-1-1 1 0 0,-3 0-1 0 0,-1-1 1 0 0,-29 50-1 0 0,21-51-1163 0 0,-1-1 0 0 0,-1-1 0 0 0,-64 67 0 0 0,71-86-1255 0 0,-23 19 0 0 0,-4-8-6616 0 0,22-18-556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0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82 1800 0 0,'-34'-27'11150'0'0,"24"22"-8665"0"0,-3-3 1018 0 0,16 5-2564 0 0,10 1-802 0 0,284-23 651 0 0,-247 18-653 0 0,-47 7-122 0 0,3-1-339 0 0,10-2-278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0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50 616 0 0,'5'-14'4621'0'0,"-4"12"-3950"0"0,0 0 0 0 0,0 0 0 0 0,0-1-1 0 0,-1 1 1 0 0,1 0 0 0 0,-1 0 0 0 0,0-1 0 0 0,0 1-1 0 0,0-3 1 0 0,0 4-578 0 0,0 1 1 0 0,0-1-1 0 0,0 1 0 0 0,0-1 0 0 0,0 1 1 0 0,-1-1-1 0 0,1 1 0 0 0,0-1 0 0 0,0 1 1 0 0,-1-1-1 0 0,1 1 0 0 0,0-1 0 0 0,-1 1 1 0 0,1 0-1 0 0,0-1 0 0 0,-1 1 0 0 0,1 0 1 0 0,-1-1-1 0 0,1 1 0 0 0,0 0 0 0 0,-1-1 1 0 0,1 1-1 0 0,-1 0 0 0 0,1 0 1 0 0,-1 0-1 0 0,1 0 0 0 0,-1-1 0 0 0,1 1 1 0 0,-1 0-1 0 0,1 0 0 0 0,-1 0 0 0 0,1 0 1 0 0,-1 0-1 0 0,0 0 0 0 0,0 0 0 0 0,-16 2 1165 0 0,10 1-1015 0 0,1 1 0 0 0,0-1 0 0 0,0 1 1 0 0,0 0-1 0 0,1 0 0 0 0,-1 1 0 0 0,1-1 1 0 0,-7 9-1 0 0,-34 47 942 0 0,34-43-926 0 0,-23 32 496 0 0,-29 55 1 0 0,50-78-601 0 0,1 1-1 0 0,2 0 1 0 0,0 1-1 0 0,-7 34 1 0 0,16-52-130 0 0,0 1-1 0 0,1-1 1 0 0,0 0 0 0 0,1 0 0 0 0,0 0-1 0 0,0 1 1 0 0,1-1 0 0 0,0 0 0 0 0,1 0 0 0 0,4 12-1 0 0,-4-16-6 0 0,0 0 0 0 0,0-1-1 0 0,1 0 1 0 0,-1 1 0 0 0,1-1-1 0 0,0 0 1 0 0,1-1 0 0 0,-1 1 0 0 0,1 0-1 0 0,0-1 1 0 0,0 0 0 0 0,0 0-1 0 0,1 0 1 0 0,0 0 0 0 0,-1-1-1 0 0,1 0 1 0 0,1 0 0 0 0,6 3-1 0 0,-10-5-11 0 0,-1-1-1 0 0,1 1 1 0 0,-1 0 0 0 0,1-1-1 0 0,-1 0 1 0 0,1 1-1 0 0,-1-1 1 0 0,1 0-1 0 0,0 0 1 0 0,-1 0-1 0 0,1 0 1 0 0,-1 0-1 0 0,1 0 1 0 0,-1-1-1 0 0,1 1 1 0 0,-1 0-1 0 0,1-1 1 0 0,-1 1-1 0 0,1-1 1 0 0,-1 0-1 0 0,1 1 1 0 0,-1-1-1 0 0,0 0 1 0 0,1 0-1 0 0,-1 0 1 0 0,0 0-1 0 0,0 0 1 0 0,0 0-1 0 0,1 0 1 0 0,-1 0-1 0 0,0 0 1 0 0,-1-1 0 0 0,1 1-1 0 0,0 0 1 0 0,1-4-1 0 0,0 2-1 0 0,-1 0 0 0 0,0 0-1 0 0,0 0 1 0 0,0 0 0 0 0,0-1 0 0 0,-1 1 0 0 0,1 0-1 0 0,-1-1 1 0 0,0 1 0 0 0,0 0 0 0 0,0-1 0 0 0,0 1-1 0 0,-1-1 1 0 0,0 1 0 0 0,0-4 0 0 0,-2 2-6 0 0,1-1 1 0 0,-1 1-1 0 0,0 0 1 0 0,-1 0-1 0 0,1 0 1 0 0,-1 0-1 0 0,0 0 1 0 0,0 1-1 0 0,-1 0 1 0 0,1-1-1 0 0,-1 2 1 0 0,0-1-1 0 0,0 1 0 0 0,0-1 1 0 0,0 1-1 0 0,-1 1 1 0 0,0-1-1 0 0,1 1 1 0 0,-1 0-1 0 0,-12-3 1 0 0,12 5-36 0 0,-1-1 1 0 0,1 1 0 0 0,-1 1-1 0 0,1-1 1 0 0,-1 1 0 0 0,1 0-1 0 0,-1 0 1 0 0,1 1 0 0 0,0 0-1 0 0,0 0 1 0 0,-12 6 0 0 0,15-6-159 0 0,0-1 0 0 0,0 1 0 0 0,0 0 0 0 0,0 1-1 0 0,1-1 1 0 0,-1 0 0 0 0,0 1 0 0 0,1-1 0 0 0,0 1 0 0 0,-1 0 0 0 0,1 0 0 0 0,0 0 0 0 0,1 0 0 0 0,-1 0 0 0 0,1 1 0 0 0,-3 4 0 0 0,2 12-3517 0 0,7 0-3342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1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275 130 508 0 0,'4'-9'1549'0'0,"0"-1"0"0"0,-1 1-1 0 0,0-1 1 0 0,0 0 0 0 0,-1 0 0 0 0,0-1-1 0 0,-1 1 1 0 0,0 0 0 0 0,-1 0 0 0 0,-1-14-1 0 0,1 24-1501 0 0,0-1 1 0 0,0 1-1 0 0,0 0 0 0 0,0-1 0 0 0,0 1 0 0 0,0 0 0 0 0,0 0 0 0 0,0-1 0 0 0,-1 1 1 0 0,1 0-1 0 0,0-1 0 0 0,0 1 0 0 0,0 0 0 0 0,-1 0 0 0 0,1-1 0 0 0,0 1 1 0 0,0 0-1 0 0,-1 0 0 0 0,1 0 0 0 0,0-1 0 0 0,0 1 0 0 0,-1 0 0 0 0,1 0 0 0 0,0 0 1 0 0,-1 0-1 0 0,1 0 0 0 0,0 0 0 0 0,-1-1 0 0 0,1 1 0 0 0,0 0 0 0 0,-1 0 1 0 0,1 0-1 0 0,0 0 0 0 0,-1 0 0 0 0,1 0 0 0 0,0 0 0 0 0,-1 0 0 0 0,1 1 0 0 0,0-1 1 0 0,0 0-1 0 0,-1 0 0 0 0,1 0 0 0 0,0 0 0 0 0,-1 0 0 0 0,1 0 0 0 0,-1 1 1 0 0,-11 6 668 0 0,12-7-731 0 0,-7 7 337 0 0,0 0 0 0 0,0 0 0 0 0,1 1 0 0 0,0 0 0 0 0,0 0 0 0 0,1 0 0 0 0,0 1 0 0 0,-7 17-1 0 0,4-9 17 0 0,-31 63 685 0 0,4 2-1 0 0,2 1 0 0 0,-36 151 1 0 0,60-191-907 0 0,2 1 0 0 0,1 0 0 0 0,2 0-1 0 0,3 0 1 0 0,1 0 0 0 0,2 0 0 0 0,2 0 0 0 0,2-1 0 0 0,18 68 0 0 0,-20-95-91 0 0,2-1 0 0 0,0-1-1 0 0,0 1 1 0 0,1-1 0 0 0,1 0 0 0 0,0 0 0 0 0,12 13 0 0 0,-15-21-59 0 0,0-1 1 0 0,0 1-1 0 0,1-1 0 0 0,0 0 1 0 0,0 0-1 0 0,0-1 0 0 0,0 0 1 0 0,1 0-1 0 0,-1 0 0 0 0,1-1 0 0 0,0 0 1 0 0,1 0-1 0 0,-1-1 0 0 0,0 0 1 0 0,1 0-1 0 0,11 1 0 0 0,-7-3-362 0 0,-1 1 0 0 0,1-2-1 0 0,-1 1 1 0 0,0-2-1 0 0,17-3 1 0 0,-22 4-189 0 0,-1 0-1 0 0,0-1 1 0 0,0 0 0 0 0,0 0-1 0 0,0 0 1 0 0,0-1 0 0 0,0 0-1 0 0,-1 1 1 0 0,1-2 0 0 0,-1 1-1 0 0,0 0 1 0 0,0-1 0 0 0,5-5-1 0 0,-2-1-2689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4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83 1712 0 0,'-12'-5'5156'0'0,"-13"2"-1553"0"0,15-1-700 0 0,10 4-2852 0 0,0-1 0 0 0,1 1 1 0 0,-1 0-1 0 0,0-1 0 0 0,0 1 1 0 0,1 0-1 0 0,-1-1 0 0 0,1 1 1 0 0,-1 0-1 0 0,0 0 0 0 0,1-1 1 0 0,-1 1-1 0 0,1 0 0 0 0,-1 0 1 0 0,0 0-1 0 0,1 0 1 0 0,-1-1-1 0 0,1 1 0 0 0,-1 0 1 0 0,1 0-1 0 0,-1 0 0 0 0,1 0 1 0 0,-1 0-1 0 0,1 0 0 0 0,0 0 1 0 0,84-17 152 0 0,72-11-72 0 0,-92 16-26 0 0,-63 12-88 0 0,24-5-400 0 0,-10 1-4451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4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86 880 0 0,'-6'-15'5930'0'0,"-13"-27"1222"0"0,19 41-7117 0 0,0 0 1 0 0,0 1-1 0 0,-1-1 0 0 0,1 1 0 0 0,0-1 1 0 0,0 1-1 0 0,1-1 0 0 0,-1 1 0 0 0,0-1 1 0 0,0 1-1 0 0,0-1 0 0 0,0 1 1 0 0,0-1-1 0 0,0 1 0 0 0,1-1 0 0 0,-1 1 1 0 0,0-1-1 0 0,1 1 0 0 0,-1-1 1 0 0,0 1-1 0 0,0-1 0 0 0,1 1 0 0 0,-1 0 1 0 0,1-1-1 0 0,-1 1 0 0 0,0-1 1 0 0,1 1-1 0 0,-1 0 0 0 0,1 0 0 0 0,-1-1 1 0 0,1 1-1 0 0,0 0 0 0 0,16-8 281 0 0,-8 7-262 0 0,-1-1 0 0 0,0 1 0 0 0,1 0 0 0 0,-1 1 0 0 0,1 0 0 0 0,-1 0 0 0 0,1 0 0 0 0,-1 2 0 0 0,10 1 0 0 0,5 2 35 0 0,0 2 1 0 0,23 10 0 0 0,-34-13 20 0 0,0 2 0 0 0,-1 0 0 0 0,1 0 0 0 0,-1 1 0 0 0,0 0 0 0 0,-1 1 0 0 0,0 0 0 0 0,0 1 0 0 0,15 18 0 0 0,-21-22 36 0 0,0 0-1 0 0,0 1 1 0 0,-1-1-1 0 0,0 1 1 0 0,0 0-1 0 0,0 0 1 0 0,-1 0-1 0 0,0 0 1 0 0,0 0-1 0 0,-1 1 1 0 0,1-1-1 0 0,-2 0 1 0 0,1 1-1 0 0,0-1 1 0 0,-1 1-1 0 0,-1-1 1 0 0,1 1-1 0 0,-1-1 1 0 0,0 1 0 0 0,0-1-1 0 0,-3 9 1 0 0,-2-1 148 0 0,1 0 1 0 0,-2 0 0 0 0,0 0 0 0 0,-1-1-1 0 0,0 0 1 0 0,-1 0 0 0 0,-17 18 0 0 0,-8 4 728 0 0,-41 32 1 0 0,-4 4 484 0 0,74-66-1425 0 0,-14 13 486 0 0,18-12-310 0 0,13-7-171 0 0,306-81-34 0 0,-302 78-1044 0 0,0 0 0 0 0,-1-1 0 0 0,1-1 0 0 0,14-8 0 0 0,23-21-12108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94 1548 0 0,'-13'-4'7363'0'0,"-19"-4"4882"0"0,45 6-11738 0 0,412-57 239 0 0,-384 49-4592 0 0,-17-1-5842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5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32 748 0 0,'-80'-31'17560'0'0,"79"31"-17491"0"0,1 0 0 0 0,-1 0-1 0 0,1 0 1 0 0,-1 0 0 0 0,1 0 0 0 0,-1-1-1 0 0,1 1 1 0 0,-1 0 0 0 0,1 0-1 0 0,-1 1 1 0 0,1-1 0 0 0,-1 0-1 0 0,1 0 1 0 0,-1 0 0 0 0,1 0-1 0 0,-1 0 1 0 0,1 0 0 0 0,-1 1 0 0 0,1-1-1 0 0,0 0 1 0 0,-1 0 0 0 0,1 1-1 0 0,-1-1 1 0 0,1 0 0 0 0,0 1-1 0 0,-1-1 1 0 0,1 0 0 0 0,0 1-1 0 0,-1-1 1 0 0,1 0 0 0 0,0 1 0 0 0,-1-1-1 0 0,1 1 1 0 0,0-1 0 0 0,0 1-1 0 0,0-1 1 0 0,-1 1 0 0 0,-4 22 2429 0 0,8 25 28 0 0,18 92-1 0 0,-9-69-2011 0 0,1 26 84 0 0,0 4-2946 0 0,-14-100 2126 0 0,2 0-1 0 0,-1-1 0 0 0,0 1 0 0 0,0 0 0 0 0,0-1 0 0 0,0 1 1 0 0,0-1-1 0 0,0 1 0 0 0,1 0 0 0 0,-1-1 0 0 0,0 1 1 0 0,0 0-1 0 0,1-1 0 0 0,-1 1 0 0 0,1-1 0 0 0,-1 1 0 0 0,0-1 1 0 0,4 3-1115 0 0,-4-3 1114 0 0,1 1 0 0 0,-1-1 0 0 0,1 0 0 0 0,0 1 0 0 0,-1-1 1 0 0,1 0-1 0 0,-1 0 0 0 0,1 0 0 0 0,0 0 0 0 0,1 1 0 0 0,19-10-8287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5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54 102 608 0 0,'5'-61'15807'0'0,"-5"59"-15417"0"0,0 0 0 0 0,0 0 0 0 0,1 0 1 0 0,-1 0-1 0 0,0 0 0 0 0,1 0 0 0 0,-1 0 0 0 0,1 0 1 0 0,0 0-1 0 0,1-3 0 0 0,-1 4-324 0 0,0-1 1 0 0,0 1-1 0 0,0 0 0 0 0,0 0 1 0 0,0 0-1 0 0,0 0 1 0 0,0 0-1 0 0,1 0 0 0 0,-1 1 1 0 0,0-1-1 0 0,1 0 0 0 0,-1 1 1 0 0,0-1-1 0 0,1 1 0 0 0,-1-1 1 0 0,1 1-1 0 0,-1-1 1 0 0,1 1-1 0 0,-1 0 0 0 0,1 0 1 0 0,-1 0-1 0 0,3 0 0 0 0,3 0-31 0 0,0 1 0 0 0,0 0 0 0 0,0 1 0 0 0,0-1-1 0 0,0 1 1 0 0,-1 0 0 0 0,1 1 0 0 0,0 0 0 0 0,-1 0-1 0 0,0 0 1 0 0,0 1 0 0 0,0 0 0 0 0,0 0 0 0 0,-1 0 0 0 0,9 9-1 0 0,-10-9 31 0 0,-1-1 0 0 0,0 1 0 0 0,0 0 0 0 0,0 0 0 0 0,0 0 0 0 0,-1 0 0 0 0,1 1 0 0 0,-1-1-1 0 0,0 1 1 0 0,-1-1 0 0 0,1 1 0 0 0,-1 0 0 0 0,0 0 0 0 0,0 0 0 0 0,0-1 0 0 0,-1 1 0 0 0,1 0 0 0 0,-1 0-1 0 0,0 0 1 0 0,-1 0 0 0 0,0 0 0 0 0,1 0 0 0 0,-1 0 0 0 0,-2 5 0 0 0,-5 8 367 0 0,1 0 1 0 0,-2 0-1 0 0,-1-1 0 0 0,0-1 1 0 0,-22 28-1 0 0,-72 69 1644 0 0,96-106-1948 0 0,-3 4 129 0 0,0 1 0 0 0,-15 20-1 0 0,25-31-173 0 0,2 2-25 0 0,-2-3-56 0 0,1 0 0 0 0,0 0 0 0 0,0 0 0 0 0,0 1 0 0 0,0-1 0 0 0,0 0 0 0 0,0 0-1 0 0,0 1 1 0 0,0-1 0 0 0,0 0 0 0 0,0 0 0 0 0,0 0 0 0 0,0 1 0 0 0,1-1 0 0 0,-1 0 0 0 0,0 0 0 0 0,0 1 0 0 0,0-1 0 0 0,0 0 0 0 0,0 0 0 0 0,0 0 0 0 0,0 0 0 0 0,1 1 0 0 0,-1-1 0 0 0,0 0 0 0 0,0 0 0 0 0,0 0-1 0 0,0 0 1 0 0,1 1 0 0 0,-1-1 0 0 0,0 0 0 0 0,0 0 0 0 0,0 0 0 0 0,1 0 0 0 0,7 2 21 0 0,0-1 0 0 0,0-1 0 0 0,0 1 0 0 0,0-1 0 0 0,0 0 0 0 0,15-3-1 0 0,53-14 37 0 0,-30 5-27 0 0,86-24-83 0 0,-103 24-965 0 0,-8-4-3754 0 0,-10 3-715 0 0,-10 11 4388 0 0,1-1 0 0 0,-1 0 0 0 0,1 0 0 0 0,-1 0 0 0 0,0 0 0 0 0,0 0 0 0 0,0-1 0 0 0,0-3 0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5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80 2512 0 0,'-43'-37'8690'0'0,"31"25"-3762"0"0,-30-18 3168 0 0,42 30-8045 0 0,5 11 932 0 0,13 15-251 0 0,21 22 48 0 0,-2 2-1 0 0,-3 1 1 0 0,-2 2 0 0 0,40 89-1 0 0,-53-98-702 0 0,-3 1-1 0 0,-1 0 1 0 0,-2 1-1 0 0,-3 0 1 0 0,-1 1-1 0 0,3 74 0 0 0,-12-82-148 0 0,-2 0-1 0 0,-2 0 1 0 0,-2 0-1 0 0,-1 0 0 0 0,-2-1 1 0 0,-2 0-1 0 0,-1-1 1 0 0,-26 54-1 0 0,3-21-1816 0 0,-2-2 0 0 0,-4-2 0 0 0,-64 81 0 0 0,-21-4-7944 0 0,57-74-146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6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37 6973 0 0,'-31'-19'19918'0'0,"30"7"-22578"0"0,2 7 950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7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66 136 1892 0 0,'-65'-14'16320'0'0,"70"14"-16178"0"0,0 0 0 0 0,0 0-1 0 0,0-1 1 0 0,0 1-1 0 0,0-1 1 0 0,6-2 0 0 0,6 0 20 0 0,448-90 657 0 0,-418 80-2204 0 0,-17 5-2798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8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40 1764 0 0,'-53'-35'12061'0'0,"51"33"-11375"0"0,-3 2-66 0 0,5-1-560 0 0,0 1 0 0 0,0 0 0 0 0,-1 0 0 0 0,1 0 0 0 0,0-1-1 0 0,-1 1 1 0 0,1 0 0 0 0,0 0 0 0 0,-1 0 0 0 0,1 0 0 0 0,0 0 0 0 0,0 0 0 0 0,-1 0 0 0 0,1 0 0 0 0,0 0 0 0 0,-1 0 0 0 0,1 0-1 0 0,0 0 1 0 0,-1 0 0 0 0,1 0 0 0 0,0 0 0 0 0,-1 0 0 0 0,1 0 0 0 0,0 0 0 0 0,-1 0 0 0 0,1 0 0 0 0,0 0 0 0 0,-1 1 0 0 0,1-1-1 0 0,0 0 1 0 0,0 0 0 0 0,-1 0 0 0 0,1 1 0 0 0,0-1 0 0 0,0 0 0 0 0,-1 0 0 0 0,1 1 0 0 0,0-1 0 0 0,0 0 0 0 0,0 0 0 0 0,-1 1-1 0 0,1-1 1 0 0,0 0 0 0 0,0 1 0 0 0,0-1 0 0 0,0 0 0 0 0,0 0 0 0 0,0 1 0 0 0,0-1 0 0 0,0 0 0 0 0,0 1 0 0 0,0-1 0 0 0,0 0 0 0 0,0 1-1 0 0,0-1 1 0 0,1 24 1215 0 0,2-1-1 0 0,9 39 0 0 0,3 21-270 0 0,13 209-1007 0 0,-27-283-590 0 0,6 47-1725 0 0,2-30-1185 0 0,4-6-3791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48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81 2048 0 0,'55'-80'16630'0'0,"-56"82"-16055"0"0,-6 16 301 0 0,0 0 1 0 0,-15 25-1 0 0,-5 13-73 0 0,-40 122 410 0 0,55-140-1111 0 0,1 2-1 0 0,-9 67 1 0 0,20-100-85 0 0,-1 1 0 0 0,1 0 0 0 0,0-1 0 0 0,0 1 0 0 0,1 0-1 0 0,0-1 1 0 0,0 1 0 0 0,1-1 0 0 0,0 0 0 0 0,0 1 0 0 0,1-1 0 0 0,4 8 0 0 0,-5-12-6 0 0,0 1 0 0 0,0-1 1 0 0,1 0-1 0 0,0 0 0 0 0,-1 0 0 0 0,1 0 1 0 0,0-1-1 0 0,0 1 0 0 0,0-1 0 0 0,1 0 1 0 0,-1 1-1 0 0,1-2 0 0 0,-1 1 0 0 0,1 0 1 0 0,0-1-1 0 0,-1 1 0 0 0,1-1 0 0 0,0 0 1 0 0,0 0-1 0 0,0-1 0 0 0,0 1 0 0 0,0-1 1 0 0,0 0-1 0 0,7-1 0 0 0,-4 1 1 0 0,-1-1 0 0 0,0 1-1 0 0,0-2 1 0 0,0 1-1 0 0,0-1 1 0 0,0 1 0 0 0,0-2-1 0 0,0 1 1 0 0,-1-1 0 0 0,1 0-1 0 0,-1 0 1 0 0,1 0-1 0 0,-1-1 1 0 0,0 0 0 0 0,-1 0-1 0 0,1 0 1 0 0,-1 0 0 0 0,1-1-1 0 0,-1 0 1 0 0,-1 0 0 0 0,1 0-1 0 0,-1 0 1 0 0,0-1-1 0 0,0 1 1 0 0,0-1 0 0 0,-1 0-1 0 0,0 0 1 0 0,0 0 0 0 0,0 0-1 0 0,-1 0 1 0 0,0 0-1 0 0,0 0 1 0 0,-1 0 0 0 0,0-1-1 0 0,0-6 1 0 0,-1 9-13 0 0,1 1 0 0 0,-1-1 0 0 0,0 0 0 0 0,0 1 0 0 0,0-1 0 0 0,-1 1 0 0 0,0-1 0 0 0,1 1 0 0 0,-1 0 0 0 0,0 0 0 0 0,0 0 0 0 0,-1 0 0 0 0,1 0 0 0 0,-5-4 0 0 0,2 3-2 0 0,0 0-1 0 0,-1 0 1 0 0,1 1-1 0 0,-1 0 0 0 0,0 0 1 0 0,0 0-1 0 0,-11-3 0 0 0,0 2 9 0 0,0 0 0 0 0,-1 1 1 0 0,1 1-1 0 0,0 1 0 0 0,-25 1 0 0 0,29 1-141 0 0,0 1 1 0 0,0 0 0 0 0,0 0-1 0 0,0 1 1 0 0,-17 7 0 0 0,25-8-181 0 0,0 0 1 0 0,0 0 0 0 0,0 0 0 0 0,0 1-1 0 0,1 0 1 0 0,-1 0 0 0 0,1 0-1 0 0,0 0 1 0 0,0 1 0 0 0,0 0 0 0 0,1 0-1 0 0,-1 0 1 0 0,1 0 0 0 0,0 0-1 0 0,0 1 1 0 0,-3 4 0 0 0,5-7-157 0 0,1 0 1 0 0,-1 0 0 0 0,1 0-1 0 0,-1 0 1 0 0,1 0 0 0 0,0 0-1 0 0,0 0 1 0 0,0 0 0 0 0,0 0-1 0 0,0 0 1 0 0,0-1 0 0 0,0 1-1 0 0,1 0 1 0 0,-1 0 0 0 0,0 0-1 0 0,1 0 1 0 0,0 0-1 0 0,0 0 1 0 0,-1-1 0 0 0,1 1-1 0 0,0 0 1 0 0,2 2 0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0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544 125 2664 0 0,'2'-6'1002'0'0,"0"-1"0"0"0,-1 1 0 0 0,1-1 0 0 0,-1 0-1 0 0,-1 0 1 0 0,0 0 0 0 0,0 0 0 0 0,0 0 0 0 0,0 1-1 0 0,-1-1 1 0 0,0 0 0 0 0,-1 0 0 0 0,0 1 0 0 0,0-1 0 0 0,0 1-1 0 0,-5-11 1 0 0,6 16-759 0 0,-29 18 694 0 0,19-5-697 0 0,0 0-1 0 0,1 0 1 0 0,0 1-1 0 0,1 0 1 0 0,-8 16-1 0 0,0-1 67 0 0,-56 94 331 0 0,5 2 0 0 0,5 3 0 0 0,6 3 0 0 0,-49 169-1 0 0,92-251-507 0 0,2 1-1 0 0,3 0 0 0 0,-6 90 0 0 0,14-117-98 0 0,1 0 0 0 0,1-1-1 0 0,1 1 1 0 0,1 0 0 0 0,0-1-1 0 0,2 0 1 0 0,1 0 0 0 0,0 0-1 0 0,2-1 1 0 0,0 0-1 0 0,15 25 1 0 0,-17-35-84 0 0,1-1-1 0 0,0 1 1 0 0,1-1-1 0 0,0-1 1 0 0,1 1 0 0 0,-1-1-1 0 0,1-1 1 0 0,1 0-1 0 0,0 0 1 0 0,0-1-1 0 0,0 0 1 0 0,0 0 0 0 0,1-2-1 0 0,0 1 1 0 0,0-1-1 0 0,1-1 1 0 0,-1 0-1 0 0,16 2 1 0 0,-11-3-557 0 0,-1-1-1 0 0,1 0 1 0 0,0-1 0 0 0,0-1 0 0 0,0-1-1 0 0,0 0 1 0 0,0-1 0 0 0,-1-1-1 0 0,1 0 1 0 0,-1-1 0 0 0,0-1-1 0 0,-1 0 1 0 0,17-10 0 0 0,3-9-2775 0 0,-16 4-2532 0 0</inkml:trace>
  <inkml:trace contextRef="#ctx0" brushRef="#br0" timeOffset="1">960 876 2240 0 0,'-98'-8'12265'0'0,"94"8"-11280"0"0,1 0-91 0 0,-11 0-104 0 0,11 0-114 0 0,-13-2 376 0 0,13 2-654 0 0,-7 0 980 0 0,19-1-962 0 0,23 0-454 0 0,-28 1 158 0 0,219-17 271 0 0,-45 1-187 0 0,-103 10 2201 0 0,-72 6-2104 0 0,0-1-52 0 0,29-5-104 0 0,2-4-10371 0 0,-21 6 4721 0 0</inkml:trace>
  <inkml:trace contextRef="#ctx0" brushRef="#br0" timeOffset="2">1927 524 80 0 0,'-4'-24'10087'0'0,"1"15"-6488"0"0,1 6-2776 0 0,1 0 0 0 0,0 1 0 0 0,0-1 1 0 0,1 0-1 0 0,-1 0 0 0 0,1 0 0 0 0,-1 0 1 0 0,1 0-1 0 0,0 0 0 0 0,0-4 0 0 0,6 4-723 0 0,1 0-1 0 0,-1 1 0 0 0,1 0 0 0 0,9-2 1 0 0,-15 3-92 0 0,158-29-296 0 0,-107 24-2754 0 0,-2 1-3964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0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1 476 0 0,'-3'0'2286'0'0,"-10"0"-1048"0"0,0 1-1 0 0,1 0 0 0 0,-1 1 1 0 0,1 1-1 0 0,-1 0 0 0 0,1 0 1 0 0,0 1-1 0 0,-21 11 0 0 0,22-9-823 0 0,-1 1-1 0 0,1 0 0 0 0,0 1 1 0 0,1 0-1 0 0,0 1 0 0 0,1 0 1 0 0,-1 0-1 0 0,2 1 0 0 0,-1 0 1 0 0,1 1-1 0 0,1 0 0 0 0,0 0 1 0 0,-10 23-1 0 0,10-16-200 0 0,0-1 1 0 0,1 1-1 0 0,1 0 0 0 0,-4 29 1 0 0,8-40-180 0 0,0 0 0 0 0,1 0 0 0 0,-1 1 0 0 0,2-1 0 0 0,-1 0 0 0 0,1 0 0 0 0,0 0 0 0 0,0 0 0 0 0,1 0 0 0 0,0 0 0 0 0,0-1 0 0 0,1 1 0 0 0,0 0 1 0 0,0-1-1 0 0,5 7 0 0 0,-6-9-19 0 0,1-1 1 0 0,1 0-1 0 0,-1 0 0 0 0,0 0 1 0 0,1 0-1 0 0,0 0 1 0 0,0-1-1 0 0,-1 0 1 0 0,1 0-1 0 0,1 0 1 0 0,-1 0-1 0 0,0 0 1 0 0,0-1-1 0 0,1 0 0 0 0,-1 0 1 0 0,0 0-1 0 0,1 0 1 0 0,-1-1-1 0 0,1 0 1 0 0,0 1-1 0 0,6-2 1 0 0,11-2-2 0 0,0 0 0 0 0,0-2 0 0 0,27-8 0 0 0,-2 0-14 0 0,-32 10 2 0 0,1 0 1 0 0,0 1 0 0 0,0 0 0 0 0,0 1 0 0 0,0 1-1 0 0,0 1 1 0 0,31 5 0 0 0,-40-4 74 0 0,1 0 0 0 0,-1 0 0 0 0,1 1 0 0 0,-1 0 1 0 0,0 0-1 0 0,0 1 0 0 0,0-1 0 0 0,-1 2 0 0 0,1-1 0 0 0,-1 1 1 0 0,0 0-1 0 0,0 0 0 0 0,-1 1 0 0 0,0-1 0 0 0,0 1 0 0 0,0 1 0 0 0,0-1 1 0 0,4 10-1 0 0,-7-12 66 0 0,0 0 0 0 0,0 0 0 0 0,0 0 0 0 0,-1 0 0 0 0,0 1-1 0 0,0-1 1 0 0,0 0 0 0 0,0 1 0 0 0,-1-1 0 0 0,1 1 0 0 0,-1-1 0 0 0,0 1 0 0 0,-1-1 0 0 0,-1 9 0 0 0,1-7-1 0 0,-1 0 0 0 0,-1 0 0 0 0,1-1 0 0 0,-1 1 0 0 0,0-1 0 0 0,0 0 0 0 0,0 1-1 0 0,-1-1 1 0 0,-7 8 0 0 0,0-3-2 0 0,0 0-1 0 0,-1-1 0 0 0,0 0 0 0 0,-1-1 1 0 0,1 0-1 0 0,-1-1 0 0 0,-1 0 1 0 0,-15 5-1 0 0,16-8-103 0 0,-1 0 0 0 0,0-1 0 0 0,0 0 0 0 0,0-1 0 0 0,0-1 0 0 0,0 0 0 0 0,0-1 0 0 0,0 0 0 0 0,0-1 0 0 0,-1-1 0 0 0,-14-4 0 0 0,27 6-234 0 0,0 0 1 0 0,0-1-1 0 0,0 1 0 0 0,0-1 1 0 0,0 0-1 0 0,0 1 0 0 0,1-1 1 0 0,-1 0-1 0 0,0 0 0 0 0,0 0 1 0 0,0 0-1 0 0,1-1 0 0 0,-1 1 1 0 0,1 0-1 0 0,-1-1 0 0 0,1 1 1 0 0,-1-1-1 0 0,1 0 0 0 0,0 1 1 0 0,0-1-1 0 0,0 0 0 0 0,0 0 0 0 0,0 1 1 0 0,-1-5-1 0 0,3 4-184 0 0,0 0-1 0 0,-1-1 1 0 0,1 1-1 0 0,0 0 1 0 0,1-1-1 0 0,-1 1 0 0 0,0 0 1 0 0,1 0-1 0 0,-1 0 1 0 0,1 0-1 0 0,0 0 1 0 0,-1 0-1 0 0,1 1 1 0 0,4-4-1 0 0,37-22-8305 0 0,-24 18 2030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0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74 304 0 0,'-7'-10'23751'0'0,"29"5"-21943"0"0,29-2-2532 0 0,107-17 906 0 0,-56 1-7037 0 0,-96 21 4181 0 0,2-1 1820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1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32 636 0 0,'-2'-2'2458'0'0,"-35"-24"10081"0"0,29 23-9928 0 0,7 3-2533 0 0,1 0 0 0 0,0 0 0 0 0,0 0-1 0 0,0 0 1 0 0,-1 0 0 0 0,1 0 0 0 0,0 0 0 0 0,0 0-1 0 0,-1 0 1 0 0,1 0 0 0 0,0 0 0 0 0,0 0 0 0 0,-1 0-1 0 0,1 0 1 0 0,0 0 0 0 0,0 0 0 0 0,0 0 0 0 0,-1 0-1 0 0,-1 2 779 0 0,2-2-778 0 0,0 0 0 0 0,0 0 0 0 0,0 0-1 0 0,0 1 1 0 0,0-1 0 0 0,0 0 0 0 0,0 0 0 0 0,-1 0-1 0 0,1 1 1 0 0,0-1 0 0 0,0 0 0 0 0,0 0 0 0 0,0 1-1 0 0,0-1 1 0 0,0 0 0 0 0,0 0 0 0 0,0 0 0 0 0,0 1-1 0 0,0-1 1 0 0,0 0 0 0 0,0 0 0 0 0,1 1 0 0 0,-1-1-1 0 0,15 72 5467 0 0,5 1-3305 0 0,8 34-1003 0 0,-4 26-668 0 0,-6-29-1366 0 0,-3-35-2659 0 0,-14-64 2481 0 0,10 28-1751 0 0,1-21-1272 0 0,29-9-13672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1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67 151 1860 0 0,'-42'-95'15049'0'0,"41"94"-14931"0"0,0-1-1 0 0,1 1 1 0 0,-1 0 0 0 0,1 0-1 0 0,-1-1 1 0 0,1 1 0 0 0,0-1-1 0 0,0 1 1 0 0,-1 0 0 0 0,1-1-1 0 0,0 1 1 0 0,0 0 0 0 0,0-1-1 0 0,1 1 1 0 0,-1-1 0 0 0,0 1-1 0 0,0 0 1 0 0,1-1 0 0 0,-1 1-1 0 0,1 0 1 0 0,-1-1 0 0 0,1 1 0 0 0,1-2-1 0 0,0 1-43 0 0,-1 0 0 0 0,1 1 0 0 0,0-1 0 0 0,0 1 0 0 0,0-1 0 0 0,0 1 0 0 0,0 0 0 0 0,0 0-1 0 0,0 0 1 0 0,0 0 0 0 0,1 0 0 0 0,3-1 0 0 0,1 1-41 0 0,0 0-1 0 0,0 0 1 0 0,-1 0-1 0 0,1 1 1 0 0,0 0 0 0 0,0 0-1 0 0,0 1 1 0 0,10 2-1 0 0,-13-2-19 0 0,1 1 1 0 0,0-1-1 0 0,-1 1 0 0 0,0 0 0 0 0,1 1 0 0 0,-1-1 0 0 0,0 1 0 0 0,0 0 0 0 0,-1 0 1 0 0,1 0-1 0 0,0 0 0 0 0,-1 0 0 0 0,0 1 0 0 0,0 0 0 0 0,0 0 0 0 0,0 0 0 0 0,-1 0 1 0 0,1 0-1 0 0,-1 0 0 0 0,0 1 0 0 0,0-1 0 0 0,-1 1 0 0 0,1-1 0 0 0,0 6 0 0 0,-1-3 7 0 0,-1 1 0 0 0,1-1 0 0 0,-1 1-1 0 0,-1-1 1 0 0,1 0 0 0 0,-1 1 0 0 0,-1-1-1 0 0,1 0 1 0 0,-1 0 0 0 0,-1 0 0 0 0,1 0-1 0 0,-1 0 1 0 0,0-1 0 0 0,-1 1 0 0 0,-4 6-1 0 0,-5 4 12 0 0,0 0 0 0 0,-2 0 1 0 0,0-2-1 0 0,-29 23 0 0 0,-9 10 774 0 0,52-47-528 0 0,1 0-271 0 0,1-1-1 0 0,-1 1 0 0 0,1-1 1 0 0,-1 0-1 0 0,0 1 0 0 0,1-1 1 0 0,-1 0-1 0 0,1 1 0 0 0,-1-1 0 0 0,1 0 1 0 0,-1 0-1 0 0,1 1 0 0 0,-1-1 1 0 0,1 0-1 0 0,-1 0 0 0 0,1 0 1 0 0,0 0-1 0 0,-1 0 0 0 0,1 0 0 0 0,14 1 56 0 0,1 0 0 0 0,-1 0 0 0 0,0 1-1 0 0,-1 1 1 0 0,1 1 0 0 0,0 0 0 0 0,16 7-1 0 0,-21-6 216 0 0,-1-1-1 0 0,0 1 0 0 0,0 1 0 0 0,0 0 1 0 0,0 0-1 0 0,-1 1 0 0 0,0 0 0 0 0,-1 0 0 0 0,14 17 1 0 0,-18-20-66 0 0,0 1 0 0 0,0 0 0 0 0,-1-1 1 0 0,1 1-1 0 0,-1 0 0 0 0,0 0 1 0 0,0 1-1 0 0,-1-1 0 0 0,0 0 0 0 0,0 0 1 0 0,0 1-1 0 0,0-1 0 0 0,-1 1 1 0 0,0-1-1 0 0,0 1 0 0 0,-1-1 0 0 0,1 1 1 0 0,-1-1-1 0 0,0 0 0 0 0,-4 10 0 0 0,1-6-112 0 0,0-1-1 0 0,-1 0 0 0 0,0 0 0 0 0,0-1 0 0 0,-1 0 0 0 0,0 0 1 0 0,0 0-1 0 0,-1 0 0 0 0,0-1 0 0 0,0 0 0 0 0,0-1 0 0 0,-1 0 1 0 0,0 0-1 0 0,0 0 0 0 0,0-1 0 0 0,0 0 0 0 0,-1-1 0 0 0,0 0 1 0 0,0 0-1 0 0,1-1 0 0 0,-15 2 0 0 0,16-3-393 0 0,0-1 0 0 0,1 0 0 0 0,-1-1 0 0 0,0 0 0 0 0,-9-2 0 0 0,12 2-303 0 0,0-1 0 0 0,0 1 0 0 0,0-1 0 0 0,0 0 0 0 0,0 0 0 0 0,0 0 0 0 0,0 0 0 0 0,1-1-1 0 0,-1 0 1 0 0,1 1 0 0 0,-6-7 0 0 0,6 5 23 0 0,1 1 0 0 0,0 0-1 0 0,0-1 1 0 0,0 0 0 0 0,0 1 0 0 0,1-1 0 0 0,-1 0-1 0 0,1 0 1 0 0,0 0 0 0 0,0 0 0 0 0,0 0-1 0 0,1 0 1 0 0,-1 0 0 0 0,1 0 0 0 0,0 0-1 0 0,0 0 1 0 0,1 0 0 0 0,-1 0 0 0 0,1 0-1 0 0,0 0 1 0 0,2-6 0 0 0,4-11-8145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1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48 2376 0 0,'-6'-18'5874'0'0,"1"2"-2909"0"0,4 2 2510 0 0,1 16-5253 0 0,1-1 0 0 0,0 0 0 0 0,0 0 0 0 0,-1 1 0 0 0,1-1 0 0 0,0 0 0 0 0,0 0 1 0 0,0 0-1 0 0,0 0 0 0 0,1 0 0 0 0,1 1 0 0 0,5 5 665 0 0,24 33 2260 0 0,48 76 0 0 0,-48-61-2128 0 0,-3 1-1 0 0,36 95 1 0 0,-53-113-850 0 0,-1-1 0 0 0,-2 2 0 0 0,-1-1 0 0 0,-3 1 0 0 0,0 0 0 0 0,-3 0 0 0 0,-3 57 0 0 0,-3-52-217 0 0,-2 0-1 0 0,-2-1 1 0 0,-2 0-1 0 0,-2 0 0 0 0,-1-1 1 0 0,-27 56-1 0 0,4-25-1826 0 0,-3-1 1 0 0,-92 126-1 0 0,82-135-4314 0 0,-77 75-1 0 0,58-72-4007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2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3392 0 0,'7'-7'3529'0'0,"-3"-1"-749"0"0,-1-1-492 0 0,2 0-364 0 0,-1 1-356 0 0,-1-3-339 0 0,2 1-237 0 0,1 0-220 0 0,-5 0-152 0 0,4 3 244 0 0,1-11-852 0 0,-6 6-2248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3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14 432 0 0,'-34'14'8031'0'0,"25"-9"-5861"0"0,0-1 0 0 0,0-1 0 0 0,-19 5 0 0 0,26-8-1371 0 0,-15 5 1493 0 0,5 0-1576 0 0,8-3 225 0 0,19-4-770 0 0,235-35 87 0 0,-80 18-3856 0 0,-135 17 608 0 0,-14 2-2936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3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64 288 0 0,'-156'54'15132'0'0,"154"-53"-14126"0"0,15-2-793 0 0,0-1 0 0 0,27-6 0 0 0,-3 0-72 0 0,158-23-103 0 0,102-17-5567 0 0,-240 39 1730 0 0,0-3-1713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4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1104 0 0,'6'-110'19065'0'0,"-2"129"-18043"0"0,-2-4 49 0 0,11 58 2122 0 0,6 127 0 0 0,-16 75-1876 0 0,-3-174-919 0 0,-9 109-2252 0 0,19-247-13403 0 0,-2 18 13175 0 0,-5 15 580 0 0,5-15-5762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4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262 108 1148 0 0,'9'-12'2762'0'0,"1"0"-1"0"0,-2-1 1 0 0,0 0 0 0 0,0 0 0 0 0,8-22-1 0 0,-14 25-104 0 0,-8 14-613 0 0,0 0-2391 0 0,-1 3 611 0 0,0 1-1 0 0,0 0 1 0 0,1 0-1 0 0,0 0 1 0 0,0 0 0 0 0,-8 18-1 0 0,2-5 76 0 0,-110 196 1513 0 0,93-156-1447 0 0,-38 108 0 0 0,60-147-353 0 0,1-1 0 0 0,1 1 0 0 0,-4 42 0 0 0,9-57-39 0 0,0-1 1 0 0,0 0 0 0 0,0 0-1 0 0,0 0 1 0 0,1 0 0 0 0,0 0 0 0 0,0 0-1 0 0,1 0 1 0 0,0 0 0 0 0,0 0-1 0 0,0-1 1 0 0,1 1 0 0 0,-1 0 0 0 0,1-1-1 0 0,1 0 1 0 0,-1 0 0 0 0,1 0-1 0 0,0 0 1 0 0,5 4 0 0 0,-4-5 8 0 0,0-1-1 0 0,0 0 1 0 0,0 0 0 0 0,0-1-1 0 0,1 0 1 0 0,0 0 0 0 0,-1 0-1 0 0,1 0 1 0 0,0-1 0 0 0,0 0 0 0 0,0 0-1 0 0,0 0 1 0 0,0-1 0 0 0,0 0-1 0 0,10-1 1 0 0,-1-1-21 0 0,0 0 1 0 0,0-1-1 0 0,-1-1 0 0 0,1 0 1 0 0,15-7-1 0 0,-20 7 30 0 0,-1-1 1 0 0,0-1-1 0 0,0 0 0 0 0,0 0 1 0 0,0 0-1 0 0,-1-1 0 0 0,0-1 0 0 0,-1 1 1 0 0,1-1-1 0 0,8-13 0 0 0,-14 18 10 0 0,1-1 1 0 0,-1 0-1 0 0,0 0 0 0 0,-1 0 1 0 0,1 0-1 0 0,-1 0 0 0 0,1 0 0 0 0,-1 0 1 0 0,0 0-1 0 0,-1-1 0 0 0,1 1 0 0 0,-1-7 1 0 0,0 8-14 0 0,-1-1 1 0 0,1 1-1 0 0,-1 0 0 0 0,0-1 1 0 0,0 1-1 0 0,0 0 1 0 0,-1 0-1 0 0,1 0 1 0 0,-1 0-1 0 0,0 0 0 0 0,0 0 1 0 0,0 1-1 0 0,0-1 1 0 0,0 0-1 0 0,-1 1 1 0 0,1 0-1 0 0,-1-1 1 0 0,-2-1-1 0 0,-4-2-5 0 0,-1 0 1 0 0,1 1-1 0 0,-1 0 0 0 0,0 0 0 0 0,0 1 1 0 0,-1 0-1 0 0,1 1 0 0 0,-1 0 1 0 0,0 1-1 0 0,0 0 0 0 0,-14-1 0 0 0,7 3-553 0 0,0-1 0 0 0,-1 2-1 0 0,1 0 1 0 0,-1 2 0 0 0,1 0-1 0 0,-18 5 1 0 0,33-7 125 0 0,1-1 0 0 0,-1 1-1 0 0,1 0 1 0 0,-1 0 0 0 0,1 0 0 0 0,-1 0 0 0 0,1 1-1 0 0,0-1 1 0 0,-1 0 0 0 0,1 1 0 0 0,0 0-1 0 0,0 0 1 0 0,0-1 0 0 0,0 1 0 0 0,0 0 0 0 0,1 0-1 0 0,-1 1 1 0 0,1-1 0 0 0,-1 0 0 0 0,-1 4 0 0 0,3-6 268 0 0,0 0 1 0 0,0 1-1 0 0,0-1 1 0 0,0 1-1 0 0,0-1 1 0 0,0 0-1 0 0,0 1 1 0 0,0-1-1 0 0,0 0 1 0 0,0 1-1 0 0,0-1 1 0 0,0 1-1 0 0,0-1 0 0 0,1 0 1 0 0,-1 1-1 0 0,0-1 1 0 0,0 0-1 0 0,0 1 1 0 0,0-1-1 0 0,1 0 1 0 0,0 2-410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8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81 128 1860 0 0,'-24'-11'6045'0'0,"-15"-5"-3180"0"0,37 15-2022 0 0,-14-11 4046 0 0,48-1-4736 0 0,-1 2 1 0 0,2 1-1 0 0,65-11 1 0 0,-60 13-112 0 0,-4 0-603 0 0,1 2 0 0 0,43-1 0 0 0,-39 3-5414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8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80 288 0 0,'-9'-11'3109'0'0,"0"0"-1"0"0,-11-18 0 0 0,0 0 682 0 0,19 30-3744 0 0,1 0 0 0 0,-1 0 0 0 0,1 0 0 0 0,0-1 0 0 0,-1 1 0 0 0,1 0 0 0 0,0 0 1 0 0,0 0-1 0 0,0 0 0 0 0,0-1 0 0 0,-1 1 0 0 0,1 0 0 0 0,0 0 0 0 0,0 0 0 0 0,1 0 1 0 0,-1 0-1 0 0,0-1 0 0 0,0 2 0 0 0,2 15 371 0 0,34 347 2967 0 0,-36-348-3417 0 0,9 86 341 0 0,-7-87-714 0 0,1 0 0 0 0,0 0-1 0 0,1-1 1 0 0,10 25-1 0 0,-13-36-208 0 0,0-2 475 0 0,0 1 1 0 0,-1 0-1 0 0,1 0 0 0 0,0-1 1 0 0,0 1-1 0 0,0-1 1 0 0,1 1-1 0 0,-1-1 0 0 0,2 3 1 0 0,11 0-5975 0 0,-11-4 5677 0 0,20-1-4920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9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91 1364 0 0,'11'-78'13114'0'0,"-10"75"-12529"0"0,-2-7 1439 0 0,-7 31-1167 0 0,1 1-1 0 0,0 0 1 0 0,-5 37 0 0 0,8-35-506 0 0,3-22-324 0 0,-26 172 1052 0 0,25-155-1018 0 0,1 1-1 0 0,1-1 0 0 0,0 1 1 0 0,2-1-1 0 0,1 1 1 0 0,8 35-1 0 0,-8-48-37 0 0,-1 0 0 0 0,1 0 0 0 0,0-1 1 0 0,0 1-1 0 0,1-1 0 0 0,0 0 0 0 0,0 0 0 0 0,0-1 0 0 0,1 1 1 0 0,-1-1-1 0 0,2 0 0 0 0,-1 0 0 0 0,8 6 0 0 0,-8-8-10 0 0,1 0-1 0 0,-1 0 0 0 0,0-1 1 0 0,1 0-1 0 0,-1 0 1 0 0,1 0-1 0 0,0 0 1 0 0,-1-1-1 0 0,1 0 0 0 0,0-1 1 0 0,0 1-1 0 0,0-1 1 0 0,0 0-1 0 0,0 0 1 0 0,0-1-1 0 0,9-1 0 0 0,-5-1 10 0 0,1 0-1 0 0,-1 0 1 0 0,0-1-1 0 0,0-1 0 0 0,0 1 1 0 0,-1-2-1 0 0,1 1 0 0 0,-1-1 1 0 0,-1-1-1 0 0,1 1 0 0 0,-1-1 1 0 0,13-15-1 0 0,-12 11-6 0 0,0 0-1 0 0,-1 0 1 0 0,-1-1 0 0 0,0-1-1 0 0,0 1 1 0 0,-1-1 0 0 0,-1 0-1 0 0,0-1 1 0 0,4-18 0 0 0,-6 19-6 0 0,-1 0 0 0 0,0 0 0 0 0,-1 0 0 0 0,0-1 1 0 0,-1 1-1 0 0,-1 0 0 0 0,0 0 0 0 0,-1 0 0 0 0,0 0 0 0 0,-5-13 0 0 0,4 16 1 0 0,0 0 0 0 0,-1 1 0 0 0,-1 0 0 0 0,1 0 0 0 0,-2 0 0 0 0,1 1 0 0 0,-1-1 0 0 0,0 1 0 0 0,-1 1 0 0 0,0-1 0 0 0,0 1 0 0 0,0 0 0 0 0,-16-10 0 0 0,11 10 9 0 0,0 0 0 0 0,0 1-1 0 0,-1 0 1 0 0,1 1 0 0 0,-1 1 0 0 0,0 0 0 0 0,0 1-1 0 0,-1 0 1 0 0,-22-2 0 0 0,26 5-155 0 0,0-1 0 0 0,0 2 0 0 0,0-1 1 0 0,0 1-1 0 0,0 1 0 0 0,0-1 0 0 0,0 2 0 0 0,1-1 1 0 0,-1 2-1 0 0,1-1 0 0 0,0 1 0 0 0,0 0 0 0 0,-17 12 1 0 0,21-12-257 0 0,0 0 0 0 0,1 0 0 0 0,-1 0 1 0 0,1 1-1 0 0,0 0 0 0 0,0 0 0 0 0,1 0 1 0 0,-1 1-1 0 0,1-1 0 0 0,-4 10 0 0 0,5-9-854 0 0,0 0 0 0 0,0 0-1 0 0,1 0 1 0 0,0 0 0 0 0,0 0-1 0 0,0 11 1 0 0,2 1-5197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0:59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 0 0,'4'0'3406'0'0,"62"3"11554"0"0,-61-4-12924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02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12 1936 0 0,'-11'5'5415'0'0,"-38"28"10125"0"0,58-32-15519 0 0,1 0-1 0 0,-1-1 1 0 0,0 0 0 0 0,1-1 0 0 0,-1 0 0 0 0,11-3 0 0 0,17-1 29 0 0,287-25 127 0 0,-322 29-18 0 0,2 1-9 0 0,10-1 39 0 0,-11 1-60 0 0,0 0 19 0 0,22-2 199 0 0,-22 2-205 0 0,0 0-103 0 0,5-1-24 0 0,-6 1 5 0 0,1 0-1 0 0,-1 0 1 0 0,1 0 0 0 0,-1 0-1 0 0,0-1 1 0 0,1 1-1 0 0,-1-1 1 0 0,0 0 0 0 0,4-1-1 0 0,-4 1 41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03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19 250 1784 0 0,'3'-47'5331'0'0,"-2"0"0"0"0,-6-55 0 0 0,-4 49-421 0 0,0 131-965 0 0,30 469 1348 0 0,-13-337-5222 0 0,-8-208-757 0 0,-8-28-8889 0 0,9 7 5818 0 0,5-4-3901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03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61 154 600 0 0,'-1'-2'2511'0'0,"-3"-19"2712"0"0,-8-31 5714 0 0,11 49-10562 0 0,1 0 0 0 0,-1 1 0 0 0,1-1 0 0 0,0 0 0 0 0,0 0 0 0 0,0 1 1 0 0,0-1-1 0 0,1 0 0 0 0,-1 1 0 0 0,2-6 0 0 0,3 5-327 0 0,0-1 0 0 0,0 1 1 0 0,0-1-1 0 0,0 1 0 0 0,1 1 1 0 0,-1-1-1 0 0,1 1 0 0 0,11-3 0 0 0,50-8 54 0 0,-61 12-96 0 0,1 1-1 0 0,0 0 1 0 0,0 0 0 0 0,-1 1-1 0 0,1 0 1 0 0,0 0 0 0 0,-1 1-1 0 0,1-1 1 0 0,-1 1 0 0 0,12 6 0 0 0,-14-6-1 0 0,-1 0 1 0 0,0 0 0 0 0,1 1 0 0 0,-1 0-1 0 0,0-1 1 0 0,0 1 0 0 0,0 0-1 0 0,-1 1 1 0 0,1-1 0 0 0,-1 0 0 0 0,0 1-1 0 0,0-1 1 0 0,0 1 0 0 0,0 0 0 0 0,1 3-1 0 0,-1 0 9 0 0,-1-1 0 0 0,1 0-1 0 0,-1 1 1 0 0,-1-1-1 0 0,1 1 1 0 0,-1-1-1 0 0,0 1 1 0 0,-3 11-1 0 0,0-2 37 0 0,0-1 0 0 0,-2 1 0 0 0,0-1 0 0 0,-1 0 0 0 0,0-1 0 0 0,-1 1-1 0 0,-10 14 1 0 0,-145 186 2302 0 0,120-163-1225 0 0,-3 6 1581 0 0,44-56-2378 0 0,22 0 159 0 0,92-30-494 0 0,200-76 0 0 0,-284 93-564 0 0,49-21-2694 0 0,-33 5-6101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06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145 126 200 0 0,'-2'-1'2006'0'0,"-35"-12"4107"0"0,24 9-4753 0 0,0 0 0 0 0,0 1 0 0 0,-1 1 0 0 0,1 0 0 0 0,-15 0 1 0 0,25 2-947 0 0,1-1-66 0 0,2 1-336 0 0,-1 0-1 0 0,1 1 1 0 0,0-1 0 0 0,0 0-1 0 0,0 0 1 0 0,0 0 0 0 0,-1 0-1 0 0,1 0 1 0 0,0 0-1 0 0,0 0 1 0 0,0 0 0 0 0,0 0-1 0 0,-1 0 1 0 0,1 0 0 0 0,0 0-1 0 0,0 0 1 0 0,0 0-1 0 0,-1 0 1 0 0,1 0 0 0 0,0 0-1 0 0,0 0 1 0 0,0-1-1 0 0,0 1 1 0 0,-1 0 0 0 0,1 0-1 0 0,0 0 1 0 0,0 0 0 0 0,0 0-1 0 0,0 0 1 0 0,0 0-1 0 0,-1 0 1 0 0,1-1 0 0 0,0 1-1 0 0,0 0 1 0 0,0 0 0 0 0,0 0-1 0 0,0 0 1 0 0,0-1-1 0 0,0 1 1 0 0,0 0 0 0 0,0 0-1 0 0,0 0 1 0 0,0 0-1 0 0,-1-1 1 0 0,1 1 0 0 0,0 0-1 0 0,0 0 1 0 0,0 0 0 0 0,0-1-1 0 0,0 1 1 0 0,0 0-1 0 0,0 0 1 0 0,1 0 0 0 0,-1 0-1 0 0,0-1 1 0 0,0 1 0 0 0,0 0-1 0 0,0 0 1 0 0,0 0-1 0 0,0 0 1 0 0,0-1 0 0 0,0 1-1 0 0,0 0 1 0 0,0 0-1 0 0,1 0 1 0 0,-1 0 0 0 0,0 0-1 0 0,0-1 1 0 0,20-8 280 0 0,32-5-132 0 0,207-33 251 0 0,-193 39-1626 0 0,131 0 1 0 0,-190 8 631 0 0,0 0 1 0 0,0 0 0 0 0,-1 1-1 0 0,1 0 1 0 0,0 0 0 0 0,-1 1-1 0 0,1 0 1 0 0,-1 0 0 0 0,9 5-1 0 0,-14-7 389 0 0,3 6-2525 0 0,-4-5 2525 0 0,0-1 0 0 0,0 1 0 0 0,1-1 0 0 0,-1 2-1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06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53 1228 0 0,'-23'12'6574'0'0,"-41"19"3391"0"0,64-31-9930 0 0,23-1 412 0 0,0-2 0 0 0,44-11 0 0 0,4-1-275 0 0,160-18-1997 0 0,-74 15-4552 0 0,-116 13 2717 0 0,-4-2-1389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06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39 116 1536 0 0,'-1'-17'3534'0'0,"-2"1"1"0"0,0 0-1 0 0,0 0 0 0 0,-9-22 0 0 0,12 36-3008 0 0,-3-9 2072 0 0,1 14-2420 0 0,0 1 0 0 0,1-1 0 0 0,-1 0 0 0 0,1 1-1 0 0,0-1 1 0 0,0 1 0 0 0,0-1 0 0 0,0 1 0 0 0,1 0 0 0 0,-1 6-1 0 0,1 45 1154 0 0,0-34-839 0 0,0 12-108 0 0,0-1 0 0 0,2 1 0 0 0,2-1-1 0 0,12 53 1 0 0,-13-76-357 0 0,0 0 0 0 0,1 0-1 0 0,0-1 1 0 0,0 1 0 0 0,1-1-1 0 0,0 0 1 0 0,0 0 0 0 0,12 13 0 0 0,-12-16-12 0 0,1 0 1 0 0,0-1 0 0 0,-1 1-1 0 0,1-1 1 0 0,1 0 0 0 0,-1-1-1 0 0,0 0 1 0 0,1 0-1 0 0,0 0 1 0 0,0-1 0 0 0,0 0-1 0 0,0 0 1 0 0,7 1 0 0 0,-6-2-6 0 0,-1 0 0 0 0,1-1 1 0 0,-1 0-1 0 0,1 0 1 0 0,-1 0-1 0 0,1-1 1 0 0,-1 0-1 0 0,0-1 0 0 0,1 1 1 0 0,-1-1-1 0 0,0-1 1 0 0,0 0-1 0 0,0 0 0 0 0,0 0 1 0 0,-1 0-1 0 0,12-9 1 0 0,-8 3 2 0 0,1 0 0 0 0,-1-1 0 0 0,0-1 0 0 0,-1 0 0 0 0,0 0 0 0 0,-1-1 1 0 0,13-24-1 0 0,-8 13 653 0 0,0 0 0 0 0,-2-1 0 0 0,-1-1 0 0 0,-1 0 0 0 0,7-32 0 0 0,-13 47-666 0 0,2-4 0 0 0,-2 1 0 0 0,0 2 0 0 0,-3 12 0 0 0,0-1 0 0 0,0 0 0 0 0,0 0 0 0 0,0 0 0 0 0,0 0 0 0 0,0 0 0 0 0,0 0 0 0 0,1 1 0 0 0,-1-1 0 0 0,0 0 0 0 0,0 0 0 0 0,0 0 0 0 0,0 0 0 0 0,0 0 0 0 0,0 0 0 0 0,0 0 0 0 0,0 1 0 0 0,1-1 0 0 0,-1 0 0 0 0,0 0 0 0 0,0 0 0 0 0,0 0 0 0 0,0 0 0 0 0,0 0 0 0 0,1 0 0 0 0,-1 0 0 0 0,0 0 0 0 0,0 0 0 0 0,0 0 0 0 0,0 0 0 0 0,0 0 0 0 0,1 0 0 0 0,-1 0 0 0 0,0 0 0 0 0,0 0 0 0 0,0 0 0 0 0,0 0 0 0 0,0 0 0 0 0,1 0 0 0 0,-1 0 0 0 0,0 0 0 0 0,0 0 0 0 0,0 0 0 0 0,0 0 0 0 0,0 0 0 0 0,0 0 0 0 0,1-1 0 0 0,-1 1 0 0 0,0 0 0 0 0,0 0 0 0 0,0 0 0 0 0,0 0 0 0 0,0 0 0 0 0,0 0 0 0 0,0 0 0 0 0,0-1 0 0 0,1 1 0 0 0,-1 0 0 0 0,0 0 0 0 0,0 0 0 0 0,0 0 0 0 0,3 12 0 0 0,17 233 0 0 0,-14-140 0 0 0,15 463 0 0 0,-21-563-48 0 0,0 9-2229 0 0,0 1 0 0 0,-1-1-1 0 0,-4 17 1 0 0,4-27 1604 0 0,1 0-1 0 0,-2 0 1 0 0,1-1 0 0 0,0 1-1 0 0,-1-1 1 0 0,1 1 0 0 0,-1-1-1 0 0,0 0 1 0 0,0 1 0 0 0,-1-1-1 0 0,1 0 1 0 0,-1 0 0 0 0,1-1-1 0 0,-1 1 1 0 0,0 0-1 0 0,0-1 1 0 0,-4 3 0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17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809 143 512 0 0,'13'-22'3494'0'0,"-1"1"0"0"0,-1-2 0 0 0,14-38 0 0 0,-18 46-1870 0 0,-7 15-1611 0 0,1-1 0 0 0,-1 1 0 0 0,0 0 0 0 0,0 0 0 0 0,0 0 0 0 0,0 1 0 0 0,0-1 0 0 0,0 0 0 0 0,1 0 0 0 0,-1 0 0 0 0,0 0 0 0 0,0 0 0 0 0,0 0 0 0 0,0 0 0 0 0,0 0 0 0 0,0 0 0 0 0,1 0 0 0 0,-1 0 0 0 0,0 0 0 0 0,0 0 0 0 0,0 0 0 0 0,0 0 0 0 0,0 1 0 0 0,0-1 0 0 0,0 0 0 0 0,0 0 0 0 0,1 0 0 0 0,-1 0 0 0 0,0 0 0 0 0,0 0 0 0 0,0 0 0 0 0,0 1 0 0 0,0-1 0 0 0,0 0 1 0 0,0 0-1 0 0,0 0 0 0 0,0 0 0 0 0,0 0 0 0 0,0 1 0 0 0,0-1 0 0 0,0 0 0 0 0,0 0 0 0 0,0 0 0 0 0,0 0 0 0 0,0 0 0 0 0,0 0 0 0 0,0 1 0 0 0,0-1 0 0 0,0 0 0 0 0,0 33 31 0 0,0-24 42 0 0,-2 81 402 0 0,-5 0 0 0 0,-4 0 0 0 0,-34 138 0 0 0,26-142-348 0 0,-15 53 444 0 0,34-138-450 0 0,-4-21-94 0 0,35-174-59 0 0,-31 192-11 0 0,0 1 26 0 0,0 1 1 0 0,-1-1-1 0 0,1 0 0 0 0,0 1 1 0 0,-1-1-1 0 0,1 1 1 0 0,0-1-1 0 0,-1 1 1 0 0,1-1-1 0 0,-1 1 0 0 0,1-1 1 0 0,-1 1-1 0 0,1-1 1 0 0,-1 1-1 0 0,1-1 1 0 0,-1 1-1 0 0,1 0 0 0 0,-2-1 1 0 0,-12 3-10 0 0,0 1 1 0 0,1 1-1 0 0,0 0 1 0 0,-1 1-1 0 0,-14 7 1 0 0,-68 39 21 0 0,58-29-12 0 0,-446 246 132 0 0,417-235-2398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17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121 131 1504 0 0,'7'-69'13071'0'0,"-6"53"-10881"0"0,-1 15-2139 0 0,0 0-1 0 0,1-1 1 0 0,-1 1 0 0 0,0 0 0 0 0,0 0 0 0 0,1-1-1 0 0,-1 1 1 0 0,1 0 0 0 0,-1 0 0 0 0,1-1 0 0 0,0 1-1 0 0,-1 0 1 0 0,1 0 0 0 0,0 0 0 0 0,0 0 0 0 0,0 0-1 0 0,0 0 1 0 0,0 0 0 0 0,0 0 0 0 0,2-1 0 0 0,0 0-6 0 0,1 0 0 0 0,-1 0 1 0 0,1 0-1 0 0,0 1 0 0 0,0-1 1 0 0,7-1-1 0 0,4 0-11 0 0,0 1-1 0 0,29 0 1 0 0,-35 2-27 0 0,1 1 1 0 0,-1 0-1 0 0,0 0 0 0 0,1 1 1 0 0,-1 0-1 0 0,0 1 1 0 0,0 0-1 0 0,-1 0 1 0 0,13 7-1 0 0,-18-9 1 0 0,0 0 0 0 0,-1 1-1 0 0,1 0 1 0 0,-1 0 0 0 0,0 0 0 0 0,1 0-1 0 0,-1 0 1 0 0,0 0 0 0 0,0 0 0 0 0,0 1 0 0 0,0-1-1 0 0,-1 1 1 0 0,1-1 0 0 0,-1 1 0 0 0,0 0-1 0 0,1-1 1 0 0,-1 1 0 0 0,0 0 0 0 0,0 0-1 0 0,-1 0 1 0 0,1 0 0 0 0,-1 0 0 0 0,0 0-1 0 0,1 0 1 0 0,-1 0 0 0 0,0 0 0 0 0,-1 0 0 0 0,1 0-1 0 0,-1 0 1 0 0,1 0 0 0 0,-1 0 0 0 0,-1 4-1 0 0,-4 7 30 0 0,1-1-1 0 0,-2 1 0 0 0,0-2 1 0 0,0 1-1 0 0,-17 20 1 0 0,-54 53 155 0 0,48-54 556 0 0,29-31-585 0 0,-1 1 26 0 0,-1 3 175 0 0,34-3-266 0 0,-24-1-76 0 0,-1 0 1 0 0,0 0-1 0 0,0 1 1 0 0,0-1 0 0 0,0 2-1 0 0,-1-1 1 0 0,1 0-1 0 0,0 1 1 0 0,-1 0 0 0 0,0 1-1 0 0,0-1 1 0 0,0 1-1 0 0,0 0 1 0 0,0 0 0 0 0,-1 0-1 0 0,0 1 1 0 0,0-1 0 0 0,0 1-1 0 0,0 0 1 0 0,-1 1-1 0 0,6 9 1 0 0,-9-12 39 0 0,1-1 1 0 0,-1 1-1 0 0,1 0 1 0 0,-1-1-1 0 0,0 1 1 0 0,0-1-1 0 0,0 1 1 0 0,-1 0-1 0 0,1-1 0 0 0,0 1 1 0 0,-1-1-1 0 0,0 1 1 0 0,0-1-1 0 0,0 1 1 0 0,0-1-1 0 0,0 0 1 0 0,0 1-1 0 0,0-1 0 0 0,-1 0 1 0 0,-2 3-1 0 0,0 0 101 0 0,0 1 0 0 0,0-1-1 0 0,-1 0 1 0 0,0 0 0 0 0,0-1-1 0 0,-8 6 1 0 0,2-4-12 0 0,0 0-1 0 0,-1-1 0 0 0,1 0 1 0 0,-1-1-1 0 0,0 0 0 0 0,-1-1 1 0 0,1 0-1 0 0,-1-1 0 0 0,1 0 1 0 0,-1-1-1 0 0,1-1 1 0 0,-1 0-1 0 0,0-1 0 0 0,1 0 1 0 0,-1-1-1 0 0,1 0 0 0 0,-1-1 1 0 0,-13-4-1 0 0,7 1-66 0 0,-17-8-525 0 0,35 14-7 0 0,0 0 367 0 0,1 0 1 0 0,0 0-1 0 0,0 0 1 0 0,-1 0-1 0 0,1 0 0 0 0,0 0 1 0 0,0 0-1 0 0,-1 1 1 0 0,1-1-1 0 0,0 0 1 0 0,0 0-1 0 0,-1 0 1 0 0,1 0-1 0 0,0 0 1 0 0,0 0-1 0 0,-1 0 1 0 0,1 0-1 0 0,0-1 1 0 0,-1 1-1 0 0,1 0 1 0 0,0 0-1 0 0,0 0 0 0 0,-1 0 1 0 0,1 0-1 0 0,0 0 1 0 0,0 0-1 0 0,0-1 1 0 0,-1 1-1 0 0,1 0 1 0 0,0 0-1 0 0,0 0 1 0 0,0-1-1 0 0,-1 1 1 0 0,1 0-1 0 0,0 0 1 0 0,0 0-1 0 0,0-1 1 0 0,0 1-1 0 0,-1 0 0 0 0,1 0 1 0 0,0-1-1 0 0,0 1 1 0 0,0 0-1 0 0,0-1 1 0 0,0 1-1 0 0,0 0 1 0 0,0 0-1 0 0,0-1 1 0 0,0 1-1 0 0,0 0 1 0 0,0 0-1 0 0,0-1 1 0 0,0 1-1 0 0,0 0 0 0 0,0 0 1 0 0,0-1-1 0 0,0 1 1 0 0,1 0-1 0 0,-1-1 1 0 0,0 1-1 0 0,0 0 1 0 0,0 0-1 0 0,0 0 1 0 0,1-1-1 0 0,6-5-2980 0 0,-6 5 2551 0 0,0 0 0 0 0,1 1 0 0 0,-1-1-1 0 0,1 0 1 0 0,-1 1 0 0 0,1 0 0 0 0,-1-1 0 0 0,3 0-1 0 0,15-1-3669 0 0,-2 2-1900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18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1332 0 0,'-21'6'2947'0'0,"-70"24"12177"0"0,89-29-14467 0 0,-9 5 2048 0 0,21-4-2601 0 0,0 0 1 0 0,1-1 0 0 0,-1 0-1 0 0,1-1 1 0 0,-1 0-1 0 0,0 0 1 0 0,16-4 0 0 0,8 1-1 0 0,3 2-45 0 0,62-6 94 0 0,-96 7-207 0 0,1 0-572 0 0,0 1 0 0 0,1-1 0 0 0,-1 0 0 0 0,0-1 0 0 0,9-1 0 0 0,28-13-17078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18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1700 0 0,'14'-33'18845'0'0,"-14"32"-18443"0"0,20-3 360 0 0,169-17-1069 0 0,-161 19-1499 0 0,-9 1-1010 0 0,2 1-5419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19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5 1740 0 0,'-4'-1'1834'0'0,"-4"0"-642"0"0,0 0 0 0 0,0 0 0 0 0,0 1 0 0 0,0 0 0 0 0,0 0-1 0 0,0 1 1 0 0,-12 2 0 0 0,15-1-868 0 0,1-1 0 0 0,-1 1 0 0 0,1 0 0 0 0,0 0 0 0 0,0 0 0 0 0,0 1 0 0 0,0-1 0 0 0,0 1-1 0 0,0 0 1 0 0,-3 4 0 0 0,-5 6 52 0 0,0 0-1 0 0,1 1 1 0 0,1 0 0 0 0,0 1-1 0 0,1 0 1 0 0,0 0-1 0 0,2 1 1 0 0,0 0 0 0 0,0 1-1 0 0,2 0 1 0 0,0 0-1 0 0,1 0 1 0 0,-3 19 0 0 0,7-34-338 0 0,0 0 0 0 0,0-1-1 0 0,0 1 1 0 0,0 0 0 0 0,0-1 0 0 0,0 1 0 0 0,0 0 0 0 0,1-1 0 0 0,-1 1 0 0 0,1 0 0 0 0,-1-1 0 0 0,1 1 0 0 0,0-1 0 0 0,-1 1 0 0 0,1-1-1 0 0,0 1 1 0 0,0-1 0 0 0,0 0 0 0 0,0 1 0 0 0,0-1 0 0 0,0 0 0 0 0,1 0 0 0 0,-1 0 0 0 0,0 0 0 0 0,1 0 0 0 0,-1 0 0 0 0,0 0 0 0 0,1 0-1 0 0,-1 0 1 0 0,1-1 0 0 0,-1 1 0 0 0,1-1 0 0 0,0 1 0 0 0,-1-1 0 0 0,1 1 0 0 0,1-1 0 0 0,7 1 103 0 0,0 0 0 0 0,1-1 0 0 0,-1 0 0 0 0,17-2 0 0 0,-11 0-118 0 0,4 1 127 0 0,-3 0-107 0 0,1 0 0 0 0,0 1 0 0 0,19 3 0 0 0,-32-3-15 0 0,0 1 1 0 0,0 0 0 0 0,0 1-1 0 0,0-1 1 0 0,0 1 0 0 0,0 0-1 0 0,0 0 1 0 0,-1 1-1 0 0,1 0 1 0 0,-1-1 0 0 0,0 1-1 0 0,0 1 1 0 0,0-1-1 0 0,0 0 1 0 0,4 6 0 0 0,-4-4 77 0 0,0 0 0 0 0,-1 0 0 0 0,0 1 0 0 0,0-1 1 0 0,0 1-1 0 0,0 0 0 0 0,-1 0 0 0 0,0-1 0 0 0,0 2 0 0 0,-1-1 1 0 0,0 0-1 0 0,0 0 0 0 0,0 0 0 0 0,-1 1 0 0 0,1-1 1 0 0,-2 0-1 0 0,1 1 0 0 0,-1-1 0 0 0,0 0 0 0 0,0 0 1 0 0,-1 0-1 0 0,1 0 0 0 0,-1 0 0 0 0,-4 8 0 0 0,1-4 27 0 0,0-1-1 0 0,-1 1 1 0 0,0-1 0 0 0,-1 0-1 0 0,0 0 1 0 0,0 0-1 0 0,-1-1 1 0 0,0 0 0 0 0,0-1-1 0 0,-1 0 1 0 0,0 0-1 0 0,0-1 1 0 0,-11 5 0 0 0,6-4-207 0 0,0 0 1 0 0,0-2-1 0 0,0 0 1 0 0,-1 0-1 0 0,0-1 1 0 0,0-1-1 0 0,0-1 1 0 0,0 0-1 0 0,0-1 1 0 0,0-1-1 0 0,-1 0 0 0 0,1-1 1 0 0,0 0-1 0 0,-25-6 1 0 0,39 7-118 0 0,0-1 0 0 0,-1 1 1 0 0,1 0-1 0 0,0 0 0 0 0,0-1 1 0 0,-1 1-1 0 0,1-1 0 0 0,0 1 1 0 0,0-1-1 0 0,0 1 0 0 0,0-1 0 0 0,0 0 1 0 0,0 0-1 0 0,0 1 0 0 0,0-1 1 0 0,0 0-1 0 0,0 0 0 0 0,0 0 0 0 0,0 0 1 0 0,0 0-1 0 0,1 0 0 0 0,-1 0 1 0 0,0 0-1 0 0,1-1 0 0 0,-1 1 0 0 0,1 0 1 0 0,-1 0-1 0 0,1 0 0 0 0,0-1 1 0 0,0 1-1 0 0,-1 0 0 0 0,1 0 0 0 0,0-1 1 0 0,0 1-1 0 0,0 0 0 0 0,0-1 1 0 0,1-1-1 0 0,1-2-1017 0 0,-1 0-1 0 0,1 1 1 0 0,1-1 0 0 0,-1 1 0 0 0,1 0 0 0 0,-1 0-1 0 0,1 0 1 0 0,5-5 0 0 0,8-10-6517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19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635 36 592 0 0,'37'-31'13827'0'0,"-23"26"-10370"0"0,-13 6-3270 0 0,1 0 0 0 0,-1 1-1 0 0,0-1 1 0 0,0 0-1 0 0,1 1 1 0 0,-1-1 0 0 0,0 1-1 0 0,0-1 1 0 0,-1 1-1 0 0,1-1 1 0 0,0 1 0 0 0,0 0-1 0 0,-1-1 1 0 0,1 1-1 0 0,-1 0 1 0 0,0-1 0 0 0,1 1-1 0 0,-1 0 1 0 0,0 2 0 0 0,3 42 1618 0 0,-2 59 228 0 0,-5 159-1968 0 0,7-214-2538 0 0,1-76 1695 0 0,-1 0 588 0 0,-4 21 172 0 0,1 1 1 0 0,-1 0-1 0 0,0-1 1 0 0,0 1 0 0 0,0 0-1 0 0,0 0 1 0 0,-1-1-1 0 0,1 1 1 0 0,-1 0-1 0 0,0 1 1 0 0,-1-1 0 0 0,1 0-1 0 0,-1 0 1 0 0,1 1-1 0 0,-1 0 1 0 0,0-1 0 0 0,0 1-1 0 0,-1 0 1 0 0,1 1-1 0 0,-6-5 1 0 0,2 4 14 0 0,1 0 1 0 0,0 1-1 0 0,-1-1 1 0 0,1 1-1 0 0,-1 1 1 0 0,0-1 0 0 0,0 1-1 0 0,0 1 1 0 0,1-1-1 0 0,-1 1 1 0 0,0 0-1 0 0,-11 2 1 0 0,-10 2 29 0 0,1 1 1 0 0,-1 2 0 0 0,2 1 0 0 0,-48 20 0 0 0,-96 59 193 0 0,157-80-214 0 0,-17 10 10 0 0,1 1-1 0 0,0 1 1 0 0,-25 24-1 0 0,41-32-869 0 0,1 2 0 0 0,-13 15 0 0 0,19-17-676 0 0,5-4-759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20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47 119 2628 0 0,'5'-11'3564'0'0,"0"-1"0"0"0,-1 1-1 0 0,4-17 1 0 0,4-10 2321 0 0,-12 36-5516 0 0,0 2-343 0 0,0-1 0 0 0,1 0-1 0 0,-1 1 1 0 0,0-1-1 0 0,0 1 1 0 0,0-1-1 0 0,1 0 1 0 0,-1 1-1 0 0,0-1 1 0 0,1 1-1 0 0,-1-1 1 0 0,0 1-1 0 0,1-1 1 0 0,-1 1 0 0 0,1-1-1 0 0,-1 1 1 0 0,1-1-1 0 0,-1 1 1 0 0,1-1-1 0 0,-1 1 1 0 0,1 0-1 0 0,0-1 1 0 0,-1 1-1 0 0,1 0 1 0 0,-1 0-1 0 0,1 0 1 0 0,0-1 0 0 0,-1 1-1 0 0,1 0 1 0 0,0 0-1 0 0,0 0 1 0 0,27-3 257 0 0,-20 3-255 0 0,0 2-1 0 0,0-1 1 0 0,0 1-1 0 0,0 0 0 0 0,-1 1 1 0 0,1 0-1 0 0,-1 0 1 0 0,1 1-1 0 0,-1-1 1 0 0,12 11-1 0 0,-16-12 2 0 0,0 0 0 0 0,0 0 0 0 0,-1 1 0 0 0,1-1 0 0 0,-1 1 0 0 0,0 0 0 0 0,0 0 0 0 0,0 0 0 0 0,0 0 0 0 0,0 0 0 0 0,-1 0 1 0 0,1 1-1 0 0,-1-1 0 0 0,0 0 0 0 0,0 1 0 0 0,0-1 0 0 0,0 1 0 0 0,-1-1 0 0 0,0 1 0 0 0,1-1 0 0 0,-1 1 0 0 0,0 0 0 0 0,-1-1 0 0 0,1 1 0 0 0,-1-1 0 0 0,1 1 0 0 0,-3 6 0 0 0,-2 2 307 0 0,-1 0 0 0 0,0-1 0 0 0,0 1 0 0 0,-1-1 0 0 0,-1 0 0 0 0,1 0 1 0 0,-2-1-1 0 0,-18 18 0 0 0,-8 2 1381 0 0,-44 31 1 0 0,75-58-1573 0 0,-41 30 664 0 0,39-26-809 0 0,6-6 0 0 0,1-1 0 0 0,-1 1 0 0 0,0-1 0 0 0,0 1 0 0 0,1-1 0 0 0,-1 0 0 0 0,0 1 0 0 0,1-1 0 0 0,-1 0 0 0 0,0 1 0 0 0,1-1 0 0 0,-1 0 0 0 0,1 1 0 0 0,-1-1 0 0 0,1 0 0 0 0,-1 0 0 0 0,0 0 0 0 0,1 1 0 0 0,-1-1 0 0 0,1 0 0 0 0,-1 0 0 0 0,1 0 0 0 0,0 0 0 0 0,11 2 0 0 0,-1-2 0 0 0,1 1 0 0 0,0-2 0 0 0,0 1 0 0 0,21-5 0 0 0,10-1 0 0 0,190-16-10868 0 0,-217 22 4933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20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1 464 0 0,'-34'0'20252'0'0,"48"0"-18977"0"0,180 2 239 0 0,11 1-5127 0 0,-188-4 2260 0 0,9-1-5597 0 0,-21 2 4795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20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29 2672 0 0,'-46'-26'16798'0'0,"46"25"-16672"0"0,-1 1 1 0 0,1 0-1 0 0,-1 0 0 0 0,1-1 1 0 0,-1 1-1 0 0,1 0 0 0 0,-1 0 1 0 0,0 0-1 0 0,1 0 0 0 0,-1 0 1 0 0,1 0-1 0 0,-1 0 0 0 0,0 0 1 0 0,1 0-1 0 0,-1 0 0 0 0,1 0 1 0 0,-1 0-1 0 0,1 0 0 0 0,-2 0 1 0 0,-4 13 886 0 0,0 1 1 0 0,1-1 0 0 0,0 1 0 0 0,1 0 0 0 0,0 0-1 0 0,-2 22 1 0 0,-3 11-130 0 0,-20 62-95 0 0,-13 53-720 0 0,22-53-7097 0 0,20-108 6748 0 0,-2 18-3061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21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152 134 2520 0 0,'12'-10'2859'0'0,"0"0"-1"0"0,11-14 0 0 0,-20 20-2262 0 0,0 1 0 0 0,0-1 0 0 0,0-1-1 0 0,-1 1 1 0 0,0 0 0 0 0,1 0 0 0 0,-1-1 0 0 0,-1 0-1 0 0,1 1 1 0 0,1-9 0 0 0,-3 12-559 0 0,1 0 0 0 0,-1 0 0 0 0,0 0 0 0 0,0-1 1 0 0,0 1-1 0 0,0 0 0 0 0,0 0 0 0 0,0 0 0 0 0,0 0 0 0 0,0 0 0 0 0,0 0 1 0 0,-1-1-1 0 0,1 1 0 0 0,0 0 0 0 0,-1 0 0 0 0,1 0 0 0 0,-1 0 0 0 0,1 0 1 0 0,-1 0-1 0 0,1 0 0 0 0,-1 0 0 0 0,0 0 0 0 0,1 1 0 0 0,-1-1 0 0 0,0 0 1 0 0,0 0-1 0 0,0 0 0 0 0,0 1 0 0 0,0-1 0 0 0,1 1 0 0 0,-1-1 0 0 0,0 0 0 0 0,-1 1 1 0 0,1 0-1 0 0,0-1 0 0 0,0 1 0 0 0,0 0 0 0 0,0-1 0 0 0,0 1 0 0 0,0 0 1 0 0,0 0-1 0 0,0 0 0 0 0,-1 0 0 0 0,1 0 0 0 0,0 0 0 0 0,-1 1 0 0 0,-6-1-12 0 0,0 2 0 0 0,1-1 0 0 0,-1 1 0 0 0,1 0 0 0 0,-13 5 0 0 0,6-1 5 0 0,-1 1 0 0 0,1 1 0 0 0,-24 16-1 0 0,34-21-27 0 0,-1 1 0 0 0,1-1 1 0 0,0 1-1 0 0,0 0 0 0 0,0 0 0 0 0,0 0 0 0 0,1 1 0 0 0,0-1 0 0 0,0 1 0 0 0,0 0 0 0 0,1 0 0 0 0,-1 0 0 0 0,1 0 0 0 0,-2 7 0 0 0,4-8 1 0 0,-1-1 0 0 0,2 1 0 0 0,-1-1 0 0 0,0 1 0 0 0,1 0 0 0 0,-1-1 0 0 0,1 1-1 0 0,0-1 1 0 0,0 1 0 0 0,0-1 0 0 0,1 0 0 0 0,-1 1 0 0 0,1-1 0 0 0,0 0 0 0 0,0 0-1 0 0,0 0 1 0 0,0 0 0 0 0,0 0 0 0 0,4 2 0 0 0,6 7 6 0 0,0 0 0 0 0,23 16 0 0 0,-31-25-11 0 0,56 39 22 0 0,39 31-46 0 0,-87-63 79 0 0,0 1-1 0 0,-1 0 1 0 0,0 1-1 0 0,-1 0 0 0 0,14 21 1 0 0,-23-30 30 0 0,1 0 0 0 0,0 0 1 0 0,-1 0-1 0 0,0 0 0 0 0,1 0 0 0 0,-1 1 1 0 0,-1-1-1 0 0,1 0 0 0 0,0 0 0 0 0,-1 1 1 0 0,1-1-1 0 0,-1 1 0 0 0,0-1 0 0 0,0 0 1 0 0,-1 1-1 0 0,1-1 0 0 0,-1 1 0 0 0,1-1 1 0 0,-1 0-1 0 0,0 0 0 0 0,0 1 0 0 0,-1-1 1 0 0,-2 6-1 0 0,0-4 47 0 0,1 0 0 0 0,-1-1 0 0 0,-1 1 0 0 0,1 0 0 0 0,0-1 0 0 0,-1 0 0 0 0,0 0 0 0 0,0-1 0 0 0,0 1 0 0 0,-1-1 0 0 0,1 0 0 0 0,-10 3 0 0 0,0 0 61 0 0,0-2 0 0 0,0 0 0 0 0,0 0 0 0 0,-1-1 0 0 0,1-1 0 0 0,-1-1 0 0 0,0 0 0 0 0,1-1 1 0 0,-1-1-1 0 0,0 0 0 0 0,1-1 0 0 0,-1-1 0 0 0,-24-8 0 0 0,38 11-187 0 0,1 0-1 0 0,0-1 1 0 0,0 1-1 0 0,-1 0 1 0 0,1-1-1 0 0,0 0 1 0 0,0 1 0 0 0,0-1-1 0 0,0 0 1 0 0,0 1-1 0 0,0-1 1 0 0,0 0-1 0 0,0 0 1 0 0,0 0-1 0 0,0 0 1 0 0,1 0 0 0 0,-1 0-1 0 0,0 0 1 0 0,1 0-1 0 0,-1 0 1 0 0,0 0-1 0 0,1-1 1 0 0,-1 1 0 0 0,1-2-1 0 0,-1 0 7 0 0,1 1-1 0 0,1 0 0 0 0,-1 0 1 0 0,0-1-1 0 0,1 1 1 0 0,-1 0-1 0 0,1 0 1 0 0,-1-1-1 0 0,1 1 1 0 0,0 0-1 0 0,0 0 1 0 0,2-3-1 0 0,3-5 22 0 0,1 1 1 0 0,0 1-1 0 0,0-1 0 0 0,10-8 0 0 0,31-25-41 0 0,70-47-1 0 0,-19 16 0 0 0,-96 70 10 0 0,17-12 4 0 0,-1-2-1 0 0,26-27 0 0 0,-41 40-3 0 0,-1 0 1 0 0,1 0-1 0 0,-1-1 0 0 0,0 1 0 0 0,0-1 0 0 0,0 0 0 0 0,-1 0 0 0 0,0 0 1 0 0,1 0-1 0 0,-2 0 0 0 0,1-1 0 0 0,-1 1 0 0 0,0 0 0 0 0,0-1 0 0 0,0 1 1 0 0,-1-1-1 0 0,0-10 0 0 0,0 13-12 0 0,-1 0 1 0 0,0 0-1 0 0,0 0 1 0 0,0 0-1 0 0,0 0 1 0 0,0 0-1 0 0,-1 1 1 0 0,1-1-1 0 0,-1 0 1 0 0,0 1-1 0 0,0-1 1 0 0,0 1-1 0 0,0-1 1 0 0,0 1-1 0 0,0 0 1 0 0,-5-3-1 0 0,3 2-16 0 0,-1 0 1 0 0,-1 1-1 0 0,1-1 1 0 0,0 1-1 0 0,0 0 0 0 0,-1 0 1 0 0,0 1-1 0 0,-8-2 0 0 0,0 1-354 0 0,1 2-1 0 0,-1-1 1 0 0,0 1-1 0 0,0 1 0 0 0,0 1 1 0 0,-24 5-1 0 0,30-5-200 0 0,1 1-1 0 0,-1-1 0 0 0,1 2 1 0 0,0-1-1 0 0,0 1 1 0 0,-13 9-1 0 0,18-12 249 0 0,0 1 1 0 0,0-1-1 0 0,0 1 0 0 0,1 0 1 0 0,-1 0-1 0 0,1 0 1 0 0,-1 0-1 0 0,1 0 0 0 0,0 0 1 0 0,0 0-1 0 0,-2 4 1 0 0,3-4-63 0 0,-1 0 1 0 0,1 0-1 0 0,0-1 1 0 0,0 1-1 0 0,0 0 1 0 0,0 0 0 0 0,0-1-1 0 0,0 1 1 0 0,1 0-1 0 0,-1-1 1 0 0,0 1-1 0 0,1 0 1 0 0,0-1 0 0 0,-1 1-1 0 0,1 0 1 0 0,0-1-1 0 0,0 1 1 0 0,1 1-1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22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522 76 804 0 0,'96'-75'19484'0'0,"-95"75"-19378"0"0,1 0 1 0 0,-1 1 0 0 0,0-1-1 0 0,0 0 1 0 0,0 1 0 0 0,0-1-1 0 0,0 1 1 0 0,-1-1-1 0 0,1 1 1 0 0,0-1 0 0 0,0 1-1 0 0,0 0 1 0 0,0-1 0 0 0,0 1-1 0 0,-1 0 1 0 0,1 0-1 0 0,0-1 1 0 0,-1 1 0 0 0,1 0-1 0 0,-1 0 1 0 0,1 0-1 0 0,-1 0 1 0 0,1 0 0 0 0,-1 0-1 0 0,0 0 1 0 0,1 0 0 0 0,-1 0-1 0 0,0 0 1 0 0,0 0-1 0 0,0 0 1 0 0,0 2 0 0 0,2 41 1219 0 0,-2-34-904 0 0,-17 276 2266 0 0,5-125-2861 0 0,8-89-2554 0 0,5-68 2211 0 0,0-6 154 0 0,3-14-13 0 0,0-27 175 0 0,-4 39 191 0 0,-1 0-1 0 0,1-1 1 0 0,-1 1 0 0 0,-1 0-1 0 0,1 0 1 0 0,0 0 0 0 0,-1-1-1 0 0,0 2 1 0 0,0-1 0 0 0,0 0-1 0 0,0 0 1 0 0,-3-3 0 0 0,2 5 8 0 0,1-1 0 0 0,0 1 0 0 0,-1 0 0 0 0,1 0 0 0 0,-1 0 0 0 0,1 1 0 0 0,-1-1 0 0 0,0 1 0 0 0,0-1 1 0 0,0 1-1 0 0,0 0 0 0 0,0 0 0 0 0,0 0 0 0 0,0 1 0 0 0,0-1 0 0 0,0 1 0 0 0,0-1 0 0 0,-5 1 0 0 0,-16 1 2 0 0,-1 2 0 0 0,1 0 0 0 0,0 1 0 0 0,1 1 0 0 0,-28 10 0 0 0,-112 50 72 0 0,162-64-73 0 0,-27 10-447 0 0,0 2 0 0 0,0 1 0 0 0,1 1-1 0 0,-46 36 1 0 0,72-50 118 0 0,-15 16-1644 0 0,14-9-888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22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56 820 0 0,'-3'-1'2442'0'0,"-11"0"499"0"0,-34-4 15315 0 0,48 4-18219 0 0,0 1 0 0 0,1-1 0 0 0,-1 1 0 0 0,0-1 0 0 0,0 1 0 0 0,1-1 0 0 0,-1 1 0 0 0,0 0 0 0 0,1-1 0 0 0,-1 1 0 0 0,0-1 0 0 0,1 1 0 0 0,-1 0 0 0 0,0-1 0 0 0,1 1 0 0 0,-1 0 0 0 0,1-1 0 0 0,-1 1 0 0 0,1 0 0 0 0,-1 0 0 0 0,1 0 0 0 0,-1-1 0 0 0,1 1 0 0 0,-1 0-1 0 0,1 0 1 0 0,0 0 0 0 0,15-3 195 0 0,-13 3-205 0 0,276-26 968 0 0,-249 25-949 0 0,35-4-17 0 0,-25 1-3063 0 0,-37 4 1801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23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54 1132 0 0,'34'-52'20271'0'0,"-34"52"-20077"0"0,1 0-1 0 0,-1-1 0 0 0,1 1 0 0 0,0 0 0 0 0,0 3 56 0 0,0 0 0 0 0,0 0 0 0 0,0 1 0 0 0,0-1 0 0 0,-1 0 0 0 0,1 1 0 0 0,-1-1 0 0 0,0 0 0 0 0,0 1 0 0 0,0-1 0 0 0,0 0 0 0 0,-1 1 0 0 0,0 3 0 0 0,-14 50 1478 0 0,10-40-1260 0 0,-46 128 2077 0 0,7-22-1629 0 0,43-121-909 0 0,1 1 1 0 0,-1 0-1 0 0,0 0 1 0 0,1 0-1 0 0,-1 0 1 0 0,1 0-1 0 0,0 0 1 0 0,0 0-1 0 0,0 0 1 0 0,0 0 0 0 0,1 0-1 0 0,-1-1 1 0 0,1 1-1 0 0,-1 0 1 0 0,1 0-1 0 0,0 0 1 0 0,0 0-1 0 0,3 4 1 0 0,-1-4-1 0 0,-1 0-1 0 0,1 0 1 0 0,0 0 0 0 0,0-1-1 0 0,-1 1 1 0 0,2-1 0 0 0,-1 1-1 0 0,0-1 1 0 0,0 0-1 0 0,1-1 1 0 0,-1 1 0 0 0,7 2-1 0 0,3-1 35 0 0,0 0 0 0 0,1 0 0 0 0,-1-1 0 0 0,0-1 0 0 0,1-1 0 0 0,-1 1-1 0 0,18-3 1 0 0,-9-1-15 0 0,0 0-1 0 0,0-2 1 0 0,-1 0-1 0 0,1-1 1 0 0,32-15-1 0 0,-43 16-14 0 0,0-1 1 0 0,0 0-1 0 0,-1-1 0 0 0,0 0 0 0 0,0-1 1 0 0,-1 0-1 0 0,0 0 0 0 0,0-1 0 0 0,-1 0 1 0 0,0-1-1 0 0,9-13 0 0 0,10-16 463 0 0,-23 34-473 0 0,-5 13 0 0 0,-81 259 0 0 0,62-200-2994 0 0,-3 0-1 0 0,-38 77 1 0 0,55-131-1168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23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23 1212 0 0,'-45'-17'14763'0'0,"48"17"-14549"0"0,21-3-67 0 0,1 1 0 0 0,-1 2 0 0 0,1 1 0 0 0,40 5 0 0 0,-47-4-119 0 0,46 4 16 0 0,109 17-4746 0 0,-135-18-699 0 0,-21-2 912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25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0 16 0 0,'-163'41'18871'0'0,"161"-41"-18203"0"0,2 1-607 0 0,0-1-1 0 0,0 0 1 0 0,-1 1-1 0 0,1-1 1 0 0,0 0 0 0 0,0 0-1 0 0,0 1 1 0 0,0-1-1 0 0,0 0 1 0 0,0 1-1 0 0,0-1 1 0 0,-1 0-1 0 0,1 0 1 0 0,0 1 0 0 0,0-1-1 0 0,0 0 1 0 0,-1 0-1 0 0,1 0 1 0 0,0 1-1 0 0,0-1 1 0 0,-1 0 0 0 0,1 0-1 0 0,0 0 1 0 0,0 0-1 0 0,-1 1 1 0 0,0-1-1 0 0,0 1 473 0 0,9 3-343 0 0,12 2 128 0 0,1 0 1 0 0,0-2-1 0 0,0 0 1 0 0,32 0-1 0 0,2 2-70 0 0,371 36 428 0 0,-371-40-1917 0 0,-23-5-4809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25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75 2528 0 0,'-25'-62'12995'0'0,"24"60"-12539"0"0,1 2-411 0 0,0-1-1 0 0,0 1 0 0 0,0 0 0 0 0,-1-1 1 0 0,1 1-1 0 0,0 0 0 0 0,0-1 0 0 0,0 1 1 0 0,-1 0-1 0 0,1-1 0 0 0,0 1 0 0 0,0 0 0 0 0,-1-1 1 0 0,1 1-1 0 0,0 0 0 0 0,0-1 0 0 0,-1 1 1 0 0,1 0-1 0 0,0 0 0 0 0,-1 0 0 0 0,1-1 0 0 0,0 1 1 0 0,-1 0-1 0 0,1 0 0 0 0,-1 0 0 0 0,0 0 1 0 0,-9 6 128 0 0,0 0 1 0 0,0 1-1 0 0,1 0 1 0 0,-1 1 0 0 0,2 0-1 0 0,-1 1 1 0 0,-13 17-1 0 0,3-5 91 0 0,-113 134 1094 0 0,117-136-1212 0 0,1 2 0 0 0,2-1 0 0 0,0 2 1 0 0,1 0-1 0 0,1 0 0 0 0,-9 30 0 0 0,17-44-94 0 0,0 0-1 0 0,0 0 1 0 0,1 1 0 0 0,0-1-1 0 0,1 0 1 0 0,0 1-1 0 0,0-1 1 0 0,0 0-1 0 0,1 1 1 0 0,1-1 0 0 0,-1 0-1 0 0,1 1 1 0 0,1-1-1 0 0,-1 0 1 0 0,1-1-1 0 0,1 1 1 0 0,-1 0-1 0 0,2-1 1 0 0,-1 0 0 0 0,1 0-1 0 0,0 0 1 0 0,0-1-1 0 0,0 1 1 0 0,1-1-1 0 0,0 0 1 0 0,1-1 0 0 0,-1 0-1 0 0,1 0 1 0 0,0 0-1 0 0,0-1 1 0 0,13 6-1 0 0,-1-1 93 0 0,0-2-1 0 0,0 0 1 0 0,1-2-1 0 0,-1 0 0 0 0,1-1 1 0 0,0 0-1 0 0,1-2 1 0 0,-1-1-1 0 0,0 0 1 0 0,1-2-1 0 0,-1 0 0 0 0,0-1 1 0 0,0-1-1 0 0,0-1 1 0 0,0-1-1 0 0,0 0 0 0 0,22-11 1 0 0,-24 9 1 0 0,-1-2-1 0 0,0 0 1 0 0,0 0 0 0 0,-1-2-1 0 0,0 0 1 0 0,-1-1 0 0 0,0 0-1 0 0,-1-1 1 0 0,-1-1 0 0 0,0 0-1 0 0,-1-1 1 0 0,0 0 0 0 0,-1-1-1 0 0,-1 0 1 0 0,0-1 0 0 0,-1 0 0 0 0,-1-1-1 0 0,8-25 1 0 0,-13 31-116 0 0,1-1 1 0 0,-2 0-1 0 0,1 0 0 0 0,-2 0 1 0 0,0 0-1 0 0,0 0 0 0 0,-1 0 1 0 0,-1 0-1 0 0,0 0 0 0 0,-1 0 1 0 0,0 0-1 0 0,-1 1 1 0 0,-1-1-1 0 0,0 1 0 0 0,0-1 1 0 0,-2 1-1 0 0,1 1 0 0 0,-1-1 1 0 0,-1 1-1 0 0,0 0 0 0 0,-1 0 1 0 0,0 1-1 0 0,0 0 0 0 0,-1 0 1 0 0,0 1-1 0 0,-1 0 1 0 0,0 1-1 0 0,-1 0 0 0 0,1 1 1 0 0,-1 0-1 0 0,-20-9 0 0 0,17 10-305 0 0,0 1 0 0 0,0 0 0 0 0,-1 1 0 0 0,0 0 0 0 0,0 1 0 0 0,0 1 0 0 0,0 1 0 0 0,-1 0 0 0 0,-17 1 0 0 0,26 1-344 0 0,0 0-1 0 0,0 0 1 0 0,1 1 0 0 0,-1 0-1 0 0,0 0 1 0 0,1 0-1 0 0,0 1 1 0 0,-1 0 0 0 0,-9 7-1 0 0,12-7-273 0 0,-1 1-1 0 0,1 0 1 0 0,0 0-1 0 0,0 0 0 0 0,0 1 1 0 0,0-1-1 0 0,1 1 1 0 0,0 0-1 0 0,0 0 1 0 0,0 0-1 0 0,0 0 1 0 0,-2 11-1 0 0,-1 0-5235 0 0</inkml:trace>
  <inkml:trace contextRef="#ctx0" brushRef="#br0" timeOffset="1">2230 1085 5721 0 0,'42'15'9293'0'0,"5"2"-616"0"0,-17-13-8175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0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41 1440 0 0,'9'-25'8828'0'0,"-8"24"-8703"0"0,-1 1-94 0 0,0-1 0 0 0,0 1 0 0 0,1 0 0 0 0,-1-1 0 0 0,0 1 0 0 0,0 0 0 0 0,0-1 0 0 0,-5-11 5117 0 0,-3 19-5146 0 0,6-6-5 0 0,-8 22 6 0 0,6-14 489 0 0,3-8-387 0 0,0 0 1 0 0,1 0 0 0 0,-1 0 0 0 0,1 0 0 0 0,0 0 0 0 0,-1 0 0 0 0,1 0 0 0 0,0 0-1 0 0,0 0 1 0 0,0 0 0 0 0,-1 0 0 0 0,1 0 0 0 0,0 0 0 0 0,0 0 0 0 0,0 0 0 0 0,1 0-1 0 0,-1 0 1 0 0,0 0 0 0 0,0 0 0 0 0,1 0 0 0 0,-1 0 0 0 0,0 0 0 0 0,1 0 0 0 0,-1 0-1 0 0,1 0 1 0 0,-1 0 0 0 0,1 0 0 0 0,-1 0 0 0 0,1-1 0 0 0,0 1 0 0 0,-1 0 0 0 0,2 1-1 0 0,5 8-100 0 0,-1 0-1 0 0,0 1 1 0 0,-1 0-1 0 0,0 1 0 0 0,3 11 1 0 0,14 66 25 0 0,-15-58-31 0 0,61 378 149 0 0,-50-280-88 0 0,-6 1 5 0 0,-7-61 25 0 0,-3-47 154 0 0,-1 18 1956 0 0,0-40-2205 0 0,-1 0-1 0 0,0 0 0 0 0,0 1 1 0 0,0-1-1 0 0,0 0 0 0 0,0 0 1 0 0,0 0-1 0 0,0 1 0 0 0,0-1 1 0 0,0 0-1 0 0,-1 0 0 0 0,1 0 1 0 0,0 1-1 0 0,0-1 0 0 0,0 0 1 0 0,0 0-1 0 0,0 0 0 0 0,0 0 1 0 0,0 1-1 0 0,0-1 0 0 0,0 0 1 0 0,-1 0-1 0 0,1 0 0 0 0,0 0 1 0 0,0 1-1 0 0,0-1 0 0 0,0 0 1 0 0,-1 0-1 0 0,1 0 0 0 0,0 0 1 0 0,0 0-1 0 0,0 0 0 0 0,0 0 1 0 0,-1 0-1 0 0,1 0 0 0 0,0 0 0 0 0,0 1 1 0 0,0-1-1 0 0,-1 0 0 0 0,1 0 1 0 0,-8-7-1172 0 0,-4-12-3750 0 0,7-7-189 0 0,4 18 2034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0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568 42 1416 0 0,'-10'-32'11009'0'0,"9"31"-10879"0"0,0 0 1 0 0,0 0-1 0 0,0 0 0 0 0,0 1 1 0 0,0-1-1 0 0,-1 0 0 0 0,1 1 0 0 0,0-1 1 0 0,0 1-1 0 0,-1-1 0 0 0,1 1 0 0 0,0-1 1 0 0,-1 1-1 0 0,1 0 0 0 0,-1 0 1 0 0,1 0-1 0 0,0 0 0 0 0,-1 0 0 0 0,-1 0 1 0 0,-27 5 689 0 0,-12 8-511 0 0,1 2 1 0 0,0 2-1 0 0,-59 34 1 0 0,37-18-173 0 0,-131 76-567 0 0,192-108 259 0 0,0 0-1 0 0,1 1 1 0 0,-1-1 0 0 0,0 0-1 0 0,1 1 1 0 0,0-1-1 0 0,-1 1 1 0 0,1-1-1 0 0,0 1 1 0 0,0 0 0 0 0,-2 2-1 0 0,3-4 12 0 0,0 1-1 0 0,0-1 1 0 0,0 1 0 0 0,-1-1-1 0 0,1 0 1 0 0,0 1 0 0 0,0-1-1 0 0,0 1 1 0 0,0-1 0 0 0,0 1-1 0 0,0-1 1 0 0,0 1 0 0 0,0-1-1 0 0,0 1 1 0 0,0-1 0 0 0,1 1-1 0 0,-1-1 1 0 0,0 0-1 0 0,0 1 1 0 0,0-1 0 0 0,1 1-1 0 0,-1-1 1 0 0,0 1 0 0 0,0-1-1 0 0,1 0 1 0 0,2 3-1443 0 0,-2-3 1442 0 0,-1 1 1 0 0,1-1-1 0 0,-1 0 1 0 0,0 0 0 0 0,1 0-1 0 0,-1 0 1 0 0,1 0 0 0 0,-1 0-1 0 0,1 0 1 0 0,-1 0 0 0 0,1 0-1 0 0,0 0 1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0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49 976 0 0,'12'13'16493'0'0,"-12"-12"-16471"0"0,0-1 0 0 0,0 0 0 0 0,0 1 0 0 0,0-1 0 0 0,1 1 0 0 0,-1-1 0 0 0,0 0 0 0 0,0 1 0 0 0,1-1 0 0 0,-1 0 0 0 0,0 0 0 0 0,1 1 0 0 0,-1-1 0 0 0,0 0 0 0 0,1 1 0 0 0,-1-1 0 0 0,0 0 0 0 0,1 0 0 0 0,-1 0 0 0 0,1 0 0 0 0,-1 1 0 0 0,1-1 0 0 0,169-32 1254 0 0,20-3-3447 0 0,-161 34-623 0 0,-27 0 2283 0 0,0 1 0 0 0,-1 0 0 0 0,1 0 0 0 0,0 0 0 0 0,0 0 0 0 0,0 1 1 0 0,-1-1-1 0 0,1 0 0 0 0,0 1 0 0 0,0-1 0 0 0,-1 1 0 0 0,1 0 0 0 0,0 0 0 0 0,2 1 1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1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44 1736 0 0,'-85'49'19719'0'0,"118"-54"-19387"0"0,0-2 0 0 0,47-15 1 0 0,-29 6-256 0 0,89-21-1311 0 0,-138 37 509 0 0,9-3-1463 0 0,-2 1-817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1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10 151 2560 0 0,'8'-125'26318'0'0,"-8"123"-25401"0"0,-2-17 2055 0 0,1 14-2972 0 0,1 14 0 0 0,7 72 0 0 0,-7 138 0 0 0,-2-92 0 0 0,-9 167 0 0 0,6-246 0 0 0,4-34 0 0 0,1-2 0 0 0,0 0 0 0 0,-1-2 0 0 0,0-1-79 0 0,1-7-530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2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57 1444 0 0,'-6'-48'13134'0'0,"5"46"-12288"0"0,0-1 114 0 0,1 3-922 0 0,0 0-1 0 0,0 0 0 0 0,0 0 0 0 0,0 0 0 0 0,0-1 0 0 0,0 1 0 0 0,0 0 0 0 0,0 0 0 0 0,0 0 0 0 0,-1 0 1 0 0,1 0-1 0 0,0-1 0 0 0,0 1 0 0 0,0 0 0 0 0,0 0 0 0 0,0 0 0 0 0,0 0 0 0 0,0 0 0 0 0,0-1 0 0 0,0 1 1 0 0,0 0-1 0 0,-1 0 0 0 0,1 0 0 0 0,0 0 0 0 0,0 0 0 0 0,0 0 0 0 0,0 0 0 0 0,0 0 0 0 0,0 0 0 0 0,-1 0 1 0 0,1-1-1 0 0,0 1 0 0 0,0 0 0 0 0,0 0 0 0 0,0 0 0 0 0,0 0 0 0 0,-1 0 0 0 0,1 0 0 0 0,0 0 0 0 0,0 0 1 0 0,0 0-1 0 0,0 0 0 0 0,0 0 0 0 0,-1 0 0 0 0,1 0 0 0 0,-4 2 22 0 0,1-1 1 0 0,-1 1-1 0 0,1-1 0 0 0,-1 1 0 0 0,1 0 1 0 0,0 1-1 0 0,0-1 0 0 0,0 0 0 0 0,0 1 1 0 0,-3 3-1 0 0,-31 36 169 0 0,19-20-135 0 0,-14 14-381 0 0,-50 78 1 0 0,51-59-2733 0 0,6 2-3644 0 0,18-38 263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162 104 1632 0 0,'41'-103'14701'0'0,"-40"104"-14526"0"0,0-1-1 0 0,0 1 1 0 0,0-1 0 0 0,0 1 0 0 0,0 0 0 0 0,0 0-1 0 0,0-1 1 0 0,0 1 0 0 0,0 0 0 0 0,0 0 0 0 0,1 2-1 0 0,2 15 519 0 0,-1 0 0 0 0,0 0-1 0 0,-1 0 1 0 0,-1 0-1 0 0,-1 0 1 0 0,-2 27 0 0 0,-22 109 614 0 0,24-153-1293 0 0,-27 110 360 0 0,-64 168 1 0 0,84-258-355 0 0,-9 20-212 0 0,3-8-1671 0 0,-13 53 0 0 0,13-41 1002 0 0,12-44 831 0 0,-3 17-65 0 0,3-17 84 0 0,1 1 14 0 0,-1 3-1 0 0,0-3 28 0 0,1 0-69 0 0,0-2 65 0 0,-1 1 0 0 0,1-1 0 0 0,0 0 0 0 0,0 1 0 0 0,0-1 1 0 0,0 0-1 0 0,0 1 0 0 0,0-1 0 0 0,-1 0 0 0 0,1 1 0 0 0,0-1 0 0 0,0 0 1 0 0,0 1-1 0 0,0-1 0 0 0,0 1 0 0 0,0-1 0 0 0,1 0 0 0 0,-1 1 1 0 0,0-1-1 0 0,0 0 0 0 0,0 1 0 0 0,0-1 0 0 0,0 0 0 0 0,0 1 1 0 0,1-1-1 0 0,-1 0 0 0 0,0 1 0 0 0,0-1 0 0 0,1 0 0 0 0,-1 1 1 0 0,0-1-1 0 0,0 0 0 0 0,1 0 0 0 0,-1 1 0 0 0,0-1 0 0 0,0 0 0 0 0,1 0 1 0 0,-1 0-1 0 0,0 1 0 0 0,1-1 0 0 0,-1 0 0 0 0,1 0 0 0 0,-1 0 1 0 0,0 0-1 0 0,1 0 0 0 0,-1 0 0 0 0,0 0 0 0 0,1 0 0 0 0,247-22 1002 0 0,-134 8-1312 0 0,-82 12-458 0 0,35-6-2151 0 0,-24-3-6279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3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92 3136 0 0,'2'-79'14284'0'0,"-2"77"-13669"0"0,0-8 2055 0 0,3 40-1705 0 0,-1 1 1 0 0,-1-1 0 0 0,-2 1 0 0 0,-6 36 0 0 0,-28 123-623 0 0,20-123-95 0 0,-9 32-792 0 0,4-36-3242 0 0,20-63 3674 0 0,0 0 0 0 0,0 1 1 0 0,0-1-1 0 0,0 0 0 0 0,0 1 1 0 0,0-1-1 0 0,0 1 0 0 0,0-1 1 0 0,0 0-1 0 0,0 1 0 0 0,0-1 1 0 0,0 0-1 0 0,0 1 0 0 0,-1-1 1 0 0,1 0-1 0 0,0 1 0 0 0,0-1 1 0 0,0 0-1 0 0,-1 1 0 0 0,1-1 1 0 0,0 0-1 0 0,0 0 1 0 0,-1 1-1 0 0,1-1 0 0 0,0 0 1 0 0,-1 0-1 0 0,1 1 0 0 0,0-1 1 0 0,0 0-1 0 0,-1 0 0 0 0,1 0 1 0 0,-1 0-1 0 0,1 0 0 0 0,0 0 1 0 0,-1 1-1 0 0,1-1 0 0 0,0 0 1 0 0,-1 0-1 0 0,1 0 0 0 0,0 0 1 0 0,-1 0-1 0 0,1 0 0 0 0,-1 0 1 0 0,1-1-1 0 0,0 1 0 0 0,-1 0 1 0 0,1 0-1 0 0,0 0 0 0 0,-1 0 1 0 0,1 0-1 0 0,0 0 0 0 0,-1-1 1 0 0,1 1-1 0 0,-1 0 0 0 0,1-1-43 0 0,-1 0 0 0 0,0 0 0 0 0,1 1 0 0 0,-1-1 0 0 0,1 0 0 0 0,-1 0 0 0 0,1 0 0 0 0,-1 0 0 0 0,1 0 0 0 0,0 0 0 0 0,-1 0 0 0 0,1 0 0 0 0,0 0 0 0 0,0 0 0 0 0,0 0 0 0 0,0 0 0 0 0,0-1 0 0 0,13-79-1576 0 0,-9 61 3515 0 0,13-36-1 0 0,-16 54-1599 0 0,2-1 119 0 0,-3 3-292 0 0,0-1 1 0 0,0 1 0 0 0,0 0 0 0 0,0 0-1 0 0,0-1 1 0 0,1 1 0 0 0,-1 0-1 0 0,0 0 1 0 0,0-1 0 0 0,0 1 0 0 0,0 0-1 0 0,0 0 1 0 0,1 0 0 0 0,-1-1-1 0 0,0 1 1 0 0,0 0 0 0 0,0 0 0 0 0,1 0-1 0 0,-1-1 1 0 0,0 1 0 0 0,0 0-1 0 0,1 0 1 0 0,-1 0 0 0 0,0 0 0 0 0,0 0-1 0 0,1 0 1 0 0,-1 0 0 0 0,0 0-1 0 0,0-1 1 0 0,1 1 0 0 0,107-7 1291 0 0,-79 7-1302 0 0,0-2-1 0 0,0-1 0 0 0,0-1 1 0 0,29-8-1 0 0,-50 9-190 0 0,-1 1 0 0 0,1-2 1 0 0,-1 1-1 0 0,1-1 0 0 0,-1 0 0 0 0,0 0 0 0 0,-1-1 0 0 0,1 0 0 0 0,-1 0 0 0 0,0-1 0 0 0,10-11 0 0 0,-9 7 47 0 0,0 0 0 0 0,0-1 0 0 0,-1 0 0 0 0,0 0-1 0 0,-1 0 1 0 0,-1-1 0 0 0,4-14 0 0 0,6-14 961 0 0,5-25 3257 0 0,-16 77-2838 0 0,-3 8-15 0 0,-1-1-1 0 0,0 0 1 0 0,-9 36-1 0 0,2-7-359 0 0,-22 133 704 0 0,1-11-5289 0 0,29-153 142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3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89 152 0 0,'54'-71'14855'0'0,"-53"71"-14800"0"0,-1 0-1 0 0,0 0 1 0 0,0-1 0 0 0,1 1 0 0 0,-1 0 0 0 0,0-1 0 0 0,0 1 0 0 0,1 0 0 0 0,-1-1-1 0 0,0 1 1 0 0,0-1 0 0 0,0 1 0 0 0,0 0 0 0 0,0-1 0 0 0,1 1 0 0 0,-1-1 0 0 0,0 1 0 0 0,0 0-1 0 0,0-1 1 0 0,0 1 0 0 0,0-1 0 0 0,0 1 0 0 0,0 0 0 0 0,0-1 0 0 0,0 1 0 0 0,-1-1-1 0 0,1 1 1 0 0,0 0 0 0 0,0-1 0 0 0,0 1 0 0 0,0 0 0 0 0,-1-1 0 0 0,1 1 0 0 0,0 0-1 0 0,0-1 1 0 0,-1 1 0 0 0,1 0 0 0 0,0-1 0 0 0,0 1 0 0 0,-1 0 0 0 0,1-1 0 0 0,0 1-1 0 0,-1 0 1 0 0,1 0 0 0 0,0 0 0 0 0,-1-1 0 0 0,1 1 0 0 0,-1 0 0 0 0,1 0 0 0 0,0 0 0 0 0,-1 0-1 0 0,1 0 1 0 0,-1 0 0 0 0,1 0 0 0 0,0 0 0 0 0,-1 0 0 0 0,-23-1 949 0 0,3 5-702 0 0,0 2 1 0 0,1 0-1 0 0,0 1 1 0 0,0 1-1 0 0,1 1 1 0 0,-29 17-1 0 0,41-21-275 0 0,0-1-1 0 0,0 2 1 0 0,0-1 0 0 0,1 1-1 0 0,0-1 1 0 0,0 2-1 0 0,-7 9 1 0 0,11-14-21 0 0,1 0 0 0 0,0-1 0 0 0,-1 1 0 0 0,1 0 0 0 0,0 0 1 0 0,0 0-1 0 0,0 0 0 0 0,0 1 0 0 0,1-1 0 0 0,-1 0 0 0 0,0 0 0 0 0,1 0 0 0 0,0 0 0 0 0,-1 1 0 0 0,1-1 0 0 0,0 0 1 0 0,0 1-1 0 0,0-1 0 0 0,1 0 0 0 0,-1 0 0 0 0,0 0 0 0 0,1 1 0 0 0,0-1 0 0 0,-1 0 0 0 0,1 0 0 0 0,0 0 0 0 0,0 0 1 0 0,0 0-1 0 0,0 0 0 0 0,0 0 0 0 0,1 0 0 0 0,2 2 0 0 0,14 12 17 0 0,2 0-1 0 0,0-2 1 0 0,1 0 0 0 0,0-2-1 0 0,26 12 1 0 0,-26-14 67 0 0,0 1-1 0 0,-1 0 0 0 0,0 2 1 0 0,-1 0-1 0 0,-1 2 1 0 0,20 18-1 0 0,-36-31 40 0 0,0 0 1 0 0,0 0-1 0 0,0 1 0 0 0,0-1 0 0 0,-1 0 1 0 0,1 1-1 0 0,-1-1 0 0 0,0 1 1 0 0,1-1-1 0 0,-1 1 0 0 0,0 0 0 0 0,-1 0 1 0 0,1 0-1 0 0,0-1 0 0 0,-1 1 1 0 0,0 0-1 0 0,1 0 0 0 0,-1 0 1 0 0,-1 5-1 0 0,0-4 2 0 0,0 0-1 0 0,0 0 1 0 0,-1-1 0 0 0,0 1 0 0 0,1-1-1 0 0,-1 1 1 0 0,-1-1 0 0 0,1 0 0 0 0,0 0-1 0 0,-1 0 1 0 0,1 0 0 0 0,-1 0 0 0 0,-3 2-1 0 0,-6 4 101 0 0,0 0 0 0 0,-1-1 0 0 0,0 0-1 0 0,0-1 1 0 0,-1-1 0 0 0,-21 7-1 0 0,15-7-85 0 0,0 0 0 0 0,0-2 0 0 0,-1 0 0 0 0,0-1 1 0 0,-32-1-1 0 0,45-2-445 0 0,-1 0 0 0 0,0 0 0 0 0,0-1 0 0 0,0-1 1 0 0,0 1-1 0 0,1-2 0 0 0,-1 1 0 0 0,1-1 0 0 0,-1 0 1 0 0,1-1-1 0 0,0 0 0 0 0,0 0 0 0 0,1-1 0 0 0,-1 0 1 0 0,-9-9-1 0 0,14 12-263 0 0,1 0-1 0 0,1 0 1 0 0,-1-1 0 0 0,0 1 0 0 0,1-1 0 0 0,-1 1-1 0 0,1-1 1 0 0,-2-4 0 0 0,0-13-7313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4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2320 0 0,'35'-79'20555'0'0,"-31"81"-19278"0"0,-3-2-1236 0 0,-1 0 0 0 0,0 1 1 0 0,1-1-1 0 0,-1 0 0 0 0,0 0 0 0 0,0 0 1 0 0,1 0-1 0 0,-1 0 0 0 0,0 0 1 0 0,0 0-1 0 0,1 0 0 0 0,-1 1 0 0 0,0-1 1 0 0,0 0-1 0 0,1 0 0 0 0,-1 0 0 0 0,0 1 1 0 0,0-1-1 0 0,0 0 0 0 0,0 0 0 0 0,1 0 1 0 0,-1 1-1 0 0,0-1 0 0 0,0 0 1 0 0,0 0-1 0 0,0 1 0 0 0,0-1 0 0 0,0 0 1 0 0,0 1-1 0 0,1-1 0 0 0,-1 0 0 0 0,0 0 1 0 0,0 1-1 0 0,11 58 1817 0 0,6 109-1 0 0,-13 64 1630 0 0,-4-221-3477 0 0,-5 132-10 0 0,4-138 0 0 0,0 9 0 0 0,1-2 0 0 0,0-2 0 0 0,0-2-125 0 0,0-6-605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4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1992 0 0,'0'0'21792'0'0,"5"8"-20120"0"0,10 0-1121 0 0,0-1 0 0 0,1-1 0 0 0,0 0 1 0 0,-1-2-1 0 0,19 4 0 0 0,87 10 313 0 0,-74-12-526 0 0,-20-2-248 0 0,78 7 1441 0 0,-102-11-1347 0 0,16 0 252 0 0,13-1-1060 0 0,-23-20-4568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4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1060 0 0,'0'-10'9167'0'0,"1"4"-8069"0"0,8-26 11557 0 0,-8 31-12565 0 0,1-1 1 0 0,0 1-1 0 0,0 0 0 0 0,0 1 0 0 0,0-1 0 0 0,0 0 0 0 0,0 0 1 0 0,0 1-1 0 0,0-1 0 0 0,0 1 0 0 0,4-1 0 0 0,-5 1-60 0 0,66-10 179 0 0,117-2 1 0 0,-95 8-3232 0 0,-74 4 1349 0 0,8 0-2200 0 0,-3-2-4568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5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2 1692 0 0,'-4'0'1945'0'0,"0"0"-1371"0"0,-1-1 60 0 0,-1 1 0 0 0,1 0-1 0 0,0 0 1 0 0,0 0 0 0 0,0 1-1 0 0,-1 0 1 0 0,1 0 0 0 0,0 0-1 0 0,0 1 1 0 0,0-1-1 0 0,0 1 1 0 0,1 0 0 0 0,-1 1-1 0 0,0-1 1 0 0,1 1 0 0 0,-6 4-1 0 0,1 1 93 0 0,0 1 0 0 0,0 0 0 0 0,1 1 0 0 0,0 0 0 0 0,0 0 0 0 0,-9 19 0 0 0,10-17-548 0 0,1 0 1 0 0,1 0-1 0 0,0 0 1 0 0,1 1 0 0 0,1-1-1 0 0,0 1 1 0 0,0 0-1 0 0,1 0 1 0 0,1 0-1 0 0,0 21 1 0 0,1-29-110 0 0,0-1 1 0 0,1 1 0 0 0,-1 0-1 0 0,1-1 1 0 0,0 1 0 0 0,0-1-1 0 0,1 0 1 0 0,-1 1-1 0 0,1-1 1 0 0,0 0 0 0 0,0 0-1 0 0,1 0 1 0 0,-1 0 0 0 0,1 0-1 0 0,-1 0 1 0 0,1-1 0 0 0,1 0-1 0 0,-1 1 1 0 0,0-1 0 0 0,1 0-1 0 0,-1-1 1 0 0,1 1-1 0 0,0 0 1 0 0,0-1 0 0 0,0 0-1 0 0,0 0 1 0 0,1 0 0 0 0,-1-1-1 0 0,0 1 1 0 0,1-1 0 0 0,-1 0-1 0 0,6 0 1 0 0,25 4 662 0 0,43 0 0 0 0,-15-2-294 0 0,-57-2-398 0 0,-1 0 0 0 0,0 1 0 0 0,0-1 0 0 0,1 1 0 0 0,-1 0-1 0 0,0 0 1 0 0,0 0 0 0 0,-1 1 0 0 0,1 0 0 0 0,-1 0 0 0 0,1 0 0 0 0,4 5 0 0 0,-3-1 10 0 0,0 0 1 0 0,0 0-1 0 0,-1 1 1 0 0,0 0-1 0 0,-1 0 1 0 0,1 0-1 0 0,-1 1 1 0 0,-1-1-1 0 0,0 1 1 0 0,0 0-1 0 0,-1 0 1 0 0,0 0-1 0 0,0 0 1 0 0,-1 1-1 0 0,0-1 1 0 0,-1 0-1 0 0,0 0 1 0 0,-2 13-1 0 0,1-18 18 0 0,0 0-1 0 0,-1 0 0 0 0,1 0 1 0 0,-1 0-1 0 0,0 0 1 0 0,0 0-1 0 0,0 0 0 0 0,-1-1 1 0 0,1 1-1 0 0,-1-1 1 0 0,0 0-1 0 0,0 1 0 0 0,0-1 1 0 0,0-1-1 0 0,0 1 1 0 0,-1 0-1 0 0,1-1 0 0 0,-1 0 1 0 0,0 0-1 0 0,0 0 1 0 0,0 0-1 0 0,0 0 0 0 0,0-1 1 0 0,-5 1-1 0 0,-7 3 87 0 0,0-2-1 0 0,-1 0 1 0 0,1-1 0 0 0,-33 1-1 0 0,15-5-434 0 0,1-1-1 0 0,0-2 1 0 0,0-1-1 0 0,-38-12 1 0 0,47 7-3569 0 0,24 11 3661 0 0,-1 0-1 0 0,1-1 1 0 0,-1 1-1 0 0,1 0 1 0 0,-1 0-1 0 0,-4-11-4358 0 0,5 11 4358 0 0,0-1 1 0 0,0 1-1 0 0,0-1 1 0 0,0 1-1 0 0,0-1 1 0 0,0 1-1 0 0,1-1 1 0 0,-1 1-1 0 0,0-1 1 0 0,0 1-1 0 0,1-1 1 0 0,0 0-190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5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25 2172 0 0,'-73'-17'17882'0'0,"73"17"-17824"0"0,0 0 1 0 0,0 0-1 0 0,0 0 0 0 0,0 0 0 0 0,-1 0 0 0 0,1 0 0 0 0,0 1 0 0 0,0-1 1 0 0,0 0-1 0 0,0 0 0 0 0,-1 0 0 0 0,1 0 0 0 0,0 0 0 0 0,0 0 0 0 0,0 0 1 0 0,0 0-1 0 0,-1 0 0 0 0,1 0 0 0 0,0 0 0 0 0,0 0 0 0 0,0 0 0 0 0,0 0 0 0 0,-1 0 1 0 0,1-1-1 0 0,0 1 0 0 0,0 0 0 0 0,0 0 0 0 0,-1-1 407 0 0,1 1-407 0 0,0 0 0 0 0,-1 0 1 0 0,1 0-1 0 0,0 0 0 0 0,0-1 0 0 0,0 1 0 0 0,0 0 0 0 0,0 0 0 0 0,0 0 1 0 0,0 0-1 0 0,0 0 0 0 0,0-1 0 0 0,0 1 0 0 0,1-1 20 0 0,0 1 1 0 0,0-1-1 0 0,-1 1 1 0 0,1-1-1 0 0,0 1 0 0 0,0-1 1 0 0,0 1-1 0 0,1 0 1 0 0,-1 0-1 0 0,0-1 0 0 0,0 1 1 0 0,0 0-1 0 0,0 0 0 0 0,0 0 1 0 0,0 0-1 0 0,1 0 1 0 0,266 8 2278 0 0,-132-2-3042 0 0,-4-4-4138 0 0,-129-2 3742 0 0,-1 0 1 0 0,1 0 0 0 0,0-1-1 0 0,0 1 1 0 0,-1-1 0 0 0,1 0-1 0 0,-1 0 1 0 0,6-2 0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6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34 2012 0 0,'-2'-2'2158'0'0,"-43"-29"16495"0"0,43 35-18193 0 0,1 1 1 0 0,0 0-1 0 0,0-1 0 0 0,0 1 1 0 0,1 0-1 0 0,-1 0 1 0 0,1 0-1 0 0,0-1 1 0 0,1 1-1 0 0,1 7 0 0 0,-1 14 640 0 0,-11 325 2680 0 0,-4-176-4074 0 0,14-174-125 0 0,-1 1 1 0 0,1-1-1 0 0,0 1 0 0 0,0-1 1 0 0,-1 1-1 0 0,1 0 0 0 0,0-1 1 0 0,0 1-1 0 0,0-1 1 0 0,1 1-1 0 0,-1 0 0 0 0,0-1 1 0 0,1 1-1 0 0,-1-1 0 0 0,1 1 1 0 0,-1-1-1 0 0,1 1 0 0 0,0-1 1 0 0,-1 0-1 0 0,1 1 1 0 0,1 1-1 0 0,0-3-153 0 0,-1 0 0 0 0,1 0-1 0 0,-1-1 1 0 0,0 1 0 0 0,1 0 0 0 0,-1-1 0 0 0,0 1 0 0 0,1 0 0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6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85 536 0 0,'77'-69'18206'0'0,"-64"56"-15275"0"0,-13 13-2886 0 0,0 0 1 0 0,0 0-1 0 0,0 0 1 0 0,-1-1-1 0 0,1 1 1 0 0,0 0-1 0 0,0 0 1 0 0,0 0-1 0 0,0 0 1 0 0,-1-1-1 0 0,1 1 1 0 0,0 0-1 0 0,0 0 1 0 0,0 0-1 0 0,-1 0 1 0 0,1 0-1 0 0,0 0 1 0 0,0 0-1 0 0,-1 0 1 0 0,1 0-1 0 0,0 0 1 0 0,0-1-1 0 0,-1 1 1 0 0,1 0-1 0 0,0 0 1 0 0,0 1-1 0 0,0-1 1 0 0,-1 0-1 0 0,1 0 1 0 0,0 0-1 0 0,0 0 1 0 0,-1 0-1 0 0,1 0 1 0 0,0 0-1 0 0,-31 8 530 0 0,-4 7-485 0 0,1 0 0 0 0,0 2 1 0 0,2 2-1 0 0,0 1 1 0 0,-38 32-1 0 0,68-51-69 0 0,0 0-1 0 0,0 1 1 0 0,0-1-1 0 0,0 1 1 0 0,1 0 0 0 0,-1 0-1 0 0,1-1 1 0 0,-1 1-1 0 0,1 0 1 0 0,0 0-1 0 0,0 1 1 0 0,0-1 0 0 0,0 0-1 0 0,0 0 1 0 0,0 0-1 0 0,0 1 1 0 0,1-1-1 0 0,-1 0 1 0 0,1 1 0 0 0,0-1-1 0 0,0 1 1 0 0,0-1-1 0 0,0 0 1 0 0,0 1-1 0 0,0-1 1 0 0,0 1 0 0 0,1-1-1 0 0,-1 0 1 0 0,1 0-1 0 0,0 1 1 0 0,0-1-1 0 0,0 0 1 0 0,0 0-1 0 0,0 0 1 0 0,0 0 0 0 0,1 0-1 0 0,-1 0 1 0 0,3 3-1 0 0,24 17 444 0 0,0-1 0 0 0,38 20 0 0 0,-43-28-237 0 0,0 1 0 0 0,-1 1 1 0 0,0 1-1 0 0,-1 1 0 0 0,24 26 0 0 0,-36-33-29 0 0,0 0 0 0 0,-1 1 0 0 0,-1 1 1 0 0,1-1-1 0 0,7 18 0 0 0,-14-26-125 0 0,0 1 0 0 0,1-1 1 0 0,-1 1-1 0 0,0 0 1 0 0,-1-1-1 0 0,1 1 0 0 0,-1 0 1 0 0,1 0-1 0 0,-1 0 0 0 0,-1-1 1 0 0,1 1-1 0 0,0 0 0 0 0,-1 0 1 0 0,0-1-1 0 0,1 1 0 0 0,-2 0 1 0 0,1-1-1 0 0,0 1 0 0 0,-1-1 1 0 0,1 1-1 0 0,-1-1 0 0 0,0 0 1 0 0,0 0-1 0 0,-4 4 0 0 0,1 0 28 0 0,0-1-1 0 0,-1 0 0 0 0,0 0 1 0 0,0-1-1 0 0,-1 0 0 0 0,1 0 1 0 0,-1 0-1 0 0,0-1 0 0 0,0 0 1 0 0,-1 0-1 0 0,1 0 0 0 0,-1-1 0 0 0,0-1 1 0 0,0 1-1 0 0,0-1 0 0 0,0-1 1 0 0,-11 2-1 0 0,10-2-100 0 0,0 0 0 0 0,0 0 0 0 0,1-1 0 0 0,-1 0 0 0 0,0-1 0 0 0,-13-2 0 0 0,16 1 0 0 0,0 0 0 0 0,-1 0 0 0 0,1-1 0 0 0,0 0 0 0 0,-7-6 0 0 0,2 3 0 0 0,7 4 0 0 0,0-1 0 0 0,-1 0 0 0 0,1-1 0 0 0,0 1 0 0 0,1-1 0 0 0,-1 1 0 0 0,1-1 0 0 0,-1-1 0 0 0,1 1 0 0 0,0 0 0 0 0,1-1 0 0 0,-1 1 0 0 0,1-1 0 0 0,0 0 0 0 0,0 0 0 0 0,0 0 0 0 0,1 0 0 0 0,0 0 0 0 0,0 0 0 0 0,0 0 0 0 0,0 0 0 0 0,1 0 0 0 0,0-1 0 0 0,1-9 0 0 0,0 6 0 0 0,0 0 0 0 0,1 0 0 0 0,1 0 0 0 0,-1 0 0 0 0,1 0 0 0 0,1 1 0 0 0,-1-1 0 0 0,2 1 0 0 0,-1 0 0 0 0,1 0 0 0 0,0 1 0 0 0,1 0 0 0 0,9-11 0 0 0,26-19 0 0 0,2 2 0 0 0,2 2 0 0 0,95-54 0 0 0,-137 86 0 0 0,6-4 0 0 0,1 0 0 0 0,-1-1 0 0 0,-1 1 0 0 0,1-2 0 0 0,-1 1 0 0 0,0-1 0 0 0,0 0 0 0 0,-1-1 0 0 0,12-15 0 0 0,-15 13 0 0 0,-4 9 0 0 0,1-1 0 0 0,-1 0 0 0 0,1 0 0 0 0,-1 1 0 0 0,1-1 0 0 0,-1 0 0 0 0,0 0 0 0 0,0 0 0 0 0,0 0 0 0 0,0 0 0 0 0,0 0 0 0 0,-1 1 0 0 0,1-1 0 0 0,0 0 0 0 0,-1 0 0 0 0,0 0 0 0 0,1 1 0 0 0,-1-1 0 0 0,0 0 0 0 0,0 1 0 0 0,0-1 0 0 0,0 0 0 0 0,0 1 0 0 0,0-1 0 0 0,0 1 0 0 0,0 0 0 0 0,-1-1 0 0 0,1 1 0 0 0,-2-2 0 0 0,-2 1 0 0 0,1-1 0 0 0,-1 1 0 0 0,0 0 0 0 0,0 0 0 0 0,0 0 0 0 0,-9-2 0 0 0,13 4 0 0 0,-66-11-1812 0 0,36 9-1847 0 0,-39 2 0 0 0,-99 16-9088 0 0,142-12 4261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9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22 1792 0 0,'-14'-20'15686'0'0,"14"20"-15481"0"0,16-2 1531 0 0,-4 2-1798 0 0,320 4 1056 0 0,-106 2-79 0 0,-213-6-725 0 0,-9 1-128 0 0,1-1-1 0 0,0 0 1 0 0,-1 0 0 0 0,1-1 0 0 0,8-1 0 0 0,-11 1-72 0 0,4-4-1874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49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2720 0 0,'41'-87'17699'0'0,"-41"85"-17104"0"0,6 13 494 0 0,-5 18 9 0 0,-4 50-1 0 0,1-47-679 0 0,2 45 0 0 0,1-62-362 0 0,1-1 0 0 0,0 1 0 0 0,1-1 0 0 0,1 0 0 0 0,0 0 0 0 0,1-1 0 0 0,1 1 0 0 0,7 13 0 0 0,-9-20-37 0 0,0 0 1 0 0,1-1-1 0 0,0 0 1 0 0,0 0-1 0 0,0 0 1 0 0,1-1-1 0 0,0 1 1 0 0,0-1 0 0 0,0 0-1 0 0,1-1 1 0 0,-1 0-1 0 0,1 0 1 0 0,0 0-1 0 0,0-1 1 0 0,1 0-1 0 0,11 3 1 0 0,-10-4-4 0 0,0 0 0 0 0,0 0 1 0 0,0-1-1 0 0,0-1 1 0 0,0 1-1 0 0,1-1 0 0 0,-1-1 1 0 0,0 0-1 0 0,0 0 0 0 0,0-1 1 0 0,0 0-1 0 0,0-1 0 0 0,-1 1 1 0 0,1-2-1 0 0,-1 1 1 0 0,1-1-1 0 0,-1-1 0 0 0,0 1 1 0 0,-1-1-1 0 0,1-1 0 0 0,-1 1 1 0 0,0-1-1 0 0,7-9 0 0 0,14-16 649 0 0,-1-1-1 0 0,29-48 0 0 0,-55 78-594 0 0,2-3 203 0 0,-3 5-267 0 0,1 1 1 0 0,-1-1-1 0 0,0 0 0 0 0,0 0 0 0 0,0 0 0 0 0,0 1 1 0 0,1-1-1 0 0,-1 0 0 0 0,0 0 0 0 0,0 0 1 0 0,0 1-1 0 0,0-1 0 0 0,0 0 0 0 0,0 0 0 0 0,1 1 1 0 0,-1-1-1 0 0,0 0 0 0 0,0 0 0 0 0,0 1 0 0 0,0-1 1 0 0,0 0-1 0 0,0 0 0 0 0,0 1 0 0 0,0-1 1 0 0,0 0-1 0 0,0 0 0 0 0,0 1 0 0 0,0-1 0 0 0,-1 0 1 0 0,1 0-1 0 0,0 1 0 0 0,0-1 0 0 0,-8 33 1366 0 0,-22 59-1 0 0,6-23-250 0 0,-20 83-1117 0 0,-63 186-34 0 0,91-291-3115 0 0,4-10-4842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0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47 1008 0 0,'-3'-1'1794'0'0,"-56"-21"7960"0"0,57 21-8973 0 0,-40-12 4500 0 0,38 10-4819 0 0,10 1-271 0 0,20 3-170 0 0,-15-1 46 0 0,117-3-233 0 0,-31 1-1986 0 0,0 3-4045 0 0,-83 0 2687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0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0 1916 0 0,'-127'54'11956'0'0,"82"-37"-7683"0"0,40-13-3102 0 0,6-2-468 0 0,15 2-264 0 0,23-2-354 0 0,229-5-997 0 0,-89-3-4838 0 0,-132 4 1189 0 0,-2-1-2355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1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449 143 1884 0 0,'22'-35'7688'0'0,"-20"31"-7105"0"0,-1-1-1 0 0,1 0 1 0 0,-1 1-1 0 0,1-1 1 0 0,-1 0-1 0 0,0-6 1 0 0,-1 9-509 0 0,0-1 1 0 0,0 1 0 0 0,0-1 0 0 0,0 1 0 0 0,-1-1 0 0 0,1 1 0 0 0,-1-1 0 0 0,1 1 0 0 0,-1-1 0 0 0,0 1 0 0 0,0-1 0 0 0,0 1 0 0 0,0 0 0 0 0,-1 0 0 0 0,1 0-1 0 0,-1-1 1 0 0,1 1 0 0 0,-1 0 0 0 0,0 1 0 0 0,0-1 0 0 0,0 0 0 0 0,1 0 0 0 0,-2 1 0 0 0,1 0 0 0 0,0-1 0 0 0,0 1 0 0 0,0 0 0 0 0,-1 0 0 0 0,-3-2-1 0 0,-1 2-54 0 0,1-1-1 0 0,0 1 0 0 0,-1 0 0 0 0,0 0 0 0 0,1 1 0 0 0,-1 0 0 0 0,0 0 0 0 0,1 0 1 0 0,-1 1-1 0 0,1 0 0 0 0,-1 0 0 0 0,1 1 0 0 0,-1 0 0 0 0,1 0 0 0 0,-8 4 0 0 0,-9 5-6 0 0,-1 1 0 0 0,-30 22 0 0 0,23-13-1 0 0,1 1 1 0 0,-35 34-1 0 0,53-45-8 0 0,1 2-1 0 0,0-1 1 0 0,0 2 0 0 0,1-1 0 0 0,1 1-1 0 0,0 1 1 0 0,-9 21 0 0 0,16-32 3 0 0,1-1 1 0 0,-1 0-1 0 0,1 1 1 0 0,0-1-1 0 0,1 1 1 0 0,-1-1-1 0 0,1 1 1 0 0,-1-1-1 0 0,1 1 1 0 0,0-1-1 0 0,0 1 0 0 0,1 0 1 0 0,-1-1-1 0 0,1 1 1 0 0,-1-1-1 0 0,1 1 1 0 0,1-1-1 0 0,-1 0 1 0 0,0 1-1 0 0,1-1 1 0 0,1 3-1 0 0,0-2 4 0 0,0-1 1 0 0,0 0-1 0 0,0 0 0 0 0,0 0 0 0 0,0 0 1 0 0,1-1-1 0 0,-1 0 0 0 0,1 1 0 0 0,0-1 1 0 0,0 0-1 0 0,-1-1 0 0 0,1 1 0 0 0,0-1 1 0 0,1 0-1 0 0,-1 0 0 0 0,0 0 0 0 0,5 0 1 0 0,2 1 11 0 0,-1-2 0 0 0,1 1 1 0 0,-1-2-1 0 0,1 1 1 0 0,-1-1-1 0 0,1-1 1 0 0,-1 0-1 0 0,0-1 0 0 0,1 0 1 0 0,-1 0-1 0 0,-1-1 1 0 0,1 0-1 0 0,0-1 1 0 0,-1 0-1 0 0,13-9 1 0 0,-3-1 385 0 0,-1 0 0 0 0,-1-1 0 0 0,0-1 0 0 0,-1 0 0 0 0,24-36 0 0 0,-28 35 132 0 0,-7 10-305 0 0,1 0 1 0 0,0 0 0 0 0,0 1-1 0 0,0 0 1 0 0,10-9-1 0 0,-14 15-186 0 0,1 27 196 0 0,-8 17 317 0 0,-1 0 0 0 0,-21 69 0 0 0,6-25-203 0 0,-20 82 192 0 0,-6 32-3277 0 0,46-185 297 0 0,3-7-404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1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69 1132 0 0,'-2'-1'2962'0'0,"-43"-41"12404"0"0,41 28-12351 0 0,5 14-2994 0 0,0-1-1 0 0,0 1 0 0 0,0 0 0 0 0,0-1 0 0 0,0 1 1 0 0,0 0-1 0 0,0-1 0 0 0,0 1 0 0 0,0 0 1 0 0,0 0-1 0 0,0 0 0 0 0,0 0 0 0 0,0 0 0 0 0,0 0 1 0 0,1 0-1 0 0,-1 0 16 0 0,288-2 627 0 0,-175 2-482 0 0,-57-1 8 0 0,-55 1-185 0 0,17-2 8 0 0,-16 1-640 0 0,5-1 638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2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393 169 348 0 0,'9'-7'1824'0'0,"0"-1"-1"0"0,-1 0 1 0 0,0-1 0 0 0,-1 1 0 0 0,10-15-1 0 0,-13 17-1042 0 0,0-1 0 0 0,0 0-1 0 0,-1 0 1 0 0,0 0 0 0 0,0 0-1 0 0,0 0 1 0 0,-1-1 0 0 0,2-11-1 0 0,-4 18-739 0 0,0 0 0 0 0,0 0-1 0 0,0 0 1 0 0,0 0 0 0 0,0-1 0 0 0,0 1-1 0 0,0 0 1 0 0,0 0 0 0 0,0 0-1 0 0,0 0 1 0 0,-1 0 0 0 0,1 0-1 0 0,0 0 1 0 0,-1 0 0 0 0,1 0 0 0 0,-1 1-1 0 0,1-1 1 0 0,-1 0 0 0 0,1 0-1 0 0,-1 0 1 0 0,0 0 0 0 0,0 1 0 0 0,1-1-1 0 0,-2-1 1 0 0,0 1-12 0 0,1 1 0 0 0,-1-1 0 0 0,0 0-1 0 0,0 1 1 0 0,1-1 0 0 0,-1 1 0 0 0,0-1 0 0 0,0 1 0 0 0,0 0 0 0 0,1 0-1 0 0,-1 0 1 0 0,-3 0 0 0 0,-4 1 6 0 0,1 1-1 0 0,0 0 1 0 0,0 0-1 0 0,-14 6 1 0 0,-16 8 1 0 0,2 1 1 0 0,0 2 0 0 0,2 2-1 0 0,0 1 1 0 0,1 2-1 0 0,1 1 1 0 0,2 2 0 0 0,-31 32-1 0 0,51-47-22 0 0,1 0 0 0 0,-14 22 0 0 0,21-30-6 0 0,0-1 0 0 0,0 1 0 0 0,1-1 1 0 0,-1 1-1 0 0,1 0 0 0 0,0 0 0 0 0,0 0 0 0 0,0-1 0 0 0,0 1 0 0 0,1 0 1 0 0,0 0-1 0 0,-1 0 0 0 0,2 0 0 0 0,-1 0 0 0 0,1 6 0 0 0,0-7 0 0 0,1 0 0 0 0,0 1 0 0 0,-1-1 0 0 0,1 0 0 0 0,0 0 0 0 0,1-1 0 0 0,-1 1 0 0 0,0 0-1 0 0,1-1 1 0 0,-1 1 0 0 0,1-1 0 0 0,0 0 0 0 0,0 0 0 0 0,0 0 0 0 0,0 0 0 0 0,0 0 0 0 0,0-1 0 0 0,1 1 0 0 0,-1-1 0 0 0,0 0-1 0 0,1 0 1 0 0,3 0 0 0 0,4 2 11 0 0,-1-1-1 0 0,0-1 0 0 0,1 0 0 0 0,-1 0 1 0 0,1-1-1 0 0,13-2 0 0 0,-11 0 5 0 0,1-1 0 0 0,-1-1 0 0 0,0 0 0 0 0,0-1 0 0 0,-1 0 0 0 0,1-1 0 0 0,-1-1 0 0 0,0 0 0 0 0,-1 0 0 0 0,0-1 0 0 0,14-12 0 0 0,8-11 1919 0 0,57-70 0 0 0,-85 95-1587 0 0,-4 5-326 0 0,0 0 0 0 0,-1 0 0 0 0,1 0 0 0 0,0 0 0 0 0,0 0 0 0 0,-1 0 0 0 0,1 1 0 0 0,0-1 0 0 0,0 0 0 0 0,0 1 0 0 0,0-1 0 0 0,0 0 0 0 0,0 1 0 0 0,0-1 0 0 0,0 1 0 0 0,0-1 0 0 0,1 1 0 0 0,0-1 0 0 0,-1 2-12 0 0,-1-1 1 0 0,1 0-1 0 0,-1 0 0 0 0,0 1 1 0 0,1-1-1 0 0,-1 0 1 0 0,1 1-1 0 0,-1-1 1 0 0,0 1-1 0 0,1-1 0 0 0,-1 0 1 0 0,1 1-1 0 0,-1-1 1 0 0,0 1-1 0 0,0-1 0 0 0,1 1 1 0 0,-1-1-1 0 0,0 1 1 0 0,0-1-1 0 0,0 1 0 0 0,0-1 1 0 0,1 1-1 0 0,-1-1 1 0 0,0 1-1 0 0,0 0 0 0 0,0 0 1 0 0,0 8 215 0 0,1 0 0 0 0,-2 0 0 0 0,0 11 0 0 0,0-16-99 0 0,-45 257 2381 0 0,31-187-2354 0 0,10-51-131 0 0,-55 237 270 0 0,45-205-1796 0 0,14-53 636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2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1012 0 0,'5'-10'3697'0'0,"0"0"0"0"0,7-20 0 0 0,8-15 4986 0 0,-19 43-8571 0 0,0 1-1 0 0,0 0 1 0 0,1-1 0 0 0,-1 1 0 0 0,1 0 0 0 0,-1 0-1 0 0,1 0 1 0 0,-1 0 0 0 0,1 0 0 0 0,-1 0-1 0 0,1 0 1 0 0,0 1 0 0 0,-1-1 0 0 0,1 0-1 0 0,3 0 1 0 0,28-3 33 0 0,-30 3-73 0 0,216-1 359 0 0,-75 14-5527 0 0,-138-11 4096 0 0,10 2-355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2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 2644 0 0,'-155'63'21536'0'0,"155"-62"-21508"0"0,1-1 0 0 0,-1 0 0 0 0,0 1 0 0 0,0-1 1 0 0,0 1-1 0 0,0-1 0 0 0,1 0 0 0 0,-1 1 1 0 0,0-1-1 0 0,0 0 0 0 0,1 0 0 0 0,-1 1 0 0 0,0-1 1 0 0,0 0-1 0 0,1 0 0 0 0,-1 1 0 0 0,0-1 1 0 0,1 0-1 0 0,-1 0 0 0 0,0 0 0 0 0,1 1 0 0 0,-1-1 1 0 0,0 0-1 0 0,1 0 0 0 0,-1 0 0 0 0,1 0 0 0 0,-1 0 1 0 0,0 0-1 0 0,1 0 0 0 0,0 0 0 0 0,13 1 166 0 0,-13-2-145 0 0,121-3 328 0 0,117-8-1673 0 0,-120-1-3456 0 0,-2-8-4789 0 0,-77 13 1860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3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406 222 1096 0 0,'29'-86'14681'0'0,"-28"84"-13926"0"0,-2 2-655 0 0,1-1 1 0 0,0 1 0 0 0,0-1 0 0 0,-1 1 0 0 0,1-1 0 0 0,0 1 0 0 0,0-1 0 0 0,-1 1 0 0 0,1-1 0 0 0,-1 1 0 0 0,1-1 0 0 0,0 1 0 0 0,-1-1 0 0 0,1 1 0 0 0,-1 0 0 0 0,1-1 0 0 0,-1 1-1 0 0,1 0 1 0 0,-2-1 0 0 0,-18 16 922 0 0,1 1 0 0 0,0 0 0 0 0,1 1 0 0 0,-25 32 0 0 0,-56 86 683 0 0,-8 39-604 0 0,96-154-1021 0 0,1 1-1 0 0,1 0 0 0 0,2 1 1 0 0,0 0-1 0 0,1 0 0 0 0,-6 42 1 0 0,12-58-45 0 0,-1 0-1 0 0,1 0 1 0 0,1 0 0 0 0,-1 0-1 0 0,1 0 1 0 0,0 0 0 0 0,0 0 0 0 0,0 0-1 0 0,1 0 1 0 0,0 0 0 0 0,0 0-1 0 0,1-1 1 0 0,0 1 0 0 0,0-1 0 0 0,0 0-1 0 0,8 9 1 0 0,-7-9 39 0 0,1 0-1 0 0,0-1 1 0 0,1 1 0 0 0,-1-2-1 0 0,1 1 1 0 0,0 0 0 0 0,0-1-1 0 0,0 0 1 0 0,0-1-1 0 0,0 1 1 0 0,1-1 0 0 0,-1 0-1 0 0,1-1 1 0 0,-1 0 0 0 0,8 1-1 0 0,2-1 105 0 0,-1-1-1 0 0,1-1 0 0 0,-1 0 0 0 0,0-1 1 0 0,1 0-1 0 0,-1-2 0 0 0,0 0 1 0 0,-1 0-1 0 0,1-1 0 0 0,-1-1 0 0 0,0-1 1 0 0,0 0-1 0 0,-1 0 0 0 0,0-1 1 0 0,22-18-1 0 0,-4 0-32 0 0,-2-2 0 0 0,0-1 1 0 0,-2-1-1 0 0,42-60 0 0 0,-46 55-88 0 0,-1 0 0 0 0,19-44 0 0 0,-32 59-88 0 0,-1 0-1 0 0,-1 0 1 0 0,-1 0 0 0 0,-1 0 0 0 0,0-1 0 0 0,1-24 0 0 0,-5 36 16 0 0,-1-1-1 0 0,-1 1 1 0 0,1-1-1 0 0,-1 1 1 0 0,-1 0-1 0 0,0-1 1 0 0,0 1-1 0 0,-1 0 1 0 0,0 0-1 0 0,0 0 1 0 0,-1 1-1 0 0,0-1 1 0 0,-7-8-1 0 0,4 7-49 0 0,-1 0 0 0 0,-1 0 0 0 0,1 0 0 0 0,-1 1 0 0 0,-1 1 0 0 0,0 0 0 0 0,0 0 0 0 0,-22-11-1 0 0,11 8-517 0 0,-1 1-1 0 0,0 1 0 0 0,0 1 1 0 0,-1 1-1 0 0,0 1 0 0 0,-1 1 1 0 0,1 1-1 0 0,-1 1 0 0 0,0 1 1 0 0,-25 2-1 0 0,18 2-1070 0 0,0 2 0 0 0,0 1-1 0 0,-42 12 1 0 0,-34 20-6616 0 0,50-15 360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3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5597 0 0,'16'14'13977'0'0,"-6"-7"-12885"0"0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5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1184 92 872 0 0,'32'-92'22682'0'0,"-59"233"-17374"0"0,9 4-3331 0 0,-2 8-1270 0 0,7-54-533 0 0,-27 134 696 0 0,28-186-2347 0 0,0-67-6902 0 0,13 8 6914 0 0,1 0 0 0 0,0 1 0 0 0,5-17 1 0 0,19-47-926 0 0,1-4 2736 0 0,-24 70 202 0 0,-1 0 0 0 0,-1 0 1 0 0,0 0-1 0 0,1-14 0 0 0,-3 22-513 0 0,1 0 1 0 0,0 0-1 0 0,0 0 1 0 0,-1 0 0 0 0,1 0-1 0 0,0 0 1 0 0,-1 0-1 0 0,1 0 1 0 0,-1 0-1 0 0,0 1 1 0 0,1-1 0 0 0,-1 0-1 0 0,1 0 1 0 0,-1 0-1 0 0,0 1 1 0 0,0-1-1 0 0,0 0 1 0 0,1 1 0 0 0,-1-1-1 0 0,0 1 1 0 0,0-1-1 0 0,0 1 1 0 0,0-1 0 0 0,0 1-1 0 0,0-1 1 0 0,0 1-1 0 0,0 0 1 0 0,0 0-1 0 0,0-1 1 0 0,0 1 0 0 0,-1 0-1 0 0,-31-1 446 0 0,31 1-465 0 0,-26 3 269 0 0,0 1-1 0 0,0 2 1 0 0,1 1-1 0 0,-35 12 1 0 0,1 1 84 0 0,-651 168 1720 0 0,591-159-1936 0 0,119-29-103 0 0,-4 3 1093 0 0,-8-2-4167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6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1 552 0 0,'-49'0'30426'0'0,"48"1"-29884"0"0,2 0-535 0 0,0 0 0 0 0,0 0 1 0 0,1-1-1 0 0,-1 1 0 0 0,0-1 0 0 0,0 1 0 0 0,1-1 0 0 0,-1 1 0 0 0,0-1 1 0 0,0 0-1 0 0,1 0 0 0 0,-1 1 0 0 0,0-1 0 0 0,1 0 0 0 0,-1 0 0 0 0,1-1 1 0 0,-1 1-1 0 0,2 0 0 0 0,1 0 11 0 0,436 3 116 0 0,-437-3-123 0 0,0 0-11 0 0,9 0 9 0 0,-9 0-3 0 0,0 0 21 0 0,20-1 355 0 0,1 0-4237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1:57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48 748 0 0,'5'-48'26534'0'0,"-7"61"-23865"0"0,-1 19-1339 0 0,-20 54-772 0 0,-45 111 0 0 0,11-36-188 0 0,47-129-370 0 0,-34 89 0 0 0,38-107 0 0 0,1-2 0 0 0,1 0 0 0 0,1-3 0 0 0,0-1 0 0 0,-2-3 0 0 0,-1-11-389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0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639 90 580 0 0,'0'-12'1944'0'0,"-1"0"0"0"0,-1 0 0 0 0,0 1 0 0 0,-1-1 0 0 0,-7-19 819 0 0,18 48-2381 0 0,0 1-108 0 0,113 259 2459 0 0,-107-235-2474 0 0,-1-1 0 0 0,-3 2 0 0 0,-1 0 0 0 0,6 82 0 0 0,-15-88-179 0 0,-1-1-1 0 0,-2 1 1 0 0,-1 0 0 0 0,-2-1 0 0 0,-2 0-1 0 0,-1 0 1 0 0,-2-1 0 0 0,-1-1 0 0 0,-2 0-1 0 0,-1 0 1 0 0,-37 58 0 0 0,21-47-281 0 0,-1-1 0 0 0,-2-1 1 0 0,-2-2-1 0 0,-2-2 0 0 0,-1-1 1 0 0,-2-2-1 0 0,-62 41 0 0 0,70-55-881 0 0,-1-2-1 0 0,-52 23 0 0 0,-24-3-4525 0 0,43-22-230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1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658 25 1228 0 0,'-2'-3'920'0'0,"0"0"-1"0"0,0 1 1 0 0,1-1 0 0 0,-1 1-1 0 0,-1 0 1 0 0,1 0 0 0 0,0 0-1 0 0,-5-3 1 0 0,3 6-792 0 0,0 0 1 0 0,0 0-1 0 0,0 0 1 0 0,1 1-1 0 0,-1 0 0 0 0,0 0 1 0 0,0 0-1 0 0,1 0 1 0 0,-1 0-1 0 0,1 1 0 0 0,0 0 1 0 0,0-1-1 0 0,0 1 1 0 0,0 0-1 0 0,-4 6 1 0 0,-6 8 583 0 0,-19 34 1 0 0,24-37-501 0 0,-204 368 3100 0 0,93-162-2488 0 0,4 7-312 0 0,98-188-456 0 0,3 1 0 0 0,1 0 0 0 0,2 1 0 0 0,-6 43 0 0 0,15-68-45 0 0,1 0 0 0 0,0 1 0 0 0,1-1 0 0 0,1 0 0 0 0,0 0 1 0 0,2 1-1 0 0,-1-1 0 0 0,2 0 0 0 0,0-1 0 0 0,1 1 0 0 0,1-1 0 0 0,7 15 0 0 0,-4-13-45 0 0,1-2-1 0 0,0 1 1 0 0,1-1-1 0 0,1-1 0 0 0,0 0 1 0 0,0 0-1 0 0,2-2 1 0 0,0 1-1 0 0,0-2 1 0 0,24 15-1 0 0,2-2-482 0 0,2-2 0 0 0,1-2 0 0 0,0-2-1 0 0,76 21 1 0 0,196 24-6740 0 0,-166-42 1615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3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1203 50 792 0 0,'2'-26'8848'0'0,"0"3"-584"0"0,-4 37-7447 0 0,-45 494 4601 0 0,11-84-4332 0 0,-76 261-563 0 0,106-656-508 0 0,-2 0-1 0 0,-2-1 0 0 0,-23 51 1 0 0,30-74 2 0 0,0 0 1 0 0,-1-1-1 0 0,0 1 0 0 0,0-1 1 0 0,0 0-1 0 0,0 0 1 0 0,0 0-1 0 0,-1-1 0 0 0,0 1 1 0 0,0-1-1 0 0,0 0 1 0 0,0-1-1 0 0,0 1 0 0 0,0-1 1 0 0,-1 0-1 0 0,-10 2 1 0 0,-7 1 28 0 0,-1-1 1 0 0,-41 2 0 0 0,43-5-34 0 0,-39 1 149 0 0,-86-7-1 0 0,-62-18-473 0 0,107 10-963 0 0,45 7-194 0 0,-37-4-1768 0 0,33-2-6396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3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919 47 184 0 0,'13'-33'15619'0'0,"-4"19"-11248"0"0,-9 28-2673 0 0,-24 209 2605 0 0,-18 116-3903 0 0,39-319-290 0 0,-4 23-71 0 0,3-24-432 0 0,1 0 0 0 0,0 24-1 0 0,-9-68-487 0 0,10 16 829 0 0,0 0 1 0 0,-1 1-1 0 0,0-1 1 0 0,0 1-1 0 0,-1-1 1 0 0,0 1-1 0 0,-1 0 1 0 0,-6-9-1 0 0,8 13 39 0 0,0 0 0 0 0,0 1 1 0 0,-1-1-1 0 0,0 1 0 0 0,1-1 0 0 0,-1 1 0 0 0,0 1 0 0 0,-1-1 1 0 0,1 0-1 0 0,0 1 0 0 0,-1 0 0 0 0,1 0 0 0 0,-1 0 1 0 0,0 1-1 0 0,0-1 0 0 0,1 1 0 0 0,-7 0 0 0 0,-5 0-2 0 0,0 1 1 0 0,0 0-1 0 0,0 1 0 0 0,0 1 0 0 0,0 1 0 0 0,-23 6 1 0 0,-93 38 31 0 0,97-33-1 0 0,-40 16-288 0 0,1 3 0 0 0,2 3 1 0 0,-93 63-1 0 0,138-76-1971 0 0,16-5-2007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4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150 157 652 0 0,'71'-119'19637'0'0,"-69"116"-19548"0"0,0 0 1 0 0,1 0-1 0 0,0 1 0 0 0,-1-1 0 0 0,1 0 1 0 0,0 1-1 0 0,0 0 0 0 0,0-1 0 0 0,1 1 0 0 0,-1 1 1 0 0,0-1-1 0 0,1 0 0 0 0,0 1 0 0 0,-1 0 1 0 0,1-1-1 0 0,0 2 0 0 0,-1-1 0 0 0,1 0 0 0 0,0 1 1 0 0,0-1-1 0 0,5 1 0 0 0,2 0-52 0 0,1 1 0 0 0,0 0 0 0 0,-1 0 0 0 0,1 1 0 0 0,17 6 0 0 0,-24-7-26 0 0,0 1-1 0 0,0 0 1 0 0,0 0-1 0 0,0 0 1 0 0,-1 1-1 0 0,1 0 1 0 0,-1 0-1 0 0,0 0 1 0 0,0 0-1 0 0,0 1 1 0 0,0-1 0 0 0,-1 1-1 0 0,1 0 1 0 0,4 6-1 0 0,-7-6 1 0 0,1-1 0 0 0,-1 0 0 0 0,1 1 0 0 0,-1-1 0 0 0,0 1 0 0 0,0-1 0 0 0,0 1 0 0 0,-1-1 0 0 0,1 1 0 0 0,-1 0 0 0 0,0-1 0 0 0,0 1 1 0 0,0 0-1 0 0,-1-1 0 0 0,1 1 0 0 0,-1 0 0 0 0,0-1 0 0 0,0 1 0 0 0,0-1 0 0 0,-1 1 0 0 0,-2 4 0 0 0,-2 3 9 0 0,-1 1 0 0 0,0-1 0 0 0,-1-1 0 0 0,0 0 0 0 0,-1 0 0 0 0,0 0 0 0 0,0-1 0 0 0,-19 13 0 0 0,-10 5 115 0 0,-45 24 0 0 0,65-41-73 0 0,-34 19 805 0 0,50-28-683 0 0,6-1-140 0 0,8 3 10 0 0,11 1-75 0 0,0 1 1 0 0,28 9-1 0 0,-45-12 37 0 0,-1 0 0 0 0,1 1 1 0 0,0 0-1 0 0,-1 0 0 0 0,0 0 0 0 0,0 0 1 0 0,0 1-1 0 0,0-1 0 0 0,0 2 0 0 0,-1-1 1 0 0,1 0-1 0 0,-1 1 0 0 0,0 0 0 0 0,4 6 1 0 0,-7-9 50 0 0,0 1 0 0 0,0-1 1 0 0,0 0-1 0 0,0 1 1 0 0,-1-1-1 0 0,1 0 0 0 0,-1 1 1 0 0,1-1-1 0 0,-1 1 1 0 0,0-1-1 0 0,0 1 0 0 0,0-1 1 0 0,0 1-1 0 0,-1-1 1 0 0,1 1-1 0 0,0-1 0 0 0,-2 4 1 0 0,0-2 81 0 0,0 1 1 0 0,0-1-1 0 0,0 0 1 0 0,-1 0-1 0 0,1 0 1 0 0,-1 0-1 0 0,0 0 1 0 0,-6 5-1 0 0,0-1 127 0 0,1-1 1 0 0,-1 0-1 0 0,0-1 0 0 0,-1 0 0 0 0,0 0 1 0 0,-21 8-1 0 0,17-9-101 0 0,0-1-1 0 0,-1 0 1 0 0,0-1-1 0 0,0-1 1 0 0,0 0-1 0 0,-25-1 1 0 0,27-2-351 0 0,1 0 0 0 0,-1-1 0 0 0,-14-3 0 0 0,18 2-684 0 0,1 0 0 0 0,-1 0 0 0 0,0-1 0 0 0,-13-8 0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4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29 700 0 0,'-161'23'23945'0'0,"168"-25"-22562"0"0,27-4-608 0 0,45-6-826 0 0,117-5 485 0 0,-70 7-4691 0 0,-123 10 3110 0 0,10-5-1600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5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124 129 108 0 0,'-22'-7'6063'0'0,"-37"-19"0"0"0,17 8 915 0 0,41 6-5506 0 0,5 9-1370 0 0,-1 0 0 0 0,1 0 0 0 0,0 1 1 0 0,-1-1-1 0 0,1 1 0 0 0,1 0 0 0 0,-1 0 0 0 0,0 1 1 0 0,0-1-1 0 0,6 0 0 0 0,48-11 172 0 0,68-6-292 0 0,-46 11-6501 0 0,-59 7-972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5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 1236 0 0,'-11'2'1345'0'0,"1"0"0"0"0,0 0 1 0 0,0 1-1 0 0,1 0 0 0 0,-1 1 0 0 0,1 0 0 0 0,-1 1 1 0 0,-15 10-1 0 0,16-8-785 0 0,-1 0 1 0 0,1 0 0 0 0,1 1 0 0 0,-1 0 0 0 0,1 0-1 0 0,1 1 1 0 0,0 0 0 0 0,0 0 0 0 0,1 1-1 0 0,0 0 1 0 0,0 0 0 0 0,-6 16 0 0 0,12-23-457 0 0,-1 0 0 0 0,0 0 0 0 0,1 0 0 0 0,0-1 0 0 0,-1 1 0 0 0,1 0 0 0 0,1 0 0 0 0,-1 0 0 0 0,0 0 0 0 0,1-1 0 0 0,-1 1 0 0 0,1 0 0 0 0,0 0 0 0 0,0-1 0 0 0,0 1 0 0 0,0 0 0 0 0,0-1 0 0 0,0 1 0 0 0,3 2 0 0 0,-2-3-32 0 0,0 0-1 0 0,0-1 1 0 0,0 0-1 0 0,0 1 0 0 0,0-1 1 0 0,1 0-1 0 0,-1 0 1 0 0,0-1-1 0 0,0 1 0 0 0,1 0 1 0 0,4 0-1 0 0,26 5 308 0 0,-32-6-373 0 0,35 3 150 0 0,0 3 0 0 0,0 1 0 0 0,-1 1 0 0 0,58 23 0 0 0,-81-26 4 0 0,-1 0-1 0 0,0 1 1 0 0,0 0 0 0 0,0 1 0 0 0,-1 0-1 0 0,0 1 1 0 0,0 0 0 0 0,-1 1-1 0 0,0 0 1 0 0,-1 0 0 0 0,0 1 0 0 0,0 0-1 0 0,-1 0 1 0 0,0 1 0 0 0,-1 0-1 0 0,0 0 1 0 0,4 13 0 0 0,-8-18-33 0 0,0 0 0 0 0,0 0 1 0 0,-1 0-1 0 0,0 0 0 0 0,-1 0 1 0 0,1 0-1 0 0,-1 0 0 0 0,0 0 0 0 0,-1 0 1 0 0,1 0-1 0 0,-1 0 0 0 0,0 0 1 0 0,-1 0-1 0 0,1 0 0 0 0,-1 0 0 0 0,-1-1 1 0 0,1 1-1 0 0,-1 0 0 0 0,0-1 1 0 0,-4 7-1 0 0,2-6 39 0 0,0 1-1 0 0,-1-1 1 0 0,1 0-1 0 0,-1-1 1 0 0,0 1 0 0 0,0-1-1 0 0,-1 0 1 0 0,0-1-1 0 0,0 0 1 0 0,0 0 0 0 0,0 0-1 0 0,0-1 1 0 0,-1 0-1 0 0,-15 4 1 0 0,7-2-166 0 0,10-4 0 0 0,0 1 0 0 0,-1-1 0 0 0,1 1 0 0 0,0-2 0 0 0,-1 1 0 0 0,1-1 0 0 0,-9 0 0 0 0,-7-1 0 0 0,0 0 0 0 0,3-1 0 0 0,2-3 0 0 0,2 0 0 0 0,3-3 0 0 0,6-5-165 0 0,6 11-170 0 0,-1-1 1 0 0,1 1 0 0 0,0-1-1 0 0,0 0 1 0 0,0 1-1 0 0,0-1 1 0 0,0 1 0 0 0,1-1-1 0 0,-1 0 1 0 0,1 1-1 0 0,0-1 1 0 0,0 1 0 0 0,0 0-1 0 0,0-1 1 0 0,0 1 0 0 0,0 0-1 0 0,1-1 1 0 0,-1 1-1 0 0,1 0 1 0 0,-1 0 0 0 0,1 0-1 0 0,0 0 1 0 0,0 1 0 0 0,4-4-1 0 0,3-3-1686 0 0,2 0 1 0 0,-1 1-1 0 0,22-11 0 0 0,-4 4-3417 0 0,3-2-2879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6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81 572 0 0,'15'-15'4447'0'0,"42"-46"15484"0"0,-52 59-18666 0 0,-5 2-1215 0 0,0 0 1 0 0,0 0-1 0 0,1-1 0 0 0,-1 1 1 0 0,0 0-1 0 0,1 0 0 0 0,-1 0 1 0 0,0-1-1 0 0,1 1 1 0 0,-1 0-1 0 0,0 0 0 0 0,1 0 1 0 0,-1 0-1 0 0,0 0 1 0 0,1 0-1 0 0,-1 0 0 0 0,1 0 1 0 0,-1 0-1 0 0,0 0 0 0 0,1 0 1 0 0,-1 0-1 0 0,0 0 1 0 0,1 0-1 0 0,-1 0 0 0 0,1 0 1 0 0,-1 0-1 0 0,0 0 1 0 0,1 0-1 0 0,-1 0 0 0 0,0 1 1 0 0,1-1-1 0 0,-1 0 0 0 0,0 0 1 0 0,0 0-1 0 0,1 1 1 0 0,-1-1-1 0 0,0 0 0 0 0,1 1 1 0 0,-1-1-1 0 0,0 0 1 0 0,0 0-1 0 0,0 1 0 0 0,1-1 1 0 0,-1 0-1 0 0,0 1 0 0 0,0-1 1 0 0,0 0-1 0 0,0 1 1 0 0,1 0-1 0 0,7 62 1237 0 0,-2 1 1 0 0,-4 92-1 0 0,-2-114-1116 0 0,2 260-3852 0 0,-2-300 3208 0 0,-1-4-52 0 0,-1 0 392 0 0,1 0 0 0 0,0 0 0 0 0,0 0-1 0 0,0 0 1 0 0,0 0 0 0 0,1 0 0 0 0,-1 0 0 0 0,0-4-1 0 0,-1-2-34 0 0,-2-2 86 0 0,0 1 0 0 0,-1 0 0 0 0,0 0 0 0 0,0 0 0 0 0,-1 0 0 0 0,0 1 1 0 0,-1 0-1 0 0,-8-8 0 0 0,10 12 76 0 0,0 0 0 0 0,0 0 0 0 0,-1 1 0 0 0,1-1 1 0 0,-1 1-1 0 0,0 1 0 0 0,0-1 0 0 0,0 1 0 0 0,0 0 0 0 0,0 0 1 0 0,0 1-1 0 0,-1 0 0 0 0,1 0 0 0 0,-9 0 0 0 0,-12 1 32 0 0,0 1 0 0 0,0 2 0 0 0,1 0 0 0 0,-40 11 0 0 0,20-1 59 0 0,-73 32 0 0 0,44-6-2201 0 0,51-25-2384 0 0,2 0-4852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6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94 149 312 0 0,'33'-70'13133'0'0,"-4"8"-3980"0"0,-27 60-9082 0 0,0 1-1 0 0,0-1 1 0 0,0 1 0 0 0,0 0-1 0 0,0 0 1 0 0,1 0-1 0 0,-1 0 1 0 0,0 0 0 0 0,0 1-1 0 0,1-1 1 0 0,-1 1 0 0 0,0-1-1 0 0,4 1 1 0 0,0-1-19 0 0,0 0 1 0 0,1 0 0 0 0,-1 1-1 0 0,1 0 1 0 0,-1 0 0 0 0,1 1-1 0 0,-1 0 1 0 0,1 0 0 0 0,7 3-1 0 0,0 0 1 0 0,0 1 1 0 0,23 12-1 0 0,-33-15-33 0 0,0 1 0 0 0,0-1 1 0 0,0 0-1 0 0,-1 1 0 0 0,1 0 0 0 0,-1 0 0 0 0,0 0 1 0 0,0 1-1 0 0,0-1 0 0 0,0 1 0 0 0,0-1 1 0 0,-1 1-1 0 0,1 0 0 0 0,-1 0 0 0 0,0 0 1 0 0,1 5-1 0 0,-2-5 35 0 0,0-1 0 0 0,0 1 0 0 0,-1-1 0 0 0,0 1 0 0 0,0 0 0 0 0,0-1 0 0 0,0 1 0 0 0,0-1 1 0 0,-1 1-1 0 0,0-1 0 0 0,1 1 0 0 0,-1-1 0 0 0,-1 1 0 0 0,1-1 0 0 0,0 1 0 0 0,-1-1 0 0 0,0 0 0 0 0,1 0 0 0 0,-1 0 1 0 0,-5 5-1 0 0,-6 7 374 0 0,0-1-1 0 0,-1-1 1 0 0,-1 0 0 0 0,0-1 0 0 0,-31 18 0 0 0,-92 42 1778 0 0,82-46-1433 0 0,8-2-90 0 0,45-23-579 0 0,3 0-97 0 0,0-1 0 0 0,0 0 0 0 0,0 1 0 0 0,0-1 0 0 0,0 1 1 0 0,0-1-1 0 0,0 1 0 0 0,0-1 0 0 0,0 0 0 0 0,1 1 0 0 0,-1-1 0 0 0,0 1 0 0 0,0-1 0 0 0,0 0 1 0 0,1 1-1 0 0,-1-1 0 0 0,0 1 0 0 0,0-1 0 0 0,1 0 0 0 0,-1 0 0 0 0,0 1 0 0 0,1-1 0 0 0,-1 0 1 0 0,0 1-1 0 0,1-1 0 0 0,-1 0 0 0 0,0 0 0 0 0,1 0 0 0 0,-1 1 0 0 0,1-1 0 0 0,65 6-581 0 0,112-6 0 0 0,-79-1-2098 0 0,-66 1 1087 0 0,71-2-3816 0 0,-36-5-6799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 1556 0 0,'-4'0'3164'0'0,"-5"1"-1711"0"0,-39 0 15950 0 0,57-1-15846 0 0,99-1-765 0 0,32 2-1021 0 0,-61 0-1938 0 0,-1-2-3566 0 0,-50-2-2177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7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35 208 0 0,'-47'-31'16491'0'0,"47"31"-16407"0"0,0 0 0 0 0,0 0 0 0 0,0 0 0 0 0,0-1 0 0 0,-2 0 588 0 0,2 1-588 0 0,0-1 0 0 0,0 1 0 0 0,0 0 0 0 0,-1 0 0 0 0,1 0 0 0 0,0 0 0 0 0,0 0-1 0 0,-1 0 1 0 0,1 0 0 0 0,0 0 0 0 0,0-1 0 0 0,-1 1 0 0 0,1 0 0 0 0,0 0 0 0 0,0 0 0 0 0,-1 0 0 0 0,1 0 0 0 0,0 0 0 0 0,0 0 0 0 0,-1 1 0 0 0,1-1 0 0 0,0 0 0 0 0,0 0 0 0 0,-1 0 0 0 0,1 0 0 0 0,0 0 0 0 0,0 0 0 0 0,-1 0 42 0 0,0 1 1 0 0,1-1-1 0 0,-1 0 0 0 0,0 0 0 0 0,1 1 0 0 0,-1-1 1 0 0,0 0-1 0 0,1 1 0 0 0,-1-1 0 0 0,1 1 0 0 0,-1-1 0 0 0,1 0 1 0 0,-1 1-1 0 0,1-1 0 0 0,-1 1 0 0 0,1 0 0 0 0,0-1 1 0 0,-1 1-1 0 0,0 0 0 0 0,-3 17 899 0 0,1-1-1 0 0,0 1 0 0 0,1-1 1 0 0,1 21-1 0 0,-5 38 67 0 0,-7 12-428 0 0,-16 83-159 0 0,21-134-438 0 0,-9 47-2111 0 0,16-73 230 0 0,0 1 0 0 0,1 19 1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7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274 138 1392 0 0,'4'-3'969'0'0,"51"-47"6739"0"0,-51 46-6997 0 0,0-1-1 0 0,0 0 0 0 0,0 0 1 0 0,0 0-1 0 0,-1 0 0 0 0,0-1 1 0 0,0 1-1 0 0,0-1 1 0 0,2-7-1 0 0,-5 12-638 0 0,1 0 1 0 0,-1 1-1 0 0,0-1 1 0 0,0 0-1 0 0,0 0 1 0 0,0 0-1 0 0,0 1 1 0 0,0-1-1 0 0,0 0 1 0 0,0 0-1 0 0,0 1 0 0 0,0-1 1 0 0,0 0-1 0 0,0 0 1 0 0,0 0-1 0 0,-1 1 1 0 0,1-1-1 0 0,0 0 1 0 0,0 0-1 0 0,-1 1 1 0 0,1-1-1 0 0,-1 0 1 0 0,1 1-1 0 0,-1-1 0 0 0,1 1 1 0 0,-1-1-1 0 0,0-1 1 0 0,-1 2 13 0 0,1-1 0 0 0,-1 0 0 0 0,1 1-1 0 0,-1-1 1 0 0,0 1 0 0 0,1 0 0 0 0,-1-1 0 0 0,1 1 0 0 0,-1 0 0 0 0,0 0 0 0 0,1 0 0 0 0,-4 0-1 0 0,-4 2 169 0 0,1-1-1 0 0,-1 1 0 0 0,-15 6 0 0 0,0 2-113 0 0,1 1 0 0 0,0 1 0 0 0,1 1 0 0 0,1 1 0 0 0,-1 0 0 0 0,2 2-1 0 0,0 1 1 0 0,2 0 0 0 0,-29 34 0 0 0,44-47-120 0 0,0 0-1 0 0,0 0 0 0 0,0 0 1 0 0,0 1-1 0 0,1 0 1 0 0,-1-1-1 0 0,1 1 1 0 0,1 0-1 0 0,-1 0 1 0 0,1 0-1 0 0,-2 8 0 0 0,3-10-9 0 0,0 0-1 0 0,0-1 1 0 0,0 1-1 0 0,1 0 0 0 0,-1 0 1 0 0,1-1-1 0 0,0 1 1 0 0,0 0-1 0 0,-1-1 0 0 0,2 1 1 0 0,-1 0-1 0 0,0-1 1 0 0,0 0-1 0 0,1 1 0 0 0,0-1 1 0 0,-1 0-1 0 0,1 0 0 0 0,0 1 1 0 0,0-2-1 0 0,0 1 1 0 0,0 0-1 0 0,5 3 0 0 0,14 8 15 0 0,2-1 0 0 0,-1 0-1 0 0,1-2 1 0 0,28 9-1 0 0,-19-7-6 0 0,43 21-1 0 0,-62-26 23 0 0,0 1 0 0 0,0 0 0 0 0,0 1 0 0 0,-1 0 0 0 0,20 21 0 0 0,-30-28 70 0 0,1 1-1 0 0,-1 0 0 0 0,0 0 0 0 0,0-1 1 0 0,0 1-1 0 0,0 0 0 0 0,-1 1 0 0 0,1-1 1 0 0,-1 0-1 0 0,1 0 0 0 0,-1 1 0 0 0,0-1 1 0 0,-1 1-1 0 0,1-1 0 0 0,0 1 0 0 0,-1-1 1 0 0,0 1-1 0 0,0-1 0 0 0,0 1 0 0 0,0-1 1 0 0,-1 1-1 0 0,1-1 0 0 0,-1 1 0 0 0,0-1 1 0 0,0 1-1 0 0,0-1 0 0 0,0 0 0 0 0,-1 0 1 0 0,0 1-1 0 0,1-1 0 0 0,-4 3 0 0 0,-1 2 119 0 0,0 0 0 0 0,-1-1 0 0 0,-1 0 0 0 0,1 0 0 0 0,-1-1 0 0 0,0 0 0 0 0,0 0 0 0 0,-1-1 0 0 0,0 0 0 0 0,0 0 0 0 0,0-1 0 0 0,-1 0 0 0 0,1-1 0 0 0,-20 4 0 0 0,10-3 76 0 0,0-1 1 0 0,-1-1 0 0 0,1-1 0 0 0,0 0-1 0 0,-1-2 1 0 0,-37-5 0 0 0,51 5-289 0 0,0 0 1 0 0,0-1-1 0 0,0 1 0 0 0,1-2 0 0 0,-1 1 1 0 0,0 0-1 0 0,1-1 0 0 0,-1 0 0 0 0,1-1 1 0 0,-9-6-1 0 0,12 8-14 0 0,1 0 0 0 0,-1 1 1 0 0,1-1-1 0 0,-1 0 0 0 0,1 0 0 0 0,0 0 1 0 0,-1 0-1 0 0,1 0 0 0 0,0 0 0 0 0,0 0 1 0 0,1-1-1 0 0,-1 1 0 0 0,0 0 0 0 0,1-1 1 0 0,0 1-1 0 0,-1 0 0 0 0,1-1 0 0 0,0 1 1 0 0,0 0-1 0 0,0-1 0 0 0,0 1 0 0 0,1 0 1 0 0,-1-1-1 0 0,1 1 0 0 0,-1 0 0 0 0,1-1 1 0 0,0 1-1 0 0,0 0 0 0 0,0 0 0 0 0,0 0 1 0 0,2-2-1 0 0,2-5-1 0 0,0 1 0 0 0,1 1 0 0 0,1-1 0 0 0,-1 1 0 0 0,1 0 0 0 0,0 0 0 0 0,12-7 0 0 0,62-38 0 0 0,-51 34 0 0 0,70-36 0 0 0,24-15 0 0 0,-111 61 0 0 0,-1-1 0 0 0,0 0 0 0 0,-1-1 0 0 0,0 0 0 0 0,0-1 0 0 0,-1-1 0 0 0,9-13 0 0 0,-16 21 0 0 0,0-1 0 0 0,0 0 0 0 0,-1 1 0 0 0,1-1 0 0 0,-1 0 0 0 0,0-1 0 0 0,-1 1 0 0 0,1 0 0 0 0,-1 0 0 0 0,0-1 0 0 0,-1 1 0 0 0,1-1 0 0 0,-1 1 0 0 0,0 0 0 0 0,-1-6 0 0 0,0 6 0 0 0,0 1 0 0 0,0 0 0 0 0,0-1 0 0 0,-1 1 0 0 0,0 0 0 0 0,0 0 0 0 0,0 0 0 0 0,0 1 0 0 0,-1-1 0 0 0,1 0 0 0 0,-1 1 0 0 0,0-1 0 0 0,0 1 0 0 0,0 0 0 0 0,-1 0 0 0 0,1 0 0 0 0,-1 1 0 0 0,-6-5 0 0 0,-5 0-314 0 0,0 0 0 0 0,0 1 0 0 0,-1 0 0 0 0,0 1 0 0 0,0 1 0 0 0,0 0 1 0 0,0 2-1 0 0,-1 0 0 0 0,1 0 0 0 0,-1 2 0 0 0,0 0 0 0 0,1 1 0 0 0,-1 0 0 0 0,1 1 0 0 0,-1 1 0 0 0,1 1 0 0 0,0 0 0 0 0,-26 12 0 0 0,38-15-12 0 0,1 1-1 0 0,-1 0 0 0 0,1 0 1 0 0,0 0-1 0 0,0 1 0 0 0,0-1 1 0 0,0 1-1 0 0,0-1 0 0 0,1 1 0 0 0,-1 0 1 0 0,1 0-1 0 0,-1 0 0 0 0,1 0 1 0 0,0 1-1 0 0,-2 5 0 0 0,3-7-53 0 0,1 0 0 0 0,-1 0 1 0 0,1 0-1 0 0,-1 0 0 0 0,1 0 0 0 0,0 0 0 0 0,0 0 0 0 0,0 0 0 0 0,0 0 1 0 0,0 0-1 0 0,1 0 0 0 0,-1 0 0 0 0,1 0 0 0 0,-1-1 0 0 0,1 1 0 0 0,0 0 0 0 0,-1 0 1 0 0,1 0-1 0 0,0 0 0 0 0,0-1 0 0 0,0 1 0 0 0,1 0 0 0 0,-1-1 0 0 0,0 1 1 0 0,1-1-1 0 0,-1 0 0 0 0,0 1 0 0 0,1-1 0 0 0,0 0 0 0 0,-1 0 0 0 0,4 2 1 0 0,13 7-6637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8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371 116 224 0 0,'101'-91'19347'0'0,"-74"68"-14049"0"0,-27 23-5237 0 0,0 0 1 0 0,0 0 0 0 0,1 0-1 0 0,-1-1 1 0 0,0 1-1 0 0,1 0 1 0 0,-1 0-1 0 0,0 0 1 0 0,1 0-1 0 0,-1-1 1 0 0,1 1 0 0 0,-1 0-1 0 0,0 0 1 0 0,1 0-1 0 0,-1 0 1 0 0,0 0-1 0 0,1 0 1 0 0,-1 0-1 0 0,0 0 1 0 0,1 0-1 0 0,-1 0 1 0 0,1 0 0 0 0,-1 0-1 0 0,0 1 1 0 0,1-1-1 0 0,-1 0 1 0 0,0 0-1 0 0,1 0 1 0 0,-1 0-1 0 0,1 1 1 0 0,11 10 1388 0 0,6 15 136 0 0,-11-10-1402 0 0,0 0 1 0 0,-1 1-1 0 0,0-1 0 0 0,-2 1 0 0 0,4 19 0 0 0,6 90 1248 0 0,-6-43-1015 0 0,4 163-6080 0 0,-12-244 4771 0 0,-3-9-2296 0 0,3 5 3070 0 0,-1 0 0 0 0,1 0 1 0 0,0 0-1 0 0,0 0 0 0 0,0 0 0 0 0,0 0 1 0 0,1-4-1 0 0,-2-7-75 0 0,1 10 215 0 0,0 1 0 0 0,0-1 0 0 0,-1 0 0 0 0,1 1 0 0 0,-1-1 0 0 0,1 1 0 0 0,-1-1 0 0 0,0 1 0 0 0,0-1 0 0 0,0 1 0 0 0,-1-1 0 0 0,1 1 0 0 0,-1 0 0 0 0,1 0 0 0 0,-1 0 0 0 0,0 0 0 0 0,1 0 0 0 0,-1 0 0 0 0,0 0 1 0 0,0 0-1 0 0,0 1 0 0 0,-1-1 0 0 0,1 1 0 0 0,0 0 0 0 0,-1 0 0 0 0,1-1 0 0 0,-1 1 0 0 0,1 1 0 0 0,-1-1 0 0 0,1 0 0 0 0,-1 1 0 0 0,1-1 0 0 0,-4 1 0 0 0,-12-2-14 0 0,-1 2 0 0 0,1 0 0 0 0,0 2 0 0 0,0 0-1 0 0,0 0 1 0 0,-34 11 0 0 0,5 2 11 0 0,-59 28 0 0 0,64-23-470 0 0,-65 41 0 0 0,61-28-3493 0 0,5 3-5029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8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11 556 0 0,'-145'-10'18734'0'0,"143"10"-18046"0"0,-12 0 3522 0 0,20 2-4080 0 0,0 1 1 0 0,-1-1-1 0 0,1 0 1 0 0,0 0-1 0 0,0-1 1 0 0,0 1-1 0 0,10 0 1 0 0,52 1 199 0 0,-45-3-256 0 0,242 10-76 0 0,-247-9-1307 0 0,-14 0 369 0 0,0-1-737 0 0,5 0 1044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09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3260 0 0,'19'-27'5661'0'0,"-8"11"489"0"0,24-27 1241 0 0,-34 44-7298 0 0,-1-1 0 0 0,1 0 0 0 0,0 1 1 0 0,-1-1-1 0 0,1 0 0 0 0,0 1 0 0 0,-1-1 0 0 0,1 1 0 0 0,-1-1 0 0 0,1 1 0 0 0,-1-1 0 0 0,1 1 0 0 0,-1-1 1 0 0,1 1-1 0 0,-1 0 0 0 0,0-1 0 0 0,1 1 0 0 0,-1 0 0 0 0,0-1 0 0 0,1 1 0 0 0,-1 0 0 0 0,0-1 1 0 0,0 1-1 0 0,0 0 0 0 0,0 0 0 0 0,0-1 0 0 0,0 2 0 0 0,3 21 1326 0 0,-17 164 2919 0 0,7-124-3880 0 0,2 106 0 0 0,5-164-467 0 0,1-1 0 0 0,-1 0 0 0 0,1 1 0 0 0,0-1 0 0 0,0 1 0 0 0,0-1 1 0 0,1 0-1 0 0,-1 0 0 0 0,1 0 0 0 0,0 0 0 0 0,0 0 0 0 0,1 0 1 0 0,-1 0-1 0 0,1-1 0 0 0,0 1 0 0 0,0-1 0 0 0,0 0 0 0 0,0 0 1 0 0,1 0-1 0 0,-1 0 0 0 0,1 0 0 0 0,-1-1 0 0 0,1 0 0 0 0,0 0 0 0 0,0 0 1 0 0,0 0-1 0 0,1 0 0 0 0,-1-1 0 0 0,0 0 0 0 0,0 0 0 0 0,1 0 1 0 0,-1 0-1 0 0,1-1 0 0 0,-1 1 0 0 0,1-1 0 0 0,-1-1 0 0 0,1 1 0 0 0,-1 0 1 0 0,0-1-1 0 0,5-1 0 0 0,2-2-45 0 0,-1 0 1 0 0,-1-1-1 0 0,1 0 1 0 0,-1-1-1 0 0,0 0 1 0 0,0 0-1 0 0,0-1 1 0 0,-1 0-1 0 0,0 0 1 0 0,9-11-1 0 0,-3 0 114 0 0,0 0 0 0 0,-1 0 1 0 0,20-40-1 0 0,-5 10 1664 0 0,-28 48-1724 0 0,0 0 0 0 0,0 0 1 0 0,0 0-1 0 0,0 0 0 0 0,0 0 0 0 0,0 0 1 0 0,0 0-1 0 0,0 0 0 0 0,0 0 0 0 0,0 0 0 0 0,0 0 1 0 0,0 0-1 0 0,0 1 0 0 0,0-1 0 0 0,0 0 1 0 0,0 0-1 0 0,0 0 0 0 0,0 0 0 0 0,0 0 1 0 0,0 0-1 0 0,0 0 0 0 0,0 0 0 0 0,1 0 0 0 0,-1 0 1 0 0,0 0-1 0 0,0 0 0 0 0,0 0 0 0 0,0 0 1 0 0,0 0-1 0 0,0 0 0 0 0,0 0 0 0 0,0 0 0 0 0,0 0 1 0 0,0 0-1 0 0,0 0 0 0 0,0 0 0 0 0,0 0 1 0 0,0 0-1 0 0,0 0 0 0 0,0 0 0 0 0,0 0 1 0 0,0 0-1 0 0,0 0 0 0 0,0 0 0 0 0,0 0 0 0 0,1 0 1 0 0,-1 0-1 0 0,0 0 0 0 0,0 0 0 0 0,0 0 1 0 0,0 0-1 0 0,0 0 0 0 0,-1 8 3 0 0,-1 12-6 0 0,-23 71 3 0 0,-98 338 0 0 0,84-312-8395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0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68 2952 0 0,'10'-12'6408'0'0,"21"-29"6398"0"0,-19 27-9495 0 0,-12 14-3277 0 0,0 0 1 0 0,0 0-1 0 0,0 1 1 0 0,0-1-1 0 0,0 0 1 0 0,0 0-1 0 0,0 0 1 0 0,0 1-1 0 0,0-1 0 0 0,0 0 1 0 0,0 0-1 0 0,0 1 1 0 0,0-1-1 0 0,0 0 1 0 0,0 0-1 0 0,0 0 1 0 0,0 1-1 0 0,0-1 1 0 0,0 0-1 0 0,1 0 1 0 0,-1 0-1 0 0,0 1 1 0 0,0-1-1 0 0,0 0 0 0 0,0 0 1 0 0,0 0-1 0 0,1 0 1 0 0,-1 1-1 0 0,0-1 1 0 0,0 0-1 0 0,0 0 1 0 0,0 0-1 0 0,1 0 1 0 0,-1 0-1 0 0,0 0 1 0 0,0 0-1 0 0,0 0 1 0 0,1 1-1 0 0,-1-1 0 0 0,0 0 1 0 0,0 0-1 0 0,0 0 1 0 0,1 0-1 0 0,-1 0 1 0 0,0 0-1 0 0,0 0 1 0 0,0 0-1 0 0,1 0 1 0 0,-1 0-1 0 0,0 0 1 0 0,0 0-1 0 0,0-1 1 0 0,1 1-1 0 0,-1 0 0 0 0,0 0 1 0 0,0 0-1 0 0,0 0 1 0 0,1 0-1 0 0,-1 0 1 0 0,0 0-1 0 0,0 0 1 0 0,0-1-1 0 0,0 1 1 0 0,1 0-1 0 0,-1 0 1 0 0,0 0-1 0 0,0-1 1 0 0,-2 60 1084 0 0,-3-1 1 0 0,-19 91 0 0 0,-41 115-91 0 0,58-238-941 0 0,-133 462-25 0 0,124-429-40 0 0,-30 126 159 0 0,46-183-179 0 0,-1 1 1 0 0,1-1-1 0 0,0 0 0 0 0,0 0 0 0 0,0 0 1 0 0,1 0-1 0 0,-1 0 0 0 0,1 1 0 0 0,-1-1 1 0 0,1 0-1 0 0,-1 0 0 0 0,1 0 0 0 0,0 0 1 0 0,0 0-1 0 0,0 0 0 0 0,0-1 1 0 0,0 1-1 0 0,1 0 0 0 0,-1 0 0 0 0,1-1 1 0 0,-1 1-1 0 0,1-1 0 0 0,-1 1 0 0 0,1-1 1 0 0,0 0-1 0 0,0 1 0 0 0,-1-1 0 0 0,4 1 1 0 0,5 3 16 0 0,1 0 0 0 0,0-1 0 0 0,0 0 1 0 0,12 2-1 0 0,-8-2-14 0 0,66 16-243 0 0,153 15 0 0 0,-177-28 98 0 0,7 1-669 0 0,147 15-2491 0 0,-70-20-2052 0 0,-129-3 3796 0 0,0-1 1 0 0,19-4-1 0 0,-27 4 89 0 0,1 0-1 0 0,-1-1 0 0 0,0 0 1 0 0,1 1-1 0 0,7-6 0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0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598 79 2836 0 0,'43'-79'18666'0'0,"-41"81"-17913"0"0,-1 0-539 0 0,1 0-1 0 0,0 0 1 0 0,-1 0 0 0 0,0 0 0 0 0,1 0 0 0 0,-1 1 0 0 0,0-1 0 0 0,0 0 0 0 0,0 1-1 0 0,0-1 1 0 0,-1 1 0 0 0,1-1 0 0 0,-1 1 0 0 0,1 0 0 0 0,-1 2 0 0 0,2 51 1614 0 0,-2-38-1249 0 0,-3 382 2955 0 0,-2-122-3036 0 0,4-254-266 0 0,-4-41-340 0 0,3 8 70 0 0,0-6-116 0 0,-1 0-1 0 0,0 0 0 0 0,-8-21 1 0 0,9 32 109 0 0,0 0-1 0 0,0 1 1 0 0,0-1 0 0 0,0 1 0 0 0,0-1 0 0 0,-1 1-1 0 0,1 0 1 0 0,-1-1 0 0 0,0 1 0 0 0,0 1 0 0 0,0-1-1 0 0,0 0 1 0 0,-1 1 0 0 0,1 0 0 0 0,-1-1 0 0 0,1 1-1 0 0,-8-2 1 0 0,-2 0 9 0 0,0 1 0 0 0,-1 1 0 0 0,1 0 1 0 0,-1 0-1 0 0,0 1 0 0 0,0 1 0 0 0,1 1 0 0 0,-1 0 0 0 0,-20 4 0 0 0,-16 6-8 0 0,-57 20-1 0 0,89-26 12 0 0,-97 38-1690 0 0,97-36 524 0 0,1 2 1 0 0,-1 1-1 0 0,2 0 0 0 0,-20 16 1 0 0,34-25 876 0 0,-13 14-2188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2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1 201 552 0 0,'12'-19'2979'0'0,"13"-21"4966"0"0,34-73-1 0 0,-59 111-7879 0 0,1 0 0 0 0,0 1 0 0 0,0-1-1 0 0,0 1 1 0 0,0-1 0 0 0,0 1-1 0 0,0-1 1 0 0,0 1 0 0 0,0 0 0 0 0,1-1-1 0 0,-1 1 1 0 0,0 0 0 0 0,1 0-1 0 0,-1 0 1 0 0,1 0 0 0 0,-1 0 0 0 0,1 1-1 0 0,0-1 1 0 0,2-1 0 0 0,-1 2-22 0 0,1-1 1 0 0,0 0 0 0 0,0 1 0 0 0,-1 0 0 0 0,1 0-1 0 0,0 0 1 0 0,0 0 0 0 0,6 2 0 0 0,1 1-16 0 0,0 0 1 0 0,0 0 0 0 0,0 1-1 0 0,-1 1 1 0 0,11 6 0 0 0,-14-7 31 0 0,0 0 0 0 0,-1 0 0 0 0,0 1 0 0 0,0-1 0 0 0,0 1 1 0 0,-1 1-1 0 0,0-1 0 0 0,0 1 0 0 0,0 0 0 0 0,5 8 0 0 0,-9-11 53 0 0,1 1-1 0 0,0 0 1 0 0,-1-1-1 0 0,0 1 0 0 0,0 0 1 0 0,0 0-1 0 0,0 0 0 0 0,-1 0 1 0 0,1 0-1 0 0,-1 0 0 0 0,0 0 1 0 0,0 0-1 0 0,-1 0 0 0 0,1 0 1 0 0,-1 0-1 0 0,0-1 0 0 0,0 1 1 0 0,0 0-1 0 0,0 0 1 0 0,-1-1-1 0 0,-2 6 0 0 0,-2 1 239 0 0,0 0 0 0 0,-1 0-1 0 0,0 0 1 0 0,-1-1-1 0 0,0 0 1 0 0,-12 10 0 0 0,-60 45 1225 0 0,20-18-666 0 0,60-46-905 0 0,0 0 0 0 0,0 0-1 0 0,-1 0 1 0 0,1 1 0 0 0,0-1-1 0 0,0 0 1 0 0,-1 0 0 0 0,1 0-1 0 0,0 1 1 0 0,0-1 0 0 0,0 0-1 0 0,-1 0 1 0 0,1 1 0 0 0,0-1-1 0 0,0 0 1 0 0,0 1-1 0 0,0-1 1 0 0,0 0 0 0 0,0 0-1 0 0,-1 1 1 0 0,1-1 0 0 0,0 0-1 0 0,0 1 1 0 0,0-1 0 0 0,0 0-1 0 0,0 1 1 0 0,0-1 0 0 0,0 0-1 0 0,0 0 1 0 0,0 1 0 0 0,0-1-1 0 0,1 0 1 0 0,-1 1 0 0 0,0-1-1 0 0,0 0 1 0 0,0 0 0 0 0,0 1-1 0 0,0-1 1 0 0,0 0 0 0 0,1 0-1 0 0,-1 1 1 0 0,0-1-1 0 0,0 0 1 0 0,0 0 0 0 0,1 1-1 0 0,-1-1 1 0 0,0 0 0 0 0,0 0-1 0 0,1 0 1 0 0,12 6 58 0 0,-13-6-61 0 0,18 4 28 0 0,-1-1 0 0 0,0 0 0 0 0,0-1 0 0 0,33-2 0 0 0,-11 1-7 0 0,404 8-196 0 0,-257-8-6011 0 0,-180-1 3693 0 0,6 3 2364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3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822 8 1736 0 0,'-3'-7'16903'0'0,"2"13"-16655"0"0,1 0-1 0 0,-1 0 1 0 0,1 0 0 0 0,1 0 0 0 0,-1 0-1 0 0,1 0 1 0 0,0 0 0 0 0,2 6 0 0 0,0 11 389 0 0,8 123 3352 0 0,-14 233 0 0 0,-14-211-3175 0 0,5-49-181 0 0,7-101-193 0 0,5-18-431 0 0,0 0-1 0 0,-1 0 1 0 0,1 0 0 0 0,0 0-1 0 0,0 0 1 0 0,-1 0-1 0 0,1-1 1 0 0,0 1-1 0 0,0 0 1 0 0,-1 0 0 0 0,1 0-1 0 0,0 0 1 0 0,0 0-1 0 0,0-1 1 0 0,-1 1-1 0 0,1 0 1 0 0,0 0 0 0 0,0 0-1 0 0,0-1 1 0 0,-1 1-1 0 0,1 0 1 0 0,0 0 0 0 0,0-1-1 0 0,0 1 1 0 0,0 0-1 0 0,0 0 1 0 0,0-1-1 0 0,0 1 1 0 0,0 0 0 0 0,0 0-1 0 0,-1-1 1 0 0,1 0-1 0 0,-1-4-39 0 0,-1 0 0 0 0,1 0 0 0 0,0-1 0 0 0,-1-10 0 0 0,4-20-873 0 0,9-54 0 0 0,-5 55 395 0 0,1-53-1 0 0,-7 87 505 0 0,-1 1 1 0 0,1-1-1 0 0,0 0 1 0 0,-1 1-1 0 0,1-1 0 0 0,-1 1 1 0 0,1-1-1 0 0,0 0 1 0 0,-1 1-1 0 0,0-1 0 0 0,1 1 1 0 0,-1-1-1 0 0,1 1 1 0 0,-1 0-1 0 0,1-1 0 0 0,-1 1 1 0 0,0-1-1 0 0,1 1 1 0 0,-1 0-1 0 0,0 0 1 0 0,0-1-1 0 0,1 1 0 0 0,-1 0 1 0 0,0 0-1 0 0,1 0 1 0 0,-1 0-1 0 0,0 0 0 0 0,0 0 1 0 0,1 0-1 0 0,-1 0 1 0 0,0 0-1 0 0,0 0 0 0 0,1 0 1 0 0,-2 1-1 0 0,-19 2-45 0 0,1 0 0 0 0,1 2 0 0 0,-1 0 0 0 0,-20 9 0 0 0,-80 37-55 0 0,94-39 108 0 0,-93 40 41 0 0,-194 98-36 0 0,295-140-728 0 0,-2 0 0 0 0,-33 11 0 0 0,51-20 104 0 0,10-5-2218 0 0,-5 3 2392 0 0,0 0 0 0 0,-1-1 0 0 0,0 1 0 0 0,4-3 0 0 0,4-3-858 0 0,77-39-9098 0 0,-57 29 4109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4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155 146 2800 0 0,'73'-133'17094'0'0,"-72"132"-17050"0"0,1 0-1 0 0,-1 0 0 0 0,0 0 1 0 0,0 0-1 0 0,1 0 0 0 0,-1 0 1 0 0,0 0-1 0 0,1 0 0 0 0,-1 1 1 0 0,1-1-1 0 0,-1 1 0 0 0,1-1 1 0 0,0 1-1 0 0,-1-1 0 0 0,1 1 1 0 0,-1 0-1 0 0,1 0 0 0 0,0-1 1 0 0,2 2-1 0 0,30 1 75 0 0,-32-1-96 0 0,4 0-9 0 0,1 0 1 0 0,-1 0-1 0 0,0 1 1 0 0,0 0 0 0 0,0 0-1 0 0,0 1 1 0 0,0 0 0 0 0,-1 0-1 0 0,1 0 1 0 0,-1 0-1 0 0,0 1 1 0 0,0 0 0 0 0,0 0-1 0 0,8 10 1 0 0,-10-11 12 0 0,-1 0-1 0 0,1 1 1 0 0,-1-1-1 0 0,0 1 1 0 0,0 0 0 0 0,-1 0-1 0 0,1-1 1 0 0,-1 1-1 0 0,0 0 1 0 0,0 1 0 0 0,0-1-1 0 0,0 0 1 0 0,-1 0 0 0 0,0 0-1 0 0,0 0 1 0 0,0 1-1 0 0,0-1 1 0 0,0 0 0 0 0,-1 0-1 0 0,0 0 1 0 0,0 0-1 0 0,-2 7 1 0 0,-3 1 55 0 0,0-1 0 0 0,-1 0 0 0 0,0 0 0 0 0,-1-1 0 0 0,0 0 0 0 0,0 0 0 0 0,-1-1 0 0 0,-20 17 0 0 0,-21 24 892 0 0,41-40-598 0 0,5-6 100 0 0,14-4-395 0 0,-7 0-43 0 0,13 0-15 0 0,-11 0-14 0 0,0 1 1 0 0,1-1-1 0 0,-1 1 0 0 0,0 1 1 0 0,0-1-1 0 0,0 1 1 0 0,0 0-1 0 0,0 0 0 0 0,-1 0 1 0 0,1 1-1 0 0,0-1 1 0 0,-1 1-1 0 0,0 0 0 0 0,0 1 1 0 0,0-1-1 0 0,0 1 1 0 0,6 7-1 0 0,-8-9 97 0 0,0 0 0 0 0,-1 0 0 0 0,1 1 1 0 0,-1-1-1 0 0,1 1 0 0 0,-1-1 0 0 0,0 1 0 0 0,0 0 0 0 0,0-1 0 0 0,0 1 1 0 0,0 0-1 0 0,0 0 0 0 0,-1-1 0 0 0,0 1 0 0 0,1 0 0 0 0,-1 0 1 0 0,0 0-1 0 0,-1 0 0 0 0,1 0 0 0 0,0-1 0 0 0,-1 1 0 0 0,1 0 0 0 0,-1 0 1 0 0,0 0-1 0 0,0-1 0 0 0,0 1 0 0 0,0 0 0 0 0,-1-1 0 0 0,1 1 0 0 0,-1-1 1 0 0,0 0-1 0 0,-2 4 0 0 0,-4 1 134 0 0,0 1 0 0 0,0-1 0 0 0,-1 0 0 0 0,0-1 0 0 0,0 0 0 0 0,-1-1 0 0 0,1 0 0 0 0,-1 0 0 0 0,0-1 0 0 0,-1 0 0 0 0,1-1 0 0 0,-1 0 0 0 0,1 0 0 0 0,-1-2 0 0 0,-12 2 0 0 0,7-2-212 0 0,0-1 0 0 0,-1 0 0 0 0,1-1 0 0 0,0-1 0 0 0,0 0 0 0 0,0-2 0 0 0,0 0 0 0 0,1 0 0 0 0,-22-10 0 0 0,35 13-127 0 0,0 0-1 0 0,0 1 1 0 0,1-1-1 0 0,-1 0 1 0 0,1 0-1 0 0,-1 0 0 0 0,1 0 1 0 0,-1-1-1 0 0,1 1 1 0 0,0 0-1 0 0,-1-1 1 0 0,1 1-1 0 0,0-1 1 0 0,-2-2-1 0 0,3 3-89 0 0,0 0 0 0 0,-1 0 0 0 0,1 0 0 0 0,0 0 0 0 0,0 0 0 0 0,0 0 0 0 0,-1 0 0 0 0,1 0 0 0 0,0 0 0 0 0,0 0 1 0 0,1 0-1 0 0,-1 0 0 0 0,0 0 0 0 0,0 0 0 0 0,0 0 0 0 0,1 0 0 0 0,-1 0 0 0 0,1-2 0 0 0,1 1-335 0 0,0-1-1 0 0,-1 1 1 0 0,1-1 0 0 0,0 1-1 0 0,0 0 1 0 0,1 0 0 0 0,-1 0-1 0 0,0 0 1 0 0,1 1 0 0 0,-1-1-1 0 0,1 0 1 0 0,-1 1 0 0 0,1 0-1 0 0,0 0 1 0 0,4-2 0 0 0,33-5-9093 0 0,-24 6 3062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5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51 276 0 0,'-145'-13'19673'0'0,"110"9"-16605"0"0,33 4-2534 0 0,-25-5 991 0 0,24 4-867 0 0,421 5 190 0 0,-415-4-856 0 0,16 0-20 0 0,-15 0 26 0 0,1-2 17 0 0,3-1-535 0 0,-9 1-81 0 0,0 0 0 0 0,-1 0-1 0 0,1 0 1 0 0,-1 0 0 0 0,1 0 0 0 0,-1 0-1 0 0,0 0 1 0 0,1 1 0 0 0,-1-1 0 0 0,0 1 0 0 0,0-1-1 0 0,0 1 1 0 0,-1 0 0 0 0,-2-1 0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5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502 106 892 0 0,'20'-32'8070'0'0,"11"-10"-1430"0"0,-18 24-4174 0 0,-12 17-1988 0 0,0 0-229 0 0,0 0 0 0 0,0-1 0 0 0,0 1 0 0 0,0 0 0 0 0,0 0 1 0 0,1 0-1 0 0,-1 0 0 0 0,0 0 0 0 0,1 0 0 0 0,-1 1 0 0 0,2-2 0 0 0,1 5 58 0 0,1 0 0 0 0,-1 0-1 0 0,0 0 1 0 0,0 1 0 0 0,0 0 0 0 0,-1-1 0 0 0,1 1 0 0 0,-1 1 0 0 0,0-1 0 0 0,0 0 0 0 0,0 1 0 0 0,-1-1 0 0 0,1 1 0 0 0,-1 0 0 0 0,0 0 0 0 0,2 8 0 0 0,1 8 439 0 0,1 0 0 0 0,3 38 0 0 0,11 202 1058 0 0,-2-23-1428 0 0,-11-113 144 0 0,-7-124-485 0 0,-1 9 50 0 0,1-2 13 0 0,-6-14-99 0 0,-15-37-289 0 0,15 31 204 0 0,1 0 1 0 0,-2 0-1 0 0,0 0 1 0 0,0 1-1 0 0,-9-10 1 0 0,12 17 73 0 0,1 1 1 0 0,0 0 0 0 0,-1 0-1 0 0,0 0 1 0 0,1 1-1 0 0,-1-1 1 0 0,0 1 0 0 0,-1 0-1 0 0,1 0 1 0 0,0 1-1 0 0,0-1 1 0 0,-1 1 0 0 0,1 0-1 0 0,-1 0 1 0 0,1 0-1 0 0,-1 1 1 0 0,0-1 0 0 0,1 1-1 0 0,-6 1 1 0 0,-18 1-7 0 0,1 2 1 0 0,0 1-1 0 0,0 1 1 0 0,0 1-1 0 0,0 2 1 0 0,-27 12-1 0 0,-148 83 27 0 0,163-82-15 0 0,24-14 84 0 0,-52 32-6453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6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2012 0 0,'71'-121'17204'0'0,"-70"120"-17120"0"0,1-1-1 0 0,-1 1 0 0 0,1 0 0 0 0,-1-1 0 0 0,1 1 0 0 0,0 0 0 0 0,-1 0 1 0 0,1 0-1 0 0,0 0 0 0 0,0 1 0 0 0,0-1 0 0 0,0 0 0 0 0,0 1 0 0 0,0-1 1 0 0,-1 1-1 0 0,1 0 0 0 0,0 0 0 0 0,0-1 0 0 0,0 1 0 0 0,0 1 0 0 0,0-1 1 0 0,0 0-1 0 0,0 0 0 0 0,0 1 0 0 0,2 0 0 0 0,8 1 89 0 0,-1 1 0 0 0,19 8 0 0 0,-21-8-123 0 0,0 1 0 0 0,-1 0 0 0 0,1 0-1 0 0,-1 1 1 0 0,0 0 0 0 0,-1 1 0 0 0,1 0 0 0 0,-1 0 0 0 0,0 0-1 0 0,9 13 1 0 0,-13-16 52 0 0,-1 1 0 0 0,1-1 0 0 0,-1 1 0 0 0,0 0 0 0 0,-1 0 0 0 0,1 0 0 0 0,-1 0 1 0 0,0 0-1 0 0,0 0 0 0 0,0 1 0 0 0,0-1 0 0 0,-1 0 0 0 0,1 0 0 0 0,-1 1 0 0 0,0-1 0 0 0,-1 0 0 0 0,1 1 0 0 0,-1-1 0 0 0,1 0 0 0 0,-2 0 0 0 0,1 1 0 0 0,0-1 0 0 0,-1 0 0 0 0,1 0 0 0 0,-4 4 0 0 0,-2 5 341 0 0,-1-1 0 0 0,0-1-1 0 0,-1 1 1 0 0,0-1 0 0 0,-1-1-1 0 0,-19 17 1 0 0,-75 48 2070 0 0,63-47-1444 0 0,28-16-682 0 0,11-4-115 0 0,3-7-261 0 0,0 0 0 0 0,1 0 0 0 0,-1 0 0 0 0,1 0 0 0 0,-1-1 0 0 0,0 1 0 0 0,1 0 0 0 0,0-1 0 0 0,-1 1 0 0 0,1-1 0 0 0,-1 0 0 0 0,1 1-1 0 0,0-1 1 0 0,2 0 0 0 0,53 4 52 0 0,1-1 0 0 0,78-9 0 0 0,-84 4-62 0 0,106-13 68 0 0,-82 6-789 0 0,-65 7 788 0 0,-92 6-22375 0 0,49 0 14884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1 772 0 0,'-22'13'5130'0'0,"0"-1"1"0"0,-1-1-1 0 0,-31 11 3622 0 0,65-20-8217 0 0,503-23-1433 0 0,-425 18-10308 0 0,-64 2 6499 0 0,-5 0-1528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7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48 1428 0 0,'-24'-6'8456'0'0,"-9"2"2476"0"0,49 4-10671 0 0,209-11 683 0 0,-76-5-3601 0 0,-146 15 2061 0 0,0 1-1 0 0,0-1 1 0 0,0 0 0 0 0,0 0 0 0 0,0 0 0 0 0,0 0-1 0 0,0 0 1 0 0,4-3 0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8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34 2544 0 0,'-13'-21'9304'0'0,"12"19"-9212"0"0,-7-8 3073 0 0,8 10-3097 0 0,0 0 0 0 0,0 0 0 0 0,-1 0 0 0 0,1 0 0 0 0,0 0 0 0 0,0-1 1 0 0,-1 1-1 0 0,1 0 0 0 0,0 0 0 0 0,0 0 0 0 0,-1 0 0 0 0,1 0 0 0 0,0 0 0 0 0,-1 0 0 0 0,1 0 1 0 0,0 0-1 0 0,0 0 0 0 0,-1 0 0 0 0,1 0 0 0 0,0 1 0 0 0,0-1 0 0 0,-1 0 0 0 0,1 0 0 0 0,0 0 1 0 0,0 0-1 0 0,-1 0 0 0 0,1 0 0 0 0,0 1 0 0 0,0-1 0 0 0,-1 0 0 0 0,1 0 0 0 0,0 0 1 0 0,0 1-1 0 0,0-1 0 0 0,0 0 0 0 0,-1 0 0 0 0,1 1 0 0 0,0-1 0 0 0,0 0 0 0 0,0 0 0 0 0,0 1 1 0 0,0-1-1 0 0,0 0 0 0 0,0 0 0 0 0,0 1 0 0 0,0-1 0 0 0,0 0 0 0 0,0 1 0 0 0,-46 119 4915 0 0,10-24-3895 0 0,30-80-1197 0 0,-72 183 868 0 0,33-64-8532 0 0,44-133 6949 0 0,-2 7-709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8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27 208 0 0,'-136'-3'6382'0'0,"-106"4"3492"0"0,171 2-7059 0 0,68-3-1753 0 0,5 0-549 0 0,237-10 1275 0 0,-101 3-1573 0 0,1093-4 288 0 0,1 47-480 0 0,-1009-28 6 0 0,1063 19 145 0 0,-1168-29 724 0 0,-41-1-3128 0 0,-29 3-6147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9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27 80 0 0,'-28'6'2523'0'0,"-106"18"6298"0"0,46-11 314 0 0,68-11-6048 0 0,26-4-1778 0 0,33-5-895 0 0,464-41 335 0 0,-385 40-494 0 0,-115 8-215 0 0,0-1-43 0 0,8 0 375 0 0,22-4-6865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9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3112 0 0,'38'-45'13618'0'0,"-37"45"-13547"0"0,0 0 1 0 0,-1 1-1 0 0,1-1 1 0 0,0 0-1 0 0,-1 1 1 0 0,1-1-1 0 0,0 0 1 0 0,-1 1-1 0 0,1-1 1 0 0,0 1-1 0 0,-1-1 1 0 0,1 1-1 0 0,-1-1 1 0 0,1 1 0 0 0,-1 0-1 0 0,1-1 1 0 0,-1 1-1 0 0,1 0 1 0 0,-1-1-1 0 0,1 1 1 0 0,-1 0-1 0 0,0-1 1 0 0,0 1-1 0 0,1 0 1 0 0,-1 0-1 0 0,0-1 1 0 0,0 1-1 0 0,0 0 1 0 0,0 0 0 0 0,0 0-1 0 0,0-1 1 0 0,0 1-1 0 0,0 0 1 0 0,0 1-1 0 0,-4 37 843 0 0,3-29-554 0 0,-17 83 832 0 0,12-67-1054 0 0,1 0 0 0 0,1 0 0 0 0,-1 28 0 0 0,5-51-134 0 0,0 1 0 0 0,0 0-1 0 0,1 0 1 0 0,-1 0-1 0 0,1 0 1 0 0,0 0 0 0 0,0-1-1 0 0,0 1 1 0 0,0 0-1 0 0,1-1 1 0 0,0 1 0 0 0,-1-1-1 0 0,1 1 1 0 0,1-1-1 0 0,-1 0 1 0 0,0 0 0 0 0,1 0-1 0 0,-1 0 1 0 0,1 0-1 0 0,0-1 1 0 0,0 1 0 0 0,0-1-1 0 0,0 0 1 0 0,5 3-1 0 0,-3-3 1 0 0,0 0 0 0 0,0-1-1 0 0,0 1 1 0 0,0-1 0 0 0,0 0-1 0 0,0 0 1 0 0,0-1 0 0 0,0 1-1 0 0,1-1 1 0 0,-1 0 0 0 0,0-1-1 0 0,0 1 1 0 0,0-1 0 0 0,1 0-1 0 0,-1-1 1 0 0,0 1 0 0 0,8-4-1 0 0,-3 0 74 0 0,0 0-1 0 0,0-1 0 0 0,-1 0 0 0 0,0-1 0 0 0,0 0 0 0 0,0 0 1 0 0,-1-1-1 0 0,0 0 0 0 0,9-13 0 0 0,6-10 466 0 0,25-48 0 0 0,-29 47-423 0 0,-18 30 19 0 0,0 2-91 0 0,-1 0 0 0 0,0 0 0 0 0,0-1 0 0 0,1 1 0 0 0,-1 0-1 0 0,0 0 1 0 0,1-1 0 0 0,-1 1 0 0 0,0 0 0 0 0,1 0 0 0 0,-1 0 0 0 0,0 0-1 0 0,1 0 1 0 0,-1 0 0 0 0,0-1 0 0 0,1 1 0 0 0,-1 0 0 0 0,1 0 0 0 0,-1 0 0 0 0,0 0-1 0 0,1 0 1 0 0,-1 0 0 0 0,1 1 0 0 0,0 15 632 0 0,-1 0-1 0 0,-1 0 1 0 0,-1 0 0 0 0,-5 26 0 0 0,-2 9 82 0 0,-11 67 326 0 0,1-8-1267 0 0,14-38-3810 0 0,5-69 3527 0 0,0-1 0 0 0,0 1 0 0 0,1-1 0 0 0,-1 1-1 0 0,1 0 1 0 0,-1-1 0 0 0,1 1 0 0 0,0-1 0 0 0,0 1 0 0 0,0-1 0 0 0,0 1-1 0 0,1-1 1 0 0,2 4 0 0 0,18 10-8862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19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425 173 580 0 0,'16'-61'7837'0'0,"-8"26"-801"0"0,16-41 1889 0 0,-11 85-7045 0 0,-9-2-1444 0 0,1 0-1 0 0,-1 0 1 0 0,-1 0 0 0 0,1 0 0 0 0,-1 1 0 0 0,0 0 0 0 0,-1-1 0 0 0,3 16-1 0 0,-1-8-110 0 0,31 176 1475 0 0,-20-94-1516 0 0,-11-79-249 0 0,-1-2-42 0 0,2 29 0 0 0,-5-43-166 0 0,-3-15-975 0 0,-5-14 724 0 0,4 21 355 0 0,3 3 58 0 0,0 0 0 0 0,-1 1 1 0 0,1-1-1 0 0,-1 0 0 0 0,1 1 0 0 0,-1-1 0 0 0,0 1 1 0 0,0 0-1 0 0,0-1 0 0 0,0 1 0 0 0,-1 0 0 0 0,1 0 1 0 0,0 0-1 0 0,-1 1 0 0 0,0-1 0 0 0,1 1 0 0 0,-1-1 0 0 0,0 1 1 0 0,0 0-1 0 0,0 0 0 0 0,0 0 0 0 0,0 0 0 0 0,0 1 1 0 0,0-1-1 0 0,0 1 0 0 0,-4-1 0 0 0,-11 3-6 0 0,0 0-1 0 0,0 1 0 0 0,0 1 1 0 0,0 0-1 0 0,1 1 0 0 0,0 1 1 0 0,0 1-1 0 0,-29 16 1 0 0,-5 6 22 0 0,-69 53 1 0 0,101-68-58 0 0,-49 39-319 0 0,59-46-542 0 0,1 1-1 0 0,-1 1 1 0 0,2-1-1 0 0,-1 1 0 0 0,-6 10 1 0 0,11-7-2440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0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6 147 964 0 0,'-3'-27'8822'0'0,"1"-29"0"0"0,2 53-8651 0 0,0 1-1 0 0,0-1 1 0 0,1 1-1 0 0,-1 0 0 0 0,1-1 1 0 0,0 1-1 0 0,0 0 1 0 0,0 0-1 0 0,0-1 1 0 0,0 1-1 0 0,0 0 0 0 0,1 0 1 0 0,-1 0-1 0 0,1 0 1 0 0,-1 1-1 0 0,1-1 1 0 0,0 0-1 0 0,0 1 0 0 0,0-1 1 0 0,0 1-1 0 0,0-1 1 0 0,0 1-1 0 0,0 0 0 0 0,0 0 1 0 0,0 0-1 0 0,0 0 1 0 0,1 0-1 0 0,4 0 1 0 0,5-2 34 0 0,0 0 0 0 0,1 1 1 0 0,24-1-1 0 0,-36 3-149 0 0,14 0 29 0 0,-1 0 1 0 0,1 0 0 0 0,-1 1-1 0 0,0 1 1 0 0,21 6-1 0 0,-32-8-60 0 0,1 1-1 0 0,-1 0 1 0 0,1 1-1 0 0,-1-1 1 0 0,1 1-1 0 0,-1-1 1 0 0,0 1-1 0 0,1 0 1 0 0,-1 0-1 0 0,0 0 1 0 0,0 1-1 0 0,-1-1 1 0 0,1 1-1 0 0,0 0 0 0 0,-1 0 1 0 0,0 0-1 0 0,1 0 1 0 0,-1 0-1 0 0,-1 0 1 0 0,1 0-1 0 0,0 1 1 0 0,-1-1-1 0 0,1 1 1 0 0,-1-1-1 0 0,1 8 1 0 0,-2-7 37 0 0,0 0 0 0 0,0 1 0 0 0,-1-1 0 0 0,0 0 0 0 0,0 1 0 0 0,0-1 0 0 0,0 0 0 0 0,-1 0 0 0 0,1 0 0 0 0,-1 0 0 0 0,0 0 0 0 0,0 0 0 0 0,-1-1 0 0 0,-3 5 0 0 0,-1 3 155 0 0,-1-1 0 0 0,-1-1 0 0 0,-16 14 1 0 0,-12 8 605 0 0,-61 39 1 0 0,76-54-330 0 0,22-16-488 0 0,0 0 0 0 0,0 0 0 0 0,-1 0 0 0 0,1 1 0 0 0,0-1 1 0 0,0 0-1 0 0,0 0 0 0 0,0 0 0 0 0,0 0 0 0 0,-1 1 0 0 0,1-1 0 0 0,0 0 0 0 0,0 0 0 0 0,0 0 0 0 0,0 0 1 0 0,0 1-1 0 0,0-1 0 0 0,0 0 0 0 0,0 0 0 0 0,0 0 0 0 0,0 1 0 0 0,0-1 0 0 0,0 0 0 0 0,0 0 0 0 0,0 0 1 0 0,0 1-1 0 0,0-1 0 0 0,0 0 0 0 0,0 0 0 0 0,0 0 0 0 0,0 1 0 0 0,0-1 0 0 0,0 0 0 0 0,0 0 0 0 0,0 0 1 0 0,1 1-1 0 0,14 0 106 0 0,171-27-715 0 0,-61-1-2886 0 0,-25 5-2646 0 0,1 3-4075 0 0,-67 14 3195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0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41 2824 0 0,'-106'-23'16007'0'0,"104"22"-15288"0"0,-11-3 2643 0 0,32 1-3088 0 0,1 1 0 0 0,0 0 0 0 0,29 2 1 0 0,-4 0-143 0 0,64 0 32 0 0,13 0-2105 0 0,-43-6-4429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1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50 536 0 0,'-44'-49'20801'0'0,"41"58"-19189"0"0,-6 156 4247 0 0,-33 83-5048 0 0,42-247-810 0 0,-12 72-1007 0 0,11-66 480 0 0,0-1 0 0 0,1 1-1 0 0,0 0 1 0 0,1-1 0 0 0,-1 1 0 0 0,1-1 0 0 0,0 1-1 0 0,5 12 1 0 0,-6-17 190 0 0,1-1 0 0 0,0 1 0 0 0,0 0 0 0 0,0 0 0 0 0,0-1 0 0 0,1 1 0 0 0,-1-1 0 0 0,0 1 0 0 0,1-1 1 0 0,-1 1-1 0 0,1-1 0 0 0,-1 0 0 0 0,1 0 0 0 0,-1 0 0 0 0,1 0 0 0 0,0 0 0 0 0,0 0 0 0 0,2 1 0 0 0,23 2-7243 0 0,-9-6 67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1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208 158 168 0 0,'17'-17'2880'0'0,"-1"-1"1"0"0,0 0-1 0 0,-1-2 1 0 0,18-30-1 0 0,-32 49-2792 0 0,-1 1 0 0 0,1-1 0 0 0,-1 0 0 0 0,1 0 0 0 0,-1 1 0 0 0,0-1 0 0 0,1 0 0 0 0,-1 0 0 0 0,0 1 0 0 0,1-1 0 0 0,-1 0 0 0 0,0 0 0 0 0,0 0 0 0 0,0 0 0 0 0,0 1 0 0 0,0-1 0 0 0,0 0 0 0 0,0 0 0 0 0,0 0 0 0 0,0 0 0 0 0,0 1 0 0 0,0-1 0 0 0,-1 0 0 0 0,1 0 0 0 0,0 0 0 0 0,-1 1 0 0 0,1-1 0 0 0,0 0 0 0 0,-1 0 0 0 0,1 1 0 0 0,-1-1 0 0 0,1 0 0 0 0,-1 1 0 0 0,1-1 0 0 0,-1 0 0 0 0,0 1 0 0 0,1-1 0 0 0,-1 1 0 0 0,-1-1 0 0 0,0 0 39 0 0,0 0 0 0 0,0 1 0 0 0,0-1 0 0 0,0 1 0 0 0,0-1 0 0 0,-1 1 0 0 0,1 0 0 0 0,0 0 0 0 0,0 0 0 0 0,-1 0 0 0 0,1 0 0 0 0,0 1 0 0 0,0-1 0 0 0,-4 2 0 0 0,-15 5 84 0 0,0 1 0 0 0,1 1 0 0 0,0 1 0 0 0,1 1 0 0 0,0 0 0 0 0,0 1 0 0 0,1 2 0 0 0,1-1 0 0 0,0 2 0 0 0,1 0 0 0 0,-26 33 0 0 0,41-46-195 0 0,-1 0 0 0 0,0 1 0 0 0,1-1 0 0 0,0 0 0 0 0,-1 1 0 0 0,1-1 0 0 0,0 1 0 0 0,0-1 0 0 0,1 1 0 0 0,-1-1 0 0 0,0 1 0 0 0,1 0 0 0 0,-1-1 0 0 0,1 1 0 0 0,0 0 0 0 0,0-1 0 0 0,0 1 0 0 0,1 0 0 0 0,-1-1 0 0 0,2 6 0 0 0,-1-5 8 0 0,1 1 0 0 0,0-1 0 0 0,0 0 0 0 0,0 1 0 0 0,0-1 0 0 0,1 0 1 0 0,-1 0-1 0 0,1-1 0 0 0,0 1 0 0 0,0 0 0 0 0,0-1 0 0 0,6 4 0 0 0,7 3 25 0 0,1-1-1 0 0,0 0 0 0 0,0-2 0 0 0,34 9 0 0 0,79 25 121 0 0,-114-34-144 0 0,1 1 0 0 0,-1 1 0 0 0,0 0 0 0 0,-1 2 1 0 0,22 16-1 0 0,-35-24 71 0 0,1 0 0 0 0,-1-1 0 0 0,0 1 0 0 0,0 0 0 0 0,0 1 0 0 0,-1-1 0 0 0,1 0 0 0 0,0 0 0 0 0,-1 1 0 0 0,0-1 0 0 0,1 1 0 0 0,-1-1 0 0 0,0 1 1 0 0,-1 0-1 0 0,1 0 0 0 0,0-1 0 0 0,-1 1 0 0 0,1 0 0 0 0,-1 0 0 0 0,0-1 0 0 0,0 1 0 0 0,0 0 0 0 0,0 0 0 0 0,0 0 0 0 0,-1 0 0 0 0,1-1 0 0 0,-1 1 0 0 0,0 0 0 0 0,0-1 0 0 0,-2 5 0 0 0,0-2 71 0 0,1 0 0 0 0,-1-1-1 0 0,-1 1 1 0 0,1-1-1 0 0,-1 0 1 0 0,1 0-1 0 0,-1 0 1 0 0,0-1-1 0 0,0 1 1 0 0,-1-1 0 0 0,1 0-1 0 0,-1 0 1 0 0,0-1-1 0 0,0 1 1 0 0,-6 2-1 0 0,1-1 9 0 0,0-1 1 0 0,-1 0-1 0 0,1 0 0 0 0,0-1 0 0 0,-1 0 0 0 0,1-1 0 0 0,-1 0 0 0 0,0 0 1 0 0,1-2-1 0 0,-1 1 0 0 0,0-1 0 0 0,1-1 0 0 0,-1 0 0 0 0,1 0 0 0 0,-18-7 1 0 0,27 9-164 0 0,-1-1 1 0 0,0 0-1 0 0,1 0 1 0 0,-1 0-1 0 0,1 1 0 0 0,-1-2 1 0 0,1 1-1 0 0,-1 0 1 0 0,1 0-1 0 0,0 0 1 0 0,0-1-1 0 0,0 1 1 0 0,-1 0-1 0 0,1-1 1 0 0,0 1-1 0 0,1-1 1 0 0,-1 0-1 0 0,0 1 1 0 0,0-1-1 0 0,1 0 1 0 0,-1 1-1 0 0,0-3 0 0 0,1 1-2 0 0,0 0-1 0 0,0 0 0 0 0,0-1 0 0 0,1 1 0 0 0,-1 0 0 0 0,1 0 0 0 0,0 0 0 0 0,0 0 0 0 0,0 0 0 0 0,0 0 0 0 0,3-4 0 0 0,4-7 5 0 0,1 1 1 0 0,0 0 0 0 0,21-21-1 0 0,-29 33-13 0 0,39-38 15 0 0,62-47 0 0 0,-58 51-11 0 0,56-58-1 0 0,-97 91-6 0 0,-1-1 1 0 0,0 1-1 0 0,0 0 0 0 0,0-1 1 0 0,0 0-1 0 0,0 1 0 0 0,-1-1 0 0 0,1 0 1 0 0,-1 0-1 0 0,0 0 0 0 0,0 0 1 0 0,0 0-1 0 0,0 0 0 0 0,-1-1 1 0 0,1 1-1 0 0,-1 0 0 0 0,0 0 0 0 0,0 0 1 0 0,0-1-1 0 0,0 1 0 0 0,0 0 1 0 0,-2-5-1 0 0,1 5-4 0 0,0 0 0 0 0,-1 0 0 0 0,0 0 0 0 0,0 0 1 0 0,1 0-1 0 0,-2 0 0 0 0,1 0 0 0 0,0 1 0 0 0,-1-1 0 0 0,1 1 1 0 0,-1-1-1 0 0,0 1 0 0 0,1 0 0 0 0,-1 0 0 0 0,0 0 0 0 0,-1 1 0 0 0,1-1 1 0 0,0 1-1 0 0,0 0 0 0 0,-5-2 0 0 0,-8-1-104 0 0,0 1 1 0 0,-1 0-1 0 0,1 1 1 0 0,-1 0-1 0 0,1 1 1 0 0,-1 1-1 0 0,-22 3 1 0 0,12 1-2115 0 0,-47 12 1 0 0,41-2-715 0 0,32-13 2544 0 0,-1 0 0 0 0,0 0 0 0 0,1 1 0 0 0,0-1 0 0 0,-1 0 0 0 0,1 0 0 0 0,0 1 0 0 0,-1-1 0 0 0,1 1 0 0 0,0-1-1 0 0,0 1 1 0 0,0-1 0 0 0,0 1 0 0 0,1 0 0 0 0,-2 3 0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2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702 87 1760 0 0,'0'-1'255'0'0,"9"-16"4608"0"0,1 1 1 0 0,1 0-1 0 0,17-20 1740 0 0,-27 36-6472 0 0,0 0 0 0 0,-1 0 0 0 0,1 1 0 0 0,-1-1 1 0 0,1 0-1 0 0,0 1 0 0 0,-1-1 0 0 0,1 0 0 0 0,-1 1 0 0 0,1-1 0 0 0,-1 1 0 0 0,1-1 0 0 0,-1 1 0 0 0,1-1 0 0 0,-1 1 1 0 0,0 0-1 0 0,1-1 0 0 0,-1 1 0 0 0,0-1 0 0 0,0 1 0 0 0,1 1 0 0 0,6 17 1092 0 0,-6-16-969 0 0,5 22 750 0 0,-2 1-1 0 0,0 1 0 0 0,0 42 1 0 0,-1-23-521 0 0,-3 135 42 0 0,-2-82-349 0 0,0-13-2482 0 0,12-111 1414 0 0,-6 14 829 0 0,0 0 0 0 0,-1-1-1 0 0,0 0 1 0 0,-1 1 0 0 0,0-1-1 0 0,-1 0 1 0 0,0-24 0 0 0,-1 35 61 0 0,0 0 1 0 0,-1 1 0 0 0,1-1 0 0 0,0 0 0 0 0,0 0 0 0 0,-1 0-1 0 0,1 0 1 0 0,0 0 0 0 0,-1 1 0 0 0,1-1 0 0 0,-1 0 0 0 0,1 0-1 0 0,-1 0 1 0 0,0 1 0 0 0,1-1 0 0 0,-1 0 0 0 0,0 1-1 0 0,1-1 1 0 0,-1 1 0 0 0,0-1 0 0 0,0 1 0 0 0,1-1 0 0 0,-1 1-1 0 0,0-1 1 0 0,0 1 0 0 0,-1-1 0 0 0,-23 0-3 0 0,19 1 4 0 0,-18 2 42 0 0,0 1 0 0 0,0 1 0 0 0,0 1 0 0 0,1 1 0 0 0,-32 12 0 0 0,15-4 16 0 0,-379 129 0 0 0,298-100-2691 0 0,97-32 144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4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28 1764 0 0,'-12'-6'7236'0'0,"-20"-3"-397"0"0,14 7-5392 0 0,15 2-943 0 0,-1-1-70 0 0,-38-5 924 0 0,40 6-1205 0 0,-18-4 257 0 0,14 5-1441 0 0,20 4-479 0 0,25 4-2080 0 0,10-3-2207 0 0,-31-9-16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5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52 108 0 0,'9'-20'20452'0'0,"0"22"-20256"0"0,0-1 0 0 0,1 1-1 0 0,-1-2 1 0 0,0 1 0 0 0,0-1 0 0 0,0-1 0 0 0,10-1-1 0 0,-12 1-133 0 0,142-8 323 0 0,110-12 945 0 0,-257 21-1259 0 0,14-2 7 0 0,-13 2-74 0 0,18-2-2183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5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67 1752 0 0,'4'-50'12258'0'0,"-2"33"-6444"0"0,-11 50-3662 0 0,-4 17-908 0 0,4-24-914 0 0,2 1-1 0 0,1 1 1 0 0,2-1 0 0 0,0 1 0 0 0,1 37-1 0 0,3-60-312 0 0,0 0 0 0 0,0-1 0 0 0,1 1 1 0 0,0-1-1 0 0,0 1 0 0 0,1-1 0 0 0,-1 1 0 0 0,1-1 0 0 0,0 0 0 0 0,0 1 0 0 0,0-1 0 0 0,0 0 0 0 0,1-1 0 0 0,0 1 0 0 0,-1 0 0 0 0,2-1 0 0 0,-1 1 0 0 0,0-1 0 0 0,1 0 0 0 0,-1 0 0 0 0,1 0 0 0 0,0-1 1 0 0,0 1-1 0 0,0-1 0 0 0,0 0 0 0 0,0 0 0 0 0,1 0 0 0 0,-1-1 0 0 0,1 0 0 0 0,-1 0 0 0 0,1 0 0 0 0,5 1 0 0 0,-6-2-5 0 0,0 0 0 0 0,0 0 0 0 0,-1 0 0 0 0,1-1 0 0 0,0 1 0 0 0,0-1 0 0 0,-1 0-1 0 0,1 0 1 0 0,0 0 0 0 0,-1 0 0 0 0,0-1 0 0 0,1 1 0 0 0,-1-1 0 0 0,6-4 0 0 0,0-1-13 0 0,0 0 0 0 0,0 0-1 0 0,8-11 1 0 0,-2-1 7 0 0,-1 0 1 0 0,-1-1-1 0 0,-1 0 0 0 0,-1-1 0 0 0,-1-1 0 0 0,8-22 1 0 0,3-4 1029 0 0,-16 35-462 0 0,9-14 45 0 0,-13 25-487 0 0,0 4-27 0 0,-1 0-1 0 0,0 0 1 0 0,1 0 0 0 0,-1-1-1 0 0,0 1 1 0 0,0 0-1 0 0,0 0 1 0 0,0 0 0 0 0,0 0-1 0 0,-1-1 1 0 0,1 1 0 0 0,-1 2-1 0 0,0-2 61 0 0,-23 264 1004 0 0,18-161-302 0 0,-37 186-1 0 0,38-259-866 0 0,2-13 0 0 0,-9 35 0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6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93 2904 0 0,'19'-28'4466'0'0,"16"-28"4412"0"0,-35 55-8816 0 0,0 1-1 0 0,1-1 1 0 0,-1 1 0 0 0,0 0-1 0 0,0-1 1 0 0,0 1-1 0 0,0 0 1 0 0,0-1 0 0 0,1 1-1 0 0,-1 0 1 0 0,0-1-1 0 0,0 1 1 0 0,1 0 0 0 0,-1-1-1 0 0,0 1 1 0 0,1 0-1 0 0,-1 0 1 0 0,0-1 0 0 0,0 1-1 0 0,1 0 1 0 0,-1 0-1 0 0,1-1 1 0 0,-1 1 0 0 0,0 0-1 0 0,1 0 1 0 0,-1 0-1 0 0,0 0 1 0 0,1 0 0 0 0,-1 0-1 0 0,1 0 1 0 0,-1 0-1 0 0,0 0 1 0 0,1 0 0 0 0,-1 0-1 0 0,1 0 1 0 0,-1 0-1 0 0,0 0 1 0 0,1 0 0 0 0,-1 0-1 0 0,0 0 1 0 0,1 0-1 0 0,-1 0 1 0 0,1 1 0 0 0,-1-1-1 0 0,0 0 1 0 0,1 0-1 0 0,-1 1 1 0 0,0-1 0 0 0,0 0-1 0 0,1 0 1 0 0,-1 1-1 0 0,0-1 1 0 0,1 0 0 0 0,-1 0-1 0 0,0 1 1 0 0,0-1-1 0 0,0 1 1 0 0,1-1 0 0 0,-1 0-1 0 0,0 1 1 0 0,0-1-1 0 0,0 1 1 0 0,10 23 1457 0 0,-3 15-25 0 0,-3 1 0 0 0,-1-1 1 0 0,-4 64-1 0 0,0-39-588 0 0,-14 282 926 0 0,13-337-1817 0 0,1 22 6 0 0,3-14-76 0 0,2-12-25 0 0,3-14-59 0 0,-3 2 82 0 0,0-1 1 0 0,-1 0 0 0 0,0 0 0 0 0,0 0-1 0 0,0 0 1 0 0,-1-1 0 0 0,-1 1 0 0 0,1 0-1 0 0,-1-18 1 0 0,-1 25 51 0 0,0 0-1 0 0,-1 0 1 0 0,1 0-1 0 0,0 0 1 0 0,-1 0 0 0 0,1 0-1 0 0,-1 0 1 0 0,0 0-1 0 0,1 0 1 0 0,-1 0-1 0 0,0 0 1 0 0,0 0 0 0 0,1 0-1 0 0,-1 0 1 0 0,0 1-1 0 0,0-1 1 0 0,0 0-1 0 0,0 1 1 0 0,0-1 0 0 0,0 1-1 0 0,0-1 1 0 0,0 1-1 0 0,0-1 1 0 0,0 1-1 0 0,0 0 1 0 0,0-1 0 0 0,-1 1-1 0 0,1 0 1 0 0,-1 0-1 0 0,-16 2-1 0 0,0 1 0 0 0,1 0-1 0 0,-1 2 1 0 0,1 0 0 0 0,-17 7 0 0 0,-87 44-23 0 0,75-34 32 0 0,-158 95-1285 0 0,119-62-5618 0 0,30-19-2931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17 2200 0 0,'-28'1'5401'0'0,"-42"-3"1"0"0,5-1 364 0 0,143-7-5199 0 0,238 7-219 0 0,-184 11-5689 0 0,-119-5 2738 0 0,-2 0-2186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7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43 2012 0 0,'-1'-2'2332'0'0,"-8"-38"8255"0"0,8 54-8509 0 0,-3 21-687 0 0,1-1 0 0 0,3 64 0 0 0,1-40-954 0 0,-1-44-375 0 0,1-1-1 0 0,0 1 0 0 0,1 0 1 0 0,0-1-1 0 0,1 1 1 0 0,1-1-1 0 0,0 0 0 0 0,1 0 1 0 0,10 21-1 0 0,-12-30-56 0 0,0 1 1 0 0,0 0-1 0 0,0-1 0 0 0,1 1 0 0 0,0-1 0 0 0,0 0 1 0 0,0 0-1 0 0,0 0 0 0 0,0-1 0 0 0,1 0 0 0 0,-1 0 1 0 0,1 0-1 0 0,0 0 0 0 0,0 0 0 0 0,0-1 0 0 0,0 0 0 0 0,1 0 1 0 0,-1-1-1 0 0,0 0 0 0 0,1 1 0 0 0,-1-2 0 0 0,1 1 1 0 0,0-1-1 0 0,-1 0 0 0 0,1 0 0 0 0,7-1 0 0 0,-6 0-8 0 0,0-1-1 0 0,0 0 1 0 0,0 0 0 0 0,0-1-1 0 0,-1 0 1 0 0,1 0-1 0 0,-1 0 1 0 0,1-1-1 0 0,-1 0 1 0 0,0 0-1 0 0,-1 0 1 0 0,1-1-1 0 0,-1 0 1 0 0,0 0-1 0 0,0-1 1 0 0,0 1-1 0 0,-1-1 1 0 0,4-7-1 0 0,7-12 83 0 0,-1-1-1 0 0,-1-1 0 0 0,10-29 0 0 0,-15 37 97 0 0,1-1 105 0 0,-9 20-262 0 0,0 0 1 0 0,0 0-1 0 0,0-1 0 0 0,1 1 0 0 0,-1 0 0 0 0,0 0 0 0 0,0 0 1 0 0,0-1-1 0 0,1 1 0 0 0,-1 0 0 0 0,0 0 0 0 0,0 0 0 0 0,0-1 0 0 0,1 1 1 0 0,-1 0-1 0 0,0 0 0 0 0,0 0 0 0 0,1 0 0 0 0,-1 0 0 0 0,0 0 1 0 0,1 0-1 0 0,-1 0 0 0 0,0 0 0 0 0,0-1 0 0 0,1 1 0 0 0,-1 0 1 0 0,0 0-1 0 0,1 0 0 0 0,-1 1 0 0 0,0-1 0 0 0,0 0 0 0 0,1 0 1 0 0,-1 0-1 0 0,0 0 0 0 0,0 0 0 0 0,1 0 0 0 0,-1 0 0 0 0,0 0 1 0 0,0 1-1 0 0,1-1 0 0 0,-1 0 0 0 0,0 0 0 0 0,1 2 79 0 0,0 0 1 0 0,-1 0-1 0 0,0 0 0 0 0,1 0 0 0 0,-1 1 0 0 0,0-1 1 0 0,0 0-1 0 0,0 0 0 0 0,0 0 0 0 0,-1 0 1 0 0,1 0-1 0 0,0 0 0 0 0,-2 3 0 0 0,2-3 80 0 0,-40 197 3480 0 0,-36 95-2521 0 0,70-277-1210 0 0,1 1-908 0 0,-7 30 1 0 0,11-44 546 0 0,1-1 0 0 0,-1 1 0 0 0,1-1 0 0 0,0 1 0 0 0,0-1 0 0 0,0 1 0 0 0,1-1 0 0 0,-1 1 0 0 0,1-1-1 0 0,0 1 1 0 0,0-1 0 0 0,0 0 0 0 0,0 1 0 0 0,0-1 0 0 0,3 4 0 0 0,-3-5-179 0 0,1 0-1 0 0,-1-1 0 0 0,1 1 1 0 0,-1-1-1 0 0,1 0 0 0 0,0 0 1 0 0,-1 1-1 0 0,1-1 0 0 0,0 0 1 0 0,0 0-1 0 0,0 0 0 0 0,0-1 1 0 0,0 1-1 0 0,0 0 1 0 0,0-1-1 0 0,0 0 0 0 0,3 1 1 0 0,13 0-7108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8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535 136 1452 0 0,'4'-12'1784'0'0,"49"-112"16327"0"0,-52 130-17578 0 0,1 0 0 0 0,-1-1 0 0 0,-1 1 0 0 0,1 0 0 0 0,-1 0 0 0 0,0 0-1 0 0,0-1 1 0 0,-2 13 0 0 0,0 1 213 0 0,-13 191 3229 0 0,1-35-2863 0 0,9-100-831 0 0,-2 75-2723 0 0,10-153 1584 0 0,-2 3 835 0 0,-1 0 0 0 0,0 0 0 0 0,0 0 0 0 0,1 0 0 0 0,-1 0 0 0 0,0 0 0 0 0,0 0 0 0 0,0 0 0 0 0,1 0 0 0 0,-1 0 0 0 0,0 0 0 0 0,0 0 0 0 0,1 0 0 0 0,-1-1 0 0 0,0 1 0 0 0,0 0 0 0 0,0 0 0 0 0,0 0 0 0 0,1 0 0 0 0,-1 0 0 0 0,0-1 0 0 0,0 1 0 0 0,0 0 1 0 0,0 0-1 0 0,0 0 0 0 0,1-1 0 0 0,-1 1 0 0 0,0 0 0 0 0,0 0 0 0 0,0-1 0 0 0,0 1 0 0 0,0 0 0 0 0,0 0 0 0 0,0 0 0 0 0,0-1 0 0 0,0 1 0 0 0,0 0 0 0 0,1-9-339 0 0,2-20-526 0 0,-1-35 0 0 0,-2 56 851 0 0,-1 0 0 0 0,1 0 1 0 0,-2 1-1 0 0,1-1 0 0 0,-1 0 0 0 0,0 1 0 0 0,0-1 0 0 0,-1 1 1 0 0,-7-13-1 0 0,8 17 38 0 0,1 1 0 0 0,-1-1 0 0 0,0 1 0 0 0,0 0 0 0 0,0 0 0 0 0,-1 0 0 0 0,1 0 0 0 0,0 0 1 0 0,-1 0-1 0 0,1 0 0 0 0,-1 1 0 0 0,0 0 0 0 0,0-1 0 0 0,1 1 0 0 0,-5-1 0 0 0,2 1 24 0 0,0 0-1 0 0,0 0 0 0 0,-1 1 1 0 0,1 0-1 0 0,0 0 0 0 0,-1 0 1 0 0,1 0-1 0 0,-6 2 0 0 0,-8 3 76 0 0,0 0 0 0 0,1 1 0 0 0,-30 15 0 0 0,41-18-100 0 0,-57 26-147 0 0,2 4-1 0 0,1 2 0 0 0,-62 47 0 0 0,119-79-168 0 0,-16 14-1798 0 0,19-16 1493 0 0,0 0 414 0 0,1-1 0 0 0,0 1 0 0 0,-1 0 0 0 0,1-1 0 0 0,0 1 0 0 0,0-1 0 0 0,-1 1 0 0 0,1 0 0 0 0,0-1 0 0 0,0 1 0 0 0,0-1 0 0 0,0 1 0 0 0,0 0 0 0 0,0-1 0 0 0,0 1 0 0 0,0 0 0 0 0,0-1 0 0 0,0 1 0 0 0,0 0 0 0 0,0-1 0 0 0,0 1 0 0 0,0 0 0 0 0,0-1 0 0 0,1 1 0 0 0,-1-1 0 0 0,0 1 0 0 0,1 0 0 0 0,-1 0 0 0 0,15-1-6233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8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0 192 1796 0 0,'6'-14'2428'0'0,"1"-6"297"0"0,1 0-1 0 0,1 1 0 0 0,1 0 1 0 0,16-22-1 0 0,-23 36-2551 0 0,1 0 0 0 0,0 1 0 0 0,0-1 0 0 0,1 1 0 0 0,-1 0 0 0 0,1 1 0 0 0,0-1 0 0 0,0 1 0 0 0,0 0 0 0 0,0 0 0 0 0,0 0 1 0 0,1 1-1 0 0,-1 0 0 0 0,1 0 0 0 0,0 0 0 0 0,0 1 0 0 0,-1 0 0 0 0,1 0 0 0 0,0 0 0 0 0,7 1 0 0 0,-3 0-130 0 0,0 1 1 0 0,0 0-1 0 0,0 0 1 0 0,0 1-1 0 0,0 1 1 0 0,-1-1-1 0 0,1 2 1 0 0,-1-1-1 0 0,0 1 1 0 0,15 9-1 0 0,-20-11-2 0 0,-1 0 0 0 0,0 0 0 0 0,-1 0 1 0 0,1 1-1 0 0,0-1 0 0 0,-1 1 0 0 0,1 0 0 0 0,-1 0 0 0 0,0-1 0 0 0,0 2 0 0 0,0-1 1 0 0,0 0-1 0 0,0 0 0 0 0,-1 0 0 0 0,1 1 0 0 0,-1-1 0 0 0,0 1 0 0 0,0-1 1 0 0,0 1-1 0 0,-1 0 0 0 0,1-1 0 0 0,-1 1 0 0 0,0-1 0 0 0,0 1 0 0 0,0 0 1 0 0,-1-1-1 0 0,1 1 0 0 0,-1 0 0 0 0,0-1 0 0 0,0 1 0 0 0,0-1 0 0 0,-2 5 0 0 0,-2 2 171 0 0,0 0-1 0 0,0-1 0 0 0,-1 1 0 0 0,0-1 0 0 0,-1 0 0 0 0,0-1 0 0 0,-8 8 1 0 0,-63 52 1045 0 0,27-25-510 0 0,42-36-600 0 0,-5 6 1 0 0,13-13-146 0 0,1 1 0 0 0,0-1-1 0 0,0 0 1 0 0,0 0 0 0 0,0 1-1 0 0,0-1 1 0 0,0 0-1 0 0,0 1 1 0 0,0-1 0 0 0,0 0-1 0 0,0 1 1 0 0,0-1 0 0 0,0 0-1 0 0,0 1 1 0 0,0-1 0 0 0,0 0-1 0 0,1 1 1 0 0,-1-1 0 0 0,0 0-1 0 0,0 0 1 0 0,0 1-1 0 0,0-1 1 0 0,0 0 0 0 0,1 0-1 0 0,-1 1 1 0 0,0-1 0 0 0,0 0-1 0 0,1 0 1 0 0,-1 1 0 0 0,0-1-1 0 0,0 0 1 0 0,1 0 0 0 0,-1 0-1 0 0,0 0 1 0 0,0 1-1 0 0,1-1 1 0 0,-1 0 0 0 0,0 0-1 0 0,1 0 1 0 0,-1 0 0 0 0,0 0-1 0 0,1 0 1 0 0,-1 0 0 0 0,0 0-1 0 0,1 0 1 0 0,-1 0 0 0 0,1 0-1 0 0,9 2-143 0 0,0-1 0 0 0,0 0 0 0 0,0-1 0 0 0,0 0 0 0 0,1-1 0 0 0,-1 0 0 0 0,0 0 0 0 0,10-3 0 0 0,20-2-901 0 0,32-2-1088 0 0,102-9-3308 0 0,-59 7-1916 0 0,-49 7-378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9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87 1680 0 0,'0'0'2164'0'0,"-13"-8"2899"0"0,1 0-2169 0 0,-11-6 5680 0 0,23 14-8558 0 0,0 0 0 0 0,0 0 0 0 0,0 0 0 0 0,0 0-1 0 0,0 0 1 0 0,-1 0 0 0 0,1 0 0 0 0,0 0 0 0 0,0 0 0 0 0,0 0 0 0 0,0 0-1 0 0,0 0 1 0 0,0-1 0 0 0,-1 1 0 0 0,1 0 0 0 0,0 0 0 0 0,0 0 0 0 0,0 0-1 0 0,0 0 1 0 0,0 0 0 0 0,0-1 0 0 0,0 1 0 0 0,0 0 0 0 0,0 0-1 0 0,0 0 1 0 0,0 0 0 0 0,0-1 0 0 0,0 1 0 0 0,0 0 0 0 0,0 0 0 0 0,0 0-1 0 0,0 0 1 0 0,0 0 0 0 0,0-1 0 0 0,0 1 0 0 0,0 0 0 0 0,0 0 0 0 0,0 0-1 0 0,0 0 1 0 0,0 0 0 0 0,0-1 0 0 0,0 1 0 0 0,0 0 0 0 0,0 0-1 0 0,8-7 378 0 0,11-1-111 0 0,66-4 118 0 0,87-2-1 0 0,88 11-1477 0 0,-215 3 390 0 0,-17-4-810 0 0,-11 2-1069 0 0,1 1-3687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29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55 716 0 0,'-6'-9'3735'0'0,"-7"-8"3735"0"0,-6-3-2838 0 0,15 16-3641 0 0,4 4-919 0 0,0 0 1 0 0,0-1 0 0 0,0 1-1 0 0,0 0 1 0 0,0 0-1 0 0,0 0 1 0 0,0-1-1 0 0,-1 1 1 0 0,1 0 0 0 0,0 0-1 0 0,0 0 1 0 0,0-1-1 0 0,0 1 1 0 0,-1 0-1 0 0,1 0 1 0 0,0 0 0 0 0,0 0-1 0 0,0 0 1 0 0,0-1-1 0 0,-1 1 1 0 0,1 0 0 0 0,0 0-1 0 0,0 0 1 0 0,-1 0-1 0 0,1 0 1 0 0,0 0-1 0 0,0 0 1 0 0,0 0 0 0 0,-1 0-1 0 0,1 0 1 0 0,0 0-1 0 0,0 0 1 0 0,-1 0-1 0 0,1 0 1 0 0,0 0 0 0 0,-1 0-1 0 0,0 1 58 0 0,-1 0-1 0 0,1 0 1 0 0,0 0-1 0 0,-1 1 1 0 0,1-1-1 0 0,0 0 1 0 0,0 1-1 0 0,0-1 1 0 0,0 1-1 0 0,0-1 1 0 0,0 1-1 0 0,0 0 1 0 0,1-1-1 0 0,-1 1 1 0 0,0 0-1 0 0,0 3 1 0 0,-10 41 786 0 0,7-27-565 0 0,-3 5-204 0 0,-39 169 1307 0 0,35-140-2313 0 0,-5 90-1 0 0,16-134 129 0 0,0 1-1 0 0,1-1 0 0 0,0 0 1 0 0,4 16-1 0 0,-5-21-314 0 0,2-1 1 0 0,-1 1-1 0 0,0 0 0 0 0,1-1 1 0 0,-1 0-1 0 0,1 1 0 0 0,0-1 1 0 0,4 5-1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0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1 127 660 0 0,'80'-122'17525'0'0,"-80"121"-17460"0"0,0 1-1 0 0,0 0 1 0 0,0 0-1 0 0,0 0 1 0 0,1-3 968 0 0,0 3-968 0 0,-1 0-1 0 0,0 0 1 0 0,0 0 0 0 0,0 0-1 0 0,0 0 1 0 0,1 0-1 0 0,-1 0 1 0 0,0 0 0 0 0,0 0-1 0 0,0 0 1 0 0,1 0-1 0 0,-1 0 1 0 0,0 0 0 0 0,0 0-1 0 0,0 0 1 0 0,0 0-1 0 0,1 0 1 0 0,-1 0-1 0 0,0 0 1 0 0,0 0 0 0 0,0 0-1 0 0,0 0 1 0 0,1 0-1 0 0,-1 0 1 0 0,0 0 0 0 0,0 0-1 0 0,1 12 1241 0 0,-4 15-520 0 0,3-26-702 0 0,-14 66 1377 0 0,5-25-919 0 0,-6 56 0 0 0,14-86-502 0 0,1 1 0 0 0,0-1 0 0 0,1 0-1 0 0,0 0 1 0 0,0 0 0 0 0,2 0 0 0 0,-1 0 0 0 0,2 0 0 0 0,5 14-1 0 0,-8-22-25 0 0,1 0 1 0 0,0 0-1 0 0,1-1 0 0 0,-1 1 0 0 0,1-1 0 0 0,-1 1 0 0 0,1-1 0 0 0,0 0 0 0 0,0 0 0 0 0,0 0 0 0 0,1 0 0 0 0,-1-1 0 0 0,1 1 0 0 0,0-1 0 0 0,-1 0 0 0 0,1 0 0 0 0,0-1 0 0 0,0 1 0 0 0,0-1 0 0 0,0 1 1 0 0,1-1-1 0 0,-1-1 0 0 0,8 2 0 0 0,-6-2-35 0 0,-1 0 1 0 0,0-1 0 0 0,0 1 0 0 0,1-1-1 0 0,-1 0 1 0 0,0 0 0 0 0,0-1-1 0 0,0 1 1 0 0,0-1 0 0 0,0 0-1 0 0,-1-1 1 0 0,1 1 0 0 0,-1-1 0 0 0,1 0-1 0 0,-1 0 1 0 0,0 0 0 0 0,0-1-1 0 0,0 1 1 0 0,3-6 0 0 0,3-3-32 0 0,-1-2 0 0 0,0 1 1 0 0,-1-1-1 0 0,0-1 0 0 0,5-15 1 0 0,23-79 71 0 0,-32 98 50 0 0,0-5-4 0 0,0 4 352 0 0,-6 26 341 0 0,-21 109 2832 0 0,-19 112-1721 0 0,37-212-1809 0 0,-8 61-1190 0 0,12-73-198 0 0,1 0-1 0 0,1 21 1 0 0,0-29 840 0 0,-1 0 0 0 0,1 0 0 0 0,-1 0 0 0 0,1 0 0 0 0,0 0 0 0 0,1-1 0 0 0,-1 1 0 0 0,0 0 0 0 0,1 0 0 0 0,2 3 0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 81 1524 0 0,'51'-80'20341'0'0,"-51"80"-20263"0"0,1 0-1 0 0,-1 0 0 0 0,1 0 0 0 0,-1 0 1 0 0,0 1-1 0 0,1-1 0 0 0,-1 0 1 0 0,0 0-1 0 0,0 1 0 0 0,1-1 0 0 0,-1 0 1 0 0,0 1-1 0 0,0-1 0 0 0,1 0 0 0 0,-1 1 1 0 0,0-1-1 0 0,0 0 0 0 0,0 1 1 0 0,1-1-1 0 0,-1 0 0 0 0,0 1 0 0 0,0-1 1 0 0,0 1-1 0 0,0-1 0 0 0,0 0 1 0 0,0 1-1 0 0,0-1 0 0 0,0 1 0 0 0,0-1 1 0 0,0 0-1 0 0,0 1 0 0 0,0-1 0 0 0,0 1 1 0 0,0-1-1 0 0,-2 15 849 0 0,1-15-910 0 0,-38 223 4518 0 0,17-91-4052 0 0,11-73-464 0 0,0-2-1370 0 0,2-2-3532 0 0,41-104-2734 0 0,2-65 9282 0 0,-33 113-1600 0 0,-1 0-1 0 0,1 0 0 0 0,-1 0 0 0 0,1 0 1 0 0,-1 0-1 0 0,0 0 0 0 0,1 0 0 0 0,-1-1 1 0 0,0 1-1 0 0,0 0 0 0 0,0 0 0 0 0,0 0 1 0 0,0-1-1 0 0,0 1 0 0 0,0 0 0 0 0,0 0 1 0 0,0 0-1 0 0,-1 0 0 0 0,1 0 1 0 0,0-1-1 0 0,-1 1 0 0 0,1 0 0 0 0,-1 0 1 0 0,1 0-1 0 0,-1 0 0 0 0,0 0 0 0 0,1 0 1 0 0,-1 0-1 0 0,0 0 0 0 0,0 1 0 0 0,0-1 1 0 0,0 0-1 0 0,0 0 0 0 0,-1 0 0 0 0,0 0 34 0 0,0 0 0 0 0,0 0 0 0 0,-1 0 0 0 0,1 0 0 0 0,-1 1 0 0 0,1-1 0 0 0,0 1 0 0 0,-1 0 0 0 0,1 0 0 0 0,-1 0 0 0 0,1 0 0 0 0,-1 0 0 0 0,1 0 0 0 0,-3 1 0 0 0,-23 6 443 0 0,1 2 0 0 0,0 0 0 0 0,-25 14 1 0 0,-77 45 55 0 0,79-40-416 0 0,-79 47-229 0 0,29-16-2098 0 0,-2-6-4589 0 0,75-42 1384 0 0,-2-1-2922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1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34 2132 0 0,'-89'-6'14702'0'0,"83"4"-13584"0"0,0 0 1074 0 0,15-2-1174 0 0,22-2-864 0 0,0 2-1 0 0,0 1 1 0 0,54 1-1 0 0,-36 2-84 0 0,5-2-161 0 0,77 0-1216 0 0,-45 4-4738 0 0,-73-1 1301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2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239 148 1436 0 0,'-3'0'1677'0'0,"-63"4"6036"0"0,-34-6-459 0 0,97 2-6706 0 0,0 0-15 0 0,-11 0-26 0 0,11 0-32 0 0,-32 0 3216 0 0,24-1-646 0 0,74-15-2887 0 0,92-11 0 0 0,73 5-62 0 0,-162 16-92 0 0,1016-46-43 0 0,2 51-13 0 0,462-13 9 0 0,-1482 12-460 0 0,64-5-1625 0 0,-112 6-1024 0 0,-58 9-10201 0 0,20-5 7732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1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2 804 0 0,'-50'-1'7476'0'0,"47"1"-6394"0"0,0 0-154 0 0,-32 1 4606 0 0,32-1-5024 0 0,-9 0 1430 0 0,15 1-1836 0 0,147 10-572 0 0,-44-5-1851 0 0,29 7-4191 0 0,-60-9-167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3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15 1856 0 0,'-7'-14'16060'0'0,"14"24"-20209"0"0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49 2604 0 0,'0'-12'9096'0'0,"-8"-24"4675"0"0,4 61-12843 0 0,-30 191 805 0 0,-21 102-1268 0 0,47-267-13 0 0,7-50-474 0 0,-8-9-2049 0 0,5 3 1078 0 0,-5-8-4822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6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57 124 0 0,'15'-16'6966'0'0,"20"-25"2461"0"0,-35 41-9342 0 0,1 1 1 0 0,0-1-1 0 0,-1 1 1 0 0,1-1-1 0 0,-1 1 0 0 0,1 0 1 0 0,-1-1-1 0 0,1 1 1 0 0,-1-1-1 0 0,1 1 1 0 0,-1 0-1 0 0,1 0 0 0 0,-1-1 1 0 0,0 1-1 0 0,1 1 1 0 0,-7 32 944 0 0,-1-1 1 0 0,-19 50-1 0 0,0 1-548 0 0,-4 24-134 0 0,29-107-345 0 0,1 0-1 0 0,0-1 1 0 0,0 1 0 0 0,0 0 0 0 0,0 0 0 0 0,0 0 0 0 0,0-1 0 0 0,0 1-1 0 0,0 0 1 0 0,0 0 0 0 0,1-1 0 0 0,-1 1 0 0 0,0 0 0 0 0,0 0 0 0 0,1-1-1 0 0,-1 1 1 0 0,0 0 0 0 0,1 0 0 0 0,-1-1 0 0 0,1 1 0 0 0,-1-1 0 0 0,1 1 0 0 0,-1 0-1 0 0,1-1 1 0 0,0 1 0 0 0,-1-1 0 0 0,1 1 0 0 0,-1-1 0 0 0,1 0 0 0 0,0 1-1 0 0,0-1 1 0 0,-1 0 0 0 0,1 1 0 0 0,0-1 0 0 0,-1 0 0 0 0,1 0 0 0 0,0 1-1 0 0,0-1 1 0 0,0 0 0 0 0,-1 0 0 0 0,1 0 0 0 0,0 0 0 0 0,1 0 0 0 0,36-3 5 0 0,-23-1-19 0 0,-1 1 0 0 0,1-2 1 0 0,-1 0-1 0 0,0-1 1 0 0,-1 0-1 0 0,0-1 0 0 0,0 0 1 0 0,0-2-1 0 0,-1 1 1 0 0,0-1-1 0 0,17-17 0 0 0,-16 13 134 0 0,-1-1-1 0 0,0-1 0 0 0,-1 0 0 0 0,0 0 0 0 0,-2-1 1 0 0,1 0-1 0 0,-2-1 0 0 0,11-31 0 0 0,-18 45 69 0 0,-1 1 0 0 0,1-1 0 0 0,0 0 0 0 0,0 1 0 0 0,1-1 0 0 0,-1 1 0 0 0,0-1 0 0 0,4-4-1 0 0,-5 9-92 0 0,1-1 0 0 0,-1 0-1 0 0,1 0 1 0 0,-1 0 0 0 0,0 0-1 0 0,0 0 1 0 0,1 1-1 0 0,-1-1 1 0 0,0 0 0 0 0,0 0-1 0 0,0 0 1 0 0,0 1 0 0 0,0-1-1 0 0,-1 0 1 0 0,1 0 0 0 0,0 0-1 0 0,0 1 1 0 0,-1 0-1 0 0,-6 45 605 0 0,-32 301 691 0 0,31-272-1317 0 0,-2 28-1408 0 0,10-90-276 0 0,0 1 1 0 0,5 23 0 0 0,-5-35 1058 0 0,1 0 0 0 0,0 0 0 0 0,0 0 0 0 0,0 0 0 0 0,0 0 1 0 0,0 0-1 0 0,2 3 0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7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634 155 140 0 0,'19'-52'5435'0'0,"24"-51"5692"0"0,-43 103-11031 0 0,1 1-1 0 0,0-1 0 0 0,-1 0 1 0 0,1 1-1 0 0,0-1 0 0 0,-1 1 1 0 0,1-1-1 0 0,0 1 1 0 0,-1-1-1 0 0,1 1 0 0 0,-1-1 1 0 0,1 1-1 0 0,-1-1 1 0 0,1 1-1 0 0,-1 0 0 0 0,1 1 1 0 0,2 67 1483 0 0,-11 130 1 0 0,1-70-1214 0 0,3 81-98 0 0,5-221-300 0 0,-2 1-1 0 0,0 0 0 0 0,0 0 1 0 0,0-1-1 0 0,-1 1 0 0 0,-5-13 1 0 0,6 20 23 0 0,-1 0 0 0 0,1 0 1 0 0,0 0-1 0 0,-1 0 1 0 0,0 0-1 0 0,1 1 0 0 0,-1-1 1 0 0,-1 0-1 0 0,1 1 1 0 0,0 0-1 0 0,0 0 0 0 0,-1-1 1 0 0,1 1-1 0 0,-1 1 0 0 0,0-1 1 0 0,0 0-1 0 0,1 1 1 0 0,-1-1-1 0 0,0 1 0 0 0,0 0 1 0 0,0 0-1 0 0,-1 0 1 0 0,1 0-1 0 0,-5 0 0 0 0,-9 0 2 0 0,0 1 0 0 0,0 1 0 0 0,0 0 0 0 0,-1 1-1 0 0,2 1 1 0 0,-1 0 0 0 0,-25 10 0 0 0,-113 50-6 0 0,130-51 11 0 0,21-11-44 0 0,-135 67 277 0 0,121-57-876 0 0,-1 1-1 0 0,2 0 0 0 0,-1 1 1 0 0,2 1-1 0 0,-18 17 0 0 0,27-21-713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7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40 1148 0 0,'-2'-1'2528'0'0,"-51"-25"15070"0"0,56 25-17170 0 0,6-2-262 0 0,0 1 1 0 0,0 1-1 0 0,0-1 1 0 0,0 2-1 0 0,1-1 1 0 0,-1 1-1 0 0,0 1 1 0 0,10 1-1 0 0,17-1 68 0 0,156-1 375 0 0,-190 0-590 0 0,1 0-17 0 0,41-2-2589 0 0,-28 0-1457 0 0,3-1-3631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8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69 2848 0 0,'14'-69'15988'0'0,"-19"89"-14857"0"0,-8 17-367 0 0,2 1 1 0 0,2 0-1 0 0,2 0 0 0 0,-6 78 0 0 0,13-109-728 0 0,1 0 0 0 0,-1-1 1 0 0,1 1-1 0 0,0 0 0 0 0,1 0 0 0 0,0-1 0 0 0,0 1 0 0 0,0-1 1 0 0,6 12-1 0 0,-6-16-25 0 0,0 1 0 0 0,-1 0 0 0 0,1-1 0 0 0,0 1 0 0 0,1-1 1 0 0,-1 0-1 0 0,0 0 0 0 0,1 0 0 0 0,-1 0 0 0 0,1 0 0 0 0,-1 0 0 0 0,1 0 1 0 0,0-1-1 0 0,0 0 0 0 0,0 1 0 0 0,0-1 0 0 0,0 0 0 0 0,0-1 0 0 0,0 1 1 0 0,0 0-1 0 0,0-1 0 0 0,1 0 0 0 0,-1 1 0 0 0,5-2 0 0 0,3 0-21 0 0,-1-1 0 0 0,0 0 0 0 0,1-1 0 0 0,-1 0 0 0 0,0-1 0 0 0,-1 0 0 0 0,1 0 0 0 0,-1-1 0 0 0,0 0 0 0 0,0-1 0 0 0,0 0 0 0 0,14-13 0 0 0,8-10 600 0 0,51-62-1 0 0,-58 62 680 0 0,-3 9-281 0 0,-21 20-977 0 0,0 0 0 0 0,0 0 0 0 0,1 0 1 0 0,-1 0-1 0 0,0-1 0 0 0,0 1 0 0 0,0 0 1 0 0,1 0-1 0 0,-1 0 0 0 0,0 0 0 0 0,0 0 0 0 0,1 0 1 0 0,-1 0-1 0 0,0 0 0 0 0,0 0 0 0 0,0 0 1 0 0,1 0-1 0 0,-1 0 0 0 0,0 0 0 0 0,0 0 0 0 0,1 0 1 0 0,-1 0-1 0 0,0 0 0 0 0,0 0 0 0 0,1 0 1 0 0,-1 0-1 0 0,0 0 0 0 0,0 0 0 0 0,1 0 1 0 0,-1 1-1 0 0,0-1 0 0 0,0 0 0 0 0,1 0 0 0 0,-1 16 397 0 0,-15 66 1448 0 0,-35 103 0 0 0,28-108-1324 0 0,1-10-1307 0 0,-15 63-3063 0 0,32-111 3193 0 0,1 1 0 0 0,0-1 1 0 0,2 1-1 0 0,0 32 0 0 0,4-36-2200 0 0,2-7-242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9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49 1932 0 0,'0'0'1978'0'0,"-21"-24"7109"0"0,14 15-6292 0 0,1-2 388 0 0,6 11-3161 0 0,0-1-1 0 0,0 1 0 0 0,0 0 0 0 0,1-1 1 0 0,-1 1-1 0 0,0 0 0 0 0,0 0 0 0 0,0-1 0 0 0,1 1 1 0 0,-1 0-1 0 0,0 0 0 0 0,0 0 0 0 0,1-1 1 0 0,-1 1-1 0 0,0 0 0 0 0,1 0 0 0 0,-1 0 0 0 0,0 0 1 0 0,0 0-1 0 0,1 0 0 0 0,-1-1 0 0 0,0 1 1 0 0,1 0-1 0 0,-1 0 0 0 0,0 0 0 0 0,1 0 0 0 0,-1 0 1 0 0,0 0-1 0 0,1 0 0 0 0,-1 0 0 0 0,0 0 1 0 0,1 1-1 0 0,-1-1 0 0 0,0 0 0 0 0,0 0 0 0 0,1 0 1 0 0,-1 0-1 0 0,21 3 72 0 0,37 8-1 0 0,-5 0-30 0 0,33 1-257 0 0,0-3 1 0 0,124-4-1 0 0,-198-6-380 0 0,0 0 1 0 0,-1 0-1 0 0,15-5 0 0 0,2-6-2750 0 0,-25 11 2583 0 0,-1 0 1 0 0,0-1-1 0 0,0 0 0 0 0,0 1 1 0 0,0-1-1 0 0,0 0 0 0 0,-1 0 1 0 0,4-5-1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39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14 2212 0 0,'-3'-2'1964'0'0,"-1"1"-1112"0"0,1-1-1 0 0,-1 0 1 0 0,1 1-1 0 0,-1 0 0 0 0,0 0 1 0 0,0 0-1 0 0,0 0 1 0 0,0 1-1 0 0,-5-1 1 0 0,8 1-721 0 0,-1 1 1 0 0,1-1-1 0 0,0 1 1 0 0,0-1 0 0 0,-1 1-1 0 0,1 0 1 0 0,0-1-1 0 0,0 1 1 0 0,0 0 0 0 0,0 0-1 0 0,0 0 1 0 0,0 0-1 0 0,0 0 1 0 0,0 0 0 0 0,0 0-1 0 0,0 0 1 0 0,1 0-1 0 0,-1 0 1 0 0,0 0 0 0 0,1 1-1 0 0,-1-1 1 0 0,1 0-1 0 0,-1 0 1 0 0,1 1 0 0 0,0-1-1 0 0,0 0 1 0 0,-1 1-1 0 0,1-1 1 0 0,0 0 0 0 0,0 3-1 0 0,-23 215 4445 0 0,10-94-4109 0 0,8-76-443 0 0,-1-6-731 0 0,2 1-1 0 0,3 48 1 0 0,1-87 139 0 0,1 0-1 0 0,0 0 1 0 0,0-1 0 0 0,0 1-1 0 0,0 0 1 0 0,4 7 0 0 0,-5-11-19 0 0,1 1 0 0 0,0-1 0 0 0,0 1 0 0 0,0-1 1 0 0,0 1-1 0 0,0-1 0 0 0,10 8-2934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40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2056 0 0,'54'-148'12920'0'0,"-47"133"-11827"0"0,0 12-192 0 0,-6 4-843 0 0,0 1 0 0 0,0-1-1 0 0,1 0 1 0 0,-1 1 0 0 0,-1-1 0 0 0,1 1-1 0 0,0-1 1 0 0,0 1 0 0 0,0-1-1 0 0,-1 1 1 0 0,1 0 0 0 0,-1-1 0 0 0,1 4-1 0 0,10 36 755 0 0,8 68 0 0 0,-6-26-464 0 0,-9-64-277 0 0,0-1 1 0 0,1 1 0 0 0,1-1-1 0 0,9 19 1 0 0,-13-32-52 0 0,1 0 1 0 0,-1 0 0 0 0,1 0-1 0 0,1 0 1 0 0,-1-1-1 0 0,1 1 1 0 0,-1-1-1 0 0,1 0 1 0 0,0 0-1 0 0,1 0 1 0 0,-1-1 0 0 0,1 1-1 0 0,0-1 1 0 0,0 0-1 0 0,0 0 1 0 0,0-1-1 0 0,8 4 1 0 0,-8-5-14 0 0,0-1-1 0 0,-1 1 1 0 0,1-1 0 0 0,0 0-1 0 0,0 0 1 0 0,-1 0-1 0 0,1 0 1 0 0,0-1 0 0 0,-1 0-1 0 0,1 0 1 0 0,-1 0 0 0 0,1-1-1 0 0,-1 1 1 0 0,1-1 0 0 0,-1 0-1 0 0,0-1 1 0 0,0 1 0 0 0,0-1-1 0 0,0 1 1 0 0,-1-1 0 0 0,1 0-1 0 0,5-6 1 0 0,4-5 4 0 0,-1 0-1 0 0,0-1 1 0 0,-1 0 0 0 0,10-18 0 0 0,2-10 711 0 0,-2-2 0 0 0,24-72 1 0 0,-13 31 1645 0 0,-32 85-2226 0 0,0 16 118 0 0,-1 6 237 0 0,-5 29 0 0 0,1-12 65 0 0,-36 245 2339 0 0,13 18-1807 0 0,14-147-5418 0 0,9-119-1661 0 0,2-20-145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41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99 436 0 0,'0'-16'4622'0'0,"1"5"-3254"0"0,0 1-1 0 0,1-1 0 0 0,0 1 1 0 0,7-20-1 0 0,-8 29-1073 0 0,0-4 7 0 0,-1 0 845 0 0,0 13-439 0 0,-4 25-39 0 0,-17 61 0 0 0,13-65-618 0 0,2 0 0 0 0,-6 55 0 0 0,12-71-36 0 0,0 0 0 0 0,0-1 0 0 0,2 1 0 0 0,0 0 0 0 0,0-1 0 0 0,1 0-1 0 0,7 21 1 0 0,-8-29-2 0 0,-1 0-1 0 0,1 0 0 0 0,0-1 1 0 0,0 1-1 0 0,0-1 0 0 0,0 1 1 0 0,1-1-1 0 0,0 0 0 0 0,-1 0 1 0 0,1 0-1 0 0,0 0 0 0 0,1 0 1 0 0,-1 0-1 0 0,0-1 1 0 0,1 0-1 0 0,-1 0 0 0 0,1 0 1 0 0,0 0-1 0 0,0 0 0 0 0,-1-1 1 0 0,1 0-1 0 0,0 0 0 0 0,0 0 1 0 0,1 0-1 0 0,-1 0 0 0 0,0-1 1 0 0,0 0-1 0 0,5 0 0 0 0,-2 0 11 0 0,-1-1-1 0 0,1 0 1 0 0,-1 0-1 0 0,0 0 0 0 0,0-1 1 0 0,0 0-1 0 0,1 0 0 0 0,-2-1 1 0 0,1 0-1 0 0,0 0 1 0 0,-1 0-1 0 0,1-1 0 0 0,-1 1 1 0 0,0-1-1 0 0,0-1 0 0 0,0 1 1 0 0,-1-1-1 0 0,1 1 0 0 0,-1-1 1 0 0,0-1-1 0 0,4-7 1 0 0,14-26 774 0 0,-3 0 0 0 0,-1-2 1 0 0,13-45-1 0 0,-21 62-12 0 0,-8 21-522 0 0,-4 16-82 0 0,-7 27 31 0 0,-5 57-1 0 0,1-5-152 0 0,10-74-156 0 0,-4 17-263 0 0,1 1 0 0 0,2-1 0 0 0,0 47 0 0 0,4-82 353 0 0,5 37-2934 0 0,-5-35 2401 0 0,1 0 0 0 0,0 0 0 0 0,0 0 0 0 0,0 0 1 0 0,0 0-1 0 0,0-1 0 0 0,0 1 0 0 0,0 0 0 0 0,0-1 0 0 0,1 1 0 0 0,-1 0 1 0 0,0-1-1 0 0,1 0 0 0 0,0 1 0 0 0,1 0 0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42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92 1580 0 0,'47'-91'14141'0'0,"-47"91"-14031"0"0,1 0 1 0 0,0 1-1 0 0,0-1 0 0 0,0 0 0 0 0,0 1 0 0 0,-1-1 0 0 0,1 1 0 0 0,0-1 0 0 0,-1 1 0 0 0,1 0 0 0 0,0-1 0 0 0,-1 1 0 0 0,1-1 0 0 0,-1 1 0 0 0,1 0 0 0 0,0 1 0 0 0,3 35 1117 0 0,-1 1-1 0 0,-3 0 1 0 0,-6 65-1 0 0,0-10-701 0 0,-8 116-31 0 0,14-209-491 0 0,0 0-1 0 0,0 1 1 0 0,0-1 0 0 0,0 0-1 0 0,1 0 1 0 0,-1 0 0 0 0,0 0 0 0 0,0 1-1 0 0,0-1 1 0 0,0 0 0 0 0,0 0 0 0 0,0 0-1 0 0,0 1 1 0 0,0-1 0 0 0,0 0-1 0 0,0 0 1 0 0,0 0 0 0 0,0 0 0 0 0,0 1-1 0 0,0-1 1 0 0,0 0 0 0 0,0 0 0 0 0,-1 0-1 0 0,1 1 1 0 0,0-1 0 0 0,0 0-1 0 0,0 0 1 0 0,0 0 0 0 0,0 0 0 0 0,0 0-1 0 0,0 1 1 0 0,0-1 0 0 0,-1 0 0 0 0,1 0-1 0 0,0 0 1 0 0,0 0 0 0 0,0 0-1 0 0,0 0 1 0 0,-1 0 0 0 0,1 1 0 0 0,0-1-1 0 0,0 0 1 0 0,0 0 0 0 0,0 0 0 0 0,-1 0-1 0 0,1 0 1 0 0,0 0 0 0 0,0 0-1 0 0,0 0 1 0 0,0 0 0 0 0,-1 0 0 0 0,1 0-1 0 0,0 0 1 0 0,0 0 0 0 0,0 0 0 0 0,-1 0-1 0 0,1 0 1 0 0,-9-13 32 0 0,7 11-37 0 0,1-1 0 0 0,-1 1 0 0 0,0 0 0 0 0,0-1 0 0 0,1 1 0 0 0,-2 0 0 0 0,1 0 0 0 0,-2-2 0 0 0,-3 2-18 0 0,1 0 0 0 0,0 1 1 0 0,0-1-1 0 0,0 1 1 0 0,-1 1-1 0 0,1-1 1 0 0,-1 1-1 0 0,1 0 1 0 0,-1 0-1 0 0,1 1 1 0 0,0 0-1 0 0,-12 3 1 0 0,-13 4-39 0 0,-38 15 1 0 0,53-17 46 0 0,-40 14-541 0 0,1 2 1 0 0,1 3-1 0 0,-72 44 0 0 0,110-57-1237 0 0,13-5-743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43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2600 0 0,'13'-31'5938'0'0,"-9"22"-3855"0"0,-1 0 0 0 0,1 1 1 0 0,9-13-1 0 0,-12 20-1692 0 0,0 5-90 0 0,0 0 0 0 0,0 1 0 0 0,0-1 0 0 0,0 0 0 0 0,-1 1 0 0 0,0-1 1 0 0,0 0-1 0 0,0 8 0 0 0,-6 38 910 0 0,5-45-1035 0 0,-3 19 120 0 0,1 1 0 0 0,1-1 0 0 0,1 1 0 0 0,1-1 0 0 0,1 1 0 0 0,6 32 0 0 0,-6-51-251 0 0,1 0-1 0 0,0-1 0 0 0,0 1 1 0 0,1-1-1 0 0,-1 1 0 0 0,1-1 1 0 0,0 0-1 0 0,0 0 0 0 0,1 0 0 0 0,7 7 1 0 0,-9-9-23 0 0,1-1 1 0 0,0 0-1 0 0,0 1 1 0 0,0-1-1 0 0,0 0 1 0 0,0-1-1 0 0,0 1 1 0 0,1-1 0 0 0,-1 1-1 0 0,0-1 1 0 0,1 0-1 0 0,-1 0 1 0 0,1-1-1 0 0,-1 1 1 0 0,1-1-1 0 0,0 1 1 0 0,-1-1-1 0 0,1 0 1 0 0,7-2 0 0 0,-4 1-7 0 0,1-1 1 0 0,-1 0 0 0 0,0-1 0 0 0,1 1 0 0 0,-1-2 0 0 0,0 1 0 0 0,-1-1 0 0 0,1 0 0 0 0,-1 0 0 0 0,1-1-1 0 0,-1 0 1 0 0,0 0 0 0 0,9-11 0 0 0,3-6 414 0 0,-1-1 1 0 0,22-39-1 0 0,8-11 3214 0 0,-44 69-3516 0 0,7-9 822 0 0,-5 12-150 0 0,-3 11 224 0 0,-5 60-880 0 0,-16 87-1 0 0,0-7-117 0 0,15-108-1692 0 0,1-25-394 0 0,1 0 1 0 0,1 0 0 0 0,1 0-1 0 0,0 0 1 0 0,1 0 0 0 0,5 28 0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44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82 1148 0 0,'-2'-1'1529'0'0,"-89"-57"9607"0"0,89 57-10789 0 0,-7-6 400 0 0,2 2-82 0 0,21 1-327 0 0,68-1-35 0 0,145 8 0 0 0,-132 1-413 0 0,1 1-2157 0 0,-32 0-4411 0 0,-45-4 1621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2:46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79 161 1100 0 0,'2'-55'9623'0'0,"0"7"-4311"0"0,-2 46-4677 0 0,-2 0-315 0 0,2 2-308 0 0,0 0-1 0 0,0 0 1 0 0,0 0-1 0 0,0 0 1 0 0,0 0-1 0 0,0-1 1 0 0,0 1-1 0 0,0 0 1 0 0,0 0-1 0 0,0 0 1 0 0,0 0-1 0 0,0 0 1 0 0,0-1-1 0 0,-1 1 1 0 0,1 0-1 0 0,0 0 1 0 0,0 0-1 0 0,0 0 1 0 0,0 0-1 0 0,0 0 1 0 0,0 0-1 0 0,-1-1 1 0 0,1 1-1 0 0,0 0 1 0 0,0 0-1 0 0,0 0 1 0 0,0 0-1 0 0,0 0 1 0 0,-1 0-1 0 0,1 0 1 0 0,0 0-1 0 0,0 0 1 0 0,0 0-1 0 0,0 0 1 0 0,-1 0-1 0 0,1 0 1 0 0,0 0-1 0 0,0 0 1 0 0,0 0-1 0 0,-1 0 1 0 0,-9 16 220 0 0,1-1 1 0 0,0 1 0 0 0,1 1 0 0 0,0 0 0 0 0,2 0-1 0 0,0 0 1 0 0,0 1 0 0 0,2 0 0 0 0,1 0 0 0 0,-3 33 0 0 0,5-45-222 0 0,1 0 1 0 0,0 0-1 0 0,1 1 1 0 0,0-1 0 0 0,-1 0-1 0 0,2 0 1 0 0,-1 0-1 0 0,1-1 1 0 0,0 1 0 0 0,0 0-1 0 0,1-1 1 0 0,-1 1-1 0 0,1-1 1 0 0,0 0 0 0 0,7 8-1 0 0,-5-7 48 0 0,1 0-1 0 0,0-1 0 0 0,1 1 1 0 0,-1-2-1 0 0,1 1 0 0 0,0-1 1 0 0,0 0-1 0 0,0 0 0 0 0,1-1 1 0 0,11 4-1 0 0,2-1 123 0 0,1-2 0 0 0,-1 0 1 0 0,1-1-1 0 0,0-1 0 0 0,0-1 1 0 0,0-1-1 0 0,39-6 0 0 0,-47 4-80 0 0,0-1 0 0 0,0 0 1 0 0,0-1-1 0 0,-1 0 0 0 0,1-2 0 0 0,-1 1 0 0 0,0-2 0 0 0,-1 1 1 0 0,0-2-1 0 0,0 0 0 0 0,0 0 0 0 0,10-11 0 0 0,-16 14-79 0 0,-1-1-1 0 0,0 1 1 0 0,0-1 0 0 0,0 0-1 0 0,-1-1 1 0 0,0 1 0 0 0,0-1-1 0 0,0 0 1 0 0,-1 0-1 0 0,0 0 1 0 0,-1 0 0 0 0,1-1-1 0 0,-1 1 1 0 0,-1-1 0 0 0,0 1-1 0 0,0-1 1 0 0,0 0-1 0 0,-1 0 1 0 0,0 1 0 0 0,0-1-1 0 0,-1 0 1 0 0,0 1 0 0 0,-4-14-1 0 0,3 12-37 0 0,-1 0-1 0 0,-1 0 0 0 0,1 0 1 0 0,-2 1-1 0 0,1-1 0 0 0,-1 1 1 0 0,0 0-1 0 0,-1 1 0 0 0,0-1 1 0 0,0 1-1 0 0,-1 0 0 0 0,-12-10 1 0 0,10 10 27 0 0,-1 0 0 0 0,-1 1 0 0 0,1 0 0 0 0,-1 1 0 0 0,0 0 0 0 0,0 0 0 0 0,0 2 0 0 0,-1-1 0 0 0,-15-2 0 0 0,12 4-246 0 0,-1 0 0 0 0,1 1-1 0 0,-1 0 1 0 0,1 2 0 0 0,0 0 0 0 0,-1 0 0 0 0,1 1 0 0 0,0 1 0 0 0,0 1 0 0 0,0 0 0 0 0,0 1 0 0 0,1 1 0 0 0,0 0 0 0 0,0 0 0 0 0,0 2 0 0 0,-12 8 0 0 0,16-8-586 0 0,1 0 0 0 0,-1 0 1 0 0,2 0-1 0 0,-13 16 0 0 0,17-19-558 0 0,0 1-1 0 0,1 0 1 0 0,-1 0 0 0 0,1 0-1 0 0,-4 12 1 0 0,4-4-3869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03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25 104 0 0,'0'0'1960'0'0,"-17"2"1282"0"0,-20 5 660 0 0,26-4-1571 0 0,25-3 2117 0 0,244-27-3017 0 0,-237 26-1528 0 0,1-2 147 0 0,-6-2-5539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04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5 672 0 0,'-12'13'18756'0'0,"13"-12"-18682"0"0,0 0-1 0 0,0-1 0 0 0,-1 1 0 0 0,1 0 0 0 0,0-1 0 0 0,0 1 1 0 0,0 0-1 0 0,0-1 0 0 0,0 1 0 0 0,0-1 0 0 0,0 0 0 0 0,0 1 1 0 0,0-1-1 0 0,0 0 0 0 0,0 0 0 0 0,0 1 0 0 0,0-1 1 0 0,0 0-1 0 0,0 0 0 0 0,0 0 0 0 0,0 0 0 0 0,2-1 0 0 0,36-1 468 0 0,-15 0-359 0 0,184-12 203 0 0,-206 14-373 0 0,18-2-26 0 0,5 1 30 0 0,-22 1 2 0 0,8-4-1286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04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3 272 0 0,'-14'-3'11020'0'0,"12"4"-10668"0"0,1 0 1 0 0,-1 0-1 0 0,0 0 0 0 0,1 0 0 0 0,0 0 0 0 0,-1 1 0 0 0,1-1 0 0 0,0 0 0 0 0,-1 1 0 0 0,1-1 0 0 0,0 1 0 0 0,0-1 0 0 0,0 1 0 0 0,0-1 0 0 0,1 1 1 0 0,-1 0-1 0 0,0 0 0 0 0,1-1 0 0 0,-1 1 0 0 0,0 3 0 0 0,-7 48 3028 0 0,4-29-2277 0 0,-15 131 1545 0 0,18-136-2501 0 0,-8 44-268 0 0,9-62-251 0 0,0 14-2121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06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76 130 448 0 0,'0'0'1061'0'0,"-14"-4"2348"0"0,-34-12 1329 0 0,45 16-3764 0 0,-7-3 1031 0 0,25-2-1824 0 0,1 0 1 0 0,0 0-1 0 0,0 2 0 0 0,29-3 0 0 0,-16 2-98 0 0,491-49 340 0 0,4 33-306 0 0,976 15 63 0 0,-1115 7-160 0 0,240 12-39 0 0,80 0 1 0 0,-660-14 33 0 0,120 3 87 0 0,-142-4 234 0 0,-16 1-2514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27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639 8 168 0 0,'-4'-8'15681'0'0,"-15"24"-14446"0"0,-30 33 0 0 0,4-3-778 0 0,-368 299 563 0 0,322-276-792 0 0,73-56-5977 0 0,40-28-502 0 0,-6 5 631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28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 2180 0 0,'-10'13'16479'0'0,"10"-13"-16356"0"0,0 1 0 0 0,0-1-1 0 0,0 0 1 0 0,0 0 0 0 0,0 1 0 0 0,0 0 492 0 0,0 0-492 0 0,10 3 1282 0 0,22-2-890 0 0,-29-2-270 0 0,253-23 973 0 0,-209 17-1125 0 0,1-2-1531 0 0,-39 7-1364 0 0,1-2 0 0 0,-1 1 0 0 0,0-1 0 0 0,16-8 0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28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52 200 0 0,'3'-26'11755'0'0,"-2"9"-4956"0"0,-1 9-3290 0 0,-1 22-1930 0 0,-19 174 2502 0 0,-26 98-3074 0 0,33-204-2147 0 0,5-31-3099 0 0,-1 0-8649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28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79 3084 0 0,'10'-44'8437'0'0,"-4"23"-4691"0"0,-6 20-3635 0 0,1 0 1 0 0,-1 1 0 0 0,0-1 0 0 0,0 0 0 0 0,1 1-1 0 0,-1-1 1 0 0,0 0 0 0 0,1 1 0 0 0,-1-1-1 0 0,1 1 1 0 0,-1-1 0 0 0,0 1 0 0 0,1-1-1 0 0,0 1 1 0 0,-1-1 0 0 0,1 1 0 0 0,-1-1 0 0 0,1 1-1 0 0,0-1 1 0 0,-1 1 0 0 0,1 0 0 0 0,-1-1-1 0 0,1 1 1 0 0,0 0 0 0 0,0 0 0 0 0,-1 0-1 0 0,1 0 1 0 0,0-1 0 0 0,-1 1 0 0 0,1 0 0 0 0,0 0-1 0 0,0 0 1 0 0,-1 0 0 0 0,1 0 0 0 0,0 1-1 0 0,0-1 1 0 0,-1 0 0 0 0,1 0 0 0 0,0 0-1 0 0,-1 1 1 0 0,1-1 0 0 0,0 0 0 0 0,-1 1 0 0 0,2 0-1 0 0,29 19 1811 0 0,-29-19-1546 0 0,14 13 282 0 0,-1 0-1 0 0,-1 1 1 0 0,0 0-1 0 0,-1 1 1 0 0,0 1-1 0 0,-2 0 1 0 0,18 33-1 0 0,-11-12-146 0 0,-2 0 0 0 0,22 77 0 0 0,-30-80-420 0 0,-1 1 1 0 0,-1 0 0 0 0,-3 0 0 0 0,0 0-1 0 0,-3 1 1 0 0,-1-1 0 0 0,-1 0-1 0 0,-2 0 1 0 0,-2 0 0 0 0,-1 0 0 0 0,-21 62-1 0 0,13-61-551 0 0,0 0-1 0 0,-3-1 1 0 0,-1-1-1 0 0,-1 0 1 0 0,-2-2-1 0 0,-1-1 1 0 0,-2 0-1 0 0,-1-2 1 0 0,-2-1-1 0 0,-46 39 1 0 0,36-38-1640 0 0,0-3 0 0 0,-65 35 0 0 0,67-43-2354 0 0,-59 20 0 0 0,30-20-3356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29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74 1216 0 0,'0'0'136'0'0,"-3"-11"2849"0"0,1 1 0 0 0,-1 0 1 0 0,-10-19 845 0 0,6 15-309 0 0,7 15-3484 0 0,0-1 1 0 0,0 0-1 0 0,0 0 1 0 0,0 0 0 0 0,0 1-1 0 0,0-1 1 0 0,0 0-1 0 0,0 0 1 0 0,0 1 0 0 0,0-1-1 0 0,0 0 1 0 0,0 0 0 0 0,0 0-1 0 0,0 1 1 0 0,0-1-1 0 0,0 0 1 0 0,0 0 0 0 0,0 0-1 0 0,0 1 1 0 0,0-1-1 0 0,0 0 1 0 0,0 0 0 0 0,-1 0-1 0 0,1 0 1 0 0,0 1 0 0 0,0-1-1 0 0,0 0 1 0 0,0 0-1 0 0,0 0 1 0 0,-1 0 0 0 0,1 0-1 0 0,0 1 1 0 0,0-1-1 0 0,0 0 1 0 0,0 0 0 0 0,-1 0-1 0 0,1 0 1 0 0,0 0 0 0 0,0 0-1 0 0,0 0 1 0 0,-1 0-1 0 0,1 0 1 0 0,0 0 0 0 0,0 0-1 0 0,-1 0 1 0 0,1 0-1 0 0,0 0 1 0 0,0 0 0 0 0,0 0-1 0 0,-1 0 1 0 0,1 0 0 0 0,0 0-1 0 0,0 0 1 0 0,0 0-1 0 0,-1 0 1 0 0,1 0 0 0 0,0 0-1 0 0,0 0 1 0 0,0-1-1 0 0,0 1 1 0 0,-1 0 0 0 0,1 0-1 0 0,0 0 1 0 0,0 0 0 0 0,0 0-1 0 0,-1-1 1 0 0,-15 304 4523 0 0,-65 325-2627 0 0,76-603-2058 0 0,-8 36-3787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0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66 788 0 0,'46'-50'13834'0'0,"-35"34"-8724"0"0,-37 59-4631 0 0,-23 38-11 0 0,-101 250 683 0 0,117-253-1006 0 0,-90 239 244 0 0,103-256-336 0 0,3 1 0 0 0,3 0-1 0 0,-9 82 1 0 0,21-116-79 0 0,1-1-1 0 0,1 1 1 0 0,2-1 0 0 0,0 0 0 0 0,2 1-1 0 0,1-1 1 0 0,1 0 0 0 0,1-1 0 0 0,12 29 0 0 0,-11-38-278 0 0,0 1 1 0 0,2-1 0 0 0,0-1 0 0 0,0 0 0 0 0,2 0 0 0 0,0-1 0 0 0,0 0 0 0 0,1-1 0 0 0,1-1 0 0 0,1 0 0 0 0,0 0 0 0 0,0-2 0 0 0,29 16 0 0 0,-19-14-1153 0 0,2-2 1 0 0,-1 0 0 0 0,1-2 0 0 0,1-1-1 0 0,29 4 1 0 0,17 1-5479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51 1396 0 0,'0'-42'11558'0'0,"0"42"-11512"0"0,1 0-1 0 0,-1-1 1 0 0,0 1 0 0 0,0 0 0 0 0,0 0 0 0 0,0-1-1 0 0,0 1 1 0 0,0 0 0 0 0,0 0 0 0 0,0-1-1 0 0,0 1 1 0 0,0 0 0 0 0,0-1 0 0 0,0 1 0 0 0,0 0-1 0 0,0 0 1 0 0,0-1 0 0 0,-1 1 0 0 0,1 0 0 0 0,0 0-1 0 0,0-1 1 0 0,0 1 0 0 0,0 0 0 0 0,0 0-1 0 0,-1 0 1 0 0,1-1 0 0 0,0 1 0 0 0,0 0 0 0 0,0 0-1 0 0,-1 0 1 0 0,1-1 0 0 0,0 1 0 0 0,0 0 0 0 0,-1 0-1 0 0,1 0 1 0 0,0 0 0 0 0,0 0 0 0 0,-1 0-1 0 0,1-1 1 0 0,0 1 0 0 0,-11 8 401 0 0,-10 20-317 0 0,-13 30 574 0 0,2 1-1 0 0,-37 99 1 0 0,-24 135 697 0 0,80-247-1193 0 0,3 0 0 0 0,-8 95-1 0 0,17-122-192 0 0,1 0-1 0 0,0 0 1 0 0,2-1 0 0 0,0 1-1 0 0,1 0 1 0 0,1-1-1 0 0,1 1 1 0 0,0-1 0 0 0,2 0-1 0 0,11 24 1 0 0,-13-34-176 0 0,0 0-1 0 0,0 0 1 0 0,1-1 0 0 0,0 0-1 0 0,1 0 1 0 0,-1 0 0 0 0,1-1-1 0 0,0 0 1 0 0,1 0 0 0 0,-1-1-1 0 0,1 0 1 0 0,0 0 0 0 0,13 5 0 0 0,-9-6-805 0 0,0 0 1 0 0,0 0 0 0 0,1-1 0 0 0,-1 0-1 0 0,1-1 1 0 0,0-1 0 0 0,0 0 0 0 0,0 0 0 0 0,15-2-1 0 0,15-5-4423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1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451 106 536 0 0,'10'-32'4435'0'0,"-5"12"-174"0"0,16-33 1248 0 0,-20 55-5246 0 0,0-1 1 0 0,0 1-1 0 0,0 0 0 0 0,0 0 1 0 0,0 0-1 0 0,0 0 1 0 0,0 1-1 0 0,-1-1 1 0 0,2 4-1 0 0,6 167 4593 0 0,-6-77-4061 0 0,1 228-116 0 0,-4-188-6692 0 0,1-133 5169 0 0,7-28-2134 0 0,-6 13 3083 0 0,0-1 0 0 0,-1 1 1 0 0,0-1-1 0 0,-1 1 0 0 0,-1-1 0 0 0,0 1 0 0 0,0 0 0 0 0,-1 0 1 0 0,-1 0-1 0 0,0 0 0 0 0,-1 0 0 0 0,-7-14 0 0 0,11 24-50 0 0,-1 0-1 0 0,0-1 1 0 0,1 1-1 0 0,-1 0 0 0 0,0 0 1 0 0,0 0-1 0 0,0 0 1 0 0,0 0-1 0 0,-1 0 0 0 0,1 1 1 0 0,-1-1-1 0 0,1 1 1 0 0,-1-1-1 0 0,1 1 0 0 0,-1 0 1 0 0,0 0-1 0 0,1 0 1 0 0,-1 1-1 0 0,0-1 0 0 0,0 1 1 0 0,1-1-1 0 0,-1 1 1 0 0,0 0-1 0 0,0 0 1 0 0,0 0-1 0 0,0 0 0 0 0,0 1 1 0 0,1-1-1 0 0,-1 1 1 0 0,0 0-1 0 0,0 0 0 0 0,1 0 1 0 0,-1 0-1 0 0,-4 2 1 0 0,-21 12 434 0 0,1 1 1 0 0,0 1-1 0 0,-38 33 1 0 0,-65 70 573 0 0,105-95-965 0 0,-36 49-1 0 0,32-29-4656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1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2 128 508 0 0,'-1'-33'9451'0'0,"1"-22"-798"0"0,1 53-8589 0 0,-1 1 0 0 0,1 0 0 0 0,0 0 1 0 0,-1 0-1 0 0,1 0 0 0 0,0 0 0 0 0,-1 0 1 0 0,1 0-1 0 0,0 0 0 0 0,0 0 0 0 0,0 0 1 0 0,0 1-1 0 0,0-1 0 0 0,0 0 0 0 0,0 0 1 0 0,2 0-1 0 0,18-9 272 0 0,-10 7-273 0 0,1 0 1 0 0,-1 1 0 0 0,1 0-1 0 0,0 1 1 0 0,0 0-1 0 0,0 1 1 0 0,0 0-1 0 0,0 1 1 0 0,-1 0-1 0 0,21 5 1 0 0,-26-4-53 0 0,0-1 0 0 0,-1 1 0 0 0,0 0 0 0 0,1 1 0 0 0,-1 0 0 0 0,0-1 0 0 0,0 1 0 0 0,0 1 0 0 0,-1-1 0 0 0,8 7 0 0 0,-10-7 17 0 0,1 0 0 0 0,-1 0 0 0 0,0 1 0 0 0,0-1 0 0 0,0 0 0 0 0,0 1 0 0 0,0-1 0 0 0,-1 1 0 0 0,0 0 0 0 0,0-1 0 0 0,0 1 0 0 0,0 0 0 0 0,0 0 0 0 0,-1 0 0 0 0,0-1 0 0 0,0 1 0 0 0,0 5 0 0 0,-1 1 136 0 0,0-1-1 0 0,-1 1 1 0 0,-1-1 0 0 0,1 0-1 0 0,-1 0 1 0 0,-1 0-1 0 0,0 0 1 0 0,0-1 0 0 0,-6 9-1 0 0,-8 11 767 0 0,-28 32-1 0 0,9-12 73 0 0,22-31-610 0 0,-5 9 233 0 0,20-26-616 0 0,0 1 1 0 0,-1-1-1 0 0,1 0 1 0 0,0 1-1 0 0,0-1 1 0 0,0 0-1 0 0,-1 0 1 0 0,1 1-1 0 0,0-1 0 0 0,0 0 1 0 0,0 1-1 0 0,0-1 1 0 0,0 0-1 0 0,0 1 1 0 0,0-1-1 0 0,0 1 1 0 0,0-1-1 0 0,0 0 1 0 0,0 1-1 0 0,0-1 1 0 0,0 0-1 0 0,0 1 1 0 0,0-1-1 0 0,0 0 1 0 0,1 1-1 0 0,-1-1 0 0 0,0 0 1 0 0,0 0-1 0 0,0 1 1 0 0,0-1-1 0 0,1 0 1 0 0,-1 1-1 0 0,0-1 1 0 0,0 0-1 0 0,1 0 1 0 0,-1 1-1 0 0,17 1 48 0 0,28-11-151 0 0,-38 7 141 0 0,59-14-118 0 0,33-8-2519 0 0,-36 12-6058 0 0,-50 11 3049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2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11 2052 0 0,'-3'0'2152'0'0,"-72"13"12914"0"0,73-13-14397 0 0,-16 8 3556 0 0,30-5-3661 0 0,55 1 419 0 0,96-7 1 0 0,-46 0-743 0 0,-107 3-417 0 0,-1 0 1 0 0,1 0 0 0 0,-1-1 0 0 0,0-1-1 0 0,18-4 1 0 0,-21 4-1237 0 0,0-1-1 0 0,-1 0 1 0 0,1 0-1 0 0,-1 0 1 0 0,9-7 0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2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36 92 0 0,'12'-36'22913'0'0,"-12"50"-22322"0"0,-1 23 877 0 0,-8 38 1 0 0,-1 32-864 0 0,9-95-596 0 0,2 1 0 0 0,-1 0-1 0 0,2-1 1 0 0,0 1 0 0 0,0-1-1 0 0,6 17 1 0 0,-6-25-82 0 0,-1 1 0 0 0,1-1 0 0 0,0 0 0 0 0,1 1 1 0 0,-1-1-1 0 0,1 0 0 0 0,0 0 0 0 0,0-1 0 0 0,0 1 0 0 0,0-1 0 0 0,1 1 0 0 0,0-1 0 0 0,-1 0 0 0 0,1 0 0 0 0,0-1 0 0 0,0 1 1 0 0,1-1-1 0 0,-1 0 0 0 0,0 0 0 0 0,1 0 0 0 0,-1 0 0 0 0,1-1 0 0 0,0 0 0 0 0,-1 0 0 0 0,1 0 0 0 0,0-1 0 0 0,8 1 0 0 0,-5-2-24 0 0,1 1-1 0 0,-1-1 1 0 0,0-1-1 0 0,1 1 1 0 0,-1-1-1 0 0,0-1 1 0 0,0 0-1 0 0,0 0 1 0 0,0 0-1 0 0,-1-1 1 0 0,1 0-1 0 0,-1-1 1 0 0,0 1-1 0 0,12-12 1 0 0,2-7 127 0 0,-2 0 0 0 0,-1-1 0 0 0,-1-1 0 0 0,0-1 0 0 0,20-47 1 0 0,-15 37 650 0 0,-21 35-616 0 0,-1 0-53 0 0,0 1 1 0 0,0 0-1 0 0,0 0 1 0 0,1 0 0 0 0,-1 0-1 0 0,0-1 1 0 0,0 1-1 0 0,0 0 1 0 0,0 0-1 0 0,0 0 1 0 0,0 0 0 0 0,0-1-1 0 0,0 1 1 0 0,1 0-1 0 0,-1 0 1 0 0,0 0 0 0 0,0 0-1 0 0,0 0 1 0 0,0 0-1 0 0,1 0 1 0 0,-1 0-1 0 0,0-1 1 0 0,0 1 0 0 0,0 0-1 0 0,0 0 1 0 0,1 0-1 0 0,-1 0 1 0 0,0 0 0 0 0,0 0-1 0 0,0 0 1 0 0,1 0-1 0 0,-1 0 1 0 0,0 0-1 0 0,0 0 1 0 0,0 0 0 0 0,1 0-1 0 0,-1 0 1 0 0,0 0-1 0 0,0 0 1 0 0,2 6 189 0 0,-1-1-1 0 0,0 0 1 0 0,0 0 0 0 0,0 1-1 0 0,-1-1 1 0 0,1 0 0 0 0,-1 1-1 0 0,-1-1 1 0 0,0 6 0 0 0,-11 57 1043 0 0,6-41-886 0 0,-72 396 1484 0 0,63-330-2134 0 0,7-49-1844 0 0,1-2-3297 0 0,6-29 761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4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82 2340 0 0,'13'-17'3022'0'0,"-3"3"287"0"0,0 2 0 0 0,20-21 0 0 0,-29 32-3205 0 0,0 1-1 0 0,0-1 1 0 0,0 1-1 0 0,-1-1 1 0 0,1 1-1 0 0,0-1 1 0 0,0 1-1 0 0,0 0 1 0 0,0-1-1 0 0,0 1 1 0 0,0 0 0 0 0,0 0-1 0 0,0 0 1 0 0,0 0-1 0 0,0 0 1 0 0,0 0-1 0 0,0 0 1 0 0,0 0-1 0 0,-1 0 1 0 0,1 0-1 0 0,0 0 1 0 0,0 1-1 0 0,0-1 1 0 0,0 0-1 0 0,0 1 1 0 0,0-1-1 0 0,0 1 1 0 0,-1-1-1 0 0,1 1 1 0 0,0-1-1 0 0,0 1 1 0 0,-1 0-1 0 0,1-1 1 0 0,0 1-1 0 0,-1 0 1 0 0,1-1-1 0 0,0 1 1 0 0,0 1-1 0 0,3 4 386 0 0,1 1-1 0 0,-1-1 1 0 0,5 13 0 0 0,-6-13-202 0 0,7 16 495 0 0,-1 1 0 0 0,0 1 0 0 0,7 39 1 0 0,7 76 206 0 0,-18-106-841 0 0,-2 6-5 0 0,-3-29-99 0 0,1 1 1 0 0,0-1-1 0 0,0 0 1 0 0,6 19-1 0 0,-3 5 323 0 0,-4-26-259 0 0,0-6-27 0 0,2 6 202 0 0,-2-9-280 0 0,0-3 0 0 0,1 0 1 0 0,-1 0-1 0 0,0 0 0 0 0,-1-1 1 0 0,1 1-1 0 0,-1 0 1 0 0,0 0-1 0 0,0 0 0 0 0,0 0 1 0 0,0 0-1 0 0,-1 0 1 0 0,-2-4-1 0 0,3 7-3 0 0,0-1-1 0 0,0 1 0 0 0,0-1 1 0 0,0 1-1 0 0,-1 0 1 0 0,1 0-1 0 0,0 0 0 0 0,-1 0 1 0 0,1 0-1 0 0,-1 0 1 0 0,0 0-1 0 0,1 0 0 0 0,-1 0 1 0 0,0 1-1 0 0,1-1 1 0 0,-1 1-1 0 0,0-1 0 0 0,0 1 1 0 0,1 0-1 0 0,-1 0 1 0 0,0 0-1 0 0,-2 0 0 0 0,-4 0 0 0 0,0 1-1 0 0,0 0 0 0 0,-13 3 0 0 0,-18 7 33 0 0,1 1 0 0 0,-1 2 1 0 0,-49 26-1 0 0,-103 68 106 0 0,136-74-119 0 0,-63 53-1 0 0,51-27-3559 0 0,48-31-3348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4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40 750 2484 0 0,'-16'2'9967'0'0,"3"-1"-5556"0"0,2 1-1256 0 0,230-5-452 0 0,113-11-2997 0 0,-312 12-531 0 0,38-3-1404 0 0,-32-2-1532 0 0,-3-4-3647 0 0</inkml:trace>
  <inkml:trace contextRef="#ctx0" brushRef="#br0" timeOffset="1">413 445 720 0 0,'-64'-34'15477'0'0,"59"37"-14123"0"0,4-3-1297 0 0,1 0 1 0 0,-1 0 0 0 0,1 0 0 0 0,-1 0 0 0 0,1 0 0 0 0,-1 1 0 0 0,1-1 0 0 0,-1 0 0 0 0,1 0 0 0 0,-1 0 0 0 0,1 0 0 0 0,-1 1 0 0 0,1-1 0 0 0,0 0 0 0 0,-1 0 0 0 0,1 1 0 0 0,-1-1 0 0 0,1 0 0 0 0,0 1 0 0 0,-1-1 0 0 0,1 1 0 0 0,0-1 0 0 0,-1 0 0 0 0,1 1 0 0 0,-4 12 1127 0 0,0 0-1 0 0,1 0 1 0 0,-2 16 0 0 0,-1 84 1491 0 0,5-76-2260 0 0,-30 283 466 0 0,29-307-1133 0 0,-8 62-2650 0 0,10-67 803 0 0,0 1 1 0 0,0 0 0 0 0,3 12 0 0 0</inkml:trace>
  <inkml:trace contextRef="#ctx0" brushRef="#br0" timeOffset="2">976 604 688 0 0,'7'-10'1892'0'0,"14"-17"5779"0"0,24-26 0 0 0,-44 51-7181 0 0,0 4-339 0 0,0-1 1 0 0,0 0-1 0 0,0 0 1 0 0,0 0-1 0 0,0 0 1 0 0,0 1-1 0 0,-1-1 1 0 0,1 0-1 0 0,-1 1 1 0 0,1-1-1 0 0,-1 1 1 0 0,1-1-1 0 0,-1 1 1 0 0,0-1-1 0 0,1 0 1 0 0,-1 1-1 0 0,0 1 1 0 0,1 63 1581 0 0,-2-41-1383 0 0,2 0 1 0 0,4 35-1 0 0,-4-54-318 0 0,0 0 1 0 0,1 0-1 0 0,0 0 0 0 0,0 0 1 0 0,0 0-1 0 0,0 0 0 0 0,1-1 1 0 0,0 1-1 0 0,0-1 0 0 0,1 1 1 0 0,-1-1-1 0 0,1-1 1 0 0,0 1-1 0 0,8 7 0 0 0,-9-10-17 0 0,-1-1-1 0 0,1 1 1 0 0,0-1-1 0 0,-1 0 1 0 0,1 1-1 0 0,0-1 1 0 0,0 0-1 0 0,0-1 1 0 0,-1 1-1 0 0,1-1 1 0 0,0 1-1 0 0,0-1 1 0 0,0 0-1 0 0,0 0 1 0 0,0 0-1 0 0,0 0 1 0 0,0-1-1 0 0,0 1 1 0 0,0-1-1 0 0,5-1 1 0 0,-1-1-6 0 0,0 1-1 0 0,1-2 1 0 0,-1 1-1 0 0,-1-1 1 0 0,1 0-1 0 0,10-9 1 0 0,2-4 76 0 0,-2 0 0 0 0,0-2 0 0 0,16-21 0 0 0,24-29 1514 0 0,-55 68-1453 0 0,-2 1-128 0 0,0 0 0 0 0,1 0 0 0 0,-1 0-1 0 0,0 0 1 0 0,1 0 0 0 0,-1 1 0 0 0,0-1-1 0 0,1 0 1 0 0,-1 0 0 0 0,0 0-1 0 0,1 0 1 0 0,-1 0 0 0 0,0 1 0 0 0,1-1-1 0 0,-1 0 1 0 0,0 0 0 0 0,1 0-1 0 0,-1 1 1 0 0,0-1 0 0 0,0 0 0 0 0,1 0-1 0 0,-1 1 1 0 0,0-1 0 0 0,0 0 0 0 0,0 1-1 0 0,0-1 1 0 0,1 0 0 0 0,-1 1-1 0 0,0-1 1 0 0,0 1 0 0 0,-1 19 476 0 0,-1 0 1 0 0,-1 0 0 0 0,0 0-1 0 0,-9 25 1 0 0,-31 80 2314 0 0,36-107-2732 0 0,-134 325-1634 0 0,135-330-339 0 0</inkml:trace>
  <inkml:trace contextRef="#ctx0" brushRef="#br0" timeOffset="3">1614 76 2104 0 0,'-35'-75'16594'0'0,"81"193"-14963"0"0,-5 2 1 0 0,-5 2 0 0 0,29 177 0 0 0,-50-190-425 0 0,-4 1 0 0 0,-5 0 1 0 0,-5 1-1 0 0,-16 135 1 0 0,9-197-1565 0 0,-3 1 1 0 0,-1-1-1 0 0,-21 58 1 0 0,23-84 108 0 0,-1-1 0 0 0,-1 0 0 0 0,-1 0 0 0 0,-1-1 0 0 0,-1 0-1 0 0,-1-1 1 0 0,-1-1 0 0 0,-29 31 0 0 0,13-26-4064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16 2360 0 0,'-2'-10'20785'0'0,"8"9"-20689"0"0,-1-1 1 0 0,1 1 0 0 0,0 1-1 0 0,-1-1 1 0 0,1 1 0 0 0,0 0-1 0 0,0 0 1 0 0,-1 1-1 0 0,7 0 1 0 0,8 1 40 0 0,135 2 343 0 0,9 1-1759 0 0,-55 0-5771 0 0,-103-4 6142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5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30 492 0 0,'-136'59'20038'0'0,"136"-59"-19996"0"0,1 1 1 0 0,-1-1-1 0 0,0 1 1 0 0,0-1-1 0 0,0 1 0 0 0,0-1 1 0 0,1 0-1 0 0,-1 1 1 0 0,0-1-1 0 0,0 1 1 0 0,1-1-1 0 0,-1 1 1 0 0,0-1-1 0 0,1 0 0 0 0,-1 1 1 0 0,1-1-1 0 0,-1 0 1 0 0,0 1-1 0 0,1-1 1 0 0,-1 0-1 0 0,1 0 0 0 0,-1 1 1 0 0,1-1-1 0 0,-1 0 1 0 0,1 0-1 0 0,-1 0 1 0 0,1 0-1 0 0,-1 0 0 0 0,1 1 1 0 0,16 0 273 0 0,-15-1-296 0 0,70-1-502 0 0,-1-3-1 0 0,115-22 0 0 0,-168 23 13 0 0,110-23-3915 0 0,-44 4-1911 0 0,-28 5-840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5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580 109 332 0 0,'10'-43'11787'0'0,"-10"42"-11675"0"0,0 1 0 0 0,0 0 0 0 0,0-1 0 0 0,0 1 0 0 0,0 0 0 0 0,0-1 0 0 0,0 1 0 0 0,0 0 0 0 0,0-1 0 0 0,0 1 0 0 0,0 0 0 0 0,0-1 0 0 0,-1 1 0 0 0,1 0 0 0 0,0-1 0 0 0,0 1 0 0 0,0 0 0 0 0,0-1 0 0 0,-1 1 0 0 0,1 0 112 0 0,0-1-112 0 0,-1 1 0 0 0,1 0 0 0 0,0 0 0 0 0,-1-1 0 0 0,1 1 0 0 0,0 0 0 0 0,-1 0 0 0 0,1 0 0 0 0,-1 0 0 0 0,-9 5 645 0 0,1 0-1 0 0,-1 1 1 0 0,1 1-1 0 0,1-1 1 0 0,-1 1-1 0 0,-14 16 1 0 0,-43 58 1116 0 0,44-52-1273 0 0,-12 15 136 0 0,3 1 1 0 0,-44 82-1 0 0,63-103-599 0 0,1 1 0 0 0,1 0-1 0 0,1 1 1 0 0,1 0 0 0 0,2 0 0 0 0,0 0-1 0 0,-2 41 1 0 0,8-61-108 0 0,0 0 0 0 0,0 0 1 0 0,0 0-1 0 0,1 0 0 0 0,0 0 0 0 0,0 0 0 0 0,1 0 0 0 0,0 0 1 0 0,0 0-1 0 0,0-1 0 0 0,0 1 0 0 0,1-1 0 0 0,4 7 0 0 0,-4-9-12 0 0,-1 0 0 0 0,1 0-1 0 0,-1-1 1 0 0,1 1-1 0 0,0-1 1 0 0,0 0 0 0 0,0 1-1 0 0,0-1 1 0 0,0-1-1 0 0,1 1 1 0 0,-1 0 0 0 0,1-1-1 0 0,-1 0 1 0 0,1 1-1 0 0,-1-2 1 0 0,1 1 0 0 0,0 0-1 0 0,0-1 1 0 0,-1 1-1 0 0,1-1 1 0 0,0 0 0 0 0,5-1-1 0 0,4-1 24 0 0,0-1 0 0 0,0 0 0 0 0,0-1 0 0 0,-1 0-1 0 0,1-1 1 0 0,-1-1 0 0 0,-1 0 0 0 0,1 0 0 0 0,-1-1 0 0 0,0 0-1 0 0,0-1 1 0 0,-1-1 0 0 0,11-11 0 0 0,5-6 30 0 0,-1-1-1 0 0,-2-2 1 0 0,31-48-1 0 0,-37 52 176 0 0,-2-2 1 0 0,0 0-1 0 0,-2-1 0 0 0,-1 0 0 0 0,12-39 0 0 0,-22 56-143 0 0,1 0 0 0 0,-2-1 0 0 0,0 1-1 0 0,0 0 1 0 0,-1 0 0 0 0,0 0 0 0 0,-3-20 0 0 0,1 23-84 0 0,0 0-1 0 0,0 0 1 0 0,-1 0 0 0 0,0 0-1 0 0,-1 0 1 0 0,0 1 0 0 0,0 0 0 0 0,0-1-1 0 0,-1 2 1 0 0,0-1 0 0 0,-9-9 0 0 0,-1 2-17 0 0,-1 0 1 0 0,0 1 0 0 0,-1 1-1 0 0,-1 1 1 0 0,1 1 0 0 0,-2 0 0 0 0,1 1-1 0 0,-1 1 1 0 0,-28-8 0 0 0,15 7-809 0 0,1 2 0 0 0,-2 1 0 0 0,1 1 0 0 0,0 2 1 0 0,-43 1-1 0 0,56 3-611 0 0,1 0 0 0 0,-1 2 0 0 0,1 0 0 0 0,-30 10 0 0 0,-29 17-7918 0 0,49-16 2090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37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60 2196 0 0,'1'-50'11113'0'0,"-1"40"-9126"0"0,-6 34-1171 0 0,-3 43 0 0 0,0-1 116 0 0,-71 258 752 0 0,43-185-1455 0 0,32-122-228 0 0,-22 100-393 0 0,27-115 259 0 0,3-29-436 0 0,-2 7 427 0 0,1-7 2 0 0,-3-42 1 0 0,1 62 127 0 0,-1 0 0 0 0,0 1 0 0 0,0-1 0 0 0,-1 1 1 0 0,0-1-1 0 0,0 1 0 0 0,0 0 0 0 0,-1 0 0 0 0,0 0 0 0 0,0 0 0 0 0,-7-9 0 0 0,7 12 7 0 0,0 0-1 0 0,0 0 0 0 0,0 1 1 0 0,-1-1-1 0 0,1 1 1 0 0,-1 0-1 0 0,0 0 0 0 0,0 0 1 0 0,0 0-1 0 0,0 1 1 0 0,0 0-1 0 0,0 0 0 0 0,0 0 1 0 0,0 0-1 0 0,0 0 1 0 0,0 1-1 0 0,-1 0 0 0 0,-4 0 1 0 0,-11 1 9 0 0,1 1 1 0 0,-33 7-1 0 0,31-5 10 0 0,-65 16 81 0 0,-111 41-1 0 0,34-9-80 0 0,154-50-143 0 0,6-1-53 0 0,-1 0 1 0 0,0 0-1 0 0,1 1 0 0 0,-1-1 1 0 0,1 1-1 0 0,-1-1 1 0 0,1 1-1 0 0,-5 3 1 0 0,6-1-1402 0 0,2-4 1494 0 0,0 1-1 0 0,0-1 1 0 0,0 0-1 0 0,1 0 1 0 0,-1 1-1 0 0,0-1 1 0 0,0 0-1 0 0,0 0 1 0 0,0 0 0 0 0,0 1-1 0 0,0-1 1 0 0,0 0-1 0 0,1 0 1 0 0,1 2-1164 0 0,-1-1 1164 0 0,-1-1-1 0 0,0 0 1 0 0,0 0-1 0 0,1 0 1 0 0,-1 0 0 0 0,1 0-1 0 0,17-2-3688 0 0,1 1-1803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47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82 880 0 0,'-11'13'16467'0'0,"11"-12"-16343"0"0,15-3-35 0 0,-1 0 1 0 0,1 0-1 0 0,27-9 1 0 0,4-2-21 0 0,238-41 59 0 0,-214 44 210 0 0,-68 9-214 0 0,1 1-215 0 0,-1 0 0 0 0,1-1 0 0 0,-1 1-1 0 0,1 0 1 0 0,-1 1 0 0 0,1-1-1 0 0,-1 0 1 0 0,4 1 0 0 0,-4 0-655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48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61 444 0 0,'1'-9'927'0'0,"0"-24"8846"0"0,-3 15-4027 0 0,-5 47-4122 0 0,2 0 0 0 0,-1 46 1 0 0,-1 0-812 0 0,-22 117-31 0 0,-15 143-1761 0 0,41-313-2284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48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54 896 0 0,'1'-48'9320'0'0,"0"48"-9189"0"0,-1-1 1 0 0,0 1-1 0 0,1-1 1 0 0,-1 1-1 0 0,1-1 1 0 0,-1 1 0 0 0,1 0-1 0 0,-1-1 1 0 0,1 1-1 0 0,-1 0 1 0 0,1-1-1 0 0,-1 1 1 0 0,1 0 0 0 0,-1 0-1 0 0,1 0 1 0 0,-1-1-1 0 0,1 1 1 0 0,0 0-1 0 0,-1 0 1 0 0,1 0 0 0 0,6 3 316 0 0,0 1 1 0 0,-1-1-1 0 0,1 1 1 0 0,-1 1-1 0 0,0-1 1 0 0,0 1-1 0 0,-1 0 1 0 0,0 0 0 0 0,1 1-1 0 0,4 7 1 0 0,7 9 405 0 0,21 37-1 0 0,-18-21-548 0 0,-1 0-1 0 0,-1 2 1 0 0,-3 0-1 0 0,-1 0 1 0 0,-2 2-1 0 0,-2 0 1 0 0,6 46 0 0 0,-11-38-208 0 0,-2-1 0 0 0,-2 1 1 0 0,-3-1-1 0 0,-2 1 0 0 0,-19 95 1 0 0,1-59-276 0 0,-3-1 0 0 0,-64 144 0 0 0,54-156-1791 0 0,-65 100 0 0 0,80-145 185 0 0,-28 32 1 0 0,-3-6-3443 0 0,-1-8-1746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48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597 36 32 0 0,'1'0'374'0'0,"0"-1"0"0"0,-1 0-1 0 0,1 0 1 0 0,0 0 0 0 0,0 0 0 0 0,-1-1 0 0 0,1 1-1 0 0,-1 0 1 0 0,1 0 0 0 0,-1 0 0 0 0,0 0 0 0 0,1 0-1 0 0,-1-1 1 0 0,0 1 0 0 0,0 0 0 0 0,1 0 0 0 0,-1-1-1 0 0,0 1 1 0 0,-1 0 0 0 0,1 0 0 0 0,0-1 0 0 0,0 1 0 0 0,0 0-1 0 0,-1 0 1 0 0,1 0 0 0 0,0 0 0 0 0,-1-1 0 0 0,-2-2 515 0 0,-10 7-8 0 0,6 1-709 0 0,-1 1 0 0 0,1 0 0 0 0,0 0 0 0 0,0 0 0 0 0,0 1 0 0 0,1 0 1 0 0,0 1-1 0 0,-8 10 0 0 0,5-7-47 0 0,-26 33 288 0 0,1 2-1 0 0,3 1 0 0 0,-27 51 1 0 0,-64 157 654 0 0,76-145-737 0 0,5 2-1 0 0,5 2 1 0 0,4 1 0 0 0,6 1-1 0 0,-17 165 1 0 0,40-240-269 0 0,2-1-1 0 0,1 1 1 0 0,2-1 0 0 0,12 66 0 0 0,-9-83-40 0 0,1 1-1 0 0,1-1 1 0 0,1 0 0 0 0,1 0 0 0 0,1-1 0 0 0,1 0 0 0 0,0-1 0 0 0,2 0 0 0 0,17 21-1 0 0,-11-20-71 0 0,0-1-1 0 0,2-1 0 0 0,0-1 1 0 0,1 0-1 0 0,1-2 0 0 0,0 0 1 0 0,2-2-1 0 0,-1-1 0 0 0,2-1 1 0 0,41 15-1 0 0,-28-15-885 0 0,0-1 0 0 0,57 7 0 0 0,-45-12-2483 0 0,77 0 0 0 0,-31-9-3107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49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19 1100 0 0,'-4'-10'8123'0'0,"-14"2"-5809"0"0,16 7-1967 0 0,0 2-265 0 0,0-1 1 0 0,0 1-1 0 0,-1 0 1 0 0,1 0 0 0 0,0 0-1 0 0,0 0 1 0 0,0 0-1 0 0,0 0 1 0 0,0 1 0 0 0,0-1-1 0 0,1 0 1 0 0,-1 1-1 0 0,0 0 1 0 0,1-1-1 0 0,-1 1 1 0 0,1 0 0 0 0,-2 4-1 0 0,-25 39 819 0 0,24-36-695 0 0,-195 385 3258 0 0,162-307-2879 0 0,4 1 0 0 0,-36 156-1 0 0,63-217-509 0 0,1 1 1 0 0,2 0-1 0 0,1 0 0 0 0,1 1 0 0 0,1-1 0 0 0,4 29 0 0 0,-2-43-70 0 0,1 0 0 0 0,0 0 0 0 0,1-1 0 0 0,0 1 0 0 0,2-1 0 0 0,-1 0 0 0 0,1 0 0 0 0,1 0-1 0 0,0-1 1 0 0,1 0 0 0 0,1 0 0 0 0,-1-1 0 0 0,19 18 0 0 0,-12-16-379 0 0,0-1 0 0 0,0-1 0 0 0,1 0 0 0 0,1-1 0 0 0,0 0 0 0 0,0-2 0 0 0,20 8 0 0 0,-14-8-2328 0 0,0-1 0 0 0,43 7 0 0 0,-28-10-4086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0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564 165 536 0 0,'5'-165'18020'0'0,"7"202"-16241"0"0,6 56-834 0 0,-5 1 0 0 0,3 128 0 0 0,-16-213-927 0 0,17 249 53 0 0,-16-251-212 0 0,0-3-5 0 0,-1 0-1 0 0,1 0 0 0 0,0 1 0 0 0,0-1 0 0 0,0 0 0 0 0,1 0 0 0 0,1 4 0 0 0,-2-7-39 0 0,1-11 71 0 0,-1 0 1 0 0,1 0 0 0 0,-2 0-1 0 0,0 0 1 0 0,0 0 0 0 0,0 0-1 0 0,-2 0 1 0 0,1-1 0 0 0,-4-11-1 0 0,4 19 110 0 0,1 0 0 0 0,-1 1 0 0 0,0-1 0 0 0,0 0-1 0 0,0 1 1 0 0,0-1 0 0 0,-1 1 0 0 0,1-1 0 0 0,-1 1-1 0 0,1 0 1 0 0,-1 0 0 0 0,0 0 0 0 0,0 0 0 0 0,0 0 0 0 0,0 0-1 0 0,0 0 1 0 0,0 0 0 0 0,0 1 0 0 0,-1-1 0 0 0,-3-1-1 0 0,2 2 17 0 0,0 0-1 0 0,0 0 0 0 0,0 0 1 0 0,-1 0-1 0 0,1 1 0 0 0,0 0 1 0 0,-1 0-1 0 0,1 0 0 0 0,0 0 1 0 0,-1 1-1 0 0,-7 1 1 0 0,-7 4 124 0 0,0 1 0 0 0,1 0 1 0 0,-1 1-1 0 0,-24 16 1 0 0,-256 180 1672 0 0,166-106-1811 0 0,125-90-1105 0 0,32-8-4413 0 0,40-27-3016 0 0,-33 11 2996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0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23 2836 0 0,'-39'18'19682'0'0,"48"-17"-18927"0"0,16-2-854 0 0,240-37 709 0 0,-262 38-634 0 0,19-2-2616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1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78 2576 0 0,'-11'-7'3452'0'0,"-1"-2"1"0"0,1 1-1 0 0,-18-20 0 0 0,28 28-3413 0 0,1 0 0 0 0,0-1 0 0 0,-1 1 0 0 0,1-1 0 0 0,0 1 0 0 0,0 0 0 0 0,-1-1 0 0 0,1 1 0 0 0,0-1 0 0 0,0 1 0 0 0,0-1 0 0 0,0 1 0 0 0,0-1 0 0 0,0 1 0 0 0,0 0 0 0 0,0-1 1 0 0,0 1-1 0 0,0-1 0 0 0,0 1 0 0 0,0-1 0 0 0,0 1 0 0 0,0-1 0 0 0,0 1 0 0 0,0-1 0 0 0,0 1 0 0 0,0-1 0 0 0,1 1 0 0 0,-1 0 0 0 0,0-1 0 0 0,0 1 0 0 0,1-1 0 0 0,-1 1 0 0 0,0 0 0 0 0,0-1 0 0 0,1 1 0 0 0,-1 0 0 0 0,1-1 0 0 0,0 0 22 0 0,0 0 0 0 0,0 0 0 0 0,1 0 0 0 0,-1 0 0 0 0,0 1 0 0 0,0-1 0 0 0,1 0 0 0 0,-1 1 0 0 0,0-1 0 0 0,1 1 0 0 0,-1-1 0 0 0,1 1 0 0 0,0 0 0 0 0,7-1 81 0 0,0 1 0 0 0,0 1 0 0 0,0 0 0 0 0,0 0 0 0 0,0 1 1 0 0,0 0-1 0 0,-1 1 0 0 0,1-1 0 0 0,-1 2 0 0 0,1-1 0 0 0,-1 1 1 0 0,-1 0-1 0 0,1 1 0 0 0,0 0 0 0 0,11 10 0 0 0,-14-10-78 0 0,1 0-1 0 0,0 0 1 0 0,-1 1-1 0 0,0 0 1 0 0,0 0-1 0 0,-1 1 0 0 0,0-1 1 0 0,0 1-1 0 0,0 0 1 0 0,-1 0-1 0 0,0 0 1 0 0,0 0-1 0 0,-1 1 1 0 0,0-1-1 0 0,0 1 1 0 0,-1-1-1 0 0,0 1 1 0 0,0 15-1 0 0,-3-6-19 0 0,0-1 1 0 0,-1 1-1 0 0,-1-1 0 0 0,-1 0 0 0 0,0 0 1 0 0,-1 0-1 0 0,-16 29 0 0 0,-2-3 352 0 0,-43 57 0 0 0,32-56 318 0 0,19-25 48 0 0,-18 29 0 0 0,33-45-687 0 0,1-2-65 0 0,0 1 0 0 0,0-1-1 0 0,0 0 1 0 0,0 1 0 0 0,0-1 0 0 0,0 0-1 0 0,0 1 1 0 0,0-1 0 0 0,0 0 0 0 0,1 1 0 0 0,-1-1-1 0 0,0 0 1 0 0,0 1 0 0 0,0-1 0 0 0,1 0-1 0 0,-1 1 1 0 0,0-1 0 0 0,0 0 0 0 0,1 0-1 0 0,-1 1 1 0 0,0-1 0 0 0,0 0 0 0 0,1 0 0 0 0,-1 0-1 0 0,0 1 1 0 0,1-1 0 0 0,-1 0 0 0 0,1 0-1 0 0,59-10-302 0 0,-1-4 0 0 0,84-29 0 0 0,-117 35-385 0 0,98-37-5223 0 0,-97 34 1377 0 0,25-16 0 0 0,-22 7-2510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1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52 2412 0 0,'-2'-4'982'0'0,"0"3"-584"0"0,1 0 0 0 0,0-1 0 0 0,0 1 0 0 0,0 0 1 0 0,0-1-1 0 0,0 1 0 0 0,1-1 0 0 0,-1 1 0 0 0,0-1 0 0 0,1 0 0 0 0,-1 1 0 0 0,1-1 0 0 0,0 1 0 0 0,-1-1 0 0 0,1 0 0 0 0,0 0 0 0 0,0 1 0 0 0,0-1 0 0 0,0 0 1 0 0,0 1-1 0 0,0-1 0 0 0,1 0 0 0 0,-1 1 0 0 0,1-1 0 0 0,0-1 0 0 0,0 2-250 0 0,0 0-1 0 0,0 1 1 0 0,0-1-1 0 0,0 1 1 0 0,0-1 0 0 0,0 1-1 0 0,0 0 1 0 0,0-1-1 0 0,0 1 1 0 0,0 0 0 0 0,0 0-1 0 0,1 0 1 0 0,-1 0-1 0 0,0 0 1 0 0,0 0-1 0 0,0 0 1 0 0,0 0 0 0 0,0 0-1 0 0,1 0 1 0 0,-1 1-1 0 0,2 0 1 0 0,24 8 1186 0 0,-11-1-820 0 0,-1 0 0 0 0,1 1 0 0 0,-2 1 0 0 0,1 0 0 0 0,-1 1 1 0 0,-1 1-1 0 0,20 21 0 0 0,-8-4 47 0 0,-1 1-1 0 0,29 49 1 0 0,-29-37-386 0 0,-1 0 1 0 0,-3 2-1 0 0,-1 0 0 0 0,-3 2 0 0 0,-1-1 1 0 0,-2 2-1 0 0,-3 0 0 0 0,6 56 0 0 0,-12-59-128 0 0,-2 1-1 0 0,-2-1 0 0 0,-2 1 1 0 0,-2-1-1 0 0,-2 1 0 0 0,-2-1 1 0 0,-1-1-1 0 0,-31 83 0 0 0,-20 8-138 0 0,53-120-495 0 0,-1 0-1 0 0,-1-1 1 0 0,-1 0 0 0 0,0 0 0 0 0,0-1-1 0 0,-1 0 1 0 0,-14 11 0 0 0,23-22 21 0 0,-25 16-1793 0 0,25-16 1462 0 0,-1 0 0 0 0,1 0 0 0 0,0-1-1 0 0,0 0 1 0 0,0 1 0 0 0,-1-1 0 0 0,1 0-1 0 0,0 0 1 0 0,-3 0 0 0 0,-20-3-6126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1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12 181 1024 0 0,'-4'-42'5316'0'0,"-4"-63"6610"0"0,8 104-11858 0 0,0-1 1 0 0,1 1-1 0 0,-1 0 1 0 0,0-1-1 0 0,0 1 1 0 0,1 0 0 0 0,-1-1-1 0 0,0 1 1 0 0,1 0-1 0 0,-1-1 1 0 0,1 1-1 0 0,0 0 1 0 0,-1 0-1 0 0,1 0 1 0 0,0 0 0 0 0,0-1-1 0 0,0 1 1 0 0,0 0-1 0 0,0 1 1 0 0,0-1-1 0 0,0 0 1 0 0,0 0-1 0 0,0 0 1 0 0,0 0 0 0 0,1 1-1 0 0,-1-1 1 0 0,0 1-1 0 0,0-1 1 0 0,1 1-1 0 0,-1-1 1 0 0,1 1-1 0 0,-1 0 1 0 0,0 0 0 0 0,3-1-1 0 0,2 1 1 0 0,-1 0-1 0 0,0 0 1 0 0,1 0-1 0 0,-1 1 1 0 0,0-1-1 0 0,1 1 1 0 0,5 2-1 0 0,0 1 16 0 0,-1 0 0 0 0,0 1-1 0 0,0-1 1 0 0,-1 2 0 0 0,1-1-1 0 0,-1 2 1 0 0,0-1 0 0 0,-1 1-1 0 0,0 0 1 0 0,12 13 0 0 0,-16-15-35 0 0,0 0 1 0 0,0 0-1 0 0,-1 0 1 0 0,0 0-1 0 0,0 0 1 0 0,0 1-1 0 0,-1-1 1 0 0,1 1-1 0 0,-2 0 1 0 0,1-1-1 0 0,0 1 0 0 0,-1 0 1 0 0,0 0-1 0 0,0 0 1 0 0,-1 0-1 0 0,0 1 1 0 0,0-1-1 0 0,0 0 1 0 0,-1 0-1 0 0,-2 8 1 0 0,-2 2 209 0 0,0 0 0 0 0,-1 0 0 0 0,-1-1 0 0 0,-16 25 0 0 0,-41 52 1531 0 0,61-88-1694 0 0,0 0-22 0 0,1-2-12 0 0,0 0-1 0 0,1 0 1 0 0,-1 0-1 0 0,1 0 1 0 0,0 0-1 0 0,-1 1 1 0 0,0 4-1 0 0,2-7-55 0 0,0 0-1 0 0,0 1 1 0 0,0-1-1 0 0,0 0 1 0 0,0 1 0 0 0,0-1-1 0 0,0 0 1 0 0,0 0-1 0 0,0 1 1 0 0,0-1 0 0 0,0 0-1 0 0,0 1 1 0 0,0-1-1 0 0,0 0 1 0 0,0 0 0 0 0,1 1-1 0 0,-1-1 1 0 0,0 0-1 0 0,0 0 1 0 0,0 1 0 0 0,0-1-1 0 0,1 0 1 0 0,-1 0-1 0 0,0 0 1 0 0,0 0-1 0 0,1 1 1 0 0,-1-1 0 0 0,0 0-1 0 0,1 0 1 0 0,16 2 4 0 0,112-19 369 0 0,-9-1-2681 0 0,-94 16-794 0 0,28 2 0 0 0,17 6-6431 0 0,-44-4 2475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2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 2552 0 0,'-35'12'2798'0'0,"-154"47"11269"0"0,183-57-13927 0 0,-14 5 3258 0 0,30-7-3114 0 0,145-16 744 0 0,-88 7-1914 0 0,69 0 1 0 0,-116 9-372 0 0,44 1-3566 0 0,-23 4-2900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2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0 720 0 0,'-59'22'5828'0'0,"-73"29"5847"0"0,129-50-11104 0 0,3-1-541 0 0,0 0 0 0 0,0 0-1 0 0,0 0 1 0 0,1 0 0 0 0,-1 0 0 0 0,0 1-1 0 0,0-1 1 0 0,0 0 0 0 0,0 0-1 0 0,0 0 1 0 0,0 0 0 0 0,0 0-1 0 0,0 0 1 0 0,0 0 0 0 0,0 0-1 0 0,0 0 1 0 0,0 1 0 0 0,1-1-1 0 0,-1 0 1 0 0,0 0 0 0 0,0 0-1 0 0,0 0 1 0 0,0 0 0 0 0,0 0 0 0 0,0 1-1 0 0,0-1 1 0 0,0 0 0 0 0,0 0-1 0 0,0 0 1 0 0,0 0 0 0 0,0 0-1 0 0,0 0 1 0 0,0 0 0 0 0,0 1-1 0 0,-1-1 1 0 0,1 0 0 0 0,0 0-1 0 0,0 0 1 0 0,0 0 0 0 0,0 0-1 0 0,0 0 1 0 0,0 0 0 0 0,0 0 0 0 0,0 1-1 0 0,0-1 1 0 0,0 0 0 0 0,0 0-1 0 0,-1 0 1 0 0,1 0 0 0 0,0 0-1 0 0,0 0 1 0 0,0 0 0 0 0,0 0-1 0 0,0 0 1 0 0,0 0 0 0 0,0 0-1 0 0,0 0 1 0 0,-1 0 0 0 0,1 0-1 0 0,0 0 1 0 0,0 0 0 0 0,18 4 644 0 0,292-25 99 0 0,-145 6-4431 0 0,-81 7-660 0 0,-28 0-1550 0 0,-21 1 34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3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339 201 1992 0 0,'-9'-14'4739'0'0,"-12"-21"4439"0"0,-5 3-3426 0 0,25 31-5319 0 0,1 1-397 0 0,0-1 1 0 0,-1 1-1 0 0,1-1 0 0 0,0 1 1 0 0,-1 0-1 0 0,1-1 0 0 0,0 1 0 0 0,0 0 1 0 0,-1-1-1 0 0,1 1 0 0 0,-1 0 1 0 0,1-1-1 0 0,0 1 0 0 0,-1 0 1 0 0,1 0-1 0 0,-1 0 0 0 0,1-1 0 0 0,0 1 1 0 0,-1 0-1 0 0,1 0 0 0 0,-1 0 1 0 0,1 0-1 0 0,-1 0 0 0 0,1 0 1 0 0,-1 0-1 0 0,1 0 0 0 0,-1 0 0 0 0,1 0 1 0 0,-1 0-1 0 0,0 0 0 0 0,-18 4 306 0 0,4 6-243 0 0,1 1 1 0 0,0 0-1 0 0,1 1 0 0 0,1 1 1 0 0,-1 0-1 0 0,-12 18 0 0 0,7-6-45 0 0,1 1-1 0 0,-26 52 0 0 0,35-61-35 0 0,1 0 0 0 0,0 1 0 0 0,1 0-1 0 0,2 0 1 0 0,-1 0 0 0 0,2 1 0 0 0,-1 28 0 0 0,3-40-4 0 0,1 1 0 0 0,1-1 1 0 0,-1 0-1 0 0,1 1 0 0 0,1-1 0 0 0,-1 0 1 0 0,1 0-1 0 0,1 0 0 0 0,-1 0 1 0 0,1 0-1 0 0,0 0 0 0 0,1-1 0 0 0,-1 0 1 0 0,1 1-1 0 0,1-2 0 0 0,-1 1 1 0 0,1 0-1 0 0,0-1 0 0 0,0 0 0 0 0,1 0 1 0 0,10 8-1 0 0,-5-7 9 0 0,1 0 0 0 0,-1 0 0 0 0,1-1 0 0 0,0 0 1 0 0,0-1-1 0 0,1-1 0 0 0,-1 0 0 0 0,1 0 0 0 0,-1-2 0 0 0,1 1 0 0 0,0-2 0 0 0,0 1 1 0 0,0-2-1 0 0,0 0 0 0 0,-1 0 0 0 0,1-1 0 0 0,0-1 0 0 0,22-7 0 0 0,-19 4-3 0 0,0 0-1 0 0,-1-1 1 0 0,1-1-1 0 0,-2 0 1 0 0,1-1-1 0 0,-1 0 1 0 0,0-1-1 0 0,-1-1 1 0 0,-1 0-1 0 0,1-1 1 0 0,-2 0-1 0 0,0-1 1 0 0,18-26-1 0 0,-15 15 154 0 0,-1-1 1 0 0,-1 0-1 0 0,-1-1 0 0 0,-1 0 0 0 0,-1-1 0 0 0,6-32 1 0 0,-12 44-70 0 0,-1 0 1 0 0,-1 0-1 0 0,0 1 0 0 0,0-1 1 0 0,-2 0-1 0 0,0 0 1 0 0,0 0-1 0 0,-2 1 1 0 0,0-1-1 0 0,0 1 1 0 0,-1-1-1 0 0,-1 1 0 0 0,-9-18 1 0 0,11 26-81 0 0,-1 0 1 0 0,0 0-1 0 0,0 1 0 0 0,-1-1 1 0 0,1 1-1 0 0,-1 0 0 0 0,0 0 1 0 0,-1 0-1 0 0,1 1 0 0 0,-1 0 1 0 0,-11-7-1 0 0,6 6-202 0 0,-1 0-1 0 0,1 1 1 0 0,-1 0 0 0 0,0 1-1 0 0,1 0 1 0 0,-17-2 0 0 0,-5 3-993 0 0,1 1 1 0 0,-1 2-1 0 0,1 0 1 0 0,-41 9-1 0 0,-41 11-3730 0 0,38-5-1230 0 0,14-1-1884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5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92 2172 0 0,'-2'-12'2785'0'0,"0"1"-618"0"0,0 0 0 0 0,0 0 0 0 0,-1 1 1 0 0,-6-17-1 0 0,8 25-1903 0 0,0-6 162 0 0,-1 14 225 0 0,0 14 13 0 0,9 60 1158 0 0,-3 122 1 0 0,-22 80-612 0 0,9-168-894 0 0,-13 102 185 0 0,22-214-442 0 0,-1 17-996 0 0,-11-58-13896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6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975 51 996 0 0,'0'0'6746'0'0,"9"-29"-432"0"0,-8 29-6022 0 0,0-1 1 0 0,0 0-1 0 0,0 0 1 0 0,0 0-1 0 0,0 0 1 0 0,0 0-1 0 0,0 0 1 0 0,-1 0-1 0 0,1 0 1 0 0,0 0-1 0 0,-1 0 1 0 0,1 0-1 0 0,-1 0 0 0 0,1-1 1 0 0,0-1-1 0 0,-2 2-173 0 0,1 1-1 0 0,0 0 1 0 0,-1-1-1 0 0,1 1 1 0 0,0 0-1 0 0,-1 0 1 0 0,1-1-1 0 0,-1 1 1 0 0,1 0-1 0 0,0 0 1 0 0,-1 0-1 0 0,1 0 1 0 0,-1-1-1 0 0,1 1 1 0 0,-1 0 0 0 0,1 0-1 0 0,-1 0 1 0 0,1 0-1 0 0,0 0 1 0 0,-1 0-1 0 0,1 0 1 0 0,-1 0-1 0 0,1 0 1 0 0,-1 1-1 0 0,1-1 1 0 0,-1 0-1 0 0,0 0 1 0 0,-48 16 1585 0 0,44-14-2097 0 0,-107 40 450 0 0,-149 51 36 0 0,-189 42 146 0 0,376-116-279 0 0,72-18 22 0 0,-10 2-179 0 0,-6 2 1332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8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29 628 1892 0 0,'-28'-23'14243'0'0,"37"18"-11762"0"0,346-55-3603 0 0,-345 59-285 0 0,10-2-282 0 0</inkml:trace>
  <inkml:trace contextRef="#ctx0" brushRef="#br0" timeOffset="1">148 829 940 0 0,'-53'34'7102'0'0,"-20"15"1288"0"0,73-49-8318 0 0,0 0 0 0 0,-1 0 0 0 0,1 0-1 0 0,0 1 1 0 0,0-1 0 0 0,-1 0 0 0 0,1 0 0 0 0,0 0-1 0 0,0 1 1 0 0,0-1 0 0 0,-1 0 0 0 0,1 0 0 0 0,0 1-1 0 0,0-1 1 0 0,0 0 0 0 0,0 0 0 0 0,0 1 0 0 0,-1-1 0 0 0,1 0-1 0 0,0 1 1 0 0,0-1 0 0 0,0 0 0 0 0,0 1 0 0 0,0-1-1 0 0,0 0 1 0 0,0 1 0 0 0,0-1 0 0 0,0 0 0 0 0,0 1-1 0 0,0-1 1 0 0,0 0 0 0 0,1 1 0 0 0,8 6 986 0 0,22-2 133 0 0,46-9-410 0 0,128-25 1 0 0,-89 11-507 0 0,-16 2-869 0 0,-41 5-3760 0 0,-56 10 3619 0 0,0 1 1 0 0,-1-1-1 0 0,1 0 0 0 0,0-1 1 0 0,0 1-1 0 0,-1 0 0 0 0,1-1 1 0 0,-1 0-1 0 0,1 1 0 0 0,2-4 0 0 0</inkml:trace>
  <inkml:trace contextRef="#ctx0" brushRef="#br0" timeOffset="2">1249 68 2508 0 0,'4'-40'8361'0'0,"-1"13"2175"0"0,2 153-8545 0 0,-14 126 0 0 0,8-223-1832 0 0,-38 385 1247 0 0,36-374-1460 0 0,3-25-5115 0 0</inkml:trace>
  <inkml:trace contextRef="#ctx0" brushRef="#br0" timeOffset="3">2153 770 1652 0 0,'23'-9'15120'0'0,"-26"22"-14257"0"0,-15 23 382 0 0,-1 0-1 0 0,-48 65 1 0 0,30-49-853 0 0,-134 222 186 0 0,63-85-4589 0 0,39-77-4210 0 0,35-65 518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3:59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13 154 536 0 0,'-11'-30'8853'0'0,"11"26"-8582"0"0,-1 0-1 0 0,1-1 1 0 0,0 1 0 0 0,0 0 0 0 0,0-1-1 0 0,0 1 1 0 0,1 0 0 0 0,0-1 0 0 0,0 1-1 0 0,0 0 1 0 0,0 0 0 0 0,1 0 0 0 0,0 0-1 0 0,0 0 1 0 0,0 0 0 0 0,0 0 0 0 0,4-5-1 0 0,-2 6-218 0 0,0-1 0 0 0,0 0 1 0 0,0 1-1 0 0,0-1 0 0 0,0 1 0 0 0,1 1 0 0 0,0-1 0 0 0,-1 0 0 0 0,1 1 0 0 0,0 0 0 0 0,0 0 0 0 0,1 1 0 0 0,-1-1 0 0 0,6 0 0 0 0,0 1-28 0 0,0-1 0 0 0,0 2 0 0 0,0 0 0 0 0,0 0 0 0 0,0 1 0 0 0,0 0 0 0 0,0 1-1 0 0,0 0 1 0 0,-1 0 0 0 0,1 1 0 0 0,-1 1 0 0 0,0 0 0 0 0,1 0 0 0 0,-2 1 0 0 0,1 1 0 0 0,-1-1-1 0 0,1 2 1 0 0,-1-1 0 0 0,-1 1 0 0 0,15 15 0 0 0,-15-14-5 0 0,-1 1 0 0 0,1 0 0 0 0,-2 1 0 0 0,1 0 0 0 0,-1 0 0 0 0,-1 0-1 0 0,1 1 1 0 0,-2 0 0 0 0,0 0 0 0 0,0 0 0 0 0,-1 0 0 0 0,0 1 0 0 0,-1 0 0 0 0,0-1 0 0 0,-1 1 0 0 0,-1 0 0 0 0,0-1 0 0 0,0 1 0 0 0,-3 15-1 0 0,-2-3 117 0 0,-2 0 0 0 0,0 0 0 0 0,-2-1-1 0 0,0-1 1 0 0,-2 1 0 0 0,0-1-1 0 0,-2-1 1 0 0,0 0 0 0 0,-1-1-1 0 0,-27 29 1 0 0,-17 11 1375 0 0,-112 92-1 0 0,169-151-1490 0 0,-7 6 73 0 0,-12 12 300 0 0,20-19-389 0 0,0 0 0 0 0,0 0 0 0 0,0 0 0 0 0,0 0 0 0 0,0 1 0 0 0,0-1 1 0 0,-1 0-1 0 0,1 0 0 0 0,0 0 0 0 0,0 0 0 0 0,0 1 0 0 0,0-1 0 0 0,0 0 0 0 0,0 0 1 0 0,1 0-1 0 0,-1 0 0 0 0,0 0 0 0 0,0 1 0 0 0,0-1 0 0 0,0 0 0 0 0,0 0 0 0 0,0 0 1 0 0,0 0-1 0 0,0 0 0 0 0,0 1 0 0 0,0-1 0 0 0,0 0 0 0 0,0 0 0 0 0,1 0 0 0 0,-1 0 1 0 0,0 0-1 0 0,0 0 0 0 0,0 0 0 0 0,0 0 0 0 0,0 1 0 0 0,0-1 0 0 0,1 0 0 0 0,-1 0 1 0 0,0 0-1 0 0,0 0 0 0 0,0 0 0 0 0,0 0 0 0 0,1 0 0 0 0,-1 0 0 0 0,19 0 21 0 0,153-26 49 0 0,9-1-69 0 0,-112 18 7 0 0,-66 9-11 0 0,0 0 6 0 0,6 2-10 0 0,-7-2-38 0 0,-5 10-2835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00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1 356 0 0,'19'11'12739'0'0,"-22"0"-11651"0"0,0-1 0 0 0,0 1 0 0 0,-9 15 0 0 0,-37 60 848 0 0,23-45-1397 0 0,-40 68 138 0 0,-40 69-1882 0 0,98-160-161 0 0,1-3-1448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00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40 179 444 0 0,'-10'-18'5534'0'0,"-10"-27"0"0"0,18 41-5090 0 0,1 0 0 0 0,-1 0-1 0 0,1 0 1 0 0,0-1 0 0 0,0 1-1 0 0,0 0 1 0 0,1-1 0 0 0,0 1-1 0 0,0 0 1 0 0,0-1 0 0 0,0 1-1 0 0,1-1 1 0 0,1-5 0 0 0,-1 8-370 0 0,0-1 0 0 0,1 1 0 0 0,0-1 0 0 0,-1 1 0 0 0,1 0 1 0 0,0 0-1 0 0,0 0 0 0 0,0 0 0 0 0,0 0 0 0 0,1 1 0 0 0,-1-1 0 0 0,0 1 1 0 0,1-1-1 0 0,-1 1 0 0 0,1 0 0 0 0,5-2 0 0 0,3-1 87 0 0,0 1 0 0 0,21-4-1 0 0,-19 6-124 0 0,1 0 0 0 0,0 1 0 0 0,-1 0-1 0 0,1 1 1 0 0,-1 1 0 0 0,1 0-1 0 0,-1 0 1 0 0,1 2 0 0 0,-1 0-1 0 0,0 0 1 0 0,-1 1 0 0 0,1 1 0 0 0,-1 0-1 0 0,20 13 1 0 0,-24-14-24 0 0,-1 1 1 0 0,0-1 0 0 0,-1 2-1 0 0,1-1 1 0 0,-1 0-1 0 0,-1 1 1 0 0,1 0-1 0 0,-1 1 1 0 0,0-1-1 0 0,5 12 1 0 0,-8-12 11 0 0,1 0 0 0 0,-1-1 0 0 0,0 1 0 0 0,-1 0 0 0 0,1 1 0 0 0,-1-1 0 0 0,-1 0 0 0 0,0 0-1 0 0,0 0 1 0 0,0 1 0 0 0,-1-1 0 0 0,0 0 0 0 0,0 0 0 0 0,-2 8 0 0 0,-2-1 81 0 0,0 0-1 0 0,-1 0 0 0 0,-1 0 1 0 0,0 0-1 0 0,0-1 0 0 0,-2-1 1 0 0,1 1-1 0 0,-2-1 1 0 0,-10 11-1 0 0,-14 11 367 0 0,-58 43 1 0 0,29-24 54 0 0,14-14-219 0 0,49-39-303 0 0,0 0 0 0 0,-1 0-1 0 0,1 0 1 0 0,0 0-1 0 0,0 0 1 0 0,0 1-1 0 0,-1-1 1 0 0,1 0-1 0 0,0 0 1 0 0,0 0-1 0 0,0 1 1 0 0,-1-1-1 0 0,1 0 1 0 0,0 0-1 0 0,0 0 1 0 0,0 1-1 0 0,0-1 1 0 0,-1 0-1 0 0,1 0 1 0 0,0 1-1 0 0,0-1 1 0 0,0 0-1 0 0,0 1 1 0 0,0-1-1 0 0,0 0 1 0 0,0 0-1 0 0,0 1 1 0 0,0-1-1 0 0,0 0 1 0 0,0 0 0 0 0,0 1-1 0 0,0-1 1 0 0,0 0-1 0 0,0 1 1 0 0,0-1-1 0 0,0 0 1 0 0,0 0-1 0 0,1 1 1 0 0,-1-1-1 0 0,0 0 1 0 0,0 0-1 0 0,0 1 1 0 0,0-1-1 0 0,1 0 1 0 0,-1 0-1 0 0,0 0 1 0 0,0 1-1 0 0,0-1 1 0 0,1 0-1 0 0,-1 0 1 0 0,0 0-1 0 0,12 6 62 0 0,6-4-30 0 0,-1-1 0 0 0,1 0-1 0 0,0-1 1 0 0,33-5 0 0 0,-12 2 2 0 0,652-51-1891 0 0,-665 54-380 0 0,-4 3-6617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2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44 36 0 0,'9'-23'9428'0'0,"-4"3"-3732"0"0,-5 23-5547 0 0,-29 318 2720 0 0,10-162-2509 0 0,10-47-4 0 0,-3 29-3295 0 0,11-133 1441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584 46 240 0 0,'0'-16'5987'0'0,"0"15"-5725"0"0,1 0 0 0 0,-1 0 0 0 0,0-1 0 0 0,0 1 0 0 0,0 0-1 0 0,-1 0 1 0 0,1 0 0 0 0,0-1 0 0 0,0 1 0 0 0,-1 0 0 0 0,1 0 0 0 0,0 0-1 0 0,-1 0 1 0 0,1 0 0 0 0,-1-1 0 0 0,1 1 0 0 0,-1 0 0 0 0,0 0 0 0 0,0 0-1 0 0,1 1 1 0 0,-1-1 0 0 0,0 0 0 0 0,0 0 0 0 0,0 0 0 0 0,-1 0 0 0 0,0 0-89 0 0,0 1 0 0 0,0-1 1 0 0,0 1-1 0 0,0 0 0 0 0,0 0 0 0 0,0 0 1 0 0,-1 0-1 0 0,1 1 0 0 0,0-1 0 0 0,0 0 1 0 0,0 1-1 0 0,0-1 0 0 0,0 1 1 0 0,1 0-1 0 0,-4 1 0 0 0,-27 13 794 0 0,2 2-1 0 0,-39 26 0 0 0,22-13-450 0 0,-206 127 1024 0 0,252-156-1538 0 0,-15 10 73 0 0,0-1 1 0 0,-1-1 0 0 0,-29 12-1 0 0,45-20-57 0 0,-8 1 107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1 240 0 0,'11'18'18784'0'0,"-12"-12"-19389"0"0,4-5 636 0 0,0-1 0 0 0,-1 1 0 0 0,1 0 0 0 0,0-1 0 0 0,0 0 0 0 0,-1 0 0 0 0,1 1 0 0 0,5-2 0 0 0,-6 1-13 0 0,264-13-1926 0 0,-259 13 983 0 0,13 0-1452 0 0,-5 4-2880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3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52 2084 0 0,'-45'26'6468'0'0,"31"-19"-3914"0"0,0 1-1 0 0,-18 13 1268 0 0,34-20-3606 0 0,5-1-144 0 0,0 0-1 0 0,0-1 1 0 0,0 0-1 0 0,-1 0 1 0 0,1-1-1 0 0,0 1 1 0 0,-1-1-1 0 0,12-6 1 0 0,3 1 13 0 0,120-33-741 0 0,-67 20-2100 0 0,-1-1-3806 0 0,-42 11 530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3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88 2360 0 0,'0'-3'2880'0'0,"-9"-49"13950"0"0,-5 20-6348 0 0,13 31-10270 0 0,0 3-211 0 0,0-1-1 0 0,1 0 0 0 0,-1 1 0 0 0,0-1 0 0 0,1 1 1 0 0,0-1-1 0 0,-1 1 0 0 0,1 0 0 0 0,0-1 0 0 0,0 1 1 0 0,-1-1-1 0 0,2 4 0 0 0,-28 564-2760 0 0,6-217 320 0 0,12-186-3409 0 0,4-84-59 0 0,0 49-7498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4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97 52 0 0,'10'-31'5123'0'0,"6"-24"2601"0"0,-16 53-7183 0 0,2-7 1882 0 0,-12 25-2165 0 0,0-1 1 0 0,-11 24 0 0 0,-4 9-82 0 0,-77 113 9 0 0,49-76-2135 0 0,1-2-4273 0 0,31-46-205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6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94 122 2720 0 0,'-3'0'2252'0'0,"-40"-5"7456"0"0,40 5-8591 0 0,-12 0 1392 0 0,13 0-1903 0 0,-18-3 1015 0 0,13 1-780 0 0,18 0-670 0 0,309-46 314 0 0,-225 30-591 0 0,-87 17-127 0 0,93-20-2653 0 0,-86 17-267 0 0,1-1 0 0 0,15-8 0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6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51 3104 0 0,'-8'-14'6644'0'0,"5"8"-4906"0"0,2 5-1165 0 0,0-1-1 0 0,0 1 1 0 0,0-1 0 0 0,1 1 0 0 0,-1-1 0 0 0,1 1-1 0 0,-1-1 1 0 0,1 1 0 0 0,-1-1 0 0 0,1 1-1 0 0,0-1 1 0 0,0 0 0 0 0,0 1 0 0 0,0-1 0 0 0,0 1-1 0 0,0-4 1 0 0,1 4-65 0 0,161 8 2779 0 0,-96-2-3041 0 0,117-7 1 0 0,-103 0-3858 0 0,-78 2 2725 0 0,14-1-1553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7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1860 0 0,'-25'11'7141'0'0,"23"-9"-6676"0"0,-1 0 1 0 0,0-1-1 0 0,1 1 1 0 0,-1 1-1 0 0,1-1 1 0 0,0 0-1 0 0,-1 1 1 0 0,1-1 0 0 0,0 1-1 0 0,0-1 1 0 0,1 1-1 0 0,-1 0 1 0 0,1 0-1 0 0,-1 0 1 0 0,1 0-1 0 0,0 0 1 0 0,0 0-1 0 0,0 0 1 0 0,0 0-1 0 0,1 1 1 0 0,-1 2-1 0 0,0 11 364 0 0,1-1-1 0 0,0 1 0 0 0,2 17 0 0 0,1 8 695 0 0,0 72 272 0 0,0 55-942 0 0,-4-166-847 0 0,0 23-337 0 0,-6 30-1 0 0,-5-17-2704 0 0,11-35 2080 0 0,-1 0 1 0 0,0 0-1 0 0,0-1 0 0 0,-1 1 0 0 0,1-1 1 0 0,-6 6-1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62 1624 0 0,'-29'6'6085'0'0,"22"-5"-4993"0"0,0 0-1 0 0,1 0 1 0 0,-1 1 0 0 0,1 0-1 0 0,-1 0 1 0 0,1 1-1 0 0,0 0 1 0 0,-9 5 869 0 0,15-7-1848 0 0,0 0-1 0 0,0 0 0 0 0,1 0 1 0 0,-1 0-1 0 0,1 0 1 0 0,-1 0-1 0 0,0 0 1 0 0,1 0-1 0 0,0 0 1 0 0,-1 0-1 0 0,1 0 1 0 0,0-1-1 0 0,-1 1 1 0 0,1 0-1 0 0,0 0 1 0 0,0-1-1 0 0,0 1 1 0 0,-1 0-1 0 0,1-1 1 0 0,0 1-1 0 0,0-1 1 0 0,0 1-1 0 0,0-1 1 0 0,0 0-1 0 0,0 1 1 0 0,0-1-1 0 0,0 0 1 0 0,2 0-1 0 0,35 6 447 0 0,-32-6-278 0 0,102 5 242 0 0,-1-5 0 0 0,137-17 1 0 0,-228 15-915 0 0,0 0 0 0 0,0-1 0 0 0,0-1 0 0 0,23-9 1 0 0,-31 10-644 0 0,0-1 0 0 0,0 0 0 0 0,13-10 0 0 0,-15 9-695 0 0,1-1-1 0 0,-2 1 1 0 0,1-1 0 0 0,8-11 0 0 0,-2 0-5206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7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466 202 164 0 0,'-28'-172'18129'0'0,"20"143"-14274"0"0,10 29-3091 0 0,1 1-593 0 0,0 1-1 0 0,0-1 1 0 0,0 1-1 0 0,-1-1 1 0 0,1 1 0 0 0,0 0-1 0 0,-1 0 1 0 0,0 0-1 0 0,1 0 1 0 0,-1 1 0 0 0,0-1-1 0 0,3 5 1 0 0,24 38 880 0 0,-21-32-818 0 0,23 40 244 0 0,-3 1 0 0 0,-2 2 0 0 0,-2 0 0 0 0,-3 2 0 0 0,24 102 0 0 0,-37-119-438 0 0,-2 1 0 0 0,-1 0 0 0 0,-2 0 0 0 0,-2 0 0 0 0,-2 0 0 0 0,-2 1 0 0 0,-1-2 1 0 0,-2 1-1 0 0,-15 51 0 0 0,3-37-373 0 0,-2-1 1 0 0,-2 0 0 0 0,-2-2-1 0 0,-3-1 1 0 0,-45 66 0 0 0,51-88-804 0 0,-1-1-1 0 0,-2-1 1 0 0,-1-1 0 0 0,-1-1 0 0 0,-1-2 0 0 0,-1 0-1 0 0,-1-2 1 0 0,-1-1 0 0 0,-59 31 0 0 0,10-18-4400 0 0,-6-4-2817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5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318 196 20 0 0,'-13'-19'6385'0'0,"11"16"-5496"0"0,0-1 0 0 0,-1 1-1 0 0,1 0 1 0 0,-1 0 0 0 0,-7-7 1077 0 0,9 11-1908 0 0,-1-1 0 0 0,1 1 0 0 0,-1-1 0 0 0,1 1-1 0 0,0-1 1 0 0,-1 1 0 0 0,1 0 0 0 0,0 0 0 0 0,-1 0 0 0 0,1 0-1 0 0,0 0 1 0 0,0 0 0 0 0,0 0 0 0 0,0 0 0 0 0,0 0 0 0 0,0 1-1 0 0,0-1 1 0 0,0 0 0 0 0,0 1 0 0 0,0-1 0 0 0,1 1 0 0 0,-1 1-1 0 0,-16 41 766 0 0,12-31-570 0 0,-155 423 2698 0 0,145-392-2743 0 0,3-9 719 0 0,-20 42 0 0 0,32-77-916 0 0,0 0 0 0 0,0 0 0 0 0,0 1 0 0 0,0-1 0 0 0,0 0 0 0 0,0 0 0 0 0,0 1 0 0 0,0-1 0 0 0,0 0 0 0 0,0 0 0 0 0,0 1 0 0 0,0-1 0 0 0,0 0 0 0 0,-1 0 0 0 0,1 0 0 0 0,0 1 0 0 0,0-1 0 0 0,0 0 0 0 0,0 0 0 0 0,-1 0 0 0 0,1 0 0 0 0,0 1 0 0 0,0-1 0 0 0,0 0 0 0 0,-1 0 0 0 0,1 0 0 0 0,0 0 0 0 0,0 0 0 0 0,0 0 0 0 0,-1 0 0 0 0,1 0 0 0 0,0 1 0 0 0,0-1 0 0 0,-1 0 0 0 0,1 0 0 0 0,0 0 0 0 0,0 0 0 0 0,-1 0 0 0 0,1 0 0 0 0,0 0 0 0 0,0 0 0 0 0,-1-1 0 0 0,1 1 0 0 0,0 0 0 0 0,0 0 0 0 0,0 0 0 0 0,-1 0 0 0 0,1 0 0 0 0,0 0 0 0 0,0 0 0 0 0,0 0 0 0 0,-1-1 0 0 0,1 1 0 0 0,0 0 0 0 0,0 0 0 0 0,0 0 0 0 0,-1 0-1 0 0,1-1 1 0 0,0 1 0 0 0,0 0 0 0 0,0 0 0 0 0,0 0 0 0 0,0-1 0 0 0,0 1 0 0 0,0 0 0 0 0,-1 0 0 0 0,1-1 0 0 0,0 1 0 0 0,-5-21 250 0 0,6-9-253 0 0,2 0 1 0 0,0 1 0 0 0,2-1 0 0 0,15-48-1 0 0,-17 69-6 0 0,71-237-14 0 0,-53 189-13 0 0,3 2 0 0 0,39-67 0 0 0,-54 106-2 0 0,0 0 0 0 0,1 1 0 0 0,1 1 0 0 0,0-1 1 0 0,25-22-1 0 0,-34 36 23 0 0,0 0 0 0 0,1 0 0 0 0,-1 1 0 0 0,1-1 0 0 0,-1 0 0 0 0,1 1 0 0 0,-1-1 0 0 0,1 1-1 0 0,0 0 1 0 0,-1 0 0 0 0,1 0 0 0 0,-1 0 0 0 0,1 1 0 0 0,0-1 0 0 0,-1 1 0 0 0,1-1 0 0 0,-1 1 0 0 0,1 0 0 0 0,-1 0 0 0 0,0 0 0 0 0,1 0 0 0 0,-1 1 0 0 0,0-1 0 0 0,0 0 0 0 0,4 4 0 0 0,1 2 3 0 0,0 1 0 0 0,0 0 1 0 0,0 0-1 0 0,-1 0 0 0 0,-1 1 1 0 0,1 0-1 0 0,-1 0 0 0 0,-1 0 1 0 0,0 1-1 0 0,4 12 0 0 0,3 12 28 0 0,9 58 0 0 0,16 234 879 0 0,-33-283-820 0 0,2 109 337 0 0,-4-102-122 0 0,-1-49-232 0 0,-1 2-79 0 0,2-3-55 0 0,-1 0 1 0 0,0 1-1 0 0,0-1 1 0 0,0 0-1 0 0,0 0 0 0 0,0 0 1 0 0,0 1-1 0 0,0-1 1 0 0,0 0-1 0 0,0 0 0 0 0,0 1 1 0 0,0-1-1 0 0,0 0 1 0 0,0 0-1 0 0,0 0 0 0 0,0 1 1 0 0,-1-1-1 0 0,1 0 1 0 0,0 0-1 0 0,0 0 0 0 0,0 1 1 0 0,0-1-1 0 0,0 0 1 0 0,0 0-1 0 0,0 0 0 0 0,-1 0 1 0 0,1 1-1 0 0,0-1 1 0 0,0 0-1 0 0,0 0 0 0 0,0 0 1 0 0,-1 0-1 0 0,1 0 0 0 0,0 0 1 0 0,0 0-1 0 0,0 1 1 0 0,-1-1-1 0 0,1 0 0 0 0,0 0 1 0 0,-9-5-920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6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43 1620 0 0,'-4'0'2193'0'0,"-93"3"9610"0"0,87 0-10900 0 0,24-2-280 0 0,335-35 499 0 0,-250 20-869 0 0,-96 14-314 0 0,12-1-1388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8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46 252 0 0,'0'-2'473'0'0,"-1"0"0"0"0,0-1 1 0 0,1 1-1 0 0,-1 0 0 0 0,0-1 0 0 0,0 1 0 0 0,0 0 0 0 0,0 0 0 0 0,-1 0 1 0 0,1 0-1 0 0,-1 0 0 0 0,1 0 0 0 0,-1 0 0 0 0,1 0 0 0 0,-1 1 1 0 0,0-1-1 0 0,0 1 0 0 0,0-1 0 0 0,0 1 0 0 0,0 0 0 0 0,0 0 1 0 0,0 0-1 0 0,-1 0 0 0 0,-2-1 0 0 0,0 2-283 0 0,0-1 1 0 0,-1 2-1 0 0,1-1 0 0 0,0 0 0 0 0,0 1 0 0 0,-1 0 1 0 0,1 0-1 0 0,0 1 0 0 0,0-1 0 0 0,0 1 0 0 0,0 0 1 0 0,0 1-1 0 0,0-1 0 0 0,1 1 0 0 0,-1 0 0 0 0,1 0 1 0 0,0 0-1 0 0,-5 6 0 0 0,-9 8 277 0 0,1 1 0 0 0,-25 33-1 0 0,40-48-421 0 0,-41 58 453 0 0,2 2 0 0 0,3 1 0 0 0,-47 108 0 0 0,43-68-116 0 0,-48 187 0 0 0,74-227-300 0 0,4 1 0 0 0,2 0 0 0 0,2 0 0 0 0,4 126 0 0 0,6-159-69 0 0,1 1 0 0 0,1-1 0 0 0,2 0-1 0 0,2 0 1 0 0,1-1 0 0 0,1 0 0 0 0,1 0 0 0 0,2-1-1 0 0,1-1 1 0 0,1 0 0 0 0,35 48 0 0 0,-28-51-211 0 0,1 0 0 0 0,1-2 0 0 0,1-1 0 0 0,2 0 0 0 0,0-2 1 0 0,1-1-1 0 0,1-2 0 0 0,0 0 0 0 0,37 14 0 0 0,-6-7-2147 0 0,1-2-1 0 0,0-4 1 0 0,125 23 0 0 0,-65-22-4351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8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35 1628 0 0,'-23'-35'13325'0'0,"23"37"-13185"0"0,0-1 0 0 0,0 0 0 0 0,-1 1 0 0 0,1-1 0 0 0,0 0 0 0 0,0 1 0 0 0,1-1 0 0 0,-1 1 0 0 0,0-1 0 0 0,0 0 0 0 0,1 1 0 0 0,-1-1 0 0 0,1 0 0 0 0,-1 1 0 0 0,1-1 0 0 0,0 2 0 0 0,0-1-97 0 0,22 53 1762 0 0,35 59 1 0 0,95 121-884 0 0,-149-229-1067 0 0,36 45-2027 0 0,-11-23-3791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8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560 38 2336 0 0,'-2'-4'1314'0'0,"0"0"0"0"0,0 0-1 0 0,-1 1 1 0 0,0-1 0 0 0,-4-5 0 0 0,-1-1 1902 0 0,-11 13-1213 0 0,12 0-1669 0 0,1 0-1 0 0,-1 1 0 0 0,1-1 1 0 0,0 1-1 0 0,0 1 1 0 0,1-1-1 0 0,-1 1 1 0 0,1 0-1 0 0,-8 10 1 0 0,0-1 105 0 0,-85 90 1190 0 0,-150 207-1 0 0,230-287-1683 0 0,2 1 0 0 0,-21 43 0 0 0,33-57-1134 0 0,0 0 0 0 0,-5 20-1 0 0,9-30 979 0 0,0 0-1 0 0,0-1 1 0 0,0 1-1 0 0,0-1 1 0 0,0 1-1 0 0,0-1 1 0 0,1 1-1 0 0,-1-1 1 0 0,0 1-1 0 0,0 0 0 0 0,0-1 1 0 0,1 1-1 0 0,-1-1 1 0 0,0 1-1 0 0,12 5-5076 0 0,-11-6 5076 0 0,-1 0 1 0 0,1 0-1 0 0,0-1 1 0 0,-1 1-1 0 0,1 0 0 0 0,-1 0 1 0 0,1-1-1 0 0,0 1 125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9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1412 0 0,'52'-25'17001'0'0,"-30"15"-12925"0"0,-3 6-3846 0 0,1 0 0 0 0,-1 1 0 0 0,1 1 0 0 0,20 0 0 0 0,13-1-121 0 0,115-9-256 0 0,-56 7-3309 0 0,-75 3 948 0 0,-16 3 597 0 0,-11 0-1614 0 0,14 1-6272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9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 2000 0 0,'-151'82'16077'0'0,"151"-81"-15966"0"0,-1-1 1 0 0,0 0-1 0 0,1 1 1 0 0,-1-1-1 0 0,0 0 1 0 0,1 1-1 0 0,-1-1 1 0 0,1 1-1 0 0,-1-1 1 0 0,1 1-1 0 0,-1-1 1 0 0,1 1-1 0 0,-1 0 1 0 0,1-1-1 0 0,-1 1 1 0 0,1-1-1 0 0,0 1 1 0 0,0 0-1 0 0,-1 0 1 0 0,1-1-1 0 0,0 1 0 0 0,-1 1 1 0 0,2-2-50 0 0,-1 1-1 0 0,0 0 1 0 0,0-1 0 0 0,1 1 0 0 0,-1-1-1 0 0,0 1 1 0 0,1-1 0 0 0,-1 1 0 0 0,1-1-1 0 0,-1 1 1 0 0,0-1 0 0 0,1 0-1 0 0,-1 1 1 0 0,1-1 0 0 0,-1 1 0 0 0,1-1-1 0 0,-1 0 1 0 0,1 0 0 0 0,0 1 0 0 0,0-1-1 0 0,32 8 783 0 0,29-6-804 0 0,0-2-1 0 0,0-4 0 0 0,65-11 0 0 0,-44 5-1770 0 0,25-7-2137 0 0,-36 0-3089 0 0,-27 4-1021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19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523 135 2784 0 0,'0'-3'562'0'0,"0"1"0"0"0,-1 0 0 0 0,1 0-1 0 0,-1 0 1 0 0,1-1 0 0 0,-1 1 0 0 0,1 0 0 0 0,-1 0-1 0 0,0 0 1 0 0,0 0 0 0 0,0 0 0 0 0,0 0-1 0 0,-1 1 1 0 0,1-1 0 0 0,0 0 0 0 0,-1 0 0 0 0,-1-1-1 0 0,1 2-326 0 0,0 0 0 0 0,0 0 0 0 0,1 1 0 0 0,-1-1 0 0 0,0 1 0 0 0,0-1 0 0 0,0 1 0 0 0,0-1 0 0 0,0 1 0 0 0,0 0 0 0 0,0 0 0 0 0,0 0-1 0 0,0 0 1 0 0,0 1 0 0 0,0-1 0 0 0,1 0 0 0 0,-1 1 0 0 0,0-1 0 0 0,-3 2 0 0 0,-4 2 83 0 0,0 0 0 0 0,0 1 1 0 0,0-1-1 0 0,0 2 0 0 0,1-1 1 0 0,0 1-1 0 0,0 1 0 0 0,0 0 0 0 0,-8 9 1 0 0,-8 11 323 0 0,-23 34 0 0 0,47-60-635 0 0,-19 25 315 0 0,2 1 0 0 0,1 1 0 0 0,-25 59 0 0 0,34-69-247 0 0,1 0-1 0 0,1 1 0 0 0,0 0 1 0 0,2-1-1 0 0,0 1 0 0 0,1 0 1 0 0,1 1-1 0 0,1 19 0 0 0,1-32-28 0 0,0 0 1 0 0,0 0-1 0 0,0 0 0 0 0,1-1 0 0 0,0 1 0 0 0,0 0 1 0 0,0-1-1 0 0,1 0 0 0 0,0 1 0 0 0,1-1 0 0 0,-1 0 0 0 0,1-1 1 0 0,0 1-1 0 0,1-1 0 0 0,5 6 0 0 0,-3-5 16 0 0,0 0-1 0 0,1 0 1 0 0,-1-1-1 0 0,1 0 1 0 0,1-1-1 0 0,-1 0 1 0 0,1 0-1 0 0,-1 0 1 0 0,1-1-1 0 0,12 2 1 0 0,-5-2 49 0 0,1 0 0 0 0,0-1 1 0 0,0-1-1 0 0,0-1 1 0 0,0 0-1 0 0,0-1 0 0 0,0-1 1 0 0,0-1-1 0 0,0 0 1 0 0,-1-1-1 0 0,1-1 0 0 0,15-7 1 0 0,-15 4-28 0 0,1-1 0 0 0,-2-1 0 0 0,1-1-1 0 0,-1-1 1 0 0,-1 0 0 0 0,0 0 0 0 0,-1-2 0 0 0,0 0 0 0 0,-1 0 0 0 0,-1-1 0 0 0,0-1 0 0 0,-1 0 0 0 0,14-28 0 0 0,-19 32-76 0 0,0 0 1 0 0,-1-1-1 0 0,-1 1 1 0 0,0-1 0 0 0,-1 0-1 0 0,0-1 1 0 0,-1 1-1 0 0,0-1 1 0 0,-1 1 0 0 0,-1-1-1 0 0,0 1 1 0 0,-1-1-1 0 0,0 1 1 0 0,-1 0 0 0 0,0-1-1 0 0,-1 1 1 0 0,-1 0-1 0 0,0 0 1 0 0,-1 1 0 0 0,-9-18-1 0 0,4 13-58 0 0,0 1 0 0 0,-2 0 0 0 0,0 1 0 0 0,-1 0-1 0 0,0 0 1 0 0,-1 2 0 0 0,-1 0 0 0 0,0 0 0 0 0,-1 1 0 0 0,0 1 0 0 0,0 1-1 0 0,-2 0 1 0 0,1 2 0 0 0,-32-12 0 0 0,21 10-836 0 0,-1 2 0 0 0,0 1 0 0 0,-1 2 0 0 0,0 0 0 0 0,1 2 0 0 0,-1 1 1 0 0,-1 2-1 0 0,-57 6 0 0 0,-46 17-7887 0 0,64-8 430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21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581 0 2176 0 0,'8'28'21054'0'0,"-9"-24"-20077"0"0,-1 6 2085 0 0,-17-10-2862 0 0,4 1-148 0 0,-214 32 3 0 0,173-23-50 0 0,-31 5-100 0 0,84-14 54 0 0,3-1-138 0 0,-1 0 175 0 0,1 0-1 0 0,0 0 1 0 0,-1 0 0 0 0,1 0-1 0 0,0 0 1 0 0,-1 0 0 0 0,1 0 0 0 0,0 0-1 0 0,-1 1 1 0 0,1-1 0 0 0,0 0-1 0 0,-1 0 1 0 0,1 0 0 0 0,0 1-1 0 0,0-1 1 0 0,-1 0 0 0 0,1 0 0 0 0,0 1-1 0 0,0-1 1 0 0,-1 0 0 0 0,1 0-1 0 0,0 1 1 0 0,0-1 0 0 0,0 0-1 0 0,0 1 1 0 0,-1-1 0 0 0,5 13-68 0 0,1-1 1 0 0,7 15-1 0 0,-5-13 37 0 0,-1 0 1 0 0,4 15-1 0 0,13 60 112 0 0,20 170-1 0 0,-31 159-74 0 0,-36 0-38 0 0,17-316 134 0 0,-72 753-97 0 0,-24-5 29 0 0,54-389 92 0 0,36-324-64 0 0,12-129-56 0 0,-8 80 34 0 0,4 143-1 0 0,13-133 18 0 0,-8-97-54 0 0,1 0 1 0 0,-1-1-1 0 0,1 1 1 0 0,-1 0-1 0 0,1-1 1 0 0,-1 1 0 0 0,1 0-1 0 0,-1-1 1 0 0,1 1-1 0 0,0 0 1 0 0,-1-1 0 0 0,1 1-1 0 0,0-1 1 0 0,0 1-1 0 0,-1-1 1 0 0,1 0 0 0 0,0 1-1 0 0,0-1 1 0 0,0 0-1 0 0,-1 0 1 0 0,1 1 0 0 0,0-1-1 0 0,0 0 1 0 0,0 0-1 0 0,0 0 1 0 0,0 0 0 0 0,-1 0-1 0 0,1 0 1 0 0,0 0-1 0 0,0 0 1 0 0,0-1 0 0 0,1 1-1 0 0,34-4-21 0 0,-34 3 20 0 0,44-10-1530 0 0,0-2 0 0 0,67-28 0 0 0,-57 19-268 0 0,47-17-2541 0 0,-33 13-1695 0 0,-12 4-2134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2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23 20 0 0,'17'10'21353'0'0,"21"-25"-21352"0"0,-25 10-13 0 0,0 0-15 0 0,-2 4 15 0 0,-7-1 14 0 0,30-2 16 0 0,-28 4-20 0 0,0-1 0 0 0,1 1 0 0 0,-1 1 0 0 0,0-1 0 0 0,1 1 0 0 0,-1 0 0 0 0,0 0 0 0 0,0 1 0 0 0,0 0 0 0 0,0 0 0 0 0,0 1 0 0 0,0-1 0 0 0,-1 1 0 0 0,1 0 0 0 0,-1 1 0 0 0,0-1 0 0 0,0 1 0 0 0,0 0 0 0 0,0 0 0 0 0,-1 1 0 0 0,0 0 0 0 0,1-1 0 0 0,-2 1 0 0 0,1 1 0 0 0,-1-1-1 0 0,1 0 1 0 0,-2 1 0 0 0,1 0 0 0 0,0 0 0 0 0,-1 0 0 0 0,0 0 0 0 0,-1 0 0 0 0,1 0 0 0 0,-1 0 0 0 0,0 0 0 0 0,-1 1 0 0 0,0-1 0 0 0,0 0 0 0 0,0 1 0 0 0,0-1 0 0 0,-1 0 0 0 0,-2 7 0 0 0,-1 2 247 0 0,0 1-1 0 0,-1-1 1 0 0,-1 0 0 0 0,0-1-1 0 0,-1 0 1 0 0,-1 0 0 0 0,0 0-1 0 0,-1-1 1 0 0,-15 19 0 0 0,3-7 1318 0 0,20-24-1355 0 0,4-1-160 0 0,7 0-43 0 0,0 0 0 0 0,-1 1 0 0 0,1 0 0 0 0,0 1 0 0 0,-1 0 0 0 0,1 0 0 0 0,-1 1 0 0 0,0 0 0 0 0,18 9 0 0 0,-17-6-14 0 0,0 0-1 0 0,0 1 1 0 0,-1 0-1 0 0,0 0 0 0 0,0 1 1 0 0,-1 0-1 0 0,1 1 1 0 0,-2 0-1 0 0,13 18 0 0 0,-17-21 62 0 0,0-1 0 0 0,0 1-1 0 0,-1 0 1 0 0,0 0 0 0 0,0 0-1 0 0,0 0 1 0 0,-1 0 0 0 0,0 0-1 0 0,0 0 1 0 0,-1 1 0 0 0,1-1-1 0 0,-1 0 1 0 0,-1 1 0 0 0,1-1-1 0 0,-1 0 1 0 0,0 0 0 0 0,-1 1-1 0 0,1-1 1 0 0,-6 11 0 0 0,3-8 83 0 0,-1 0 0 0 0,0 0 1 0 0,0-1-1 0 0,-1 0 0 0 0,0 0 1 0 0,-1 0-1 0 0,0-1 1 0 0,0 0-1 0 0,0 0 0 0 0,-1-1 1 0 0,0 0-1 0 0,0 0 0 0 0,-1 0 1 0 0,0-2-1 0 0,0 1 0 0 0,0-1 1 0 0,0 0-1 0 0,0-1 0 0 0,-1 0 1 0 0,0 0-1 0 0,0-1 0 0 0,0 0 1 0 0,1-1-1 0 0,-2 0 0 0 0,1-1 1 0 0,0 0-1 0 0,0-1 0 0 0,0 1 1 0 0,0-2-1 0 0,1 0 0 0 0,-20-6 1 0 0,9 1-267 0 0,1-2 1 0 0,0 0 0 0 0,1-1-1 0 0,-27-19 1 0 0,38 22-2888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86 212 0 0,'7'-9'5563'0'0,"14"-21"983"0"0,3 0-3863 0 0,-21 28-2614 0 0,0 0 1 0 0,0 0-1 0 0,1 0 1 0 0,-1 1-1 0 0,1-1 1 0 0,-1 1-1 0 0,1 0 1 0 0,0 0-1 0 0,0 0 0 0 0,-1 0 1 0 0,1 1-1 0 0,0-1 1 0 0,4 1-1 0 0,-4 0-58 0 0,0 0-1 0 0,1 1 1 0 0,-1-1 0 0 0,0 1 0 0 0,0 0-1 0 0,0 0 1 0 0,0 1 0 0 0,0-1-1 0 0,0 1 1 0 0,-1 0 0 0 0,1 0-1 0 0,0 0 1 0 0,-1 0 0 0 0,1 1-1 0 0,-1-1 1 0 0,0 1 0 0 0,0 0-1 0 0,0 0 1 0 0,0 0 0 0 0,4 6-1 0 0,-5-5 31 0 0,1 1 0 0 0,0-1-1 0 0,-1 1 1 0 0,0 0 0 0 0,0 0-1 0 0,-1 0 1 0 0,1 1-1 0 0,-1-1 1 0 0,0 0 0 0 0,-1 0-1 0 0,1 1 1 0 0,-1-1-1 0 0,0 0 1 0 0,0 1 0 0 0,-1-1-1 0 0,-1 8 1 0 0,-6 19 452 0 0,-1 0 0 0 0,-1-1 1 0 0,-2-1-1 0 0,-1 0 0 0 0,-2 0 1 0 0,-19 29-1 0 0,16-24-66 0 0,17-34-425 0 0,1-1 0 0 0,0 0 1 0 0,0 0-1 0 0,0 0 0 0 0,0 1 1 0 0,0-1-1 0 0,0 0 1 0 0,0 0-1 0 0,0 0 0 0 0,0 1 1 0 0,0-1-1 0 0,0 0 0 0 0,0 0 1 0 0,0 1-1 0 0,0-1 1 0 0,0 0-1 0 0,0 0 0 0 0,0 0 1 0 0,1 1-1 0 0,-1-1 1 0 0,0 0-1 0 0,0 0 0 0 0,0 0 1 0 0,0 0-1 0 0,0 1 0 0 0,0-1 1 0 0,1 0-1 0 0,-1 0 1 0 0,0 0-1 0 0,0 0 0 0 0,0 0 1 0 0,0 1-1 0 0,1-1 0 0 0,-1 0 1 0 0,0 0-1 0 0,1 0 1 0 0,11 4 55 0 0,12-1-1 0 0,258-23 109 0 0,-160 9-171 0 0,-11 0-385 0 0,-108 11 0 0 0,-2 0 304 0 0,-1 0 0 0 0,1 0 0 0 0,-1 0 0 0 0,1 0 0 0 0,-1 0 0 0 0,1-1-1 0 0,-1 1 1 0 0,1 0 0 0 0,-1 0 0 0 0,1 0 0 0 0,-1 1 0 0 0,1-1 0 0 0,-1 0 0 0 0,1 0 0 0 0,-1 0-1 0 0,1 0 1 0 0,-1 0 0 0 0,1 1 0 0 0,-1-1 0 0 0,1 0 0 0 0,-1 0 0 0 0,1 1 0 0 0,-1-1 0 0 0,1 0-1 0 0,-1 1 1 0 0,0-1 0 0 0,1 0 0 0 0,-1 1 0 0 0,0-1 0 0 0,1 1 0 0 0,-1-1 0 0 0,0 1 0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28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 1168 0 0,'0'0'1356'0'0,"-12"-5"3561"0"0,7 4-3854 0 0,0 0 1 0 0,1 0-1 0 0,-1 0 0 0 0,0 1 1 0 0,-8 0-1 0 0,11 0-369 0 0,2 1-622 0 0,0 0-1 0 0,1 0 1 0 0,-1-1 0 0 0,0 1 0 0 0,1 0 0 0 0,-1 0 0 0 0,1 0 0 0 0,-1-1-1 0 0,1 1 1 0 0,-1 0 0 0 0,1-1 0 0 0,0 1 0 0 0,-1 0 0 0 0,1-1 0 0 0,0 1-1 0 0,-1-1 1 0 0,1 1 0 0 0,0-1 0 0 0,0 1 0 0 0,0-1 0 0 0,0 0 0 0 0,-1 1 0 0 0,3-1-1 0 0,18 7 339 0 0,-19-7-341 0 0,25 8 415 0 0,0-1-1 0 0,0-2 1 0 0,30 3-1 0 0,84-1-4 0 0,-87-5-296 0 0,94 4 1043 0 0,-144-6-1133 0 0,19 0 697 0 0,-9 1-3380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37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 16 0 0,'-16'0'9688'0'0,"1"7"-6898"0"0,15-6-2741 0 0,0-1 0 0 0,1 0 0 0 0,-1 1 0 0 0,0-1 0 0 0,0 0-1 0 0,0 1 1 0 0,1-1 0 0 0,-1 0 0 0 0,0 0 0 0 0,1 1 0 0 0,-1-1 0 0 0,0 0 0 0 0,0 0 0 0 0,1 0 0 0 0,-1 1 0 0 0,0-1 0 0 0,1 0 0 0 0,-1 0 0 0 0,0 0 0 0 0,1 0 0 0 0,-1 0 0 0 0,1 0-1 0 0,-1 0 1 0 0,0 0 0 0 0,1 0 0 0 0,-1 0 0 0 0,43 5 595 0 0,1-3-459 0 0,-6-1-151 0 0,-1 1 0 0 0,1 2 0 0 0,-1 2 1 0 0,0 1-1 0 0,38 14 0 0 0,-71-20-20 0 0,-1 1 1 0 0,1-1-1 0 0,-1 1 1 0 0,1 0 0 0 0,-1 0-1 0 0,0 0 1 0 0,0 1-1 0 0,0-1 1 0 0,0 1 0 0 0,0 0-1 0 0,0 0 1 0 0,-1 0-1 0 0,1 0 1 0 0,-1 0 0 0 0,0 1-1 0 0,0-1 1 0 0,0 0-1 0 0,-1 1 1 0 0,1 0 0 0 0,-1-1-1 0 0,0 1 1 0 0,0 0-1 0 0,0 0 1 0 0,0 0 0 0 0,-1 0-1 0 0,1-1 1 0 0,-1 1-1 0 0,0 0 1 0 0,-1 0 0 0 0,1 0-1 0 0,0 0 1 0 0,-1 0-1 0 0,0 0 1 0 0,0 0 0 0 0,0-1-1 0 0,-4 7 1 0 0,-4 9 58 0 0,0 0 1 0 0,-2-2-1 0 0,-1 1 1 0 0,-14 17-1 0 0,-60 58 795 0 0,85-92-823 0 0,-10 15 694 0 0,15-13-727 0 0,0-1 9 0 0,29 2 6 0 0,-22-2-31 0 0,0 1 0 0 0,0 1 0 0 0,0-1 0 0 0,-1 2 0 0 0,0 0 0 0 0,0 0 0 0 0,14 10 0 0 0,-17-11 46 0 0,-1 1 0 0 0,0 0-1 0 0,0 1 1 0 0,0-1 0 0 0,0 1 0 0 0,-1 0 0 0 0,0 0-1 0 0,0 1 1 0 0,-1 0 0 0 0,7 14 0 0 0,-10-18 56 0 0,0 1 0 0 0,0 0 1 0 0,-1 0-1 0 0,1 0 0 0 0,-1-1 1 0 0,0 1-1 0 0,0 0 1 0 0,0 0-1 0 0,-1 0 0 0 0,0-1 1 0 0,1 1-1 0 0,-1 0 0 0 0,-1 0 1 0 0,1-1-1 0 0,0 1 1 0 0,-1-1-1 0 0,0 1 0 0 0,0-1 1 0 0,0 0-1 0 0,0 0 0 0 0,0 1 1 0 0,-3 2-1 0 0,-2 2 264 0 0,0-1 0 0 0,0 1-1 0 0,-1-1 1 0 0,0 0 0 0 0,0-1-1 0 0,-17 10 1 0 0,11-9-275 0 0,-1-1 0 0 0,1 0 0 0 0,-1-1 1 0 0,0-1-1 0 0,0-1 0 0 0,0 0 0 0 0,0-1 0 0 0,-1 0 0 0 0,1-1 0 0 0,-1-1 1 0 0,1 0-1 0 0,0-2 0 0 0,-1 1 0 0 0,1-2 0 0 0,0 0 0 0 0,0-1 0 0 0,0 0 1 0 0,0-1-1 0 0,1-1 0 0 0,0 0 0 0 0,0-1 0 0 0,0-1 0 0 0,1 0 0 0 0,1-1 0 0 0,-14-11 1 0 0,15 10-1533 0 0,-10-10-5121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40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18 468 0 0,'20'-17'15484'0'0,"-33"23"-13852"0"0,-25 22-2158 0 0,13 1 569 0 0,1 1 1 0 0,2 2 0 0 0,1 0 0 0 0,1 2 0 0 0,2 0-1 0 0,-18 47 1 0 0,29-63-33 0 0,0 0 0 0 0,1 0-1 0 0,1 1 1 0 0,1 0-1 0 0,1 0 1 0 0,-1 20 0 0 0,4-31-1 0 0,0 0 0 0 0,0 0 1 0 0,1 0-1 0 0,0-1 1 0 0,1 1-1 0 0,-1 0 0 0 0,2 0 1 0 0,-1-1-1 0 0,1 1 1 0 0,0-1-1 0 0,0 0 0 0 0,1 0 1 0 0,0 0-1 0 0,0 0 0 0 0,1-1 1 0 0,0 0-1 0 0,7 7 1 0 0,-3-4 4 0 0,1-2 0 0 0,0 1 0 0 0,0-1 1 0 0,0-1-1 0 0,1 0 0 0 0,0 0 1 0 0,1-1-1 0 0,-1-1 0 0 0,1 0 0 0 0,15 3 1 0 0,-8-2 135 0 0,0-2 0 0 0,0-1 1 0 0,1 0-1 0 0,-1-1 0 0 0,37-3 1 0 0,-53 1-83 0 0,0 1 0 0 0,1 0 0 0 0,-1-1 0 0 0,0 0 0 0 0,0 0 0 0 0,1 0 1 0 0,-1 0-1 0 0,0 0 0 0 0,0 0 0 0 0,0-1 0 0 0,0 0 0 0 0,0 0 0 0 0,-1 0 0 0 0,1 0 0 0 0,0 0 1 0 0,-1 0-1 0 0,3-4 0 0 0,-4 5-58 0 0,0 0 0 0 0,-1 0 0 0 0,1 0 0 0 0,-1 0 1 0 0,1 0-1 0 0,-1-1 0 0 0,0 1 0 0 0,0 0 0 0 0,1 0 0 0 0,-1 0 1 0 0,0-1-1 0 0,0 1 0 0 0,0 0 0 0 0,0 0 0 0 0,0-1 0 0 0,0 1 0 0 0,-1 0 1 0 0,1 0-1 0 0,0-1 0 0 0,-1 1 0 0 0,1 0 0 0 0,-1 0 0 0 0,1 0 0 0 0,-1 0 1 0 0,1 0-1 0 0,-1 0 0 0 0,0 0 0 0 0,0 0 0 0 0,1 0 0 0 0,-3-1 1 0 0,-24-26 86 0 0,18 22-82 0 0,0 0 1 0 0,-1 1 0 0 0,1 0-1 0 0,-1 0 1 0 0,0 1-1 0 0,-1 0 1 0 0,1 1-1 0 0,-14-3 1 0 0,17 4-102 0 0,-1 1 1 0 0,0 0-1 0 0,0 0 0 0 0,0 1 1 0 0,0 0-1 0 0,0 0 0 0 0,0 1 1 0 0,1 0-1 0 0,-1 0 0 0 0,0 1 1 0 0,0 0-1 0 0,-7 3 0 0 0,13-4-119 0 0,0 0 0 0 0,0 0-1 0 0,0 0 1 0 0,0 1-1 0 0,0-1 1 0 0,0 0-1 0 0,1 1 1 0 0,-1-1 0 0 0,1 1-1 0 0,-1 0 1 0 0,1-1-1 0 0,0 1 1 0 0,-1 0 0 0 0,1 0-1 0 0,-1 2 1 0 0,2-3-279 0 0,-1 0 0 0 0,1 1 0 0 0,0-1 0 0 0,-1 0 0 0 0,1 1 1 0 0,0-1-1 0 0,0 0 0 0 0,0 1 0 0 0,0-1 0 0 0,0 0 0 0 0,0 1 1 0 0,1-1-1 0 0,-1 0 0 0 0,0 1 0 0 0,1-1 0 0 0,0 2 0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40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375 113 2624 0 0,'-5'-16'5217'0'0,"-38"-73"7998"0"0,43 88-12910 0 0,-11-2 398 0 0,11 2-691 0 0,-1 1-1 0 0,1 0 1 0 0,-1-1-1 0 0,0 1 1 0 0,1 0-1 0 0,-1 0 1 0 0,1-1 0 0 0,-1 1-1 0 0,0 0 1 0 0,1 0-1 0 0,-1 0 1 0 0,0 0-1 0 0,1 0 1 0 0,-1 0-1 0 0,0 0 1 0 0,1 0 0 0 0,-2 0-1 0 0,-2 3-10 0 0,0-1 0 0 0,0 1 0 0 0,0 0 0 0 0,1 0 0 0 0,-1 0 0 0 0,1 0 1 0 0,0 0-1 0 0,0 1 0 0 0,0 0 0 0 0,0-1 0 0 0,-3 9 0 0 0,-5 4 6 0 0,-19 27 7 0 0,2 1 0 0 0,2 1 0 0 0,3 2 0 0 0,-29 75-1 0 0,47-109 0 0 0,1 1 0 0 0,0 0 0 0 0,0-1 0 0 0,2 1 0 0 0,0 0 0 0 0,-1 15 0 0 0,3-23 6 0 0,0-1-1 0 0,0 0 0 0 0,1 1 1 0 0,0-1-1 0 0,0 0 0 0 0,0 1 0 0 0,0-1 1 0 0,1 0-1 0 0,0 0 0 0 0,0 0 1 0 0,0 0-1 0 0,1-1 0 0 0,0 1 1 0 0,0-1-1 0 0,0 1 0 0 0,0-1 0 0 0,1 0 1 0 0,7 7-1 0 0,-7-9-3 0 0,-1 0-1 0 0,1 0 1 0 0,0 0 0 0 0,0 0 0 0 0,0-1-1 0 0,0 1 1 0 0,0-1 0 0 0,0 0-1 0 0,0 0 1 0 0,0-1 0 0 0,0 1 0 0 0,1-1-1 0 0,-1 0 1 0 0,0 0 0 0 0,0-1-1 0 0,7 0 1 0 0,-3 0 97 0 0,0-1 0 0 0,0 0 0 0 0,-1 0 0 0 0,1-1 0 0 0,0 0 0 0 0,-1 0 0 0 0,13-8 0 0 0,-12 6 98 0 0,-1-1 0 0 0,0 0 0 0 0,-1 0 0 0 0,1-1-1 0 0,-1 0 1 0 0,10-15 0 0 0,-13 19-107 0 0,-1-1 0 0 0,0 0 1 0 0,0 0-1 0 0,0 0 0 0 0,0 0 0 0 0,-1 0 0 0 0,1 0 0 0 0,-1 0 0 0 0,0 0 0 0 0,0-1 0 0 0,-1 1 0 0 0,1 0 0 0 0,-1-1 1 0 0,0 1-1 0 0,0 0 0 0 0,-2-9 0 0 0,2 11-80 0 0,-1 1 1 0 0,0-1-1 0 0,0 0 0 0 0,1 0 1 0 0,-1 0-1 0 0,-1 0 0 0 0,1 1 1 0 0,0-1-1 0 0,0 0 0 0 0,0 1 1 0 0,-1-1-1 0 0,1 1 0 0 0,-1 0 1 0 0,1-1-1 0 0,-1 1 0 0 0,0 0 1 0 0,-2-2-1 0 0,0 2 4 0 0,0-1-1 0 0,0 1 1 0 0,0-1 0 0 0,-1 1 0 0 0,1 0-1 0 0,0 1 1 0 0,-9-1 0 0 0,1 1-6 0 0,0 1 1 0 0,0 0-1 0 0,-1 0 1 0 0,-21 7-1 0 0,22-4-259 0 0,0 0-1 0 0,1 0 1 0 0,0 1-1 0 0,-1 1 1 0 0,2 0-1 0 0,-1 0 1 0 0,1 1-1 0 0,0 0 1 0 0,0 1-1 0 0,-11 12 1 0 0,15-13-523 0 0,0 0 1 0 0,1 0-1 0 0,0 0 1 0 0,1 0-1 0 0,-1 1 1 0 0,2-1-1 0 0,-1 1 1 0 0,1 0-1 0 0,0 1 0 0 0,0-1 1 0 0,1 0-1 0 0,0 1 1 0 0,1-1-1 0 0,0 1 1 0 0,0 12-1 0 0,1-3-3517 0 0,0-1-2157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42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22 103 980 0 0,'0'0'5568'0'0,"-16"-25"1881"0"0,15 24-7344 0 0,1 0-1 0 0,-1-1 0 0 0,0 1 1 0 0,1 0-1 0 0,-1 0 0 0 0,1 0 1 0 0,0-1-1 0 0,-1 1 0 0 0,1 0 1 0 0,0-1-1 0 0,0 1 0 0 0,0 0 1 0 0,0-1-1 0 0,0 1 0 0 0,0 0 1 0 0,0-1-1 0 0,0 1 0 0 0,1 0 0 0 0,-1-1 1 0 0,1 1-1 0 0,-1 0 0 0 0,0 0 1 0 0,2-2-1 0 0,0 0-46 0 0,0 0 0 0 0,0 1 1 0 0,0-1-1 0 0,0 1 0 0 0,1 0 0 0 0,-1 0 0 0 0,1 0 0 0 0,-1 0 0 0 0,1 0 0 0 0,3-1 1 0 0,-1 0-54 0 0,1 0 1 0 0,0 0 0 0 0,0 1 0 0 0,0 0 0 0 0,0 0 0 0 0,1 1 0 0 0,-1 0 0 0 0,0 0 0 0 0,1 0 0 0 0,-1 1 0 0 0,9 0 0 0 0,-10 1-6 0 0,0 0 1 0 0,1 0 0 0 0,-1 0 0 0 0,0 1 0 0 0,0 0-1 0 0,0 0 1 0 0,0 1 0 0 0,0-1 0 0 0,-1 1-1 0 0,1 0 1 0 0,-1 0 0 0 0,1 1 0 0 0,5 5 0 0 0,-7-5 11 0 0,0-1 1 0 0,-1 0-1 0 0,0 1 1 0 0,0-1-1 0 0,0 1 1 0 0,0 0-1 0 0,0-1 0 0 0,-1 1 1 0 0,1 0-1 0 0,-1 0 1 0 0,0 0-1 0 0,-1 0 1 0 0,1 0-1 0 0,-1 1 1 0 0,1-1-1 0 0,-1 0 1 0 0,0 0-1 0 0,-1 0 1 0 0,0 7-1 0 0,-3 4 207 0 0,0 1 1 0 0,-1-1-1 0 0,-1-1 0 0 0,0 1 0 0 0,-1-1 0 0 0,0 0 0 0 0,-11 14 1 0 0,-68 85 1116 0 0,84-111-1327 0 0,2-2-4 0 0,0 1 0 0 0,-1-1 0 0 0,1 0 0 0 0,0 1 0 0 0,0-1 1 0 0,-1 0-1 0 0,1 1 0 0 0,0-1 0 0 0,0 0 0 0 0,0 1 0 0 0,0-1 0 0 0,-1 0 0 0 0,1 1 0 0 0,0-1 0 0 0,0 1 0 0 0,0-1 0 0 0,0 1 0 0 0,0-1 0 0 0,0 0 0 0 0,0 1 0 0 0,0-1 0 0 0,0 1 1 0 0,0-1-1 0 0,0 0 0 0 0,1 1 0 0 0,-1-1 0 0 0,0 1 0 0 0,0-1 0 0 0,0 0 0 0 0,0 1 0 0 0,1-1 0 0 0,-1 0 0 0 0,0 1 0 0 0,0-1 0 0 0,0 0 0 0 0,1 1 0 0 0,-1-1 0 0 0,0 0 0 0 0,1 1 0 0 0,-1-1 1 0 0,0 0-1 0 0,1 0 0 0 0,-1 0 0 0 0,0 1 0 0 0,1-1 0 0 0,-1 0 0 0 0,1 0 0 0 0,-1 0 0 0 0,0 0 0 0 0,1 0 0 0 0,-1 0 0 0 0,1 1 0 0 0,-1-1 0 0 0,1 0 0 0 0,18 3 50 0 0,-19-3-54 0 0,28-1 50 0 0,1-1 1 0 0,55-10-1 0 0,-47 5-30 0 0,342-65-35 0 0,-362 71-342 0 0,7-2-2553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45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 1112 0 0,'-9'-5'17372'0'0,"8"6"-17284"0"0,0-1 1 0 0,0 1-1 0 0,1 0 1 0 0,-1 0-1 0 0,0-1 1 0 0,0 1-1 0 0,1 0 1 0 0,-1 0-1 0 0,1 0 1 0 0,-1 0-1 0 0,1 0 1 0 0,-1 0-1 0 0,1 0 0 0 0,-1 0 1 0 0,1 0-1 0 0,0 0 1 0 0,0 0-1 0 0,-1 0 1 0 0,1 0-1 0 0,0 0 1 0 0,0 0-1 0 0,0 0 1 0 0,0 1-1 0 0,1 36 1628 0 0,0-20-1174 0 0,-11 261 4924 0 0,5-232-3065 0 0,5-45-2191 0 0,-1 7-681 0 0,-5-16-2467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47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1 600 0 0,'-3'0'1805'0'0,"-46"17"9139"0"0,46-15-10329 0 0,-12 5 1319 0 0,15-7-1919 0 0,0 1 0 0 0,0-1-1 0 0,0 0 1 0 0,0 0 0 0 0,-1 0 0 0 0,1 0-1 0 0,0 0 1 0 0,0 1 0 0 0,0-1-1 0 0,0 0 1 0 0,0 0 0 0 0,0 0-1 0 0,0 0 1 0 0,-1 1 0 0 0,1-1-1 0 0,0 0 1 0 0,0 0 0 0 0,0 0-1 0 0,0 1 1 0 0,0-1 0 0 0,0 0-1 0 0,0 0 1 0 0,0 0 0 0 0,0 1-1 0 0,0-1 1 0 0,0 0 0 0 0,0 0 0 0 0,0 1-1 0 0,0-1 1 0 0,0 0 0 0 0,0 0-1 0 0,0 0 1 0 0,1 1 0 0 0,-1-1-1 0 0,0 0 1 0 0,0 0 0 0 0,0 0-1 0 0,0 0 1 0 0,0 1 0 0 0,0-1-1 0 0,1 0 1 0 0,-1 0 0 0 0,0 0-1 0 0,0 0 1 0 0,0 0 0 0 0,0 1 0 0 0,1-1-1 0 0,-1 0 1 0 0,0 0 0 0 0,0 0-1 0 0,0 0 1 0 0,0 0 0 0 0,1 0-1 0 0,-1 0 1 0 0,0 0 0 0 0,0 0-1 0 0,1 0 1 0 0,-1 0 0 0 0,0 0-1 0 0,0 0 1 0 0,0 0 0 0 0,1 0-1 0 0,-1 0 1 0 0,0 0 0 0 0,0 0-1 0 0,0 0 1 0 0,1 0 0 0 0,-1 0 0 0 0,26 4 329 0 0,-1-2 0 0 0,1 0 0 0 0,0-2 1 0 0,33-3-1 0 0,8 1-145 0 0,-9 0-65 0 0,-55 2-154 0 0,0 0 32 0 0,11 0-885 0 0,22-1 2465 0 0,-23-1-5071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47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19 2848 0 0,'1'-18'18992'0'0,"0"193"-13845"0"0,-4-110-4163 0 0,2-4-423 0 0,-11 67 0 0 0,6-63 2066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48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33 1916 0 0,'-16'-3'10062'0'0,"12"2"-9246"0"0,-10 2 2599 0 0,14-1-3353 0 0,0 0 0 0 0,-1 0 0 0 0,1 0 0 0 0,0 0 1 0 0,0 0-1 0 0,0 0 0 0 0,0 0 0 0 0,-3 1 932 0 0,3-1-931 0 0,0 1-1 0 0,0-1 0 0 0,0 0 0 0 0,0 0 0 0 0,0 0 0 0 0,0 0 0 0 0,0 1 1 0 0,0-1-1 0 0,0 0 0 0 0,0 0 0 0 0,-1 0 0 0 0,1 0 0 0 0,0 1 1 0 0,0-1-1 0 0,0 0 0 0 0,1 0 0 0 0,-1 0 0 0 0,0 0 0 0 0,0 1 0 0 0,0-1 1 0 0,1 2 807 0 0,-1-2-808 0 0,2 1 40 0 0,1 0 0 0 0,-1 0 0 0 0,0 0-1 0 0,0 0 1 0 0,1 0 0 0 0,-1 0 0 0 0,0-1 0 0 0,1 1 0 0 0,-1-1 0 0 0,1 0 0 0 0,-1 0 0 0 0,4 0 0 0 0,-4 0 3 0 0,194 0 829 0 0,-76-3-502 0 0,-117 3-397 0 0,29-5-343 0 0,2-22-10442 0 0,-24 17 6844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4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48 2452 0 0,'-21'-14'12683'0'0,"10"7"-9484"0"0,20 3-2052 0 0,36 0-1545 0 0,-22 2 723 0 0,101-11-1996 0 0,-104 11-605 0 0,-17 2 1032 0 0,10-1-2355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49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0 2228 0 0,'-15'4'6620'0'0,"2"-2"-5483"0"0,10-1-188 0 0,-20 9 2408 0 0,20-6-3117 0 0,1 0 1 0 0,0 1-1 0 0,0-1 0 0 0,0 1 0 0 0,0 0 0 0 0,1-1 0 0 0,0 1 0 0 0,0 0 0 0 0,0 8 1 0 0,-2 49 605 0 0,3-42-696 0 0,1 1 1 0 0,4 19-1 0 0,-3-32-88 0 0,-1 0-1 0 0,1-1 0 0 0,0 1 0 0 0,1-1 1 0 0,0 0-1 0 0,0 0 0 0 0,1 0 0 0 0,5 9 1 0 0,-7-14 33 0 0,-1 0 1 0 0,1-1-1 0 0,-1 1 0 0 0,1-1 1 0 0,-1 1-1 0 0,1-1 1 0 0,0 1-1 0 0,0-1 1 0 0,0 0-1 0 0,0 0 0 0 0,0 0 1 0 0,0 0-1 0 0,0 0 1 0 0,0-1-1 0 0,0 1 1 0 0,0-1-1 0 0,0 1 0 0 0,1-1 1 0 0,-1 0-1 0 0,3 1 1 0 0,2-2 107 0 0,1 0 1 0 0,-1 0-1 0 0,1 0 1 0 0,10-5-1 0 0,14-1 433 0 0,-26 7-619 0 0,0 0 0 0 0,1 0 0 0 0,-1 0 0 0 0,0 1 0 0 0,1 0 0 0 0,-1 1 0 0 0,0-1 0 0 0,0 1 0 0 0,0 0 0 0 0,0 1 0 0 0,0-1-1 0 0,0 1 1 0 0,-1 0 0 0 0,1 1 0 0 0,-1-1 0 0 0,0 1 0 0 0,0 0 0 0 0,0 0 0 0 0,-1 1 0 0 0,8 8 0 0 0,-3-1 150 0 0,0 0-1 0 0,0 0 1 0 0,-1 1-1 0 0,-1 0 1 0 0,0 0-1 0 0,-1 1 0 0 0,8 26 1 0 0,-13-37-3 0 0,0 1 1 0 0,0-1 0 0 0,-1 1-1 0 0,1-1 1 0 0,-1 1-1 0 0,0-1 1 0 0,0 1 0 0 0,0-1-1 0 0,0 1 1 0 0,-1-1-1 0 0,0 0 1 0 0,1 1 0 0 0,-1-1-1 0 0,0 1 1 0 0,-1-1-1 0 0,1 0 1 0 0,-3 5 0 0 0,1-3-16 0 0,-1-1-1 0 0,1 1 1 0 0,-1-1 0 0 0,0 0 0 0 0,-1 0 0 0 0,1-1 0 0 0,0 1-1 0 0,-1-1 1 0 0,0 0 0 0 0,-5 3 0 0 0,-9 2 55 0 0,0 0 0 0 0,0-1 0 0 0,-1-1 0 0 0,-39 7 0 0 0,-48 2 297 0 0,94-14-1161 0 0,0 0 0 0 0,0-1 0 0 0,-1-1-1 0 0,1 0 1 0 0,-25-6 0 0 0,37 7 409 0 0,0 0 1 0 0,1 0-1 0 0,-1 0 1 0 0,0-1-1 0 0,0 1 1 0 0,1 0-1 0 0,-1-1 1 0 0,0 1-1 0 0,1-1 0 0 0,-1 1 1 0 0,0-1-1 0 0,1 1 1 0 0,-2-2-502 0 0,2 1 501 0 0,-1 1 1 0 0,1-1-1 0 0,-1 0 1 0 0,1 1-1 0 0,0-1 1 0 0,-1 0-1 0 0,1 1 0 0 0,0-1 1 0 0,0 0-1 0 0,-1 0 1 0 0,1 0-1 0 0,0 1 1 0 0,0-3-1 0 0,0 1-562 0 0,0 0-1 0 0,1 0 1 0 0,-1 0 0 0 0,1-1-1 0 0,-1 1 1 0 0,1 0 0 0 0,0 0 0 0 0,0 0-1 0 0,2-4 1 0 0,10-15-7180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0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63 1676 0 0,'-24'3'16228'0'0,"372"-54"-14672"0"0,-263 41-1458 0 0,-63 7 156 0 0,1 2 0 0 0,26 1-1 0 0,-48 0-240 0 0,1 1 0 0 0,-1-1 0 0 0,0 1 0 0 0,1-1 0 0 0,-1 1 0 0 0,0-1 0 0 0,0 1 0 0 0,1 0-1 0 0,-1 0 1 0 0,0 0 0 0 0,0 0 0 0 0,0 0 0 0 0,0 0 0 0 0,0 0 0 0 0,0 0 0 0 0,0 0 0 0 0,0 0 0 0 0,-1 0 0 0 0,1 1 0 0 0,1 2-1 0 0,9 30 351 0 0,-7-23-194 0 0,18 70 855 0 0,18 119 1 0 0,-23-108-541 0 0,66 406 1214 0 0,-34 5-595 0 0,-22 359 149 0 0,-13-333-447 0 0,6 91-463 0 0,-9-18-128 0 0,-11-600-201 0 0,0 8 19 0 0,1-9 34 0 0,-1 0 1 0 0,0 0 0 0 0,1 0 0 0 0,-1 0 0 0 0,0 0 0 0 0,0 0 0 0 0,0 0 0 0 0,0 0 0 0 0,0 0 0 0 0,0 0 0 0 0,0 0 0 0 0,0 0 0 0 0,0 0 0 0 0,0 0 0 0 0,-1 0 0 0 0,1 0-1 0 0,0 0 1 0 0,-1 0 0 0 0,1 0 0 0 0,0 0 0 0 0,-1 0 0 0 0,0-1 0 0 0,1 1 0 0 0,-1 0 0 0 0,1 0 0 0 0,-1 0 0 0 0,0-1 0 0 0,1 1 0 0 0,-1 0 0 0 0,0-1 0 0 0,0 1 0 0 0,0-1-1 0 0,0 1 1 0 0,0-1 0 0 0,1 1 0 0 0,-2-1 0 0 0,-59 8-341 0 0,-1-4 0 0 0,-92-5 0 0 0,101 0-850 0 0,-3 0-549 0 0,-111-4-3204 0 0,132 1-972 0 0,-38-8 0 0 0,48 7-3143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2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72 704 0 0,'6'-7'13629'0'0,"-6"5"-13403"0"0,0 0-1 0 0,0 0 0 0 0,0 0 1 0 0,-1 0-1 0 0,1 0 0 0 0,-1 0 1 0 0,1 0-1 0 0,-1 0 0 0 0,0 0 1 0 0,0 1-1 0 0,0-1 0 0 0,0 0 1 0 0,0 0-1 0 0,0 1 0 0 0,0-1 1 0 0,0 1-1 0 0,-1-1 0 0 0,-1-1 1 0 0,-1 1-97 0 0,1-1 1 0 0,-1 1-1 0 0,0-1 1 0 0,0 1-1 0 0,0 0 1 0 0,0 1-1 0 0,-8-4 1 0 0,0 3-137 0 0,1 0 1 0 0,-1 0-1 0 0,1 1 0 0 0,-1 0 1 0 0,-17 1-1 0 0,17 1 13 0 0,1 1 0 0 0,-1 0 0 0 0,1 1-1 0 0,0 0 1 0 0,0 0 0 0 0,0 1 0 0 0,0 1 0 0 0,1 0-1 0 0,0 0 1 0 0,-18 12 0 0 0,21-11-8 0 0,1-1 0 0 0,-1 1 0 0 0,1 0 0 0 0,0 1 0 0 0,0 0-1 0 0,0 0 1 0 0,1 0 0 0 0,1 0 0 0 0,-1 1 0 0 0,1 0 0 0 0,0 0 0 0 0,1 0 0 0 0,0 0 0 0 0,-3 13 0 0 0,0 8 20 0 0,2 2-1 0 0,1-1 1 0 0,1 55 0 0 0,17 92 700 0 0,-4-67-265 0 0,4 50 125 0 0,8 156 214 0 0,-22-253-685 0 0,0 284 291 0 0,-20 85-181 0 0,-9 390 312 0 0,-8 22-74 0 0,35-822-446 0 0,-15 331 115 0 0,16-351-119 0 0,0 36 124 0 0,5 38 0 0 0,-5-75-119 0 0,1 0 0 0 0,-1-1 0 0 0,1 1 1 0 0,-1 0-1 0 0,1 0 0 0 0,-1 0 0 0 0,1 0 0 0 0,-1-1 1 0 0,1 1-1 0 0,0 0 0 0 0,0-1 0 0 0,-1 1 1 0 0,1 0-1 0 0,0-1 0 0 0,0 1 0 0 0,0-1 1 0 0,-1 1-1 0 0,1-1 0 0 0,0 0 0 0 0,0 1 0 0 0,0-1 1 0 0,0 0-1 0 0,0 0 0 0 0,0 1 0 0 0,0-1 1 0 0,0 0-1 0 0,1 0 0 0 0,29 0 92 0 0,5-4-113 0 0,-1-2 0 0 0,0-2 0 0 0,54-17-1 0 0,96-50-2627 0 0,-130 48 180 0 0,53-32-1 0 0,-6-9-4660 0 0,-42 25-499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2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 2068 0 0,'-9'-4'9529'0'0,"10"3"-9442"0"0,1 0 0 0 0,-1 0 0 0 0,1 1 0 0 0,-1-1 0 0 0,1 1 0 0 0,0-1 0 0 0,-1 1 0 0 0,1 0 0 0 0,0 0 0 0 0,0 0 0 0 0,-1 0 0 0 0,1 0 0 0 0,0 0 0 0 0,-1 0 0 0 0,1 0 0 0 0,0 1 0 0 0,-1-1 0 0 0,1 1 0 0 0,0-1 0 0 0,-1 1 0 0 0,1 0 0 0 0,-1-1 0 0 0,3 2 0 0 0,41 24 786 0 0,-43-25-819 0 0,13 9 158 0 0,0 0 1 0 0,0 1-1 0 0,-1 0 1 0 0,-1 1-1 0 0,0 1 1 0 0,22 27-1 0 0,-31-34-91 0 0,0-1-1 0 0,-1 1 1 0 0,0 0-1 0 0,0 0 1 0 0,0 0-1 0 0,-1 1 1 0 0,1-1 0 0 0,-2 1-1 0 0,1-1 1 0 0,-1 1-1 0 0,0 0 1 0 0,0-1-1 0 0,0 1 1 0 0,-1 0-1 0 0,-1 0 1 0 0,1-1-1 0 0,-1 1 1 0 0,0 0-1 0 0,0-1 1 0 0,-1 1 0 0 0,-3 9-1 0 0,-2-3 126 0 0,0 0 1 0 0,-1 0-1 0 0,0-1 0 0 0,-1 0 1 0 0,-1-1-1 0 0,1 0 0 0 0,-18 15 1 0 0,14-13 230 0 0,11-12-168 0 0,2-9-203 0 0,3 2-96 0 0,1 1 0 0 0,0 0 0 0 0,0 0 0 0 0,0 0 0 0 0,1 0 0 0 0,6-5 0 0 0,1-1 1 0 0,138-116 60 0 0,2 0-72 0 0,-132 102 21 0 0,-19 24-21 0 0,0 0 0 0 0,-1 1 0 0 0,1-1 0 0 0,-1 0 0 0 0,0 0 0 0 0,1 0 0 0 0,-1 0 0 0 0,0 0 0 0 0,1 0 0 0 0,-1 0 0 0 0,0 0 0 0 0,0 0 0 0 0,0 0 1 0 0,0 0-1 0 0,0 0 0 0 0,0 0 0 0 0,0 0 0 0 0,0 0 0 0 0,0 0 0 0 0,-1 0 0 0 0,1 0 0 0 0,0 0 0 0 0,-1 0 0 0 0,1 0 0 0 0,-1 0 0 0 0,0-1 0 0 0,0 1-6 0 0,-16 3-12 0 0,13-1 14 0 0,0 1-1 0 0,-1 0 1 0 0,1 0 0 0 0,0 0-1 0 0,0 0 1 0 0,1 1-1 0 0,-1-1 1 0 0,0 1 0 0 0,1 0-1 0 0,-6 6 1 0 0,-28 39 23 0 0,26-33-9 0 0,4-5-3 0 0,0-1 1 0 0,1 2-1 0 0,0-1 1 0 0,1 1-1 0 0,0 0 1 0 0,0 0-1 0 0,-4 17 1 0 0,8-24-4 0 0,1 0 1 0 0,-1 0-1 0 0,1-1 1 0 0,-1 1 0 0 0,1 0-1 0 0,0 0 1 0 0,1 0-1 0 0,-1 0 1 0 0,0 0-1 0 0,1 0 1 0 0,0-1-1 0 0,0 1 1 0 0,0 0-1 0 0,1 0 1 0 0,-1-1-1 0 0,1 1 1 0 0,0-1-1 0 0,0 0 1 0 0,0 1-1 0 0,1-1 1 0 0,-1 0-1 0 0,1 0 1 0 0,-1 0-1 0 0,1-1 1 0 0,0 1 0 0 0,5 3-1 0 0,3 1-67 0 0,1-1 0 0 0,-1 0 0 0 0,1-1 1 0 0,0 0-1 0 0,0-1 0 0 0,1-1 0 0 0,-1 1 0 0 0,26 1 0 0 0,36 1-3130 0 0,-4-5-4796 0 0,-58-1 5915 0 0,6 0-3535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3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20 1024 0 0,'-15'-17'11900'0'0,"11"15"-10928"0"0,-4 3 1529 0 0,7 3-2288 0 0,1-1 0 0 0,0 1 1 0 0,0-1-1 0 0,0 1 0 0 0,0-1 0 0 0,1 6 1 0 0,2 6 71 0 0,0-1 0 0 0,1 1 0 0 0,12 27 0 0 0,-14-38-258 0 0,0 0 0 0 0,0 0 0 0 0,1 0 0 0 0,-1-1 0 0 0,1 1 0 0 0,0 0 0 0 0,0-1 0 0 0,0 0 0 0 0,1 0 0 0 0,-1 0 0 0 0,1 0 0 0 0,0 0 0 0 0,0-1 0 0 0,0 1 0 0 0,0-1 0 0 0,0 0 0 0 0,8 2 0 0 0,-4-2-3 0 0,0 0 0 0 0,0 0-1 0 0,0-1 1 0 0,0 0 0 0 0,0-1 0 0 0,0 0 0 0 0,0 0 0 0 0,0-1 0 0 0,0 0 0 0 0,0 0 0 0 0,0-1-1 0 0,0 0 1 0 0,13-5 0 0 0,-12 3 20 0 0,0 0 1 0 0,0-1-1 0 0,0-1 0 0 0,-1 1 0 0 0,0-1 0 0 0,0-1 1 0 0,-1 0-1 0 0,1 0 0 0 0,-2 0 0 0 0,9-12 1 0 0,4-1 743 0 0,-11 16-457 0 0,-11 17-181 0 0,-55 150 910 0 0,12-27-510 0 0,37-112-293 0 0,-2-1-1 0 0,-1 0 1 0 0,-21 32 0 0 0,28-47-118 0 0,-1-1-1 0 0,0 1 1 0 0,0-1 0 0 0,-9 7-1 0 0,13-12-115 0 0,-1 0 0 0 0,1 0-1 0 0,-1 0 1 0 0,0-1 0 0 0,0 1-1 0 0,0-1 1 0 0,0 0 0 0 0,0 0-1 0 0,0 0 1 0 0,0 0 0 0 0,-1 0-1 0 0,1-1 1 0 0,0 1 0 0 0,-1-1-1 0 0,1 0 1 0 0,-5 0 0 0 0,4-1-11 0 0,0 1 0 0 0,0-1 1 0 0,1 0-1 0 0,-1 0 0 0 0,0 0 0 0 0,1-1 1 0 0,-1 1-1 0 0,1-1 0 0 0,-1 0 1 0 0,1 0-1 0 0,0 0 0 0 0,0-1 1 0 0,-6-4-1 0 0,8 6-84 0 0,0-1 0 0 0,0 1 0 0 0,0-1 0 0 0,0 1 0 0 0,0-1 0 0 0,0 0 0 0 0,0 1 0 0 0,1-1-1 0 0,-1 0 1 0 0,0 0 0 0 0,1 0 0 0 0,0 1 0 0 0,-1-1 0 0 0,1 0 0 0 0,0 0 0 0 0,0 0 0 0 0,0 0 0 0 0,0 0 0 0 0,0 1 0 0 0,0-1 0 0 0,1 0 0 0 0,-1 0 0 0 0,1 0 0 0 0,-1 1 0 0 0,1-1 0 0 0,0 0-1 0 0,-1 0 1 0 0,1 1 0 0 0,0-1 0 0 0,0 1 0 0 0,0-1 0 0 0,0 1 0 0 0,3-3 0 0 0,-1 0-614 0 0,1 0 0 0 0,0 0 0 0 0,0 0 0 0 0,0 1 0 0 0,0-1 0 0 0,0 1 0 0 0,6-3 0 0 0,21-6-7778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4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64 1656 0 0,'-3'0'2177'0'0,"-40"-5"6676"0"0,39 5-7855 0 0,-33-5 4115 0 0,35 5-4864 0 0,12-5 235 0 0,13-2-269 0 0,-1 1 0 0 0,1 2 0 0 0,38-4 0 0 0,-25 4-130 0 0,-17 1-47 0 0,114-11 114 0 0,-109 12-136 0 0,1 2 0 0 0,-1 1 0 0 0,34 5 0 0 0,-53-6-12 0 0,0 1 1 0 0,-1 1-1 0 0,1-1 0 0 0,-1 1 0 0 0,1 0 0 0 0,-1 0 1 0 0,1 0-1 0 0,-1 0 0 0 0,6 5 0 0 0,-10-6-2 0 0,0 0 0 0 0,1 0 0 0 0,-1 0 0 0 0,0 0 0 0 0,1 0 0 0 0,-1 0 0 0 0,0 0 0 0 0,0 0 0 0 0,0 0 0 0 0,0 0 0 0 0,0 0 0 0 0,0 0 0 0 0,0 0 0 0 0,-1 2 0 0 0,1-2 0 0 0,-1 3 9 0 0,1 0-1 0 0,-1-1 1 0 0,0 1 0 0 0,0 0-1 0 0,0 0 1 0 0,0-1 0 0 0,-1 1-1 0 0,0-1 1 0 0,0 1-1 0 0,0-1 1 0 0,0 1 0 0 0,-4 4-1 0 0,-36 35 253 0 0,36-37-206 0 0,-111 97 869 0 0,-23 23 174 0 0,139-125-1084 0 0,0 0 1 0 0,0 0 0 0 0,0 0-1 0 0,0 0 1 0 0,0 1-1 0 0,0-1 1 0 0,0 0-1 0 0,0 1 1 0 0,1-1 0 0 0,-1 1-1 0 0,0-1 1 0 0,1 1-1 0 0,-1-1 1 0 0,1 1 0 0 0,0-1-1 0 0,-1 1 1 0 0,1 1-1 0 0,0-2-1 0 0,1 0-1 0 0,-1 0 0 0 0,0 0 0 0 0,1 0 1 0 0,-1 0-1 0 0,1 0 0 0 0,-1 0 0 0 0,1 0 0 0 0,0 0 1 0 0,-1 0-1 0 0,1-1 0 0 0,0 1 0 0 0,-1 0 1 0 0,1 0-1 0 0,0-1 0 0 0,0 1 0 0 0,0 0 1 0 0,0-1-1 0 0,0 1 0 0 0,0-1 0 0 0,0 1 1 0 0,0-1-1 0 0,0 0 0 0 0,0 1 0 0 0,0-1 1 0 0,0 0-1 0 0,2 0 0 0 0,13 3 53 0 0,0-2 0 0 0,1 0 0 0 0,-1 0 0 0 0,1-2 0 0 0,-1 0 1 0 0,21-4-1 0 0,2 0-9 0 0,48-3-427 0 0,1-4 1 0 0,140-38 0 0 0,-215 46-601 0 0,-1-1 1 0 0,18-8 0 0 0,-7-4-2659 0 0,-4-5-3950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6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56 1020 0 0,'-14'-25'9987'0'0,"3"6"-6197"0"0,10 19-3709 0 0,1 0 0 0 0,0-1-1 0 0,0 1 1 0 0,-1 0-1 0 0,1 0 1 0 0,0 0 0 0 0,-1 0-1 0 0,1-1 1 0 0,0 1-1 0 0,0 0 1 0 0,0 0 0 0 0,-1-1-1 0 0,1 1 1 0 0,0 0-1 0 0,0 0 1 0 0,0-1 0 0 0,0 1-1 0 0,-1 0 1 0 0,1-1-1 0 0,0 1 1 0 0,0 0 0 0 0,0 0-1 0 0,0-1 1 0 0,0 1-1 0 0,0 0 1 0 0,0-1 0 0 0,0 0-1 0 0,13 0 418 0 0,1 0 0 0 0,-1 0-1 0 0,22 2 1 0 0,-4 0-187 0 0,-4-1-121 0 0,274 7 727 0 0,-291-7-928 0 0,-8 0 38 0 0,1 0 1 0 0,-1 0-1 0 0,1 0 0 0 0,-1 0 1 0 0,1 1-1 0 0,-1-1 0 0 0,1 1 1 0 0,-1-1-1 0 0,1 1 1 0 0,-1 0-1 0 0,1 0 0 0 0,-1 0 1 0 0,0 0-1 0 0,1 0 0 0 0,-1 1 1 0 0,0-1-1 0 0,0 1 0 0 0,0-1 1 0 0,2 3-1 0 0,0 3 84 0 0,1 1 1 0 0,-1-1-1 0 0,-1 1 0 0 0,1-1 0 0 0,-1 1 0 0 0,-1 0 1 0 0,0 0-1 0 0,0 1 0 0 0,1 13 0 0 0,3 84 599 0 0,-5-79-580 0 0,1 325 830 0 0,5 120-58 0 0,39 242 56 0 0,-6-112-349 0 0,48 439-330 0 0,-49-646-225 0 0,-35-354 113 0 0,5 59-40 0 0,-7-37 3146 0 0,-2-62-3219 0 0,0 0 0 0 0,0 0 0 0 0,0 0-1 0 0,0 0 1 0 0,-1 0 0 0 0,1 0 0 0 0,0 0-1 0 0,-1 0 1 0 0,1 0 0 0 0,-1 0 0 0 0,1 0 0 0 0,-1 0-1 0 0,1 0 1 0 0,-1 0 0 0 0,1-1 0 0 0,-1 1 0 0 0,0 0-1 0 0,0 0 1 0 0,1-1 0 0 0,-1 1 0 0 0,0 0 0 0 0,0-1-1 0 0,0 1 1 0 0,0-1 0 0 0,0 1 0 0 0,0-1 0 0 0,1 0-1 0 0,-1 1 1 0 0,0-1 0 0 0,0 0 0 0 0,0 0 0 0 0,0 1-1 0 0,-2-1 1 0 0,-34 0 93 0 0,29-1-61 0 0,-276-21-1729 0 0,97-11-7006 0 0,178 31 7340 0 0,1-1 1 0 0,-1 1-1 0 0,-10-6 0 0 0,-6-10-5984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6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19 852 0 0,'-30'3'6433'0'0,"14"1"-1462"0"0,-11 1 2052 0 0,30-6-6855 0 0,24-7-56 0 0,2 2 0 0 0,-1 1 0 0 0,0 1 0 0 0,35 0 0 0 0,-37 3-207 0 0,-6-1-1229 0 0,39 4 0 0 0,-10 7-4538 0 0</inkml:trace>
  <inkml:trace contextRef="#ctx0" brushRef="#br0" timeOffset="1">71 258 1564 0 0,'-14'8'3410'0'0,"0"2"0"0"0,0 0 0 0 0,-15 14 0 0 0,29-24-3367 0 0,0 1 0 0 0,0-1 1 0 0,0 0-1 0 0,0 0 0 0 0,0 1 0 0 0,0-1 0 0 0,0 0 0 0 0,0 1 0 0 0,0-1 1 0 0,0 0-1 0 0,0 0 0 0 0,1 1 0 0 0,-1-1 0 0 0,0 0 0 0 0,0 0 0 0 0,0 1 1 0 0,0-1-1 0 0,0 0 0 0 0,1 0 0 0 0,-1 1 0 0 0,0-1 0 0 0,0 0 0 0 0,1 0 1 0 0,-1 0-1 0 0,0 0 0 0 0,0 1 0 0 0,0-1 0 0 0,1 0 0 0 0,-1 0 0 0 0,0 0 1 0 0,1 0-1 0 0,-1 0 0 0 0,0 0 0 0 0,0 0 0 0 0,1 1 0 0 0,-1-1 0 0 0,0 0 1 0 0,0 0-1 0 0,1 0 0 0 0,-1 0 0 0 0,0 0 0 0 0,1 0 0 0 0,-1-1 0 0 0,15 5 372 0 0,-15-4-400 0 0,25 0 273 0 0,-1 0-1 0 0,1-2 0 0 0,30-5 0 0 0,-1 0-160 0 0,147-20-3142 0 0,-68 1-4923 0 0,-88 16 2487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7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478 184 1348 0 0,'6'-18'3007'0'0,"0"-1"1"0"0,-2 1-1 0 0,4-26 0 0 0,-8 40-2806 0 0,0 1-1 0 0,0 0 1 0 0,0 0 0 0 0,-1 0-1 0 0,1 0 1 0 0,-1 0-1 0 0,0 0 1 0 0,0 0-1 0 0,0 0 1 0 0,0 0 0 0 0,0 0-1 0 0,-1 0 1 0 0,0 0-1 0 0,1 1 1 0 0,-1-1-1 0 0,0 1 1 0 0,0-1 0 0 0,0 1-1 0 0,0 0 1 0 0,-5-4-1 0 0,5 4-61 0 0,-1 0-55 0 0,-1 0 0 0 0,1 0 1 0 0,-1 0-1 0 0,0 0 1 0 0,1 0-1 0 0,-1 1 1 0 0,0-1-1 0 0,0 1 1 0 0,0 0-1 0 0,0 0 0 0 0,0 1 1 0 0,-1-1-1 0 0,1 1 1 0 0,0 0-1 0 0,0 0 1 0 0,-8 1-1 0 0,-1 2-59 0 0,0 0 0 0 0,0 1-1 0 0,1 1 1 0 0,-1 0 0 0 0,1 0 0 0 0,0 1-1 0 0,1 1 1 0 0,-1 0 0 0 0,1 0 0 0 0,1 1-1 0 0,-1 1 1 0 0,1 0 0 0 0,1 0 0 0 0,0 1-1 0 0,0 0 1 0 0,1 1 0 0 0,0-1 0 0 0,1 2-1 0 0,0-1 1 0 0,1 1 0 0 0,0 0 0 0 0,1 0-1 0 0,-7 22 1 0 0,1 13 172 0 0,2 1-1 0 0,1 0 1 0 0,0 56 0 0 0,8 147 1021 0 0,1-228-1080 0 0,10 359 1183 0 0,2 705 1210 0 0,-14-1038-2405 0 0,-35 613 920 0 0,16-464-899 0 0,-42 348 405 0 0,60-530-530 0 0,-11 77 132 0 0,1 103 0 0 0,11-193-143 0 0,1-1 1 0 0,0 1-1 0 0,1 0 0 0 0,-1-1 1 0 0,0 1-1 0 0,1-1 1 0 0,0 1-1 0 0,-1-1 1 0 0,1 1-1 0 0,0-1 1 0 0,0 1-1 0 0,1-1 1 0 0,-1 0-1 0 0,0 0 1 0 0,1 1-1 0 0,-1-1 1 0 0,1 0-1 0 0,2 2 1 0 0,-1-2 0 0 0,0 0 1 0 0,-1 0 0 0 0,2-1 0 0 0,-1 1 0 0 0,0-1 0 0 0,0 0-1 0 0,0 0 1 0 0,0 0 0 0 0,1 0 0 0 0,-1 0 0 0 0,1-1 0 0 0,-1 1 0 0 0,0-1-1 0 0,6 0 1 0 0,22-2-454 0 0,0-1 1 0 0,1-1-1 0 0,-1-1 0 0 0,56-18 0 0 0,116-57-5609 0 0,-81 19-2619 0 0,-57 19-367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8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10 1824 0 0,'-1'-9'9412'0'0,"-6"20"-9036"0"0,1 1 0 0 0,0-1 0 0 0,1 1 0 0 0,0 0 0 0 0,1 1-1 0 0,1-1 1 0 0,-4 19 0 0 0,1-6 52 0 0,3-14-277 0 0,-8 33 665 0 0,-12 84 0 0 0,22-116-698 0 0,0 0-1 0 0,1-1 0 0 0,0 1 1 0 0,1 0-1 0 0,0 0 0 0 0,0-1 1 0 0,2 1-1 0 0,-1-1 0 0 0,2 1 1 0 0,-1-1-1 0 0,1 0 0 0 0,10 18 1 0 0,-11-24-52 0 0,1 0 0 0 0,-1-1 0 0 0,1 1 0 0 0,0-1 0 0 0,0 0 0 0 0,0 0-1 0 0,1 0 1 0 0,-1-1 0 0 0,1 1 0 0 0,0-1 0 0 0,0 0 0 0 0,0 0 0 0 0,0-1 0 0 0,8 3 0 0 0,-5-3 24 0 0,-1 0-1 0 0,1-1 1 0 0,-1 0-1 0 0,1 0 1 0 0,0-1-1 0 0,0 0 1 0 0,-1 0-1 0 0,1-1 1 0 0,14-3-1 0 0,-9 1 18 0 0,0-1 0 0 0,0 0 1 0 0,0-1-1 0 0,-1-1 0 0 0,1 0 0 0 0,-1 0 1 0 0,-1-2-1 0 0,1 1 0 0 0,-1-1 0 0 0,-1-1 0 0 0,19-18 1 0 0,-19 14-2 0 0,0-1 1 0 0,0 0 0 0 0,-2 0 0 0 0,1 0 0 0 0,-2-1-1 0 0,0-1 1 0 0,-1 1 0 0 0,0-1 0 0 0,-1 0 0 0 0,-1 0-1 0 0,3-29 1 0 0,-5 36-83 0 0,-2-1 0 0 0,1 0 0 0 0,-1 0 0 0 0,0 0 0 0 0,-1 1 0 0 0,-1-1 0 0 0,1 0 0 0 0,-1 1 0 0 0,-1-1 0 0 0,0 1 0 0 0,0 0 0 0 0,-1-1 0 0 0,0 2 0 0 0,0-1 0 0 0,-1 0 0 0 0,-1 1 0 0 0,1 0 0 0 0,-1 0 0 0 0,0 1-1 0 0,-1-1 1 0 0,-8-6 0 0 0,10 10-54 0 0,0 1 0 0 0,-1-1 0 0 0,0 1-1 0 0,0 0 1 0 0,0 0 0 0 0,0 1 0 0 0,0-1 0 0 0,0 2-1 0 0,-1-1 1 0 0,1 1 0 0 0,-1-1 0 0 0,1 2-1 0 0,-1-1 1 0 0,1 1 0 0 0,-1 0 0 0 0,1 0-1 0 0,-1 1 1 0 0,1 0 0 0 0,-1 0 0 0 0,1 1-1 0 0,-1-1 1 0 0,1 1 0 0 0,-11 6 0 0 0,3-2-620 0 0,0 1 0 0 0,1 1 0 0 0,0 0 1 0 0,0 1-1 0 0,1 0 0 0 0,0 1 0 0 0,1 0 1 0 0,0 1-1 0 0,-11 14 0 0 0,-9 18-6059 0 0,17-22 86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8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59 160 820 0 0,'17'18'19841'0'0,"-16"-15"-19851"0"0,-5 11 356 0 0,-1 0 0 0 0,-1-1 0 0 0,-10 16 0 0 0,8-13-124 0 0,-14 34 0 0 0,18-38-162 0 0,1 1 0 0 0,0 0-1 0 0,1 0 1 0 0,0 0 0 0 0,1 0 0 0 0,0 25 0 0 0,1-34-26 0 0,1 0-1 0 0,-1 0 1 0 0,1 0-1 0 0,0 0 0 0 0,0 0 1 0 0,0 0-1 0 0,0 0 1 0 0,1 0-1 0 0,0-1 1 0 0,0 1-1 0 0,0-1 1 0 0,0 1-1 0 0,0-1 1 0 0,1 1-1 0 0,-1-1 0 0 0,1 0 1 0 0,0 0-1 0 0,0-1 1 0 0,0 1-1 0 0,0-1 1 0 0,0 1-1 0 0,1-1 1 0 0,-1 0-1 0 0,1 0 1 0 0,0 0-1 0 0,5 1 1 0 0,1 0 39 0 0,1-1 1 0 0,0 0 0 0 0,0-1 0 0 0,0 0-1 0 0,0-1 1 0 0,0 0 0 0 0,0-1 0 0 0,0 0 0 0 0,0-1-1 0 0,0 0 1 0 0,0-1 0 0 0,-1 0 0 0 0,1 0 0 0 0,-1-1-1 0 0,0-1 1 0 0,13-7 0 0 0,-7 3-22 0 0,0 0 0 0 0,-1-1 0 0 0,0-1 0 0 0,-1-1 0 0 0,-1 0 0 0 0,1 0 0 0 0,-2-2 0 0 0,0 1 0 0 0,12-19 0 0 0,-16 20-16 0 0,-1-1 1 0 0,-1-1 0 0 0,0 1-1 0 0,-1-1 1 0 0,0 0 0 0 0,-1 0-1 0 0,-1 0 1 0 0,0 0 0 0 0,-1-1 0 0 0,0 1-1 0 0,-1-1 1 0 0,-2-23 0 0 0,0 30-34 0 0,0 0 0 0 0,0 0 0 0 0,-1 0 0 0 0,0 1 0 0 0,0-1 0 0 0,-1 1 1 0 0,0-1-1 0 0,-1 1 0 0 0,1 0 0 0 0,-10-12 0 0 0,9 14-7 0 0,0 0 0 0 0,-1 0 0 0 0,0 1 0 0 0,0 0 1 0 0,0 0-1 0 0,-1 0 0 0 0,1 0 0 0 0,-1 1 0 0 0,0 0 0 0 0,0 0 0 0 0,0 0 0 0 0,0 1 0 0 0,0 0 0 0 0,-11-2 0 0 0,10 3-220 0 0,0 0 0 0 0,-1 0 0 0 0,1 0 0 0 0,0 1 0 0 0,-1 1 0 0 0,1-1 0 0 0,-1 1 0 0 0,1 0-1 0 0,0 1 1 0 0,0-1 0 0 0,0 1 0 0 0,0 1 0 0 0,0-1 0 0 0,0 1 0 0 0,0 1 0 0 0,1-1 0 0 0,-11 8 0 0 0,6-1-873 0 0,0-1 0 0 0,0 2 0 0 0,1-1 0 0 0,0 2 0 0 0,1-1 1 0 0,0 1-1 0 0,-14 26 0 0 0,5-4-3240 0 0,-1 2-2142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4:59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40 149 600 0 0,'0'-14'6295'0'0,"-6"-11"3369"0"0,6 25-9632 0 0,0 1 1 0 0,-6 13 385 0 0,-1 6-148 0 0,2 1-1 0 0,0 1 0 0 0,-4 32 1 0 0,9-47-212 0 0,-1 1-1 0 0,1-1 1 0 0,0 1 0 0 0,0 0 0 0 0,1-1 0 0 0,0 0-1 0 0,1 1 1 0 0,0-1 0 0 0,0 0 0 0 0,0 1 0 0 0,1-1-1 0 0,0-1 1 0 0,7 13 0 0 0,-7-15-20 0 0,1 0 0 0 0,0 0 0 0 0,0-1 0 0 0,0 1 0 0 0,1-1 0 0 0,-1 0 0 0 0,1 0 1 0 0,-1 0-1 0 0,1-1 0 0 0,0 0 0 0 0,0 0 0 0 0,0 0 0 0 0,1 0 0 0 0,-1-1 0 0 0,0 0 0 0 0,0 0 0 0 0,1-1 0 0 0,9 1 0 0 0,1-1 10 0 0,-1-1 1 0 0,0 0-1 0 0,-1-1 0 0 0,1 0 1 0 0,24-8-1 0 0,-27 6 0 0 0,0-1 1 0 0,0 0-1 0 0,0-1 0 0 0,-1-1 1 0 0,0 1-1 0 0,0-2 0 0 0,0 1 1 0 0,-1-2-1 0 0,0 1 0 0 0,-1-1 1 0 0,0-1-1 0 0,13-17 0 0 0,-18 22-24 0 0,-1 1 0 0 0,0-1-1 0 0,0 0 1 0 0,-1 0-1 0 0,0-1 1 0 0,1 1 0 0 0,-2 0-1 0 0,1-1 1 0 0,-1 1-1 0 0,1-1 1 0 0,-2 0 0 0 0,1 1-1 0 0,-1-1 1 0 0,1 0-1 0 0,-1 0 1 0 0,-1 1 0 0 0,1-1-1 0 0,-1 0 1 0 0,0 1-1 0 0,-1-1 1 0 0,1 1 0 0 0,-1-1-1 0 0,0 1 1 0 0,0 0-1 0 0,-1-1 1 0 0,0 1 0 0 0,0 1-1 0 0,0-1 1 0 0,0 0-1 0 0,-8-8 1 0 0,2 4 29 0 0,0 1 1 0 0,-1 0 0 0 0,0 0-1 0 0,0 1 1 0 0,-1 0-1 0 0,0 0 1 0 0,0 2-1 0 0,-1-1 1 0 0,1 1-1 0 0,-1 1 1 0 0,0 0-1 0 0,-16-3 1 0 0,3 2-1334 0 0,-39-2 1 0 0,-22 4-9799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00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90 184 0 0,'-34'-48'12972'0'0,"28"41"-11620"0"0,-1 0 1372 0 0,7 7-2671 0 0,1-1 0 0 0,-1 1 0 0 0,0 0-1 0 0,1-1 1 0 0,-1 1 0 0 0,1 0 0 0 0,-1-1 0 0 0,1 1 0 0 0,-1 0 0 0 0,0 0 0 0 0,1 0 0 0 0,-1-1-1 0 0,1 1 1 0 0,-1 0 0 0 0,1 0 0 0 0,-1 0 0 0 0,1 0 0 0 0,-1 0 0 0 0,1 0 0 0 0,-1 0-1 0 0,1 0 1 0 0,0 0 0 0 0,-1 0 0 0 0,1 0 0 0 0,-1 0 0 0 0,1 1 0 0 0,278-13 2466 0 0,-160 5-1976 0 0,-29 2-1 0 0,-87 5-517 0 0,1 0-8 0 0,-2 0-10 0 0,1 0 0 0 0,-1 0-1 0 0,1 0 1 0 0,-1 1 0 0 0,0-1 0 0 0,1 1 0 0 0,-1-1-1 0 0,0 1 1 0 0,1 0 0 0 0,-1 0 0 0 0,0 0 0 0 0,0 0 0 0 0,0 1-1 0 0,0-1 1 0 0,0 0 0 0 0,0 1 0 0 0,0-1 0 0 0,0 1-1 0 0,-1 0 1 0 0,1 0 0 0 0,0 0 0 0 0,-1 0 0 0 0,2 3-1 0 0,9 21 145 0 0,-1 0 0 0 0,-1 1-1 0 0,-1 0 1 0 0,-2 0-1 0 0,7 42 1 0 0,-10-45-52 0 0,73 545 1310 0 0,-43 6-715 0 0,-29-470-595 0 0,90 1387 986 0 0,-75-1299-1052 0 0,12 187 313 0 0,-32-186 263 0 0,0-187-456 0 0,-1 0 0 0 0,0-1 0 0 0,0 1 0 0 0,-1 0 1 0 0,0-1-1 0 0,0 0 0 0 0,-1 1 0 0 0,0-1 0 0 0,0 0 1 0 0,0 0-1 0 0,-7 10 0 0 0,3-8-86 0 0,1 0 1 0 0,-1 0-1 0 0,0-1 0 0 0,-1 1 1 0 0,1-2-1 0 0,-18 12 0 0 0,12-10-35 0 0,-1-2 0 0 0,0 0-1 0 0,0 0 1 0 0,0-2 0 0 0,0 1-1 0 0,-1-2 1 0 0,-25 3 0 0 0,-110 1-1165 0 0,103-6-57 0 0,-120 3-3883 0 0,-42 0-6866 0 0,135-4 3368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1 360 0 0,'0'0'460'0'0,"-10"3"-268"0"0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40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50 1428 0 0,'-36'-24'7419'0'0,"32"22"-6744"0"0,3 2-484 0 0,1-1-1 0 0,-1 1 0 0 0,0 0 1 0 0,0-1-1 0 0,0 1 1 0 0,0-1-1 0 0,0 1 1 0 0,1-1-1 0 0,-1 1 1 0 0,0-1-1 0 0,0 1 1 0 0,1-1-1 0 0,-1 0 1 0 0,0 0-1 0 0,1 1 1 0 0,-1-1-1 0 0,1 0 1 0 0,-2-1-1 0 0,3 1-168 0 0,0 0 1 0 0,1 0-1 0 0,-1 0 0 0 0,0 0 0 0 0,0 0 0 0 0,0 0 1 0 0,1 1-1 0 0,-1-1 0 0 0,0 0 0 0 0,1 1 0 0 0,-1-1 0 0 0,1 1 1 0 0,-1-1-1 0 0,1 1 0 0 0,-1 0 0 0 0,0-1 0 0 0,1 1 1 0 0,-1 0-1 0 0,1 0 0 0 0,0 0 0 0 0,-1 0 0 0 0,0 1 1 0 0,3-1-1 0 0,33 6 88 0 0,-29-4-100 0 0,-1 0-1 0 0,0 0 1 0 0,1 1-1 0 0,-1 0 1 0 0,0 1-1 0 0,0 0 1 0 0,-1 0 0 0 0,1 0-1 0 0,-1 1 1 0 0,0 0-1 0 0,0 0 1 0 0,0 0 0 0 0,-1 1-1 0 0,0 0 1 0 0,7 10-1 0 0,-8-11 2 0 0,-2 1 0 0 0,1-1 0 0 0,-1 1 0 0 0,1 0 0 0 0,-2-1-1 0 0,1 1 1 0 0,-1 0 0 0 0,1 0 0 0 0,-2 0 0 0 0,1 0 0 0 0,-1 1 0 0 0,0-1 0 0 0,0 0-1 0 0,0 0 1 0 0,-1 0 0 0 0,0 0 0 0 0,0 0 0 0 0,-1 0 0 0 0,-4 10 0 0 0,-4 5-5 0 0,-1 0 0 0 0,-1-1 0 0 0,0 0 0 0 0,-2-1 0 0 0,-26 27 0 0 0,21-23-1 0 0,0 0 0 0 0,-26 45 1 0 0,36-51 2 0 0,6-13-1 0 0,0 1 1 0 0,0 0 0 0 0,0 0 0 0 0,1 0 0 0 0,0 0 0 0 0,0 0 0 0 0,1 0 0 0 0,-1 1 0 0 0,1-1-1 0 0,-1 6 1 0 0,3-8 8 0 0,-1-1 0 0 0,1 0 0 0 0,-1 0-1 0 0,1 0 1 0 0,0 0 0 0 0,-1 0 0 0 0,1 0-1 0 0,0 0 1 0 0,0 0 0 0 0,1 0 0 0 0,-1 0-1 0 0,0-1 1 0 0,1 1 0 0 0,-1 0 0 0 0,1-1-1 0 0,2 3 1 0 0,1 0 52 0 0,-1 0-1 0 0,1-1 0 0 0,0 0 1 0 0,8 4-1 0 0,5 2 253 0 0,1-2 1 0 0,0-1-1 0 0,0 0 0 0 0,0-2 1 0 0,0 0-1 0 0,1-1 1 0 0,26 1-1 0 0,-43-4-27 0 0,1 0 4 0 0,9 0 6 0 0,-9 0 1 0 0,25-2 1174 0 0,-27 2-1428 0 0,13 2 18 0 0,-41 117 15 0 0,17-30 147 0 0,3 154 0 0 0,4-36 234 0 0,-6-108 3369 0 0,8-98-3762 0 0,-1 0-1 0 0,1 0 1 0 0,0 1 0 0 0,-1-1-1 0 0,1 0 1 0 0,0 0-1 0 0,-1 0 1 0 0,0 0-1 0 0,1 0 1 0 0,-1 0-1 0 0,0 0 1 0 0,1 0 0 0 0,-1 0-1 0 0,0 0 1 0 0,0 0-1 0 0,0-1 1 0 0,0 1-1 0 0,0 0 1 0 0,0 0-1 0 0,0-1 1 0 0,0 1 0 0 0,0-1-1 0 0,0 1 1 0 0,0-1-1 0 0,0 1 1 0 0,0-1-1 0 0,0 0 1 0 0,-1 0-1 0 0,-1 1 1 0 0,-3 0 36 0 0,0-1-1 0 0,0 0 1 0 0,0 0-1 0 0,-8-1 1 0 0,10 0-27 0 0,-19-1 60 0 0,2 0-3003 0 0,-1 0 0 0 0,-35 3 0 0 0,22 2-3719 0 0,-7 1-3815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25 408 0 0,'-8'-25'18802'0'0,"5"26"-18796"0"0,-1 3 8 0 0,0 16 38 0 0,-1 22 3 0 0,-14 359 159 0 0,11-137-152 0 0,-6 51 0 0 0,14 158 61 0 0,3-361-75 0 0,24 551 34 0 0,-17-418-12 0 0,-7-123-44 0 0,28 427 23 0 0,-9-122 29 0 0,-5-50-32 0 0,25 198 42 0 0,-1-71-33 0 0,-30-371-49 0 0,10 178 9 0 0,7 122 53 0 0,-9-153-56 0 0,-3-68-18 0 0,14 187 58 0 0,-12-130-49 0 0,21 274-12 0 0,13 133 48 0 0,-20-278-21 0 0,33 792 14 0 0,-56-1013-1 0 0,1 87-32 0 0,-8-207 12 0 0,0-6 1 0 0,-2-48-8 0 0,1 30 6 0 0,-1-4-2 0 0,0-28-2 0 0,0 12-18 0 0,0 29 16 0 0,0-17 15 0 0,7 213 162 0 0,-2-77-97 0 0,1-58-26 0 0,12 118 114 0 0,0 82-24 0 0,11 459-64 0 0,-22-209-96 0 0,-2 614-154 0 0,-2-726 136 0 0,7-34-9 0 0,-4-232 18 0 0,11 122-71 0 0,0-5 63 0 0,26 432-93 0 0,-31-588 89 0 0,6 75 32 0 0,-1 37 13 0 0,-2 9-37 0 0,-7-73 10 0 0,3 24-108 0 0,16 107 150 0 0,-22-266-38 0 0,-1-18 66 0 0,-1 48 0 0 0,-1-65-52 0 0,2 27 22 0 0,-4-24-21 0 0,0-15-2 0 0,3 31 14 0 0,-3 1 1 0 0,0-2 19 0 0,0-30-30 0 0,1 24 242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4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81 1104 0 0,'-9'-7'4913'0'0,"8"6"-4807"0"0,0 0 0 0 0,1 0-1 0 0,-1 0 1 0 0,0 0 0 0 0,0 0 0 0 0,0 0-1 0 0,1 0 1 0 0,-1 0 0 0 0,0-1-1 0 0,1 1 1 0 0,-1 0 0 0 0,1 0 0 0 0,0-1-1 0 0,-1 1 1 0 0,1 0 0 0 0,0-1-1 0 0,0 1 1 0 0,0 0 0 0 0,0-1 0 0 0,0 1-1 0 0,0 0 1 0 0,0-1 0 0 0,0 1-1 0 0,0-1 1 0 0,1 1 0 0 0,-1 0 0 0 0,1 0-1 0 0,-1-1 1 0 0,1 1 0 0 0,-1 0-1 0 0,1 0 1 0 0,0 0 0 0 0,-1-1 0 0 0,1 1-1 0 0,0 0 1 0 0,0 0 0 0 0,0 0-1 0 0,0 0 1 0 0,0 0 0 0 0,0 1 0 0 0,0-1-1 0 0,2-1 1 0 0,1-1-76 0 0,0 1 1 0 0,0-1-1 0 0,0 1 0 0 0,1 0 0 0 0,-1 0 1 0 0,1 0-1 0 0,0 0 0 0 0,-1 1 0 0 0,1 0 1 0 0,0 0-1 0 0,0 0 0 0 0,7 0 0 0 0,-2 1 8 0 0,-1 1-1 0 0,1 0 1 0 0,-1 0-1 0 0,1 1 1 0 0,-1 0-1 0 0,0 1 1 0 0,0 0-1 0 0,0 1 0 0 0,0 0 1 0 0,0 0-1 0 0,-1 0 1 0 0,14 11-1 0 0,-15-10 16 0 0,-2 0 1 0 0,1 0-1 0 0,0 1 0 0 0,-1-1 1 0 0,0 1-1 0 0,-1 0 0 0 0,1 1 0 0 0,-1-1 1 0 0,0 1-1 0 0,-1 0 0 0 0,0 0 0 0 0,0 0 1 0 0,0 1-1 0 0,-1-1 0 0 0,0 0 0 0 0,0 1 1 0 0,0 8-1 0 0,-1 4 47 0 0,-1 0 0 0 0,-1 0 0 0 0,0 0 1 0 0,-2 0-1 0 0,0 0 0 0 0,-1 0 0 0 0,-1-1 0 0 0,-1 1 1 0 0,-13 28-1 0 0,-2-4 662 0 0,-2-1-1 0 0,-50 72 1 0 0,73-115-763 0 0,-10 12 730 0 0,10-11-718 0 0,0-1 1 0 0,-1 0 0 0 0,1 0-1 0 0,0 0 1 0 0,0 0-1 0 0,-1 0 1 0 0,1 1 0 0 0,0-1-1 0 0,0 0 1 0 0,0 0-1 0 0,-1 0 1 0 0,1 0 0 0 0,0 0-1 0 0,0 0 1 0 0,-1 0 0 0 0,1 0-1 0 0,0 0 1 0 0,-1 0-1 0 0,1 0 1 0 0,0 0 0 0 0,0 0-1 0 0,-1 0 1 0 0,1 0 0 0 0,0 0-1 0 0,0 0 1 0 0,0 0-1 0 0,-1-1 1 0 0,1 1 0 0 0,0 0-1 0 0,0 0 1 0 0,-1 0 0 0 0,1 0-1 0 0,0 0 1 0 0,0-1-1 0 0,0 1 1 0 0,-1 0 0 0 0,1 0-1 0 0,0 0 1 0 0,0-1-1 0 0,0 1 1 0 0,0 0 0 0 0,0 0-1 0 0,-1 0 1 0 0,1-1 0 0 0,0 0-8 0 0,0 0 1 0 0,0 0-1 0 0,1 0 0 0 0,-1 0 1 0 0,0 0-1 0 0,0 0 1 0 0,1 0-1 0 0,-1 0 1 0 0,1 0-1 0 0,-1 0 1 0 0,1 0-1 0 0,-1 0 1 0 0,1 0-1 0 0,-1 0 1 0 0,2-1-1 0 0,-1 1 4 0 0,20-34-44 0 0,3 1-1 0 0,1 0 1 0 0,56-57-1 0 0,-19 22-22 0 0,-15 17 41 0 0,-46 50 24 0 0,-4 4-20 0 0,-7 5 30 0 0,0 1-1 0 0,0 1 0 0 0,1-1 0 0 0,0 2 1 0 0,0-1-1 0 0,1 1 0 0 0,0 0 1 0 0,-11 21-1 0 0,-2 6 45 0 0,-21 54 0 0 0,39-84-61 0 0,0 1 0 0 0,0 0 0 0 0,1-1 0 0 0,0 1-1 0 0,-1 16 1 0 0,3-21 4 0 0,-1-1 1 0 0,1 0-1 0 0,1 1 0 0 0,-1-1 0 0 0,0 0 0 0 0,0 1 0 0 0,1-1 0 0 0,0 0 0 0 0,-1 1 0 0 0,1-1 0 0 0,0 0 0 0 0,0 0 1 0 0,0 0-1 0 0,0 0 0 0 0,0 0 0 0 0,1 0 0 0 0,-1 0 0 0 0,1 0 0 0 0,-1 0 0 0 0,1-1 0 0 0,0 1 0 0 0,-1-1 0 0 0,5 3 1 0 0,-2-2 1 0 0,-1-1 1 0 0,1 1 0 0 0,0-1 0 0 0,0 0 0 0 0,0 0 0 0 0,0-1 0 0 0,0 1 0 0 0,0-1 0 0 0,1 0-1 0 0,-1 0 1 0 0,6-1 0 0 0,46-9-383 0 0,-53 9 290 0 0,123-32-3789 0 0,-44 4-2046 0 0,-46 15 1404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5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86 1820 0 0,'-2'0'2070'0'0,"-14"0"1621"0"0,0 1 1 0 0,-30 6 0 0 0,44-7-3057 0 0,-17 3 1224 0 0,15-1-1223 0 0,5-1-99 0 0,10 0 261 0 0,21-2-183 0 0,152-39 344 0 0,-65 12-784 0 0,-4 0-3863 0 0,-103 25-451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5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18 2884 0 0,'-2'-1'2480'0'0,"-38"-12"9463"0"0,28 10-11382 0 0,9 3-111 0 0,-2 12 1298 0 0,3-1-1346 0 0,2 0 0 0 0,-1-1 0 0 0,1 1 0 0 0,1 0 0 0 0,0-1 0 0 0,3 12 0 0 0,2 36 137 0 0,3 129-62 0 0,-2-126-3272 0 0,-2-42-921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6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86 932 0 0,'-2'-1'1853'0'0,"-3"0"-916"0"0,0-1 0 0 0,1 0-1 0 0,-1 0 1 0 0,1 0 0 0 0,0-1 0 0 0,-7-5 0 0 0,10 8-874 0 0,0-1 0 0 0,0 0 0 0 0,1 1 0 0 0,-1-1 0 0 0,0 0 1 0 0,1 0-1 0 0,-1 0 0 0 0,0 0 0 0 0,1 1 0 0 0,-1-1 0 0 0,1 0 1 0 0,0 0-1 0 0,-1 0 0 0 0,1 0 0 0 0,0 0 0 0 0,-1 0 0 0 0,1-1 0 0 0,0 1 1 0 0,0 0-1 0 0,0 0 0 0 0,0 0 0 0 0,0 0 0 0 0,0 0 0 0 0,0 0 1 0 0,1 0-1 0 0,-1 0 0 0 0,0 0 0 0 0,0 0 0 0 0,1 0 0 0 0,-1 0 0 0 0,1 0 1 0 0,-1 0-1 0 0,1 0 0 0 0,-1 0 0 0 0,1 1 0 0 0,0-1 0 0 0,-1 0 0 0 0,1 0 1 0 0,0 0-1 0 0,0 1 0 0 0,1-2 0 0 0,1-1-34 0 0,0 0 0 0 0,1 1 0 0 0,-1 0 0 0 0,1-1 0 0 0,0 1 0 0 0,0 1 0 0 0,0-1 0 0 0,-1 0 0 0 0,2 1 0 0 0,-1 0 0 0 0,0 0 0 0 0,0 0 0 0 0,0 1 0 0 0,0-1 0 0 0,1 1 0 0 0,-1 0 0 0 0,0 0 0 0 0,0 0 0 0 0,1 1 0 0 0,3 0 0 0 0,-4 0-6 0 0,0 0 0 0 0,0 0 0 0 0,-1 0-1 0 0,1 1 1 0 0,-1-1 0 0 0,1 1 0 0 0,-1 0 0 0 0,1 0 0 0 0,-1 0 0 0 0,0 0 0 0 0,0 0 0 0 0,0 1 0 0 0,0 0 0 0 0,-1-1 0 0 0,1 1 0 0 0,-1 0-1 0 0,1 0 1 0 0,-1 1 0 0 0,0-1 0 0 0,0 0 0 0 0,-1 1 0 0 0,1-1 0 0 0,1 7 0 0 0,-1 0 108 0 0,0-1 1 0 0,-1 1-1 0 0,-1 0 1 0 0,0 1-1 0 0,0-1 1 0 0,-1 0-1 0 0,0 0 1 0 0,-1-1-1 0 0,0 1 1 0 0,0 0 0 0 0,-1 0-1 0 0,0-1 1 0 0,-1 0-1 0 0,0 1 1 0 0,-8 12-1 0 0,-9 11 409 0 0,0-1-1 0 0,-41 48 1 0 0,-26 27-8 0 0,87-107-531 0 0,0 1 0 0 0,1-1 0 0 0,-1 1 0 0 0,1-1 1 0 0,-1 1-1 0 0,1-1 0 0 0,-1 1 0 0 0,1 0 0 0 0,-1-1 0 0 0,1 1 0 0 0,0 0 0 0 0,-1-1 1 0 0,1 1-1 0 0,0 0 0 0 0,0-1 0 0 0,-1 1 0 0 0,1 0 0 0 0,0 0 0 0 0,0-1 1 0 0,0 1-1 0 0,0 0 0 0 0,0 0 0 0 0,0 0 0 0 0,0-1 0 0 0,0 1 0 0 0,0 0 0 0 0,1 0 1 0 0,-1-1-1 0 0,0 2 0 0 0,1-1 3 0 0,0 0 1 0 0,0-1-1 0 0,1 1 0 0 0,-1 0 1 0 0,0-1-1 0 0,0 1 1 0 0,0-1-1 0 0,0 1 1 0 0,0-1-1 0 0,1 0 0 0 0,-1 1 1 0 0,0-1-1 0 0,0 0 1 0 0,1 0-1 0 0,1 0 0 0 0,39-3 98 0 0,13-7-1250 0 0,0-3 1 0 0,55-21-1 0 0,-92 30-4797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6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41 1588 0 0,'-2'-2'2710'0'0,"-22"-32"9015"0"0,24 34-11680 0 0,0 0 0 0 0,0 0 1 0 0,0-1-1 0 0,0 1 0 0 0,0 0 0 0 0,0 0 1 0 0,0 0-1 0 0,0-1 0 0 0,0 1 1 0 0,0 0-1 0 0,0 0 0 0 0,-1 0 0 0 0,1-1 1 0 0,0 1-1 0 0,0 0 0 0 0,0 0 0 0 0,0 0 1 0 0,0 0-1 0 0,0-1 0 0 0,-1 1 1 0 0,1 0-1 0 0,0 0 0 0 0,0 0 0 0 0,0 0 1 0 0,-1 0-1 0 0,1 0 0 0 0,0 0 0 0 0,0 0 1 0 0,0-1-1 0 0,-1 1 0 0 0,1 0 1 0 0,0 0-1 0 0,0 0 0 0 0,0 0 0 0 0,-1 0 1 0 0,1 0-1 0 0,0 0-29 0 0,0 0 0 0 0,-1 1 0 0 0,1-1 0 0 0,0 0 0 0 0,0 0 0 0 0,-1 0 0 0 0,1 0 0 0 0,0 1 0 0 0,0-1 0 0 0,0 0 0 0 0,-1 0 0 0 0,1 0 0 0 0,0 1 0 0 0,0-1 0 0 0,0 0 0 0 0,0 0 0 0 0,0 0 0 0 0,0 1 0 0 0,-1-1 0 0 0,1 0 0 0 0,0 0 0 0 0,0 1 0 0 0,0-1 0 0 0,0 0 0 0 0,0 0 0 0 0,0 1 0 0 0,0-1 0 0 0,0 0 0 0 0,0 0 0 0 0,0 1 0 0 0,0-1 0 0 0,0 0 0 0 0,0 1 0 0 0,0-1 0 0 0,0 0 0 0 0,1 0 0 0 0,-1 0 0 0 0,0 1 0 0 0,0-1 0 0 0,6 27 372 0 0,2 0 1 0 0,0-1-1 0 0,2 0 0 0 0,1 0 1 0 0,16 26-1 0 0,-23-44-367 0 0,1-1 0 0 0,1 1 0 0 0,-1-1 0 0 0,1 0 0 0 0,1-1 0 0 0,-1 1 0 0 0,1-1 0 0 0,0-1 0 0 0,0 1 0 0 0,1-1 0 0 0,0 0 0 0 0,0-1 0 0 0,0 0 0 0 0,0 0 0 0 0,1-1-1 0 0,-1 0 1 0 0,1 0 0 0 0,0-1 0 0 0,15 2 0 0 0,-18-3-17 0 0,0 0 0 0 0,-1-1 0 0 0,1 0-1 0 0,0 0 1 0 0,-1 0 0 0 0,1-1 0 0 0,-1 1-1 0 0,1-1 1 0 0,-1-1 0 0 0,1 1 0 0 0,-1-1 0 0 0,0 0-1 0 0,1 0 1 0 0,-1-1 0 0 0,0 1 0 0 0,-1-1 0 0 0,1 0-1 0 0,0-1 1 0 0,-1 1 0 0 0,0-1 0 0 0,1 0-1 0 0,-2 0 1 0 0,1 0 0 0 0,0 0 0 0 0,-1-1 0 0 0,0 0-1 0 0,0 1 1 0 0,0-1 0 0 0,2-6 0 0 0,-3 7-6 0 0,7-14-13 0 0,12-34-1 0 0,-20 50-29 0 0,0 5-11 0 0,-1 7 62 0 0,1 0 0 0 0,-2 1 0 0 0,1-1-1 0 0,-5 20 1 0 0,2-7 74 0 0,-8 78 430 0 0,-72 508 1481 0 0,78-583-1911 0 0,3-7 126 0 0,-1 0 0 0 0,-2 0 0 0 0,1-1 0 0 0,-2 0 1 0 0,-1 0-1 0 0,-8 17 0 0 0,12-31-137 0 0,0 0 1 0 0,0 0 0 0 0,-1 0-1 0 0,1-1 1 0 0,-1 1 0 0 0,0-1-1 0 0,0 0 1 0 0,0 0 0 0 0,-1 0 0 0 0,1-1-1 0 0,0 0 1 0 0,-1 1 0 0 0,0-1-1 0 0,0-1 1 0 0,1 1 0 0 0,-1-1-1 0 0,0 0 1 0 0,-9 1 0 0 0,6-1-217 0 0,-1 0 1 0 0,0-1 0 0 0,1 0 0 0 0,-1-1-1 0 0,1 0 1 0 0,-1 0 0 0 0,1-1 0 0 0,-1 0-1 0 0,1 0 1 0 0,-11-6 0 0 0,16 7-189 0 0,1 0-1 0 0,0 0 1 0 0,0 0-1 0 0,0-1 1 0 0,0 1-1 0 0,0-1 1 0 0,0 1 0 0 0,0-1-1 0 0,1 0 1 0 0,-1 0-1 0 0,0 0 1 0 0,1 0 0 0 0,0 0-1 0 0,-1 0 1 0 0,1 0-1 0 0,0 0 1 0 0,-1-4 0 0 0,0 1-887 0 0,1 1 1 0 0,1-1-1 0 0,-1 1 1 0 0,1-1-1 0 0,0 1 1 0 0,0-1 0 0 0,0 1-1 0 0,2-10 1 0 0,1-3-4260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7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42 130 96 0 0,'-16'-2'10040'0'0,"-7"-3"-5846"0"0,21 5-3860 0 0,5 0-181 0 0,26-5 80 0 0,383-71 439 0 0,-365 67-696 0 0,63-17-3924 0 0,-98 20-1021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7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20 1880 0 0,'-24'-11'10628'0'0,"3"4"-7591"0"0,18 6-2714 0 0,0 16 865 0 0,5 37 432 0 0,11 55 0 0 0,-1 2-1164 0 0,-10-81-431 0 0,7 63-121 0 0,-7-79-777 0 0,0 0-1 0 0,1 0 0 0 0,0 0 0 0 0,1 0 1 0 0,6 12-1 0 0,-8-21-279 0 0,0 0 1 0 0,0 0-1 0 0,0 0 0 0 0,0 0 1 0 0,1-1-1 0 0,5 6 1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7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1648 0 0,'0'-10'1481'0'0,"0"0"0"0"0,1 0 0 0 0,0 0 0 0 0,0 0 0 0 0,1 0 0 0 0,4-14 0 0 0,-4 21-1377 0 0,-1-1-1 0 0,1 1 0 0 0,0-1 0 0 0,0 1 0 0 0,0 0 0 0 0,1 0 0 0 0,-1 0 1 0 0,1 0-1 0 0,-1 1 0 0 0,1-1 0 0 0,0 1 0 0 0,0-1 0 0 0,0 1 0 0 0,1 0 0 0 0,-1 0 1 0 0,0 0-1 0 0,1 1 0 0 0,-1-1 0 0 0,1 1 0 0 0,4-1 0 0 0,-1 0-60 0 0,0 0 0 0 0,0 1-1 0 0,0 0 1 0 0,0 1-1 0 0,0 0 1 0 0,0 0 0 0 0,0 0-1 0 0,0 1 1 0 0,0 0 0 0 0,0 0-1 0 0,-1 0 1 0 0,1 1 0 0 0,0 0-1 0 0,0 1 1 0 0,-1 0 0 0 0,0 0-1 0 0,12 7 1 0 0,-13-7 40 0 0,0 1 0 0 0,-1-1 0 0 0,0 1 0 0 0,1 0-1 0 0,-1 0 1 0 0,-1 1 0 0 0,1-1 0 0 0,-1 1 0 0 0,1 0 0 0 0,-1 0 0 0 0,-1 0 0 0 0,1 0 0 0 0,-1 0 0 0 0,0 1 0 0 0,0-1 0 0 0,0 1 0 0 0,-1-1 0 0 0,0 1-1 0 0,0 0 1 0 0,0-1 0 0 0,-1 1 0 0 0,0 6 0 0 0,-1 0 91 0 0,0-1 0 0 0,-2 1 0 0 0,1 0-1 0 0,-1-1 1 0 0,-1 0 0 0 0,0 0 0 0 0,0 0 0 0 0,-7 11-1 0 0,-8 10 296 0 0,-27 36 0 0 0,-1 3-21 0 0,31-47-357 0 0,10-16-56 0 0,1 0 0 0 0,1 0 0 0 0,-6 11-1 0 0,10-18-29 0 0,0 0-1 0 0,0 0 0 0 0,0 0 0 0 0,0 0 0 0 0,0-1 0 0 0,0 1 0 0 0,0 0 0 0 0,0 0 1 0 0,1 0-1 0 0,-1 0 0 0 0,0-1 0 0 0,1 1 0 0 0,-1 0 0 0 0,0 0 0 0 0,1 0 0 0 0,-1-1 1 0 0,1 1-1 0 0,-1 0 0 0 0,1-1 0 0 0,-1 1 0 0 0,1 0 0 0 0,0-1 0 0 0,-1 1 0 0 0,1-1 1 0 0,0 1-1 0 0,-1-1 0 0 0,1 1 0 0 0,0-1 0 0 0,0 0 0 0 0,0 1 0 0 0,1-1 1 0 0,9 2 14 0 0,1 0 0 0 0,-1-2 0 0 0,1 1 1 0 0,-1-1-1 0 0,1-1 0 0 0,0 0 1 0 0,-1-1-1 0 0,13-3 0 0 0,93-29-438 0 0,-115 33 394 0 0,60-23-3192 0 0,-23 4-4738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8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58 212 0 0,'-61'-14'12826'0'0,"6"3"-5039"0"0,52 10-7318 0 0,3 1-386 0 0,-18-4 1486 0 0,13 0-888 0 0,12 0-579 0 0,43-4-69 0 0,1 2-1 0 0,-1 2 1 0 0,1 3 0 0 0,53 5 0 0 0,-101-4-37 0 0,-1 0-1 0 0,1 0 1 0 0,0 0 0 0 0,-1 0-1 0 0,1 1 1 0 0,-1-1 0 0 0,1 1 0 0 0,0 0-1 0 0,-1 0 1 0 0,0 0 0 0 0,1 0-1 0 0,-1 0 1 0 0,1 1 0 0 0,-1-1 0 0 0,0 1-1 0 0,0-1 1 0 0,0 1 0 0 0,0 0-1 0 0,0 0 1 0 0,3 3 0 0 0,-4-2-4 0 0,-1-1 1 0 0,1 0-1 0 0,0 1 1 0 0,-1-1-1 0 0,1 0 1 0 0,-1 1-1 0 0,0-1 1 0 0,0 1-1 0 0,0-1 1 0 0,0 1-1 0 0,0-1 1 0 0,0 0-1 0 0,-1 1 1 0 0,1-1-1 0 0,-1 1 1 0 0,0-1-1 0 0,1 0 1 0 0,-1 0-1 0 0,0 1 1 0 0,-2 2 0 0 0,-6 11-9 0 0,-1 0 0 0 0,0 0 1 0 0,-1-2-1 0 0,-18 19 0 0 0,-56 50 421 0 0,52-52-73 0 0,-3 1 45 0 0,22-21-258 0 0,1 0-1 0 0,1 1 0 0 0,0 1 1 0 0,-10 14-1 0 0,22-27-112 0 0,0 1 0 0 0,0-1 0 0 0,0 1 0 0 0,0-1 0 0 0,0 1 1 0 0,0-1-1 0 0,0 1 0 0 0,0-1 0 0 0,1 1 0 0 0,-1-1 0 0 0,0 1 0 0 0,0-1 0 0 0,1 1 0 0 0,-1-1 0 0 0,0 1 1 0 0,1-1-1 0 0,-1 1 0 0 0,0-1 0 0 0,1 0 0 0 0,-1 1 0 0 0,1-1 0 0 0,-1 0 0 0 0,1 1 0 0 0,-1-1 0 0 0,0 0 0 0 0,1 0 1 0 0,-1 1-1 0 0,1-1 0 0 0,-1 0 0 0 0,1 0 0 0 0,0 0 0 0 0,-1 0 0 0 0,1 1 0 0 0,-1-1 0 0 0,1 0 0 0 0,0 0 1 0 0,22 6 91 0 0,13-5-39 0 0,0-1 0 0 0,0-1 0 0 0,0-2 0 0 0,47-10 0 0 0,6-1 20 0 0,-59 11-166 0 0,41-11 0 0 0,-6-8-7248 0 0,-1-3-1681 0 0,-36 15 1974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8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94 1992 0 0,'-14'-8'6879'0'0,"0"2"-2660"0"0,-12-8 4038 0 0,26 14-8225 0 0,0-1 0 0 0,1 0 1 0 0,-1 1-1 0 0,0-1 0 0 0,0 1 0 0 0,0-1 0 0 0,1 0 0 0 0,-1 1 0 0 0,0-1 0 0 0,1 1 0 0 0,-1-1 0 0 0,0 1 0 0 0,1-1 1 0 0,-1 1-1 0 0,1 0 0 0 0,-1-1 0 0 0,1 1 0 0 0,-1-1 0 0 0,1 1 0 0 0,-1 0 0 0 0,1-1 0 0 0,0 1 0 0 0,71-16-179 0 0,0 3 0 0 0,80-3-1 0 0,-91 10-1973 0 0,-57 6 1766 0 0,41-4-2796 0 0,-17 5-3549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28 2392 0 0,'-108'72'16309'0'0,"108"-72"-16266"0"0,0 1 0 0 0,1-1-1 0 0,-1 0 1 0 0,0 1 0 0 0,1-1 0 0 0,-1 0-1 0 0,1 1 1 0 0,-1-1 0 0 0,0 0 0 0 0,1 1 0 0 0,-1-1-1 0 0,1 0 1 0 0,-1 0 0 0 0,0 0 0 0 0,1 1-1 0 0,-1-1 1 0 0,1 0 0 0 0,-1 0 0 0 0,1 0 0 0 0,-1 0-1 0 0,1 0 1 0 0,-1 0 0 0 0,1 0 0 0 0,-1 0-1 0 0,1 0 1 0 0,63-4-143 0 0,0-3 0 0 0,68-16 0 0 0,-82 14-1038 0 0,81-17-2935 0 0,-44 5-1749 0 0,-32 6-254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9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178 130 2576 0 0,'2'-25'11494'0'0,"-3"25"-11286"0"0,1-1 0 0 0,-1 1-1 0 0,0 0 1 0 0,1-1-1 0 0,-1 1 1 0 0,1 0-1 0 0,-1 0 1 0 0,1-1 0 0 0,-1 1-1 0 0,0 0 1 0 0,1 0-1 0 0,-2 0 1 0 0,-7 4 205 0 0,-1 2-1 0 0,2 0 1 0 0,-1 0-1 0 0,1 0 1 0 0,-1 1 0 0 0,2 0-1 0 0,-1 1 1 0 0,1 0 0 0 0,0 0-1 0 0,1 0 1 0 0,-9 16-1 0 0,4-5-164 0 0,1 1-1 0 0,0 0 0 0 0,2 0 1 0 0,-11 37-1 0 0,16-45-150 0 0,1-1 0 0 0,0 1 1 0 0,1 0-1 0 0,0-1 0 0 0,1 1 1 0 0,0 0-1 0 0,1 0 0 0 0,0-1 1 0 0,1 1-1 0 0,4 14 0 0 0,-5-21-5 0 0,1 1-1 0 0,0 0 0 0 0,1-1 1 0 0,-1 0-1 0 0,1 1 1 0 0,0-1-1 0 0,0 0 0 0 0,1 0 1 0 0,0-1-1 0 0,0 1 1 0 0,0-1-1 0 0,0 1 0 0 0,0-2 1 0 0,1 1-1 0 0,0 0 0 0 0,0-1 1 0 0,0 0-1 0 0,0 0 1 0 0,0 0-1 0 0,1-1 0 0 0,9 4 1 0 0,0-3 19 0 0,0-1 1 0 0,-1 0-1 0 0,1-1 1 0 0,0 0-1 0 0,0-1 0 0 0,0-1 1 0 0,-1 0-1 0 0,1-2 1 0 0,0 1-1 0 0,24-9 1 0 0,-8 1-11 0 0,-1-2 0 0 0,0-1-1 0 0,52-31 1 0 0,-54 26-1 0 0,-1-1 1 0 0,0-1-1 0 0,-2-2 0 0 0,0 0 0 0 0,-1-2 1 0 0,-2-1-1 0 0,0 0 0 0 0,25-41 0 0 0,-42 59-17 0 0,-1-1 0 0 0,0 0 0 0 0,0 0 0 0 0,-1 0 0 0 0,0 0 0 0 0,0-1 0 0 0,-1 1 0 0 0,0-1 0 0 0,0 0 0 0 0,-1 1 0 0 0,0-10 0 0 0,-1 13-62 0 0,0 0-1 0 0,-1 0 1 0 0,1 1-1 0 0,-1-1 1 0 0,0 0-1 0 0,-1 0 1 0 0,1 1-1 0 0,-1-1 1 0 0,0 1-1 0 0,0-1 0 0 0,0 1 1 0 0,0 0-1 0 0,-1 0 1 0 0,0 0-1 0 0,0 0 1 0 0,0 0-1 0 0,0 1 1 0 0,-1 0-1 0 0,1-1 1 0 0,-1 1-1 0 0,-5-3 0 0 0,-3-1-10 0 0,0 1 0 0 0,0 0 0 0 0,-1 1 0 0 0,0 1-1 0 0,0 0 1 0 0,0 0 0 0 0,0 1 0 0 0,-1 1 0 0 0,1 0-1 0 0,-1 1 1 0 0,-15 1 0 0 0,-6 1-650 0 0,-1 2 0 0 0,1 1 1 0 0,-38 10-1 0 0,50-9-1248 0 0,0 2-1 0 0,-34 15 1 0 0,-6 10-8171 0 0,40-18 613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59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9305 0 0,'0'0'21396'0'0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12 836 0 0,'0'0'13228'0'0,"-9"4"-10067"0"0,32-4-3043 0 0,-1 0 1 0 0,42-7 0 0 0,-2 0-1351 0 0,-46 6 320 0 0,31 0-7208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1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56 2484 0 0,'-12'-13'5696'0'0,"-3"-5"-2526"0"0,11 13-2127 0 0,4 5-1007 0 0,-1 0-1 0 0,1-1 1 0 0,-1 1-1 0 0,1 0 1 0 0,0-1 0 0 0,0 1-1 0 0,-1 0 1 0 0,1-1-1 0 0,0 1 1 0 0,0-1-1 0 0,-1 1 1 0 0,1 0 0 0 0,0-1-1 0 0,0 1 1 0 0,0-1-1 0 0,0 1 1 0 0,0-1 0 0 0,-1 1-1 0 0,1 0 1 0 0,0-1-1 0 0,0 1 1 0 0,0-1-1 0 0,0 1 1 0 0,0-1 0 0 0,0 1-1 0 0,1-1 1 0 0,-1 1-1 0 0,0-1 1 0 0,0 1-1 0 0,0 0 1 0 0,0-1 0 0 0,0 1-1 0 0,1-1 1 0 0,-1 1-1 0 0,0 0 1 0 0,0-1-1 0 0,1 1 1 0 0,-1 0 0 0 0,0-1-1 0 0,1 1 1 0 0,-1 0-1 0 0,0-1 1 0 0,1 1 0 0 0,-1 0-1 0 0,0-1 1 0 0,1 1-1 0 0,-1 0 1 0 0,1 0-1 0 0,-1 0 1 0 0,0 0 0 0 0,1-1-1 0 0,-1 1 1 0 0,1 0-1 0 0,-1 0 1 0 0,1 0-1 0 0,-1 0 1 0 0,1 0 0 0 0,-1 0-1 0 0,1 0 1 0 0,26-1 267 0 0,-19 2-260 0 0,0 1 1 0 0,0-1-1 0 0,0 1 1 0 0,0 1-1 0 0,0 0 1 0 0,-1 0-1 0 0,1 0 1 0 0,-1 1-1 0 0,0 0 1 0 0,0 0-1 0 0,0 1 1 0 0,-1 0-1 0 0,1 0 0 0 0,-1 0 1 0 0,0 1-1 0 0,-1 0 1 0 0,1 0-1 0 0,-1 1 1 0 0,0 0-1 0 0,-1-1 1 0 0,0 2-1 0 0,0-1 1 0 0,0 0-1 0 0,-1 1 1 0 0,0-1-1 0 0,-1 1 1 0 0,1 0-1 0 0,-2 0 1 0 0,1 0-1 0 0,-1 0 1 0 0,0 1-1 0 0,-1-1 1 0 0,0 0-1 0 0,0 0 1 0 0,-2 10-1 0 0,-2 0 100 0 0,-1 0 0 0 0,-1 0 0 0 0,0-1 0 0 0,-2 0 0 0 0,-15 29 0 0 0,2-14 400 0 0,-42 51 1 0 0,62-81-271 0 0,-2-8-190 0 0,3 6-82 0 0,-1 0-1 0 0,1 0 1 0 0,0 0 0 0 0,0-1 0 0 0,-1 1 0 0 0,1 0 0 0 0,0 0-1 0 0,0-1 1 0 0,0 1 0 0 0,-1 0 0 0 0,1 0 0 0 0,0-1 0 0 0,0 1-1 0 0,0 0 1 0 0,0-1 0 0 0,0 1 0 0 0,0 0 0 0 0,0-1 0 0 0,0 1-1 0 0,0 0 1 0 0,-1 0 0 0 0,1-1 0 0 0,0 1 0 0 0,0 0 0 0 0,1-1-1 0 0,-1 1 1 0 0,0 0 0 0 0,0-1 0 0 0,0 1 0 0 0,0 0 0 0 0,0-1-1 0 0,0 1 1 0 0,0 0 0 0 0,0 0 0 0 0,1-1 0 0 0,-1 1 0 0 0,0-1-1 0 0,15-29 9 0 0,2 0-1 0 0,0 1 0 0 0,27-32 0 0 0,-4 3-18 0 0,-20 32-5 0 0,-14 19 19 0 0,-1 0-1 0 0,0 0 0 0 0,0-1 0 0 0,0 0 1 0 0,-1 0-1 0 0,0 0 0 0 0,-1 0 1 0 0,0 0-1 0 0,3-10 0 0 0,-6 18-5 0 0,0-1 1 0 0,0 0-1 0 0,1 1 1 0 0,-1-1-1 0 0,0 0 1 0 0,0 0-1 0 0,0 1 0 0 0,0-1 1 0 0,0 0-1 0 0,0 0 1 0 0,0 0-1 0 0,0 1 1 0 0,0-1-1 0 0,0 0 0 0 0,-1 0 1 0 0,1 1-1 0 0,0-1 1 0 0,0 0-1 0 0,-1 1 1 0 0,1-1-1 0 0,0 0 0 0 0,-1 0 1 0 0,0 0 0 0 0,0 1 1 0 0,1 0-1 0 0,-1 0 0 0 0,1-1 0 0 0,-1 1 1 0 0,0 0-1 0 0,1 0 0 0 0,-1 0 1 0 0,1 0-1 0 0,-1 0 0 0 0,0 0 1 0 0,1 0-1 0 0,-1 0 0 0 0,0 0 1 0 0,1 0-1 0 0,-1 0 0 0 0,0 0 0 0 0,1 1 1 0 0,-1-1-1 0 0,0 0 0 0 0,-3 2-2 0 0,1-1 0 0 0,-1 1-1 0 0,1 0 1 0 0,-1 0 0 0 0,1 1-1 0 0,-5 3 1 0 0,-3 7 2 0 0,1 0 1 0 0,0 1-1 0 0,0 1 0 0 0,2-1 0 0 0,0 1 0 0 0,0 1 1 0 0,2 0-1 0 0,0 0 0 0 0,0 0 0 0 0,2 0 1 0 0,0 1-1 0 0,-2 20 0 0 0,5-32 6 0 0,1 0 1 0 0,0 0-1 0 0,0 1 0 0 0,0-1 1 0 0,0 0-1 0 0,1 1 0 0 0,0-1 1 0 0,0 0-1 0 0,0 0 0 0 0,1 0 1 0 0,-1 0-1 0 0,1 0 0 0 0,5 9 1 0 0,-4-10-23 0 0,0 0 1 0 0,1-1 0 0 0,-1 1-1 0 0,1-1 1 0 0,-1 0 0 0 0,1 0-1 0 0,0 0 1 0 0,0 0 0 0 0,1-1-1 0 0,-1 1 1 0 0,0-1 0 0 0,1-1-1 0 0,-1 1 1 0 0,1 0 0 0 0,5 0-1 0 0,4 1-502 0 0,0 0-1 0 0,0-2 0 0 0,0 1 1 0 0,0-2-1 0 0,0 0 1 0 0,16-2-1 0 0,44-11-6139 0 0,-42 4 861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1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68 1192 0 0,'-11'2'4019'0'0,"-34"9"5132"0"0,34-6-6536 0 0,20-3-2367 0 0,3-3-193 0 0,-1 0-1 0 0,1-1 1 0 0,-1 0 0 0 0,0-1-1 0 0,14-4 1 0 0,19-6 43 0 0,95-18-2341 0 0,-53 10-6062 0 0,-57 15 3606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1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88 104 1760 0 0,'-4'-1'2329'0'0,"-58"-12"9462"0"0,53 11-10872 0 0,-3-2 861 0 0,12 4-1769 0 0,0-1 1 0 0,0 1-1 0 0,0-1 0 0 0,0 1 1 0 0,0 0-1 0 0,0-1 1 0 0,1 1-1 0 0,-1-1 0 0 0,0 1 1 0 0,0 0-1 0 0,0-1 0 0 0,0 1 1 0 0,1 0-1 0 0,-1-1 1 0 0,0 1-1 0 0,1 0 0 0 0,-1 0 1 0 0,0-1-1 0 0,0 1 1 0 0,1 0-1 0 0,-1 0 0 0 0,0-1 1 0 0,1 1-1 0 0,-1 0 0 0 0,1 0 1 0 0,-1 0-1 0 0,0 0 1 0 0,1-1-1 0 0,-1 1 0 0 0,0 0 1 0 0,1 0-1 0 0,18-8 32 0 0,0 0 1 0 0,0 1-1 0 0,1 1 0 0 0,36-7 1 0 0,-12 3-1078 0 0,7-2-1824 0 0,-13 5-5288 0 0,-23 4 3428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2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 1884 0 0,'-23'3'3951'0'0,"9"-2"-2011"0"0,1 1 0 0 0,-1 1 0 0 0,-23 7 0 0 0,33-9-1831 0 0,0 1 1 0 0,0 0 0 0 0,1 0 0 0 0,-1 1 0 0 0,0-1 0 0 0,1 1-1 0 0,-1 0 1 0 0,1 0 0 0 0,0 0 0 0 0,0 0 0 0 0,0 1 0 0 0,0-1 0 0 0,1 1-1 0 0,-1-1 1 0 0,-2 7 0 0 0,1-2-75 0 0,0 0 1 0 0,1 0-1 0 0,0 0 0 0 0,1 1 1 0 0,0-1-1 0 0,0 1 0 0 0,0 0 1 0 0,1 0-1 0 0,1-1 1 0 0,0 15-1 0 0,0-20-23 0 0,1 1-1 0 0,-1-1 1 0 0,1 1-1 0 0,0-1 1 0 0,0 0 0 0 0,0 1-1 0 0,1-1 1 0 0,-1 0-1 0 0,1 0 1 0 0,-1 0 0 0 0,1 0-1 0 0,0 0 1 0 0,0-1 0 0 0,1 1-1 0 0,-1 0 1 0 0,0-1-1 0 0,1 0 1 0 0,0 1 0 0 0,0-1-1 0 0,-1 0 1 0 0,1-1 0 0 0,0 1-1 0 0,0 0 1 0 0,1-1-1 0 0,-1 0 1 0 0,0 1 0 0 0,0-1-1 0 0,1 0 1 0 0,4 0-1 0 0,48 7 56 0 0,-37-6-26 0 0,38 9-1 0 0,-52-9 29 0 0,-1-1-1 0 0,1 1 0 0 0,-1 0 0 0 0,1 1 0 0 0,-1-1 0 0 0,0 1 1 0 0,0 0-1 0 0,0 0 0 0 0,0 0 0 0 0,-1 0 0 0 0,1 1 0 0 0,-1-1 1 0 0,0 1-1 0 0,0 0 0 0 0,0 0 0 0 0,-1 0 0 0 0,1 1 0 0 0,-1-1 0 0 0,0 0 1 0 0,2 7-1 0 0,-2-5 42 0 0,0 1 0 0 0,-1-1 0 0 0,0 1 0 0 0,-1-1 1 0 0,1 1-1 0 0,-1-1 0 0 0,0 1 0 0 0,-1-1 0 0 0,1 0 0 0 0,-1 1 0 0 0,-1-1 1 0 0,1 1-1 0 0,-1-1 0 0 0,-4 9 0 0 0,2-6 166 0 0,0-1 0 0 0,-1 1 0 0 0,-1-1 0 0 0,1 0 0 0 0,-1 0 0 0 0,-1-1 0 0 0,1 1 0 0 0,-1-1 0 0 0,0-1 0 0 0,-1 1 0 0 0,-9 5 0 0 0,11-8-185 0 0,0-1-1 0 0,0 0 1 0 0,0 0-1 0 0,0 0 1 0 0,-1-1 0 0 0,1 0-1 0 0,-1 0 1 0 0,1 0-1 0 0,-1-1 1 0 0,0 0-1 0 0,1 0 1 0 0,-1-1 0 0 0,0 0-1 0 0,0 0 1 0 0,0-1-1 0 0,1 0 1 0 0,-11-2 0 0 0,15 3-75 0 0,-2-1-254 0 0,1 0 0 0 0,-1 0-1 0 0,0 0 1 0 0,1-1 0 0 0,-1 1-1 0 0,1-1 1 0 0,-1 0 0 0 0,1 0-1 0 0,0 0 1 0 0,0 0 0 0 0,0 0 0 0 0,0-1-1 0 0,-4-3 1 0 0,7 5 31 0 0,0 0 1 0 0,-1 0-1 0 0,1 0 1 0 0,0 0-1 0 0,0 0 0 0 0,0 0 1 0 0,-1 0-1 0 0,1 0 1 0 0,0 0-1 0 0,0 0 1 0 0,0 1-1 0 0,1-1 0 0 0,-1 0 1 0 0,0 0-1 0 0,0 0 1 0 0,0 0-1 0 0,1 0 1 0 0,-1 0-1 0 0,0 0 0 0 0,1 0 1 0 0,-1 0-1 0 0,2-1 1 0 0,12-16-3488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2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 2652 0 0,'-12'-2'10305'0'0,"10"4"-10236"0"0,1-1 0 0 0,-1 1-1 0 0,1 0 1 0 0,0-1 0 0 0,0 1-1 0 0,0 0 1 0 0,0 0 0 0 0,0 0 0 0 0,0 0-1 0 0,0 0 1 0 0,1 0 0 0 0,-1 0 0 0 0,1 0-1 0 0,-1 0 1 0 0,1 0 0 0 0,0 0-1 0 0,0 0 1 0 0,0 1 0 0 0,0-1 0 0 0,0 0-1 0 0,0 0 1 0 0,1 0 0 0 0,-1 0-1 0 0,1 0 1 0 0,-1 0 0 0 0,3 3 0 0 0,-2 1-21 0 0,1-1 1 0 0,0 0-1 0 0,1 0 1 0 0,-1 0 0 0 0,1 0-1 0 0,0 0 1 0 0,0-1 0 0 0,0 1-1 0 0,1-1 1 0 0,4 5-1 0 0,-1-4-4 0 0,0 0 0 0 0,1-1 0 0 0,-1 0 0 0 0,1-1-1 0 0,0 1 1 0 0,0-1 0 0 0,0-1 0 0 0,0 0 0 0 0,0 0-1 0 0,1 0 1 0 0,-1-1 0 0 0,1-1 0 0 0,11 1 0 0 0,-10-1-11 0 0,-1-1 1 0 0,0 1 0 0 0,1-2-1 0 0,-1 1 1 0 0,0-1 0 0 0,0-1-1 0 0,0 1 1 0 0,0-2 0 0 0,0 1-1 0 0,-1-1 1 0 0,0 0 0 0 0,9-7-1 0 0,-9 3 232 0 0,0 0 1 0 0,-1-1-1 0 0,0 0 0 0 0,0 0 1 0 0,-1 0-1 0 0,0-1 0 0 0,-1 0 0 0 0,8-21 1 0 0,-12 30-54 0 0,-1 24-90 0 0,-23 185 1424 0 0,-10 71 507 0 0,29-251-1405 0 0,-1-1 0 0 0,-2 0 0 0 0,-16 45 1 0 0,20-64-498 0 0,-1 0 1 0 0,0-1 0 0 0,0 0 0 0 0,0 1 0 0 0,-1-2 0 0 0,0 1-1 0 0,-1 0 1 0 0,0-1 0 0 0,0 0 0 0 0,0 0 0 0 0,-1-1-1 0 0,1 0 1 0 0,-1 0 0 0 0,0 0 0 0 0,-1-1 0 0 0,-11 5 0 0 0,5-4-119 0 0,0-1 1 0 0,-1 0 0 0 0,1-1-1 0 0,-1-1 1 0 0,0 0 0 0 0,0-1-1 0 0,-21-1 1 0 0,-23-7-2360 0 0,56 6 1859 0 0,0 0 0 0 0,0 1 0 0 0,1-1 0 0 0,-1 0 0 0 0,0-1 1 0 0,0 1-1 0 0,1 0 0 0 0,-1-1 0 0 0,1 1 0 0 0,-4-4 0 0 0,3 1-1018 0 0,2 3 990 0 0,0 0 0 0 0,0 0 0 0 0,0-1 0 0 0,1 1-1 0 0,-1-1 1 0 0,0 1 0 0 0,1 0 0 0 0,-1-1 0 0 0,1 1 0 0 0,0-1 0 0 0,0 1 0 0 0,-1-1 0 0 0,1 1-1 0 0,0-1 1 0 0,0 0 0 0 0,0 1 0 0 0,1-1 0 0 0,-1 1 0 0 0,0-2 0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3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114 108 892 0 0,'-4'0'2187'0'0,"-87"0"10105"0"0,88 0-11190 0 0,0 0-693 0 0,3 0-373 0 0,-1 1 0 0 0,1-1 0 0 0,0 0 0 0 0,-1 0 0 0 0,1 0 0 0 0,-1 0 0 0 0,1 0 0 0 0,0 0 0 0 0,-1 0 0 0 0,1 0 0 0 0,-1 0 0 0 0,1 0 0 0 0,-1 0 0 0 0,1 0 0 0 0,0 0 0 0 0,-1 0 0 0 0,1 0 0 0 0,-1 0 0 0 0,1 0 0 0 0,0 0 0 0 0,-1-1 0 0 0,1 1 0 0 0,0 0 0 0 0,-1 0 0 0 0,1-1 0 0 0,0 1 0 0 0,-1 0 0 0 0,1 0 0 0 0,0-1 0 0 0,-1 1 0 0 0,1 0 0 0 0,0-1 0 0 0,12-7 233 0 0,27-6-253 0 0,208-44-1189 0 0,-146 36-8786 0 0,-86 19 5140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4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40 145 2296 0 0,'-4'-4'1062'0'0,"0"0"0"0"0,0-1 0 0 0,1 1 0 0 0,-1-1 0 0 0,1 0 0 0 0,0 0 0 0 0,0 0 0 0 0,0 0 0 0 0,1 0 0 0 0,-3-10 0 0 0,4 12-978 0 0,1 1 1 0 0,0-1 0 0 0,0 1-1 0 0,0 0 1 0 0,0-1 0 0 0,0 1-1 0 0,0-1 1 0 0,1 1-1 0 0,-1-1 1 0 0,1 1 0 0 0,0 0-1 0 0,0-1 1 0 0,-1 1 0 0 0,2 0-1 0 0,-1 0 1 0 0,0 0 0 0 0,0-1-1 0 0,1 1 1 0 0,-1 1-1 0 0,1-1 1 0 0,-1 0 0 0 0,1 0-1 0 0,0 0 1 0 0,0 1 0 0 0,0-1-1 0 0,0 1 1 0 0,0 0 0 0 0,2-2-1 0 0,2 0-56 0 0,0 0 0 0 0,0 0 0 0 0,0 1 0 0 0,0 0 0 0 0,1 0 0 0 0,-1 0-1 0 0,1 1 1 0 0,-1 0 0 0 0,1 0 0 0 0,-1 1 0 0 0,1-1 0 0 0,-1 1 0 0 0,1 1 0 0 0,-1-1 0 0 0,1 1 0 0 0,-1 1 0 0 0,1-1-1 0 0,-1 1 1 0 0,10 4 0 0 0,-13-5-17 0 0,-1 1 0 0 0,1-1 0 0 0,0 1 0 0 0,-1 0 0 0 0,0 0-1 0 0,1 0 1 0 0,-1 0 0 0 0,0 0 0 0 0,0 1 0 0 0,0-1 0 0 0,-1 1 0 0 0,1-1-1 0 0,0 1 1 0 0,-1 0 0 0 0,0 0 0 0 0,0-1 0 0 0,2 6 0 0 0,-2-3 8 0 0,0 0 1 0 0,-1 1-1 0 0,1-1 1 0 0,-1 0-1 0 0,-1 0 1 0 0,1 1-1 0 0,0-1 1 0 0,-1 0 0 0 0,-2 8-1 0 0,-3 6 33 0 0,-1 0 1 0 0,-1-1-1 0 0,-1 0 0 0 0,-13 21 0 0 0,17-30-10 0 0,1-5-19 0 0,1 0 0 0 0,1 0 0 0 0,-1 1 0 0 0,1-1 0 0 0,-1 1 0 0 0,1-1 0 0 0,1 1 0 0 0,-1 0 0 0 0,-1 9 0 0 0,4-7-16 0 0,2-5-8 0 0,0 1 0 0 0,0-1-1 0 0,0 0 1 0 0,0-1 0 0 0,0 1 0 0 0,1 0 0 0 0,-1-1 0 0 0,1 0 0 0 0,6 2-1 0 0,-6-2-1 0 0,14 6 8 0 0,0 1-1 0 0,-1 0 1 0 0,22 15-1 0 0,-30-17 22 0 0,-2-1 1 0 0,1 2-1 0 0,0-1 0 0 0,-1 1 1 0 0,-1 0-1 0 0,1 1 0 0 0,-1-1 1 0 0,7 12-1 0 0,-11-16 90 0 0,-1 0 0 0 0,1 0 0 0 0,-1 1 0 0 0,0-1 0 0 0,0 0 0 0 0,0 1 0 0 0,0-1 0 0 0,-1 0 0 0 0,1 1 0 0 0,-1-1 0 0 0,0 1 0 0 0,0-1 0 0 0,0 1 0 0 0,0-1 0 0 0,-2 6 0 0 0,1-4 52 0 0,-1 1 0 0 0,0-1 0 0 0,0 0 1 0 0,-1 0-1 0 0,1 1 0 0 0,-1-1 0 0 0,0-1 0 0 0,-7 9 1 0 0,3-5 13 0 0,-1 0-1 0 0,0 0 1 0 0,0-1 0 0 0,-1 0 0 0 0,1-1 0 0 0,-2 0 0 0 0,1 0 0 0 0,-1-1 0 0 0,-14 6 0 0 0,12-7-196 0 0,0-1-1 0 0,0 0 0 0 0,-1-1 1 0 0,1-1-1 0 0,0 0 1 0 0,-1 0-1 0 0,-16-2 0 0 0,28 1-129 0 0,-1 0 0 0 0,1 0 0 0 0,0 0 0 0 0,0 0 0 0 0,0 0-1 0 0,-1-1 1 0 0,1 1 0 0 0,0 0 0 0 0,0-1 0 0 0,0 1-1 0 0,0-1 1 0 0,0 1 0 0 0,0-1 0 0 0,0 1 0 0 0,0-1 0 0 0,0 0-1 0 0,0 0 1 0 0,0 1 0 0 0,0-1 0 0 0,-1-1 0 0 0,2 1-5 0 0,0 0 0 0 0,-1 0 1 0 0,1 0-1 0 0,0 0 1 0 0,0 0-1 0 0,0 0 0 0 0,0 0 1 0 0,0 0-1 0 0,0 0 0 0 0,0 0 1 0 0,0 0-1 0 0,0 0 0 0 0,0 0 1 0 0,0 0-1 0 0,1 0 1 0 0,-1 0-1 0 0,0 0 0 0 0,2-2 1 0 0,1-3-918 0 0,1 0 1 0 0,0 0-1 0 0,0 0 1 0 0,9-9 0 0 0,-12 13 740 0 0,18-17-3528 0 0,3-2-1620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4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1528 0 0,'11'-25'11671'0'0,"-8"12"-9336"0"0,2-4 2571 0 0,-4 14-4355 0 0,-1 3-516 0 0,0-1-1 0 0,0 1 1 0 0,0-1 0 0 0,0 0-1 0 0,0 1 1 0 0,0-1-1 0 0,0 1 1 0 0,0-1-1 0 0,0 1 1 0 0,0-1 0 0 0,0 1-1 0 0,1-1 1 0 0,-1 1-1 0 0,0-1 1 0 0,0 1-1 0 0,1-1 1 0 0,-1 1-1 0 0,0-1 1 0 0,1 1 0 0 0,-1-1-1 0 0,1 1 1 0 0,-1 0-1 0 0,0-1 1 0 0,1 1-1 0 0,-1 0 1 0 0,1-1 0 0 0,-1 1-1 0 0,1 0 1 0 0,-1 0-1 0 0,1-1 1 0 0,0 1-1 0 0,18-1 67 0 0,0 0-1 0 0,-1 2 0 0 0,37 5 0 0 0,-43-4-93 0 0,0 0 0 0 0,-1 1 1 0 0,0 1-1 0 0,1 0 0 0 0,-1 1 0 0 0,0 0 0 0 0,16 10 0 0 0,-25-13-2 0 0,0-1 0 0 0,0 1 0 0 0,0 0 0 0 0,0-1 0 0 0,0 1 0 0 0,0 0 0 0 0,-1 0 0 0 0,1 0-1 0 0,-1 0 1 0 0,1 1 0 0 0,-1-1 0 0 0,0 0 0 0 0,0 1 0 0 0,0-1 0 0 0,0 1 0 0 0,0-1 0 0 0,0 4 0 0 0,-1-2 0 0 0,0 0 0 0 0,1 0 0 0 0,-2 1 1 0 0,1-1-1 0 0,-1 0 0 0 0,1 0 1 0 0,-1 0-1 0 0,0 0 0 0 0,-3 7 1 0 0,-3 5 88 0 0,-1-1 0 0 0,-1 0 1 0 0,0 0-1 0 0,-12 14 0 0 0,18-25-27 0 0,-104 127 1925 0 0,104-127-1930 0 0,2-3-42 0 0,-1 0 0 0 0,1 0 1 0 0,0 0-1 0 0,0 1 0 0 0,0-1 1 0 0,0 0-1 0 0,0 1 0 0 0,0-1 0 0 0,1 1 1 0 0,-1-1-1 0 0,0 1 0 0 0,1-1 0 0 0,-1 1 1 0 0,1-1-1 0 0,0 1 0 0 0,-1 0 1 0 0,1-1-1 0 0,0 1 0 0 0,0 2 0 0 0,0-4-11 0 0,0 1 0 0 0,1 0 0 0 0,-1 0-1 0 0,1-1 1 0 0,-1 1 0 0 0,0 0 0 0 0,1-1 0 0 0,-1 1-1 0 0,1-1 1 0 0,-1 1 0 0 0,1-1 0 0 0,0 1 0 0 0,-1-1-1 0 0,1 1 1 0 0,-1-1 0 0 0,1 1 0 0 0,0-1-1 0 0,0 0 1 0 0,-1 1 0 0 0,1-1 0 0 0,0 0 0 0 0,-1 0-1 0 0,2 1 1 0 0,17 4 80 0 0,3-4-51 0 0,1 0 0 0 0,-1-1-1 0 0,1-1 1 0 0,-1-1-1 0 0,0-2 1 0 0,28-6 0 0 0,-4 1-128 0 0,157-46-7449 0 0,-132 34 3005 0 0,-23 6-185 0 0,-3 3-2253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4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108 109 1420 0 0,'-90'-15'18701'0'0,"88"15"-17909"0"0,-13-5 1560 0 0,15 5-2336 0 0,0 0 0 0 0,0-1 0 0 0,0 1 0 0 0,0 0-1 0 0,-1-1 1 0 0,1 1 0 0 0,0 0 0 0 0,0 0-1 0 0,0-1 1 0 0,0 1 0 0 0,0 0 0 0 0,0-1 0 0 0,0 1-1 0 0,0 0 1 0 0,0-1 0 0 0,0 1 0 0 0,0 0-1 0 0,1 0 1 0 0,-1-1 0 0 0,0 1 0 0 0,0 0-1 0 0,0-1 1 0 0,0 1 0 0 0,0 0 0 0 0,0 0 0 0 0,1-1-1 0 0,-1 1 1 0 0,0 0 0 0 0,0 0 0 0 0,0 0-1 0 0,1-1 1 0 0,13-7 246 0 0,24-4-105 0 0,-26 8-93 0 0,34-9-414 0 0,79-14 0 0 0,-9 13-6353 0 0,-80 13-555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4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21 172 0 0,'-208'122'18710'0'0,"195"-112"-17577"0"0,13-10-1121 0 0,-1 0-1 0 0,1 0 1 0 0,0 0 0 0 0,0 0 0 0 0,0 0-1 0 0,0 0 1 0 0,0 0 0 0 0,0 0-1 0 0,0 0 1 0 0,0 0 0 0 0,0 1-1 0 0,0-1 1 0 0,0 0 0 0 0,0 0-1 0 0,0 0 1 0 0,0 0 0 0 0,0 0 0 0 0,0 0-1 0 0,-1 0 1 0 0,1 1 0 0 0,0-1-1 0 0,0 0 1 0 0,0 0 0 0 0,0 0-1 0 0,0 0 1 0 0,0 0 0 0 0,1 0-1 0 0,-1 0 1 0 0,0 1 0 0 0,0-1 0 0 0,0 0-1 0 0,0 0 1 0 0,0 0 0 0 0,0 0-1 0 0,0 0 1 0 0,0 0 0 0 0,0 0-1 0 0,0 0 1 0 0,0 0 0 0 0,0 1 0 0 0,0-1-1 0 0,0 0 1 0 0,0 0 0 0 0,1 0-1 0 0,-1 0 1 0 0,0 0 0 0 0,0 0-1 0 0,0 0 1 0 0,0 0 0 0 0,0 0-1 0 0,0 0 1 0 0,1 0 0 0 0,26 0 354 0 0,59-10-672 0 0,-2-3 1 0 0,87-27 0 0 0,-59 7-3642 0 0,-3-7-3599 0 0,-57 20 1358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5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44 1172 0 0,'-8'-20'11509'0'0,"5"16"-10358"0"0,-7 8-725 0 0,0 2 0 0 0,0 0 1 0 0,1 0-1 0 0,-1 1 0 0 0,1 0 0 0 0,0 0 1 0 0,1 1-1 0 0,0 0 0 0 0,-8 10 0 0 0,-6 10 202 0 0,-31 52-1 0 0,44-65-552 0 0,1 0 0 0 0,0 1 1 0 0,1 0-1 0 0,1 0 0 0 0,1 0 0 0 0,0 1 0 0 0,1 0 0 0 0,1 0 1 0 0,-2 25-1 0 0,5-36-52 0 0,0 0 1 0 0,0 0 0 0 0,0-1 0 0 0,1 1-1 0 0,0 0 1 0 0,0 0 0 0 0,0-1 0 0 0,1 1-1 0 0,0-1 1 0 0,0 1 0 0 0,0-1-1 0 0,0 1 1 0 0,1-1 0 0 0,0 0 0 0 0,0-1-1 0 0,1 1 1 0 0,-1 0 0 0 0,1-1-1 0 0,0 0 1 0 0,0 0 0 0 0,1 0 0 0 0,-1 0-1 0 0,1-1 1 0 0,0 1 0 0 0,0-1 0 0 0,0 0-1 0 0,0-1 1 0 0,0 1 0 0 0,1-1-1 0 0,-1 0 1 0 0,9 2 0 0 0,1-2 5 0 0,0 0 0 0 0,-1 0 0 0 0,1-1 0 0 0,0-1-1 0 0,0 0 1 0 0,0-2 0 0 0,-1 1 0 0 0,1-2 0 0 0,0 0 0 0 0,-1 0 0 0 0,0-1 0 0 0,0-1 0 0 0,0-1 0 0 0,0 0-1 0 0,15-10 1 0 0,-8 4 16 0 0,0-1-1 0 0,-1-1 1 0 0,-1-1 0 0 0,0-1-1 0 0,-1-1 1 0 0,-1 0-1 0 0,0-1 1 0 0,19-29-1 0 0,-27 35 84 0 0,-1-1-1 0 0,-1 0 0 0 0,0 0 0 0 0,-1-1 0 0 0,0 0 0 0 0,-1 0 1 0 0,-1 0-1 0 0,5-27 0 0 0,-8 35-90 0 0,0 0-1 0 0,-1 0 1 0 0,0 0-1 0 0,0 0 1 0 0,-1 0-1 0 0,1 0 1 0 0,-1 0-1 0 0,-1 0 1 0 0,1 0 0 0 0,-1 0-1 0 0,0 0 1 0 0,0 0-1 0 0,-1 1 1 0 0,0-1-1 0 0,0 1 1 0 0,0 0 0 0 0,0 0-1 0 0,-1 0 1 0 0,0 0-1 0 0,0 0 1 0 0,0 1-1 0 0,-1 0 1 0 0,-8-6 0 0 0,5 4-67 0 0,0 1 1 0 0,0 1 0 0 0,0 0 0 0 0,-1 0 0 0 0,0 0 0 0 0,0 1 0 0 0,0 1 0 0 0,0-1 0 0 0,0 2 0 0 0,0-1 0 0 0,-1 1 0 0 0,1 0 0 0 0,-17 2 0 0 0,10 0-1081 0 0,0 1 0 0 0,-25 6 1 0 0,-30 15-8133 0 0,48-14 878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5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4740 0 0,'78'33'20078'0'0,"-48"-21"-16247"0"0,-27-11-3843 0 0,16 4-1684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7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67 102 1848 0 0,'-7'-8'2282'0'0,"-21"-20"2809"0"0,23 22-4542 0 0,1 1 0 0 0,0-1 0 0 0,-1 0-1 0 0,2 0 1 0 0,-7-14 0 0 0,10 19-533 0 0,0 1 0 0 0,1-1 0 0 0,-1 0 0 0 0,1 0 0 0 0,-1 0 0 0 0,0 0 0 0 0,1 0 0 0 0,0 0 0 0 0,-1 1 0 0 0,1-1 0 0 0,-1 0 0 0 0,1 1 0 0 0,0-1 0 0 0,0 0 0 0 0,-1 1 1 0 0,1-1-1 0 0,0 1 0 0 0,0-1 0 0 0,0 1 0 0 0,-1-1 0 0 0,1 1 0 0 0,0-1 0 0 0,0 1 0 0 0,0 0 0 0 0,0 0 0 0 0,0-1 0 0 0,0 1 0 0 0,0 0 0 0 0,2 0 0 0 0,11 0 9 0 0,0 1 1 0 0,1 1-1 0 0,-1 0 0 0 0,0 0 0 0 0,0 2 1 0 0,-1-1-1 0 0,1 2 0 0 0,-1 0 0 0 0,16 8 1 0 0,-11-4 5 0 0,0 1 0 0 0,0 1 0 0 0,-1 0 0 0 0,-1 1 0 0 0,0 1 0 0 0,16 17 0 0 0,-28-26-2 0 0,-1 0 0 0 0,1 0 0 0 0,-1 0 1 0 0,0 1-1 0 0,0 0 0 0 0,-1-1 0 0 0,1 1 1 0 0,-1 0-1 0 0,0 0 0 0 0,0 1 1 0 0,-1-1-1 0 0,1 0 0 0 0,-1 0 0 0 0,0 1 1 0 0,-1-1-1 0 0,1 1 0 0 0,-1-1 1 0 0,0 1-1 0 0,-1-1 0 0 0,1 0 0 0 0,-1 1 1 0 0,0-1-1 0 0,-2 7 0 0 0,-2 1 88 0 0,0-1 0 0 0,-1 0-1 0 0,0 0 1 0 0,0 0 0 0 0,-2-1-1 0 0,1 0 1 0 0,-1-1 0 0 0,-15 15-1 0 0,12-13 393 0 0,0 0-1 0 0,-1-1 1 0 0,-26 19-1 0 0,36-29-279 0 0,-1-3-115 0 0,3 2-112 0 0,0 0 0 0 0,0 0 0 0 0,0 0-1 0 0,-1 0 1 0 0,1 0 0 0 0,0 0 0 0 0,0 0 0 0 0,0 0 0 0 0,-1 0 0 0 0,1 0 0 0 0,0-1-1 0 0,0 1 1 0 0,0 0 0 0 0,-1 0 0 0 0,1 0 0 0 0,0 0 0 0 0,0 0 0 0 0,0 0 0 0 0,0-1-1 0 0,0 1 1 0 0,0 0 0 0 0,-1 0 0 0 0,1 0 0 0 0,0 0 0 0 0,0 0 0 0 0,0-1 0 0 0,0 1-1 0 0,0 0 1 0 0,0 0 0 0 0,0 0 0 0 0,0-1 0 0 0,0 1 0 0 0,0 0 0 0 0,0 0 0 0 0,0 0 0 0 0,0-1-1 0 0,0 1 1 0 0,0 0 0 0 0,0 0 0 0 0,0 0 0 0 0,0-1 0 0 0,0 1 0 0 0,0 0 0 0 0,0 0-1 0 0,0-1 1 0 0,12-19 11 0 0,1 0 0 0 0,1 0 0 0 0,1 1 0 0 0,0 1 0 0 0,31-28 0 0 0,11-14-17 0 0,-44 45 1 0 0,-5 8 6 0 0,-1-1-1 0 0,1 0 0 0 0,-2-1 0 0 0,1 0 0 0 0,-1 0 1 0 0,-1 0-1 0 0,0-1 0 0 0,0 0 0 0 0,4-12 1 0 0,-8 10 3 0 0,-4-2-4 0 0,2 12-3 0 0,1 1 1 0 0,0 1-1 0 0,0-1 1 0 0,-1 0 0 0 0,1 0-1 0 0,0 1 1 0 0,-1-1 0 0 0,1 0-1 0 0,0 1 1 0 0,-1-1 0 0 0,1 1-1 0 0,0-1 1 0 0,-1 0-1 0 0,1 1 1 0 0,-1-1 0 0 0,1 1-1 0 0,-1-1 1 0 0,0 1 0 0 0,1 0-1 0 0,-1-1 1 0 0,0 0 0 0 0,-13-1-8 0 0,9 2 10 0 0,0 1-1 0 0,-1 1 0 0 0,1-1 0 0 0,0 1 1 0 0,0 0-1 0 0,0 0 0 0 0,0 0 1 0 0,0 1-1 0 0,0-1 0 0 0,1 1 1 0 0,-1 1-1 0 0,1-1 0 0 0,0 1 0 0 0,0-1 1 0 0,0 1-1 0 0,-3 5 0 0 0,-3 2 14 0 0,1 1 0 0 0,0 0-1 0 0,1 0 1 0 0,-13 26 0 0 0,17-30-9 0 0,1 1 1 0 0,0 0-1 0 0,0 0 0 0 0,1 0 1 0 0,0 0-1 0 0,1 0 1 0 0,-1 0-1 0 0,2 0 1 0 0,0 12-1 0 0,0-17-1 0 0,0 0 0 0 0,1 0 1 0 0,0 0-1 0 0,0 0 0 0 0,0 0 0 0 0,0 0 0 0 0,0-1 0 0 0,1 1 1 0 0,-1 0-1 0 0,1-1 0 0 0,0 1 0 0 0,1-1 0 0 0,-1 0 1 0 0,0 0-1 0 0,1 0 0 0 0,0 0 0 0 0,-1 0 0 0 0,1 0 0 0 0,0-1 1 0 0,1 0-1 0 0,-1 1 0 0 0,0-1 0 0 0,7 3 0 0 0,2-1 15 0 0,0 0 0 0 0,0 0-1 0 0,1-1 1 0 0,-1-1 0 0 0,1 0 0 0 0,0-1-1 0 0,-1 0 1 0 0,1-1 0 0 0,24-3-1 0 0,8-4-238 0 0,60-16 0 0 0,-98 22 147 0 0,10-4-730 0 0,46-12-1162 0 0,-21-2-6399 0 0,-32 13 4159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09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266 221 1252 0 0,'-263'110'14451'0'0,"260"-109"-13417"0"0,22-2-534 0 0,1-1 0 0 0,-1-1-1 0 0,-1-1 1 0 0,23-7 0 0 0,-4 0-232 0 0,370-84 388 0 0,548-58-1 0 0,-841 142-632 0 0,300-26 134 0 0,-363 34-278 0 0,-48 3-89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1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58 1244 0 0,'-10'9'4001'0'0,"-27"24"6645"0"0,25-24-7117 0 0,356-101-3269 0 0,-274 75 727 0 0,-78 17-528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1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59 1832 0 0,'5'-15'5756'0'0,"6"-29"4991"0"0,-14 45-10640 0 0,1-1 0 0 0,0 1 0 0 0,0 0 0 0 0,0 0 1 0 0,0 0-1 0 0,0 0 0 0 0,0 0 0 0 0,0 0 0 0 0,0 0 0 0 0,0 1 0 0 0,0-1 0 0 0,1 1 1 0 0,-1-1-1 0 0,0 1 0 0 0,1 0 0 0 0,-2 2 0 0 0,-26 36 584 0 0,23-30-518 0 0,-98 161 968 0 0,87-137-1037 0 0,1 0-1 0 0,1 2 1 0 0,-12 46 0 0 0,24-67-83 0 0,-1 0 0 0 0,2 0 0 0 0,0 0 0 0 0,0 1 0 0 0,2-1 0 0 0,1 17 0 0 0,-1-28-15 0 0,0 0 0 0 0,1 1 0 0 0,0-1 0 0 0,-1 0 0 0 0,2-1 0 0 0,-1 1 1 0 0,0 0-1 0 0,1 0 0 0 0,-1 0 0 0 0,1-1 0 0 0,0 1 0 0 0,1-1 0 0 0,-1 1 1 0 0,0-1-1 0 0,1 0 0 0 0,0 0 0 0 0,0 0 0 0 0,0 0 0 0 0,0-1 0 0 0,0 1 1 0 0,0-1-1 0 0,1 0 0 0 0,-1 0 0 0 0,1 0 0 0 0,0 0 0 0 0,-1-1 0 0 0,1 1 1 0 0,4 0-1 0 0,4 0 7 0 0,0 0 0 0 0,1-1 0 0 0,-1 0 0 0 0,0-1 0 0 0,0-1 0 0 0,0 0 0 0 0,0 0 0 0 0,0-1 0 0 0,13-4 0 0 0,-1-1 9 0 0,-1-1-1 0 0,1-2 1 0 0,31-16 0 0 0,-45 20 5 0 0,0 0 0 0 0,-1 0 0 0 0,1-1 0 0 0,-1 0 0 0 0,8-9 0 0 0,-14 14-4 0 0,-1 0 0 0 0,0-1 1 0 0,0 1-1 0 0,-1 0 0 0 0,1 0 0 0 0,0-1 1 0 0,-1 1-1 0 0,1-1 0 0 0,-1 0 0 0 0,0 1 1 0 0,0-1-1 0 0,0 0 0 0 0,0 0 1 0 0,0 1-1 0 0,-1-1 0 0 0,1 0 0 0 0,-1 0 1 0 0,0 0-1 0 0,0 0 0 0 0,0 0 0 0 0,0 0 1 0 0,0 0-1 0 0,-1 0 0 0 0,-1-5 1 0 0,1 6-10 0 0,-1-1 0 0 0,1 1 0 0 0,-1 0 1 0 0,0 0-1 0 0,0 0 0 0 0,0 0 0 0 0,0 1 1 0 0,0-1-1 0 0,0 0 0 0 0,0 1 0 0 0,-1 0 1 0 0,1-1-1 0 0,0 1 0 0 0,-1 0 0 0 0,1 0 1 0 0,-1 0-1 0 0,1 1 0 0 0,-1-1 0 0 0,0 0 1 0 0,1 1-1 0 0,-1 0 0 0 0,0 0 0 0 0,1-1 1 0 0,-4 2-1 0 0,-5-1-9 0 0,0 0 1 0 0,0 1-1 0 0,0 0 1 0 0,-16 5-1 0 0,14-3-411 0 0,-1 1 1 0 0,-18 9-1 0 0,29-12-64 0 0,0 1-1 0 0,0-1 0 0 0,0 1 0 0 0,0 0 0 0 0,0 0 0 0 0,0 1 0 0 0,1-1 0 0 0,-1 0 0 0 0,1 1 0 0 0,-1-1 0 0 0,1 1 1 0 0,0 0-1 0 0,0 0 0 0 0,-3 6 0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5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71 1704 0 0,'-26'17'14455'0'0,"26"-17"-14408"0"0,0 0 0 0 0,-1 0 0 0 0,1 0 0 0 0,-1 1 1 0 0,1-1-1 0 0,0 0 0 0 0,-1 0 0 0 0,1 0 0 0 0,0 1 0 0 0,-1-1 0 0 0,1 0 1 0 0,0 0-1 0 0,0 1 0 0 0,-1-1 0 0 0,1 0 0 0 0,0 1 0 0 0,0-1 0 0 0,0 0 1 0 0,-1 1-1 0 0,1-1 0 0 0,0 0 0 0 0,0 1 0 0 0,0-1 0 0 0,0 1 0 0 0,0-1 1 0 0,0 0-1 0 0,-1 1 0 0 0,1-1 0 0 0,0 1 0 0 0,0-1 0 0 0,0 0 0 0 0,0 1 1 0 0,1-1-1 0 0,-1 1 0 0 0,0-1 0 0 0,0 0 0 0 0,0 1 0 0 0,0-1 0 0 0,0 0 1 0 0,1 1-1 0 0,0 0 2 0 0,0 0 0 0 0,1-1 1 0 0,-1 1-1 0 0,0 0 0 0 0,1-1 1 0 0,-1 1-1 0 0,1-1 0 0 0,-1 0 0 0 0,1 0 1 0 0,-1 1-1 0 0,3-1 0 0 0,48-2 216 0 0,62-16 182 0 0,120-36 0 0 0,-233 53-573 0 0,1 1 1 0 0,-1 0-1 0 0,0 0 0 0 0,0-1 1 0 0,0 1-1 0 0,0 0 1 0 0,0-1-1 0 0,0 1 1 0 0,0-1-1 0 0,0 0 0 0 0,0 1 1 0 0,0-1-1 0 0,0 0 1 0 0,0 0-1 0 0,-1 1 1 0 0,1-1-1 0 0,0 0 0 0 0,0 0 1 0 0,-1 0-1 0 0,1 0 1 0 0,0-1-1 0 0,-1 1-163 0 0,0 0 0 0 0,0 1 0 0 0,-1-1 0 0 0,1 0 0 0 0,0 1 1 0 0,-1-1-1 0 0,-30-11-12364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5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22 2708 0 0,'-2'-2'2384'0'0,"-5"-1"-1065"0"0,-21-10 8199 0 0,20 10-7721 0 0,6 4-1429 0 0,2-1-311 0 0,-1 0 1 0 0,1 1-1 0 0,-1-1 0 0 0,1 0 0 0 0,-1 1 0 0 0,1-1 0 0 0,-1 1 0 0 0,1-1 1 0 0,0 1-1 0 0,-1-1 0 0 0,1 0 0 0 0,-1 1 0 0 0,1-1 0 0 0,0 1 0 0 0,0 0 0 0 0,-1-1 1 0 0,1 1-1 0 0,0-1 0 0 0,0 1 0 0 0,0-1 0 0 0,0 1 0 0 0,-1 0 0 0 0,1 0 1 0 0,2 22 940 0 0,13 31 206 0 0,-9-38-888 0 0,9 49 239 0 0,-3-1 0 0 0,6 95-1 0 0,-11-82-344 0 0,-3-36-304 0 0,-1-1-3700 0 0,1-32 1094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5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3180 0 0,'13'-52'17807'0'0,"-10"72"-15463"0"0,7 150 1888 0 0,-2-75-3492 0 0,-1 5-290 0 0,4 117-312 0 0,-9-205-2639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6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1816 0 0,'-7'-24'10096'0'0,"2"4"-4920"0"0,6 18-5070 0 0,-1 1 0 0 0,0 0 0 0 0,0-1 0 0 0,1 1 0 0 0,-1 0-1 0 0,1 0 1 0 0,-1-1 0 0 0,1 1 0 0 0,0 0 0 0 0,-1 0 0 0 0,1 0 0 0 0,0 0 0 0 0,0 0 0 0 0,0 0 0 0 0,0 0 0 0 0,0 0 0 0 0,0 0 0 0 0,0 0 0 0 0,0 0 0 0 0,0 1 0 0 0,0-1 0 0 0,1 0 0 0 0,-1 1 0 0 0,2-2-1 0 0,49-21 479 0 0,80-25-1 0 0,-51 24-4613 0 0,-50 16-5386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6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 1428 0 0,'-40'13'8576'0'0,"4"4"-3998"0"0,31-14-4292 0 0,0 0 0 0 0,0 0 0 0 0,1 1 0 0 0,-1 0 0 0 0,1 0 0 0 0,0 0-1 0 0,0 1 1 0 0,1 0 0 0 0,-1-1 0 0 0,1 1 0 0 0,0 0 0 0 0,-2 6 0 0 0,0 0-67 0 0,0 1 1 0 0,1-1-1 0 0,0 0 1 0 0,-3 24-1 0 0,6-30-189 0 0,1-1 0 0 0,0 1-1 0 0,-1-1 1 0 0,2 1-1 0 0,-1 0 1 0 0,0-1 0 0 0,1 1-1 0 0,0-1 1 0 0,0 1-1 0 0,0-1 1 0 0,1 0-1 0 0,-1 1 1 0 0,1-1 0 0 0,0 0-1 0 0,5 7 1 0 0,-6-10-2 0 0,1 1 1 0 0,-1 0 0 0 0,1-1 0 0 0,0 0-1 0 0,-1 1 1 0 0,1-1 0 0 0,0 0-1 0 0,0 0 1 0 0,0 0 0 0 0,0 0-1 0 0,0 0 1 0 0,0 0 0 0 0,0 0-1 0 0,0-1 1 0 0,1 1 0 0 0,-1-1-1 0 0,4 1 1 0 0,38-4 359 0 0,-33 2-328 0 0,42-7 208 0 0,-34 4-217 0 0,0 2 0 0 0,-1 0-1 0 0,32 1 1 0 0,-44 1-7 0 0,1 1 1 0 0,0 0-1 0 0,-1 1 0 0 0,1 0 0 0 0,-1 0 1 0 0,1 0-1 0 0,-1 1 0 0 0,0 0 0 0 0,0 0 1 0 0,0 0-1 0 0,0 1 0 0 0,0 0 0 0 0,9 9 1 0 0,-8-6 202 0 0,0 1 0 0 0,-1 0-1 0 0,0 1 1 0 0,0 0 0 0 0,-1 0 0 0 0,0 0 0 0 0,0 0 0 0 0,-1 1 0 0 0,0-1 0 0 0,-1 1 0 0 0,0 0 0 0 0,-1 0 0 0 0,0 0-1 0 0,-1 1 1 0 0,0-1 0 0 0,0 0 0 0 0,-2 19 0 0 0,1-22-89 0 0,0-1 0 0 0,-1 0 1 0 0,0 1-1 0 0,-1-1 0 0 0,1 0 0 0 0,-1 0 0 0 0,0 0 0 0 0,-1 0 0 0 0,1 0 1 0 0,-1-1-1 0 0,0 1 0 0 0,-1-1 0 0 0,1 1 0 0 0,-1-1 0 0 0,0-1 0 0 0,0 1 1 0 0,-1 0-1 0 0,0-1 0 0 0,1 0 0 0 0,-1 0 0 0 0,-1 0 0 0 0,1-1 0 0 0,0 0 1 0 0,-1 0-1 0 0,0 0 0 0 0,0 0 0 0 0,0-1 0 0 0,0 0 0 0 0,-11 2 1 0 0,7-3-216 0 0,1 0 1 0 0,-1-1 0 0 0,1 0-1 0 0,-1-1 1 0 0,1 0 0 0 0,0 0-1 0 0,-1-1 1 0 0,1 0 0 0 0,0-1-1 0 0,-9-3 1 0 0,13 4-563 0 0,0-1 0 0 0,0 1 0 0 0,0-1 0 0 0,0 0 0 0 0,1 0 0 0 0,-1-1 0 0 0,1 1 1 0 0,-5-6-1 0 0,7 6-308 0 0,0 1 0 0 0,0-1 0 0 0,0 0 1 0 0,0 1-1 0 0,1-1 0 0 0,-1 0 1 0 0,1 0-1 0 0,0 0 0 0 0,0 0 1 0 0,0-1-1 0 0,0 1 0 0 0,0 0 0 0 0,1 0 1 0 0,-1-7-1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7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76 1484 0 0,'-24'-9'8156'0'0,"-1"4"-1984"0"0,8 0-1357 0 0,18 4-4801 0 0,1 0 1 0 0,-1 1-1 0 0,0-1 1 0 0,0 0-1 0 0,0 1 1 0 0,1-1-1 0 0,-1 1 0 0 0,0-1 1 0 0,0 1-1 0 0,1 0 1 0 0,-1 0-1 0 0,0-1 1 0 0,1 1-1 0 0,-1 0 0 0 0,2 0 1 0 0,237-37 158 0 0,-139 25-4097 0 0,-98 12 2919 0 0,1-1 1 0 0,-1 1-1 0 0,0 0 0 0 0,1 1 0 0 0,-1-1 1 0 0,0 0-1 0 0,1 1 0 0 0,2 1 1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7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52 2068 0 0,'-92'69'14148'0'0,"91"-68"-13705"0"0,6 1-177 0 0,0 0 0 0 0,0-1 1 0 0,0 0-1 0 0,0 0 0 0 0,0 0 0 0 0,0 0 1 0 0,1-1-1 0 0,-1 0 0 0 0,0 0 0 0 0,8-1 1 0 0,58-13-54 0 0,-44 8 24 0 0,129-22 8 0 0,39-8-3515 0 0,-67 4-5396 0 0,-87 18 2723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8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41 1680 0 0,'1'-3'1178'0'0,"-1"0"0"0"0,0 0-1 0 0,0 0 1 0 0,0-1 0 0 0,0 1 0 0 0,-1 0-1 0 0,1 0 1 0 0,-1 0 0 0 0,0-1 0 0 0,-2-5 1609 0 0,-6 32-2128 0 0,7-3-573 0 0,1-1 1 0 0,1 1 0 0 0,1 0-1 0 0,0-1 1 0 0,6 23 0 0 0,-5-30-59 0 0,1 0 1 0 0,1 0-1 0 0,0-1 1 0 0,0 1-1 0 0,1-1 1 0 0,0 0-1 0 0,1 0 1 0 0,1-1-1 0 0,9 14 1 0 0,-13-21 9 0 0,0 0 0 0 0,0 0 0 0 0,0 0 0 0 0,0 0 0 0 0,1 0-1 0 0,-1-1 1 0 0,1 1 0 0 0,-1-1 0 0 0,1 0 0 0 0,0 0 0 0 0,0 0 0 0 0,0-1 0 0 0,0 0 0 0 0,0 1 0 0 0,0-1 0 0 0,0 0 0 0 0,1-1 0 0 0,-1 1-1 0 0,0-1 1 0 0,1 0 0 0 0,-1 0 0 0 0,0 0 0 0 0,0-1 0 0 0,1 1 0 0 0,-1-1 0 0 0,0 0 0 0 0,0-1 0 0 0,0 1 0 0 0,7-4 0 0 0,-2 1 98 0 0,-1 0 0 0 0,-1-1 0 0 0,1 0 0 0 0,-1-1 0 0 0,0 0 1 0 0,0 0-1 0 0,0 0 0 0 0,-1-1 0 0 0,0 0 0 0 0,0 0 0 0 0,-1-1 0 0 0,9-15 1 0 0,30-84 2411 0 0,-43 106-2442 0 0,7 36 22 0 0,4 52-3 0 0,-4-34 205 0 0,-2 0 0 0 0,-2 0 0 0 0,-5 82 0 0 0,0-123-120 0 0,0-1 0 0 0,-1 0 0 0 0,-1 0 0 0 0,0 0 0 0 0,0-1 0 0 0,-1 1-1 0 0,-1-1 1 0 0,0 1 0 0 0,0-2 0 0 0,-1 1 0 0 0,0 0 0 0 0,0-1 0 0 0,-1 0 0 0 0,-1-1 0 0 0,1 0-1 0 0,-1 0 1 0 0,-1 0 0 0 0,1-1 0 0 0,-1 0 0 0 0,-1-1 0 0 0,1 0 0 0 0,-1 0 0 0 0,0-1 0 0 0,0-1-1 0 0,-1 1 1 0 0,1-2 0 0 0,-1 1 0 0 0,0-1 0 0 0,-20 2 0 0 0,-39 1 159 0 0,64-6-342 0 0,-1-1 1 0 0,0 1-1 0 0,1-1 1 0 0,-1 0-1 0 0,1 0 0 0 0,-1-1 1 0 0,1 0-1 0 0,-8-4 0 0 0,12 6-37 0 0,1-1-1 0 0,0 0 1 0 0,0 0-1 0 0,-1 0 1 0 0,1 0-1 0 0,0 0 1 0 0,0 0-1 0 0,0-1 1 0 0,0 1-1 0 0,0 0 1 0 0,1 0-1 0 0,-1-1 1 0 0,0 1 0 0 0,1-1-1 0 0,-1 1 1 0 0,1 0-1 0 0,-1-1 1 0 0,1 1-1 0 0,-1-1 1 0 0,1 0-1 0 0,0 1 1 0 0,0-1-1 0 0,0 1 1 0 0,0-1-1 0 0,0 1 1 0 0,0-1-1 0 0,0 1 1 0 0,1-1-1 0 0,-1 1 1 0 0,1-1-1 0 0,-1 1 1 0 0,1-1-1 0 0,-1 1 1 0 0,1 0-1 0 0,1-3 1 0 0,1-2-410 0 0,0 0 0 0 0,1 0 1 0 0,-1 0-1 0 0,1 1 0 0 0,0-1 0 0 0,9-8 1 0 0,-9 11-201 0 0,3-4-641 0 0,0 0 0 0 0,1 1 0 0 0,0 0 0 0 0,15-8-1 0 0,-2 6-3660 0 0,5 3-3603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19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263 178 4 0 0,'-89'44'6981'0'0,"-54"25"2887"0"0,139-68-9524 0 0,1 1 0 0 0,0-1-1 0 0,-1 1 1 0 0,1 0 0 0 0,0 0 0 0 0,0 0 0 0 0,-4 4 0 0 0,7-6-312 0 0,0 0 0 0 0,0 0 1 0 0,0 0-1 0 0,0 0 0 0 0,0 0 1 0 0,0 0-1 0 0,0 0 0 0 0,0 1 1 0 0,0-1-1 0 0,0 0 1 0 0,-1 0-1 0 0,1 0 0 0 0,0 0 1 0 0,0 0-1 0 0,0 0 0 0 0,0 1 1 0 0,0-1-1 0 0,0 0 0 0 0,0 0 1 0 0,0 0-1 0 0,0 0 0 0 0,0 0 1 0 0,0 0-1 0 0,0 0 0 0 0,0 1 1 0 0,0-1-1 0 0,0 0 0 0 0,1 0 1 0 0,-1 0-1 0 0,0 0 0 0 0,0 0 1 0 0,0 0-1 0 0,0 0 0 0 0,0 1 1 0 0,0-1-1 0 0,0 0 0 0 0,0 0 1 0 0,0 0-1 0 0,0 0 0 0 0,0 0 1 0 0,1 0-1 0 0,-1 0 0 0 0,0 0 1 0 0,0 0-1 0 0,0 0 0 0 0,0 0 1 0 0,0 0-1 0 0,0 1 0 0 0,0-1 1 0 0,1 0-1 0 0,-1 0 0 0 0,0 0 1 0 0,0 0-1 0 0,0 0 0 0 0,0 0 1 0 0,0 0-1 0 0,0 0 0 0 0,0 0 1 0 0,1 0-1 0 0,20-3 1101 0 0,282-63 1389 0 0,123-24-2117 0 0,333-33 351 0 0,-735 116-1577 0 0,-85-11-14662 0 0,38 12 7831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1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 1252 0 0,'-4'11'6132'0'0,"-12"25"2137"0"0,15-36-8163 0 0,1 1-1 0 0,0-1 1 0 0,0 1 0 0 0,0-1 0 0 0,0 1 0 0 0,0 0 0 0 0,0-1 0 0 0,0 1 0 0 0,0-1-1 0 0,0 1 1 0 0,0-1 0 0 0,1 1 0 0 0,-1-1 0 0 0,0 1 0 0 0,0 0 0 0 0,0-1-1 0 0,1 2 1 0 0,7-2 135 0 0,-1 1-1 0 0,1-1 1 0 0,-1 0 0 0 0,1-1-1 0 0,-1 1 1 0 0,0-2-1 0 0,1 1 1 0 0,9-4-1 0 0,13-2 0 0 0,138-27 971 0 0,-166 34-1032 0 0,0 0-191 0 0,0 0-1 0 0,0 0 0 0 0,0 0 0 0 0,0 0 1 0 0,0-1-1 0 0,0 1 0 0 0,0 0 0 0 0,0-1 1 0 0,0 0-1 0 0,0 1 0 0 0,0-1 0 0 0,0 0 1 0 0,0 0-1 0 0,0 0 0 0 0,-1 0 0 0 0,3-2 1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2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80 113 660 0 0,'-3'-16'6702'0'0,"1"11"-5585"0"0,0 1-1 0 0,0-1 1 0 0,1 0 0 0 0,0 0 0 0 0,-1 0-1 0 0,1-5 1 0 0,1 8-1023 0 0,0 1 0 0 0,0-1 0 0 0,0 0 1 0 0,0 1-1 0 0,1-1 0 0 0,-1 0 0 0 0,0 1 0 0 0,1-1 1 0 0,-1 1-1 0 0,1-1 0 0 0,0 1 0 0 0,-1-1 0 0 0,1 1 1 0 0,0-1-1 0 0,0 1 0 0 0,0 0 0 0 0,0-1 0 0 0,0 1 1 0 0,0 0-1 0 0,1 0 0 0 0,-1 0 0 0 0,0 0 0 0 0,3-2 1 0 0,3 0-49 0 0,-1-1 0 0 0,1 1 1 0 0,0 1-1 0 0,0-1 0 0 0,0 1 1 0 0,0 1-1 0 0,1-1 0 0 0,-1 1 1 0 0,0 1-1 0 0,1-1 0 0 0,-1 1 1 0 0,0 0-1 0 0,1 1 0 0 0,-1 0 1 0 0,0 0-1 0 0,0 0 0 0 0,9 4 0 0 0,-11-4-16 0 0,-1 0-1 0 0,0 1 0 0 0,0 0 0 0 0,1-1 0 0 0,-1 2 0 0 0,0-1 0 0 0,0 0 0 0 0,-1 1 0 0 0,1 0 0 0 0,0-1 0 0 0,-1 2 0 0 0,0-1 0 0 0,0 0 0 0 0,0 1 0 0 0,0-1 1 0 0,0 1-1 0 0,-1 0 0 0 0,1 0 0 0 0,-1 0 0 0 0,0 0 0 0 0,0 0 0 0 0,-1 0 0 0 0,1 1 0 0 0,-1-1 0 0 0,0 1 0 0 0,0-1 0 0 0,-1 1 0 0 0,1 4 0 0 0,-2 2 91 0 0,0-1 0 0 0,-1 1 0 0 0,0-1-1 0 0,0 0 1 0 0,-1 0 0 0 0,-1 0-1 0 0,0 0 1 0 0,0 0 0 0 0,-7 11 0 0 0,-57 81 660 0 0,62-94-722 0 0,-20 29 183 0 0,-110 137 833 0 0,105-134-699 0 0,30-38-74 0 0,1-2-279 0 0,0 0 0 0 0,0 1-1 0 0,0-1 1 0 0,0 1 0 0 0,0-1 0 0 0,0 0-1 0 0,0 1 1 0 0,0-1 0 0 0,0 1-1 0 0,1-1 1 0 0,-1 0 0 0 0,0 1-1 0 0,0-1 1 0 0,1 0 0 0 0,-1 1-1 0 0,0-1 1 0 0,0 0 0 0 0,1 0-1 0 0,-1 1 1 0 0,0-1 0 0 0,1 0-1 0 0,-1 1 1 0 0,0-1 0 0 0,1 0-1 0 0,-1 0 1 0 0,0 0 0 0 0,1 0-1 0 0,-1 1 1 0 0,0-1 0 0 0,1 0-1 0 0,-1 0 1 0 0,1 0 0 0 0,0 0-1 0 0,18 0 404 0 0,3-5-313 0 0,245-64-436 0 0,-191 40-5385 0 0,-28 5-3465 0 0,-31 13 2368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2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73 2768 0 0,'-10'-1'5743'0'0,"-25"-4"1917"0"0,27 3-5156 0 0,19 0-492 0 0,113-19-745 0 0,-53 7-1062 0 0,20-7-1976 0 0,-65 14-3374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2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15 744 0 0,'-12'-4'9172'0'0,"-16"-5"-536"0"0,22 7-6747 0 0,5 2-1852 0 0,0 0 0 0 0,0 1 0 0 0,0-1 0 0 0,1 0 0 0 0,-1 1 0 0 0,0-1 0 0 0,0 0 0 0 0,1 1 0 0 0,-1-1 0 0 0,0 1 0 0 0,1-1 1 0 0,-1 1-1 0 0,0-1 0 0 0,0 2 0 0 0,24 243 3565 0 0,-20-199-3247 0 0,-1-12-109 0 0,2 51 128 0 0,-4-83-354 0 0,3 8-620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3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200 119 152 0 0,'-48'-21'13858'0'0,"44"18"-12630"0"0,1 0 0 0 0,0 0 1 0 0,0-1-1 0 0,-5-6 0 0 0,11 4-1137 0 0,1 1 0 0 0,0 1 0 0 0,0-1 0 0 0,0 0 0 0 0,1 1 1 0 0,-1 0-1 0 0,1 0 0 0 0,0 0 0 0 0,0 0 0 0 0,1 1 0 0 0,-1 0 0 0 0,8-3 0 0 0,-4 3-77 0 0,1-1 1 0 0,-1 2-1 0 0,0-1 0 0 0,1 1 1 0 0,0 1-1 0 0,-1 0 1 0 0,13 0-1 0 0,-20 0-8 0 0,1 1-1 0 0,0 0 1 0 0,-1 0 0 0 0,1 1-1 0 0,-1-1 1 0 0,1 1 0 0 0,-1-1-1 0 0,1 1 1 0 0,-1 0 0 0 0,1 0 0 0 0,-1 0-1 0 0,1 0 1 0 0,-1 0 0 0 0,0 0-1 0 0,0 1 1 0 0,0-1 0 0 0,0 1-1 0 0,0 0 1 0 0,0-1 0 0 0,0 1-1 0 0,0 0 1 0 0,-1 0 0 0 0,1 0-1 0 0,-1 1 1 0 0,1-1 0 0 0,-1 0 0 0 0,0 0-1 0 0,0 1 1 0 0,0-1 0 0 0,0 1-1 0 0,0-1 1 0 0,0 1 0 0 0,0 2-1 0 0,-1 3 13 0 0,1-1 0 0 0,-1 0 0 0 0,0 1 0 0 0,0-1 0 0 0,-1 1 0 0 0,0-1 0 0 0,0 1 0 0 0,-1-1 0 0 0,-4 12 0 0 0,-6 10 559 0 0,-2-1 0 0 0,-2 0 0 0 0,-35 48 0 0 0,28-37 3192 0 0,22-38-3338 0 0,0 4-303 0 0,1-4-123 0 0,0-1 0 0 0,0 0 0 0 0,0 1 0 0 0,0-1-1 0 0,0 0 1 0 0,-1 1 0 0 0,1-1 0 0 0,0 0 0 0 0,0 1 0 0 0,0-1 0 0 0,0 0 0 0 0,0 0 0 0 0,0 1-1 0 0,0-1 1 0 0,1 0 0 0 0,-1 1 0 0 0,0-1 0 0 0,0 0 0 0 0,0 1 0 0 0,0-1 0 0 0,0 0 0 0 0,0 1 0 0 0,0-1-1 0 0,1 0 1 0 0,-1 0 0 0 0,0 1 0 0 0,0-1 0 0 0,0 0 0 0 0,1 0 0 0 0,-1 0 0 0 0,0 1 0 0 0,0-1 0 0 0,1 0-1 0 0,-1 0 1 0 0,0 0 0 0 0,1 1 0 0 0,-1-1 0 0 0,0 0 0 0 0,0 0 0 0 0,1 0 0 0 0,-1 0 0 0 0,0 0-1 0 0,1 0 1 0 0,-1 0 0 0 0,0 0 0 0 0,1 0 0 0 0,-1 0 0 0 0,0 0 0 0 0,1 0 0 0 0,-1 0 0 0 0,16 5-4 0 0,-1 0 1 0 0,1 1-1 0 0,-1 1 1 0 0,20 12-1 0 0,-30-16 11 0 0,0 0-1 0 0,0 0 1 0 0,-1 1-1 0 0,0-1 1 0 0,1 1-1 0 0,-1 0 1 0 0,-1 0-1 0 0,1 0 1 0 0,-1 1-1 0 0,1 0 1 0 0,-1-1-1 0 0,0 1 1 0 0,-1 0-1 0 0,1 0 1 0 0,-1 0-1 0 0,0 1 1 0 0,1 5-1 0 0,-3-5 78 0 0,1 0-1 0 0,-2 1 1 0 0,1-1 0 0 0,-1 0-1 0 0,0 0 1 0 0,0 0-1 0 0,0 0 1 0 0,-1 0-1 0 0,0 0 1 0 0,0 0-1 0 0,-1 0 1 0 0,0-1 0 0 0,0 1-1 0 0,0-1 1 0 0,0 0-1 0 0,-1 0 1 0 0,0 0-1 0 0,0 0 1 0 0,0-1 0 0 0,-1 1-1 0 0,-5 3 1 0 0,0 1 100 0 0,0-1 1 0 0,-1-1-1 0 0,1 0 1 0 0,-2 0-1 0 0,1-1 1 0 0,-1 0-1 0 0,0-1 1 0 0,0 0-1 0 0,-15 3 1 0 0,18-6-190 0 0,-31 1 0 0 0,-10-9-3093 0 0,40 4 1592 0 0,1 0 0 0 0,0-1 0 0 0,0 0 0 0 0,0-1 1 0 0,0 0-1 0 0,1 0 0 0 0,0-1 0 0 0,-1 0 0 0 0,2-1 0 0 0,-15-12 1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3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1 200 0 0,'12'3'4584'0'0,"-3"2"-4816"0"0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4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44 123 180 0 0,'-3'-1'6029'0'0,"-25"-2"923"0"0,27 3-6839 0 0,1 0 1 0 0,-1 0-1 0 0,1 0 0 0 0,-1 0 0 0 0,1 0 0 0 0,-1 0 1 0 0,0 0-1 0 0,1 0 0 0 0,-1 0 0 0 0,1 0 0 0 0,-1 0 1 0 0,1 0-1 0 0,-1 0 0 0 0,1-1 0 0 0,-1 1 0 0 0,1 0 1 0 0,-1 0-1 0 0,1-1 0 0 0,-1 1 0 0 0,1 0 0 0 0,0-1 1 0 0,-1 0-1 0 0,3-1-79 0 0,1-1 0 0 0,0 0 0 0 0,0 1-1 0 0,0 0 1 0 0,0 0 0 0 0,0 0 0 0 0,1 0 0 0 0,-1 0 0 0 0,1 1 0 0 0,6-3 0 0 0,46-11 34 0 0,-34 9-34 0 0,182-41-537 0 0,-68 26-5721 0 0,-109 22-885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4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49 2368 0 0,'-46'42'9608'0'0,"30"-24"-7351"0"0,16-18-2226 0 0,1 1 0 0 0,-1-1-1 0 0,1 1 1 0 0,-1-1 0 0 0,1 0-1 0 0,-1 1 1 0 0,1-1 0 0 0,-1 0 0 0 0,1 1-1 0 0,-1-1 1 0 0,1 0 0 0 0,0 0-1 0 0,-1 0 1 0 0,1 1 0 0 0,-1-1-1 0 0,1 0 1 0 0,0 0 0 0 0,-1 0-1 0 0,1 0 1 0 0,0 0 0 0 0,-1 0 0 0 0,1 0-1 0 0,-1 0 1 0 0,1-1 0 0 0,1 1-1 0 0,18-2 155 0 0,-19 2-171 0 0,230-51-130 0 0,-128 25-2298 0 0,-19 3-3017 0 0,-43 13 566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5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40 1672 0 0,'-4'0'3541'0'0,"-34"0"3895"0"0,36 0-6452 0 0,-13 0 2251 0 0,12 1-2659 0 0,-8-3 1353 0 0,23-4-1585 0 0,25-6-454 0 0,-2 5 120 0 0,0 1 1 0 0,0 2-1 0 0,49 1 0 0 0,-58 3-14 0 0,-17 0 8 0 0,2 4-13 0 0,-8-3 10 0 0,0-1-1 0 0,0 1 1 0 0,0 0-1 0 0,-1 1 1 0 0,1-1-1 0 0,0 0 1 0 0,5 4 0 0 0,-2 7 9 0 0,-4-7-6 0 0,-2-2 0 0 0,1-1-1 0 0,-1 1 1 0 0,1 0-1 0 0,-1 0 1 0 0,0 0-1 0 0,0 0 1 0 0,0 0-1 0 0,-1 0 1 0 0,1 0-1 0 0,-1 0 1 0 0,1 0-1 0 0,-1 0 1 0 0,0-1-1 0 0,-2 5 1 0 0,-20 35 24 0 0,-10 2 7 0 0,-54 55 0 0 0,13-16 99 0 0,13-17 621 0 0,61-65-700 0 0,0 0-36 0 0,0 0-1 0 0,0 0 0 0 0,0-1 1 0 0,0 1-1 0 0,1 0 1 0 0,-1 0-1 0 0,0-1 1 0 0,1 1-1 0 0,-1 0 0 0 0,0-1 1 0 0,1 1-1 0 0,-1 0 1 0 0,1-1-1 0 0,-1 1 0 0 0,1 0 1 0 0,4 1 38 0 0,0-1 1 0 0,1 1-1 0 0,-1-1 0 0 0,0 0 1 0 0,0 0-1 0 0,0-1 0 0 0,1 0 1 0 0,8 0-1 0 0,53-7 137 0 0,-34 3-113 0 0,191-23 103 0 0,-131 15-81 0 0,-63 9-76 0 0,37-6 59 0 0,-65 9-102 0 0,5-2-202 0 0,8 1-1564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8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37 129 1404 0 0,'-12'3'3846'0'0,"11"-3"-3192"0"0,-1 0 1 0 0,0 0-1 0 0,1 0 1 0 0,-1 1-1 0 0,1-1 1 0 0,-1 0 0 0 0,0 1-1 0 0,1-1 1 0 0,-1 1-1 0 0,1-1 1 0 0,-2 2 654 0 0,-1 0-655 0 0,4-2-630 0 0,0 0-1 0 0,0 0 1 0 0,0 0 0 0 0,-1 0-1 0 0,1 0 1 0 0,0 0-1 0 0,0 0 1 0 0,0 0 0 0 0,0 1-1 0 0,0-1 1 0 0,0 0-1 0 0,0 0 1 0 0,0 0-1 0 0,0 0 1 0 0,0 0 0 0 0,0 0-1 0 0,0 0 1 0 0,0 0-1 0 0,0 1 1 0 0,0-1 0 0 0,0 0-1 0 0,0 0 1 0 0,0 0-1 0 0,0 0 1 0 0,0 0-1 0 0,0 0 1 0 0,0 0 0 0 0,0 0-1 0 0,0 1 1 0 0,0-1-1 0 0,0 0 1 0 0,0 0-1 0 0,1 0 1 0 0,-1 0 0 0 0,0 0-1 0 0,0 0 1 0 0,0 0-1 0 0,0 0 1 0 0,0 0 0 0 0,0 0-1 0 0,0 0 1 0 0,0 1-1 0 0,0-1 1 0 0,0 0-1 0 0,1 0 1 0 0,-1 0 0 0 0,0 0-1 0 0,0 0 1 0 0,0 0-1 0 0,0 0 1 0 0,0 0 0 0 0,14 1 93 0 0,115-17 78 0 0,-65 6-184 0 0,998-96 31 0 0,-972 95-1252 0 0,-87 10 631 0 0,8 1-748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8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61 1680 0 0,'-16'9'13166'0'0,"46"-12"-13008"0"0,0 0 1 0 0,0-2-1 0 0,31-10 0 0 0,-6 3-123 0 0,64-13 276 0 0,-117 24-291 0 0,3 0 53 0 0,8-4-1401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8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96 2156 0 0,'-41'-33'15170'0'0,"40"33"-15107"0"0,1 0 1 0 0,0 0-1 0 0,-1 0 0 0 0,1 0 0 0 0,0 0 1 0 0,-1-1-1 0 0,1 1 0 0 0,0 0 0 0 0,-1 0 1 0 0,1 0-1 0 0,0-1 0 0 0,-1 1 0 0 0,1 0 1 0 0,0 0-1 0 0,-1-1 0 0 0,1 1 0 0 0,0 0 0 0 0,0-1 1 0 0,-1 1-1 0 0,1 0 0 0 0,0-1 0 0 0,0 1 1 0 0,0-1-1 0 0,-1 0 0 0 0,3 0-52 0 0,0-1 1 0 0,0 0-1 0 0,0 1 1 0 0,1 0-1 0 0,-1-1 0 0 0,0 1 1 0 0,0 0-1 0 0,1 0 1 0 0,-1 0-1 0 0,0 1 0 0 0,1-1 1 0 0,-1 0-1 0 0,4 1 1 0 0,46-8 55 0 0,-28 5-59 0 0,35-8-297 0 0,22-3-5734 0 0,-66 10 679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29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1 224 0 0,'-11'3'1319'0'0,"1"1"0"0"0,-1 0 0 0 0,1 1 0 0 0,0 0 0 0 0,1 0 0 0 0,-1 1 0 0 0,-13 12 0 0 0,15-12-1133 0 0,1 2 0 0 0,-1-1 0 0 0,1 1 0 0 0,1 0 0 0 0,0 1 0 0 0,0-1-1 0 0,0 1 1 0 0,1 1 0 0 0,0-1 0 0 0,1 1 0 0 0,0-1 0 0 0,1 1 0 0 0,-3 12 0 0 0,4-15-84 0 0,0 0-50 0 0,1 0-1 0 0,0 1 1 0 0,-1 14 0 0 0,2-20 47 0 0,1 1 1 0 0,-1-1-1 0 0,1 1 0 0 0,-1-1 1 0 0,1 1-1 0 0,0-1 0 0 0,-1 0 0 0 0,1 1 1 0 0,0-1-1 0 0,1 0 0 0 0,-1 0 1 0 0,0 0-1 0 0,1 0 0 0 0,-1 0 0 0 0,4 3 1 0 0,-3-3 8 0 0,0-1 1 0 0,0 1-1 0 0,0-1 1 0 0,0 0-1 0 0,0 0 1 0 0,0 0-1 0 0,1 0 1 0 0,-1-1-1 0 0,0 1 1 0 0,1 0-1 0 0,-1-1 1 0 0,0 0-1 0 0,1 0 1 0 0,-1 1-1 0 0,1-1 1 0 0,-1 0-1 0 0,0-1 1 0 0,1 1-1 0 0,2-1 1 0 0,7-2 146 0 0,-1 1 0 0 0,17-8 1 0 0,-21 8-210 0 0,5-3 84 0 0,3-1-47 0 0,1 1 1 0 0,-1 1 0 0 0,1 0-1 0 0,17-2 1 0 0,-28 5-74 0 0,0 1-1 0 0,0 0 1 0 0,-1 0 0 0 0,1 1-1 0 0,0-1 1 0 0,0 1 0 0 0,-1 0-1 0 0,1 0 1 0 0,-1 1 0 0 0,1-1-1 0 0,-1 1 1 0 0,1 0 0 0 0,-1 0-1 0 0,0 1 1 0 0,0-1-1 0 0,0 1 1 0 0,0 0 0 0 0,6 6-1 0 0,-3-1 176 0 0,0 0 0 0 0,-1 0 0 0 0,0 1 0 0 0,0 0 0 0 0,-1 1 0 0 0,0-1 0 0 0,-1 1 0 0 0,0 0 0 0 0,0 0-1 0 0,-1 1 1 0 0,0-1 0 0 0,-1 0 0 0 0,0 1 0 0 0,-1 0 0 0 0,0-1 0 0 0,-1 1 0 0 0,0 0 0 0 0,-2 16 0 0 0,0-15 227 0 0,0 1 1 0 0,0 0 0 0 0,-2-1-1 0 0,1 1 1 0 0,-2-1-1 0 0,1 0 1 0 0,-2-1 0 0 0,1 1-1 0 0,-2-1 1 0 0,0 0 0 0 0,0 0-1 0 0,0-1 1 0 0,-2 0 0 0 0,1-1-1 0 0,-13 11 1 0 0,17-16-289 0 0,-1-1 1 0 0,0 0-1 0 0,-1 0 1 0 0,1 0-1 0 0,0-1 1 0 0,-1 0-1 0 0,0 0 1 0 0,1 0-1 0 0,-1-1 1 0 0,0 1-1 0 0,0-1 0 0 0,0-1 1 0 0,0 1-1 0 0,0-1 1 0 0,-8-1-1 0 0,6 1-324 0 0,0-1 0 0 0,0-1 0 0 0,1 0 0 0 0,-1 0-1 0 0,0 0 1 0 0,1-1 0 0 0,-1 0 0 0 0,1 0 0 0 0,0-1-1 0 0,-13-8 1 0 0,11 5-1790 0 0,1-1 0 0 0,-1 1 0 0 0,-8-13 0 0 0,-6-12-8662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33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89 1140 0 0,'1'-12'3808'0'0,"-4"-20"-681"0"0,-1 11-835 0 0,3 16-1737 0 0,1 3-311 0 0,-2-1 241 0 0,-2-7 51 0 0,3 7-413 0 0,1 2-66 0 0,28 11-208 0 0,5-2 251 0 0,0 0 0 0 0,1-3-1 0 0,0 0 1 0 0,47-1-1 0 0,-37-1-30 0 0,-26-3-21 0 0,0 0 1 0 0,21-3-1 0 0,-37 3-45 0 0,14 0 21 0 0,-13 0 31 0 0,6-1-278 0 0,10-2 100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33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25 1124 0 0,'-38'-24'11731'0'0,"31"24"-11184"0"0,-1 1 932 0 0,6 10-518 0 0,3 5-244 0 0,1 0 0 0 0,4 20 1 0 0,4 17 382 0 0,-2 47 140 0 0,12 94-253 0 0,-17-167-878 0 0,-4-23-66 0 0,2 1 0 0 0,-1-1 0 0 0,1 0-1 0 0,-1 1 1 0 0,3 6 0 0 0,-2-10 13 0 0,1 20-1049 0 0,13-79-11963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34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11 101 844 0 0,'0'-14'8688'0'0,"-10"-27"3217"0"0,23 25-11477 0 0,-12 15-425 0 0,9-4 15 0 0,1 0 0 0 0,0 1 0 0 0,0 1 0 0 0,0 0 0 0 0,0 0 0 0 0,0 1-1 0 0,14-1 1 0 0,6 2-16 0 0,-19 5-8 0 0,9-1 0 0 0,-12 0 8 0 0,0 2-2 0 0,-6-3 3 0 0,0-1 0 0 0,-1 1 1 0 0,1 0-1 0 0,0 1 0 0 0,-1-1 1 0 0,1 0-1 0 0,-1 1 0 0 0,1 0 1 0 0,-1-1-1 0 0,0 1 0 0 0,0 0 1 0 0,-1 0-1 0 0,1 0 0 0 0,-1 0 0 0 0,1 0 1 0 0,0 4-1 0 0,0-1 35 0 0,-1 0 0 0 0,0 1 0 0 0,0-1 0 0 0,-1 0 1 0 0,0 1-1 0 0,0-1 0 0 0,0 0 0 0 0,-2 9 0 0 0,-3 5 140 0 0,0 1-1 0 0,-1-1 1 0 0,-2 0-1 0 0,-12 26 1 0 0,19-43-165 0 0,-128 245 2492 0 0,108-205-1820 0 0,21-42-579 0 0,-1 0-78 0 0,1-1-1 0 0,0 1 1 0 0,0 0 0 0 0,-1-1 0 0 0,1 1-1 0 0,0-1 1 0 0,0 1 0 0 0,0-1-1 0 0,-1 1 1 0 0,1 0 0 0 0,0-1-1 0 0,0 1 1 0 0,0-1 0 0 0,0 1-1 0 0,0 0 1 0 0,0-1 0 0 0,0 1 0 0 0,0-1-1 0 0,0 1 1 0 0,1 0 0 0 0,-1-1-1 0 0,0 1 1 0 0,0-1 0 0 0,0 1-1 0 0,1-1 1 0 0,-1 1 0 0 0,0-1-1 0 0,1 1 1 0 0,-1-1 0 0 0,0 1-1 0 0,1-1 1 0 0,-1 1 0 0 0,1 0 0 0 0,17-1 116 0 0,-1-1 1 0 0,1-1 0 0 0,-1 0-1 0 0,32-9 1 0 0,11-1-170 0 0,104-12 141 0 0,-136 20-118 0 0,-25 4 4 0 0,-2-1-3 0 0,0 1 1 0 0,-1-1 0 0 0,1 1 0 0 0,-1 0 1 0 0,1-1-1 0 0,0 1 0 0 0,-1 0 0 0 0,1 0 0 0 0,-1 0 1 0 0,1-1-1 0 0,0 1 0 0 0,-1 0 0 0 0,1 0 0 0 0,0 0 1 0 0,-1 0-1 0 0,1 0 0 0 0,0 0 0 0 0,-1 0 0 0 0,1 0 1 0 0,-1 0-1 0 0,1 0 0 0 0,1 1 0 0 0,9-1 15 0 0,-9 0 25 0 0,1-1-40 0 0,0 1 467 0 0,16-3-2148 0 0,-59-31-11830 0 0,22 27 8343 0 0,1 2-948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40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3 100 1532 0 0,'-2'-24'5228'0'0,"3"19"-5033"0"0,1 1-1 0 0,0 0 1 0 0,0 0-1 0 0,0 0 1 0 0,0 0 0 0 0,1 0-1 0 0,0 0 1 0 0,-1 1-1 0 0,1-1 1 0 0,1 1 0 0 0,-1 0-1 0 0,0 0 1 0 0,1 0-1 0 0,0 0 1 0 0,-1 1-1 0 0,1-1 1 0 0,0 1 0 0 0,1 0-1 0 0,-1 0 1 0 0,0 1-1 0 0,0-1 1 0 0,1 1 0 0 0,-1 0-1 0 0,1 0 1 0 0,5 0-1 0 0,-2 0-122 0 0,-1 0 1 0 0,0 0-1 0 0,1 1 0 0 0,-1 0 0 0 0,0 1 0 0 0,1 0 0 0 0,-1 0 0 0 0,0 0 0 0 0,0 1 0 0 0,1 0 0 0 0,-1 0 0 0 0,-1 1 0 0 0,1 0 0 0 0,0 0 0 0 0,8 6 1 0 0,-10-4 0 0 0,1 0 1 0 0,-1 0-1 0 0,0 1 1 0 0,0-1-1 0 0,-1 1 1 0 0,0 0 0 0 0,0 1-1 0 0,0-1 1 0 0,-1 1-1 0 0,0-1 1 0 0,0 1-1 0 0,0 0 1 0 0,-1 0 0 0 0,0 0-1 0 0,-1 1 1 0 0,0-1-1 0 0,0 0 1 0 0,0 1 0 0 0,-1-1-1 0 0,0 0 1 0 0,-1 9-1 0 0,-2 7 140 0 0,0-1 0 0 0,-1 0-1 0 0,-1 0 1 0 0,-1 0 0 0 0,-14 32-1 0 0,4-19 1161 0 0,-36 59-1 0 0,46-88-292 0 0,9-18-828 0 0,9-19-302 0 0,26-31 104 0 0,3 2 1 0 0,67-77 0 0 0,4 10 7 0 0,-107 118-46 0 0,-10 7-13 0 0,-15 10-13 0 0,0 9 13 0 0,0 2 1 0 0,1 1-1 0 0,1 0 0 0 0,1 1 0 0 0,1 1 0 0 0,1 0 0 0 0,1 1 1 0 0,0 1-1 0 0,2 1 0 0 0,1-1 0 0 0,-10 37 0 0 0,19-57-2 0 0,1 1-1 0 0,0-1 0 0 0,0 1 0 0 0,1-1 1 0 0,-1 1-1 0 0,1 0 0 0 0,0-1 1 0 0,1 1-1 0 0,-1 0 0 0 0,1-1 1 0 0,-1 1-1 0 0,2-1 0 0 0,-1 1 1 0 0,0-1-1 0 0,1 1 0 0 0,0-1 1 0 0,0 0-1 0 0,3 6 0 0 0,-2-7 4 0 0,0 1 1 0 0,0-1-1 0 0,0 0 0 0 0,1 0 0 0 0,-1 0 0 0 0,1-1 0 0 0,0 1 1 0 0,0-1-1 0 0,0 0 0 0 0,0 0 0 0 0,0 0 0 0 0,0-1 0 0 0,0 1 1 0 0,0-1-1 0 0,1 0 0 0 0,-1 0 0 0 0,1-1 0 0 0,-1 1 0 0 0,5-1 1 0 0,28 0-190 0 0,0-2 1 0 0,-1-2 0 0 0,59-14 0 0 0,-42 8-3623 0 0,0 2-4007 0 0,-39 6 2319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40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242 229 2856 0 0,'-205'80'13944'0'0,"168"-64"-10472"0"0,38-15-3361 0 0,1 0 1 0 0,-1 0 0 0 0,0-1-1 0 0,1 1 1 0 0,-1-1 0 0 0,0 1-1 0 0,1-1 1 0 0,-1 0-1 0 0,1 0 1 0 0,-1 1 0 0 0,1-1-1 0 0,-1 0 1 0 0,1 0 0 0 0,-1 0-1 0 0,0 0 1 0 0,2-1-1 0 0,252-41 2216 0 0,-141 19-1977 0 0,847-130 674 0 0,-562 92-552 0 0,-339 47-739 0 0,-58 14-185 0 0,-24-13-8863 0 0,-25-3 736 0 0,27 9 3254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43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64 454 408 0 0,'-37'-21'13374'0'0,"13"13"-8512"0"0,22 8-3960 0 0,7 1-862 0 0,1-1-1 0 0,0 1 0 0 0,-1-1 0 0 0,1 0 0 0 0,-1-1 0 0 0,9 0 0 0 0,2-1-4 0 0,180-17-117 0 0,-128 11-2327 0 0,-65 8 1991 0 0,-1-1 0 0 0,1 1 0 0 0,0 0 0 0 0,0 0 0 0 0,-1 0 0 0 0,1 1 0 0 0,0-1 1 0 0,2 2-1 0 0,-4-2 191 0 0,-1 0 1 0 0,1 0 0 0 0,-1 0 0 0 0,1 1-1 0 0</inkml:trace>
  <inkml:trace contextRef="#ctx0" brushRef="#br0" timeOffset="1">100 647 1788 0 0,'-35'29'5525'0'0,"24"-19"-3146"0"0,-1 0-1 0 0,-16 10 1 0 0,28-20-2351 0 0,0 0-1 0 0,-1 0 0 0 0,1 0 0 0 0,0 1 0 0 0,-1-1 1 0 0,1 0-1 0 0,0 0 0 0 0,-1 0 0 0 0,1 0 1 0 0,0 0-1 0 0,0 1 0 0 0,-1-1 0 0 0,1 0 0 0 0,0 0 1 0 0,0 1-1 0 0,-1-1 0 0 0,1 0 0 0 0,0 0 1 0 0,0 1-1 0 0,0-1 0 0 0,-1 0 0 0 0,1 0 0 0 0,0 1 1 0 0,0-1-1 0 0,0 0 0 0 0,0 1 0 0 0,0-1 0 0 0,0 0 1 0 0,0 1-1 0 0,0-1 0 0 0,0 0 0 0 0,0 1 1 0 0,0-1-1 0 0,0 0 0 0 0,0 1 0 0 0,0-1 0 0 0,0 0 1 0 0,0 1-1 0 0,0-1 0 0 0,0 0 0 0 0,0 1 1 0 0,0-1-1 0 0,0 0 0 0 0,1 1 0 0 0,-1-1 0 0 0,0 0 1 0 0,0 0-1 0 0,0 1 0 0 0,1-1 0 0 0,-1 0 1 0 0,0 0-1 0 0,0 1 0 0 0,1-1 0 0 0,-1 0 0 0 0,0 0 1 0 0,0 0-1 0 0,1 1 0 0 0,1-1 23 0 0,-1 1 1 0 0,1 0-1 0 0,0-1 0 0 0,-1 1 0 0 0,1-1 1 0 0,0 1-1 0 0,-1-1 0 0 0,1 0 0 0 0,0 1 1 0 0,0-1-1 0 0,-1 0 0 0 0,3-1 1 0 0,176-32 467 0 0,2-15-3349 0 0,-139 37 1458 0 0,61-20-4462 0 0,-54 14 1078 0 0</inkml:trace>
  <inkml:trace contextRef="#ctx0" brushRef="#br0" timeOffset="2">1312 54 156 0 0,'-4'-12'6917'0'0,"-11"-22"6068"0"0,15 33-12944 0 0,0 1-1 0 0,0 0 1 0 0,0-1 0 0 0,0 1 0 0 0,0 0-1 0 0,-1-1 1 0 0,1 1 0 0 0,0 0 0 0 0,0 0 0 0 0,0-1-1 0 0,0 1 1 0 0,0 0 0 0 0,0-1 0 0 0,-1 1-1 0 0,1 0 1 0 0,0 0 0 0 0,0 0 0 0 0,0-1-1 0 0,-1 1 1 0 0,1 0 0 0 0,0 0 0 0 0,0 0 0 0 0,0-1-1 0 0,-1 1 1 0 0,1 0 0 0 0,0 0 0 0 0,-1 0-1 0 0,1 0 1 0 0,0 0 0 0 0,0 0 0 0 0,-1-1-1 0 0,1 1 1 0 0,0 0 0 0 0,-1 0 0 0 0,1 0-1 0 0,0 0 1 0 0,0 0 0 0 0,-1 0 0 0 0,1 0 0 0 0,0 0-1 0 0,-1 1 1 0 0,1-1 0 0 0,0 0 0 0 0,-1 0-1 0 0,1 0 1 0 0,0 0 0 0 0,0 0 0 0 0,-1 0-1 0 0,1 0 1 0 0,0 1 0 0 0,0-1 0 0 0,-1 0 0 0 0,1 0-1 0 0,0 0 1 0 0,0 1 0 0 0,0-1 0 0 0,-1 0-1 0 0,1 0 1 0 0,0 1 0 0 0,0-1 0 0 0,0 0-1 0 0,0 0 1 0 0,-1 1 0 0 0,1-1 0 0 0,0 0 0 0 0,0 0-1 0 0,0 1 1 0 0,0 42 124 0 0,8 52 0 0 0,-5-76-133 0 0,1-1-1 0 0,0 1 0 0 0,1-1 1 0 0,1 0-1 0 0,12 23 0 0 0,-15-35-12 0 0,0 0-1 0 0,1-1 1 0 0,0 1-1 0 0,0-1 1 0 0,0 0-1 0 0,1 0 1 0 0,0 0-1 0 0,0-1 0 0 0,0 0 1 0 0,0 0-1 0 0,1 0 1 0 0,-1-1-1 0 0,1 1 1 0 0,0-1-1 0 0,0-1 1 0 0,1 1-1 0 0,-1-1 1 0 0,0 0-1 0 0,1-1 1 0 0,-1 1-1 0 0,1-1 1 0 0,0 0-1 0 0,-1-1 1 0 0,1 0-1 0 0,0 0 1 0 0,-1 0-1 0 0,1-1 1 0 0,10-2-1 0 0,-12 2 6 0 0,0 0-1 0 0,0-1 0 0 0,1 0 1 0 0,-1 1-1 0 0,0-2 1 0 0,0 1-1 0 0,-1-1 0 0 0,1 1 1 0 0,0-1-1 0 0,-1-1 1 0 0,0 1-1 0 0,0 0 1 0 0,0-1-1 0 0,7-8 0 0 0,-5 3-5 0 0,-1 0 0 0 0,1 0-1 0 0,-1-1 1 0 0,-1 1 0 0 0,0-1-1 0 0,4-17 1 0 0,4-28 293 0 0,-12 54-297 0 0,-5 23-13 0 0,-5 18 20 0 0,3 1 1 0 0,1-1-1 0 0,-1 61 0 0 0,1-15 19 0 0,2-49-38 0 0,-21 163 345 0 0,20-176-64 0 0,-1-1 1 0 0,-1 0-1 0 0,-1 0 1 0 0,-1-1 0 0 0,-1 0-1 0 0,-16 27 1 0 0,21-41-110 0 0,-1-1 1 0 0,1 0-1 0 0,-1 0 1 0 0,0 0 0 0 0,-1-1-1 0 0,0 0 1 0 0,0 0-1 0 0,0-1 1 0 0,-1 1-1 0 0,1-2 1 0 0,-1 1 0 0 0,0-1-1 0 0,-1 0 1 0 0,1-1-1 0 0,-13 3 1 0 0,18-5-147 0 0,0 0 1 0 0,0 0 0 0 0,0-1 0 0 0,0 0-1 0 0,0 1 1 0 0,0-1 0 0 0,0-1-1 0 0,0 1 1 0 0,-1 0 0 0 0,1-1 0 0 0,0 1-1 0 0,0-1 1 0 0,0 0 0 0 0,0 0-1 0 0,0 0 1 0 0,1 0 0 0 0,-1-1 0 0 0,0 1-1 0 0,0-1 1 0 0,1 0 0 0 0,-1 1-1 0 0,1-1 1 0 0,0 0 0 0 0,-1-1 0 0 0,1 1-1 0 0,0 0 1 0 0,0-1 0 0 0,0 1-1 0 0,-1-4 1 0 0,1 2-66 0 0,-1 0 0 0 0,1-1 0 0 0,1 1 0 0 0,-1-1 1 0 0,1 0-1 0 0,-1 0 0 0 0,1 0 0 0 0,1 0 0 0 0,-1 1 0 0 0,1-1 0 0 0,0 0 0 0 0,0 0 0 0 0,0 0 0 0 0,1 0 0 0 0,-1 0 0 0 0,1 0 0 0 0,2-5 0 0 0,4-10-1988 0 0,18-37-1 0 0,-1 21-3377 0 0,6 6-6828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44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91 198 2852 0 0,'-90'63'18277'0'0,"106"-66"-17459"0"0,23-9-604 0 0,163-56 688 0 0,171-51-558 0 0,-185 61-2136 0 0,-186 58 988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51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17 128 0 0,'0'0'1425'0'0,"-5"-17"-1890"0"0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52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0 432 0 0,'0'0'1216'0'0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53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0 636 0 0,'0'0'328'0'0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53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1 828 0 0,'0'0'4320'0'0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55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151 171 556 0 0,'4'-4'9994'0'0,"-11"11"-9945"0"0,1 0 0 0 0,0 1 0 0 0,1 0 0 0 0,-1 0 0 0 0,2 0-1 0 0,-5 10 1 0 0,-7 10 22 0 0,1-4-44 0 0,1 0 1 0 0,1 0-1 0 0,1 1 0 0 0,1 1 1 0 0,2 0-1 0 0,-8 31 0 0 0,15-47-24 0 0,1 0-1 0 0,0 1 0 0 0,1-1 1 0 0,0 1-1 0 0,1-1 1 0 0,0 0-1 0 0,0 1 0 0 0,1-1 1 0 0,4 11-1 0 0,0-4-5 0 0,1 1 0 0 0,1-1 0 0 0,0 0 0 0 0,12 17-1 0 0,-14-25 10 0 0,0 0 0 0 0,1 0 1 0 0,0 0-1 0 0,0-1 0 0 0,1 0 0 0 0,0 0 0 0 0,10 7 0 0 0,-11-11 70 0 0,0 1 0 0 0,0-2 0 0 0,0 1 0 0 0,0-1 1 0 0,1 0-1 0 0,0 0 0 0 0,-1-1 0 0 0,1 0 0 0 0,0 0 0 0 0,15 0 0 0 0,-8-1 68 0 0,-1-1-1 0 0,0 0 0 0 0,0-1 0 0 0,1-1 1 0 0,19-4-1 0 0,-25 3-9 0 0,-1 1 0 0 0,1-1-1 0 0,-1-1 1 0 0,0 0 0 0 0,0 0 0 0 0,0 0 0 0 0,-1-1 0 0 0,1 0-1 0 0,-1-1 1 0 0,8-7 0 0 0,-2 0-43 0 0,-1 0 1 0 0,-1-1-1 0 0,0 0 1 0 0,-1 0-1 0 0,0-1 1 0 0,-1-1-1 0 0,-1 1 0 0 0,0-2 1 0 0,-1 1-1 0 0,-1-1 1 0 0,-1 0-1 0 0,0 0 0 0 0,-1 0 1 0 0,-1-1-1 0 0,-1 0 1 0 0,1-19-1 0 0,-3 22-79 0 0,-2 0 1 0 0,1 0-1 0 0,-2 0 0 0 0,0 0 1 0 0,0 0-1 0 0,-1 0 0 0 0,-1 1 1 0 0,-1 0-1 0 0,-8-17 0 0 0,8 20-4 0 0,-1 1 0 0 0,1 0 0 0 0,-2 0 0 0 0,1 1 0 0 0,-1-1 0 0 0,-1 2 0 0 0,1-1 0 0 0,-1 1 0 0 0,-1 1 0 0 0,0-1 0 0 0,0 2 0 0 0,-11-7 0 0 0,11 8-7 0 0,1 1 0 0 0,-1 0-1 0 0,0 1 1 0 0,0 0-1 0 0,0 0 1 0 0,0 1-1 0 0,-1 0 1 0 0,-13 0-1 0 0,15 2-2 0 0,0 0-1 0 0,0 1 0 0 0,0 0 1 0 0,0 1-1 0 0,0 0 1 0 0,0 0-1 0 0,0 1 1 0 0,1 0-1 0 0,-1 0 0 0 0,1 1 1 0 0,0 0-1 0 0,0 1 1 0 0,1 0-1 0 0,-1 0 0 0 0,1 0 1 0 0,0 1-1 0 0,0 0 1 0 0,1 1-1 0 0,0-1 1 0 0,0 1-1 0 0,-9 14 0 0 0,4-2 0 0 0,1 1 1 0 0,0 1-1 0 0,1-1 0 0 0,2 2 0 0 0,0-1 0 0 0,1 1 0 0 0,-3 22 0 0 0,6-27 4 0 0,1-1 1 0 0,1 0-1 0 0,0 1 0 0 0,2-1 1 0 0,0 1-1 0 0,0-1 0 0 0,5 18 1 0 0,-4-25-1 0 0,0 0 0 0 0,0-1 1 0 0,1 1-1 0 0,0-1 1 0 0,1 0-1 0 0,0 0 0 0 0,0 0 1 0 0,1 0-1 0 0,0-1 1 0 0,0 0-1 0 0,1 0 0 0 0,0 0 1 0 0,0-1-1 0 0,12 10 0 0 0,-12-12 5 0 0,0-1-1 0 0,1 0 0 0 0,-1 0 0 0 0,0-1 1 0 0,1 0-1 0 0,0 0 0 0 0,-1 0 0 0 0,1-1 1 0 0,0 0-1 0 0,0 0 0 0 0,0-1 0 0 0,0 0 1 0 0,0 0-1 0 0,-1-1 0 0 0,1 1 0 0 0,0-2 1 0 0,0 1-1 0 0,0-1 0 0 0,7-2 0 0 0,2-2 64 0 0,-1 0 0 0 0,0-1 0 0 0,0 0 0 0 0,-1-1 0 0 0,0-1-1 0 0,26-20 1 0 0,-16 8 114 0 0,-1-1 0 0 0,-1-1-1 0 0,0-1 1 0 0,-2-1 0 0 0,19-30-1 0 0,-29 38-119 0 0,-1 0 0 0 0,0 0 0 0 0,-1-1 0 0 0,0 0 0 0 0,-2-1 0 0 0,0 0 0 0 0,-2 0 0 0 0,0 0 0 0 0,3-33 0 0 0,-7 40-51 0 0,0-1 0 0 0,-1 1 0 0 0,0-1 0 0 0,-1 1 0 0 0,0 0 0 0 0,-1-1 1 0 0,0 1-1 0 0,-1 0 0 0 0,-1 1 0 0 0,1-1 0 0 0,-9-12 0 0 0,9 18-13 0 0,0-1 0 0 0,0 1-1 0 0,-1 0 1 0 0,1 1 0 0 0,-1-1 0 0 0,-1 1-1 0 0,1 0 1 0 0,-1 0 0 0 0,0 1 0 0 0,0-1 0 0 0,-1 1-1 0 0,1 1 1 0 0,-1-1 0 0 0,0 1 0 0 0,0 0-1 0 0,0 1 1 0 0,0-1 0 0 0,0 2 0 0 0,-13-3-1 0 0,6 3 2 0 0,1 0-1 0 0,-1 0 0 0 0,0 2 1 0 0,1 0-1 0 0,-1 0 0 0 0,1 1 1 0 0,0 1-1 0 0,-1 0 0 0 0,1 1 1 0 0,1 0-1 0 0,-19 9 0 0 0,21-7 0 0 0,0 0 1 0 0,1 0-1 0 0,0 1 0 0 0,0 0 0 0 0,0 0 0 0 0,1 1 1 0 0,0 0-1 0 0,1 1 0 0 0,-1 0 0 0 0,2 0 1 0 0,-1 0-1 0 0,2 1 0 0 0,-1 0 0 0 0,-4 11 0 0 0,2 0 0 0 0,1 0-1 0 0,0 0 1 0 0,2 1-1 0 0,0 0 0 0 0,2 0 1 0 0,0 0-1 0 0,2 0 1 0 0,0 0-1 0 0,1 1 1 0 0,2-1-1 0 0,0 0 0 0 0,1 0 1 0 0,1 0-1 0 0,1 0 1 0 0,13 32-1 0 0,-15-46 4 0 0,1 1-1 0 0,0 0 1 0 0,1-1 0 0 0,0 0-1 0 0,0 0 1 0 0,1 0-1 0 0,0-1 1 0 0,0 0 0 0 0,1 0-1 0 0,-1 0 1 0 0,2-1 0 0 0,-1 0-1 0 0,1-1 1 0 0,0 1 0 0 0,0-1-1 0 0,0-1 1 0 0,1 0-1 0 0,-1 0 1 0 0,1 0 0 0 0,0-1-1 0 0,0-1 1 0 0,1 1 0 0 0,-1-2-1 0 0,0 1 1 0 0,1-1 0 0 0,-1 0-1 0 0,1-1 1 0 0,-1 0-1 0 0,1-1 1 0 0,11-2 0 0 0,-8 1 7 0 0,-1-1 0 0 0,1 0 1 0 0,-1-1-1 0 0,1-1 0 0 0,-1 0 0 0 0,0 0 1 0 0,-1-1-1 0 0,1-1 0 0 0,-1 0 1 0 0,-1 0-1 0 0,1-1 0 0 0,-1-1 1 0 0,-1 0-1 0 0,1 0 0 0 0,-2-1 0 0 0,1 0 1 0 0,6-11-1 0 0,-6 7 2 0 0,-1 0 0 0 0,0 0 0 0 0,-1-1 0 0 0,-1 0 0 0 0,0 0 0 0 0,-1-1 0 0 0,-1 0 0 0 0,0 0 0 0 0,-2 0 1 0 0,1 0-1 0 0,-2 0 0 0 0,0-1 0 0 0,-2-19 0 0 0,-1 17-11 0 0,0 0 0 0 0,-1 1 0 0 0,-1-1 0 0 0,-1 0 0 0 0,0 1 0 0 0,-2 0 0 0 0,0 0 0 0 0,-17-29 0 0 0,20 39-3 0 0,-1 1 0 0 0,0-1 0 0 0,-1 1 0 0 0,0 1 0 0 0,0-1 0 0 0,0 1 0 0 0,-1 0-1 0 0,0 0 1 0 0,0 0 0 0 0,0 1 0 0 0,-1 1 0 0 0,0-1 0 0 0,0 1 0 0 0,0 0 0 0 0,0 1 0 0 0,0 0 0 0 0,-1 0 0 0 0,0 1 0 0 0,1 0 0 0 0,-18-1 0 0 0,19 3-3 0 0,1 0-1 0 0,-1 0 1 0 0,1 1 0 0 0,-1 0 0 0 0,1 0 0 0 0,-1 0 0 0 0,1 1 0 0 0,0 0 0 0 0,0 0-1 0 0,0 1 1 0 0,-11 6 0 0 0,8-3 6 0 0,0 0 0 0 0,1 1-1 0 0,0 0 1 0 0,0 0 0 0 0,0 1-1 0 0,-10 14 1 0 0,3 0-2 0 0,1 1-1 0 0,0 1 1 0 0,2 0-1 0 0,-17 48 1 0 0,21-48 0 0 0,0 2 0 0 0,2-1 0 0 0,-5 49 0 0 0,9-58 4 0 0,2 0-1 0 0,0-1 1 0 0,1 1-1 0 0,0 0 0 0 0,1 0 1 0 0,1-1-1 0 0,8 25 1 0 0,-9-35-1 0 0,0 1 0 0 0,0-1 1 0 0,1 1-1 0 0,0-1 0 0 0,0 0 1 0 0,0 0-1 0 0,1 0 0 0 0,-1 0 1 0 0,1-1-1 0 0,0 0 0 0 0,1 1 1 0 0,-1-2-1 0 0,1 1 0 0 0,9 6 1 0 0,-7-7-1 0 0,0 1 1 0 0,0-2-1 0 0,1 1 1 0 0,-1-1 0 0 0,1 0-1 0 0,-1 0 1 0 0,1-1 0 0 0,-1 0-1 0 0,1-1 1 0 0,11 0 0 0 0,-3-1 3 0 0,0-1 1 0 0,0-1 0 0 0,-1 0-1 0 0,1-1 1 0 0,-1-1 0 0 0,0 0 0 0 0,0-1-1 0 0,0-1 1 0 0,-1 0 0 0 0,20-14-1 0 0,-19 10 6 0 0,0-1 0 0 0,-2 0 0 0 0,1 0 1 0 0,-2-2-1 0 0,0 1 0 0 0,0-2 0 0 0,-1 0 0 0 0,-1 0 0 0 0,-1 0 0 0 0,11-24 0 0 0,-14 26-6 0 0,-1 0 0 0 0,-1-1 0 0 0,0 0 1 0 0,0 0-1 0 0,-2 0 0 0 0,0-1 0 0 0,0 1 1 0 0,-1 0-1 0 0,-1-1 0 0 0,-1 1 0 0 0,0-1 1 0 0,0 1-1 0 0,-7-24 0 0 0,5 27-8 0 0,0 0-1 0 0,-1 0 1 0 0,-1 0-1 0 0,0 1 1 0 0,0-1-1 0 0,-1 1 1 0 0,0 0-1 0 0,-1 1 1 0 0,0-1-1 0 0,-10-9 1 0 0,13 15 0 0 0,-1 0 1 0 0,1 0 0 0 0,-1 0-1 0 0,0 1 1 0 0,0 0 0 0 0,-1 0-1 0 0,1 1 1 0 0,-1-1 0 0 0,1 1-1 0 0,-1 0 1 0 0,0 0 0 0 0,1 1-1 0 0,-1 0 1 0 0,0 0-1 0 0,0 0 1 0 0,0 1 0 0 0,0 0-1 0 0,0 0 1 0 0,0 1 0 0 0,0-1-1 0 0,-11 3 1 0 0,5 1-1 0 0,0 1-1 0 0,0-1 1 0 0,0 2-1 0 0,1 0 1 0 0,0 0 0 0 0,0 1-1 0 0,0 0 1 0 0,1 1-1 0 0,0 0 1 0 0,1 0 0 0 0,0 1-1 0 0,0 1 1 0 0,-9 11-1 0 0,5-2 0 0 0,0-1 0 0 0,0 2 0 0 0,2 0-1 0 0,1 0 1 0 0,0 1 0 0 0,-11 35 0 0 0,18-44 2 0 0,0 0 0 0 0,0 0 1 0 0,1 0-1 0 0,1 1 0 0 0,0-1 0 0 0,1 1 1 0 0,0-1-1 0 0,1 1 0 0 0,3 17 1 0 0,-3-24 2 0 0,1 0 1 0 0,0 0 0 0 0,0 0 0 0 0,0-1 0 0 0,1 1 0 0 0,0 0 0 0 0,0-1 0 0 0,0 0 0 0 0,1 1 0 0 0,-1-2 0 0 0,1 1 0 0 0,1 0 0 0 0,-1-1 0 0 0,1 1-1 0 0,-1-1 1 0 0,1-1 0 0 0,0 1 0 0 0,1-1 0 0 0,-1 1 0 0 0,9 2 0 0 0,-4-2 4 0 0,-1-1-1 0 0,1 0 0 0 0,0-1 1 0 0,0 0-1 0 0,0 0 1 0 0,0-1-1 0 0,0-1 1 0 0,0 0-1 0 0,0 0 1 0 0,0-1-1 0 0,0 0 1 0 0,0-1-1 0 0,0 0 1 0 0,-1 0-1 0 0,1-1 1 0 0,-1 0-1 0 0,1-1 1 0 0,-1 0-1 0 0,0-1 1 0 0,15-10-1 0 0,-14 8 3 0 0,0 0 0 0 0,-1 0 1 0 0,0-1-1 0 0,0-1 0 0 0,-1 0 0 0 0,0 0 0 0 0,0 0 0 0 0,-1-1 1 0 0,-1 0-1 0 0,1 0 0 0 0,-2-1 0 0 0,0 1 0 0 0,0-1 0 0 0,0-1 1 0 0,-2 1-1 0 0,1-1 0 0 0,1-13 0 0 0,-3 10-10 0 0,-1 0-1 0 0,-1 0 1 0 0,0 1-1 0 0,-1-1 1 0 0,-1 0 0 0 0,0 0-1 0 0,-6-19 1 0 0,6 27 0 0 0,0 0 1 0 0,0 1-1 0 0,-1-1 0 0 0,0 0 1 0 0,0 1-1 0 0,-1 0 0 0 0,1 0 1 0 0,-1 0-1 0 0,-1 0 1 0 0,1 0-1 0 0,-1 1 0 0 0,0 0 1 0 0,0 0-1 0 0,-1 0 1 0 0,1 1-1 0 0,-12-7 0 0 0,16 10-70 0 0,-1 0 0 0 0,0 0-1 0 0,0 0 1 0 0,0 1-1 0 0,1-1 1 0 0,-1 1 0 0 0,0-1-1 0 0,0 1 1 0 0,0 0-1 0 0,0 0 1 0 0,0 0 0 0 0,0 0-1 0 0,0 0 1 0 0,0 0-1 0 0,0 1 1 0 0,0-1 0 0 0,0 1-1 0 0,0-1 1 0 0,0 1-1 0 0,1-1 1 0 0,-1 1 0 0 0,0 0-1 0 0,0 0 1 0 0,1 0-1 0 0,-1 0 1 0 0,0 0 0 0 0,1 1-1 0 0,-1-1 1 0 0,-1 2-1 0 0,0 1-192 0 0,0 0-1 0 0,1-1 0 0 0,-1 1 0 0 0,1 0 1 0 0,-1 0-1 0 0,1 0 0 0 0,1 0 0 0 0,-1 1 1 0 0,1-1-1 0 0,-1 1 0 0 0,0 4 0 0 0,0 8-1980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56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44 1500 0 0,'0'0'2128'0'0,"-14"3"1924"0"0,13-3-4116 0 0,-17 0 2121 0 0,18 0-2084 0 0,-1 0 0 0 0,1 0-1 0 0,0 0 1 0 0,0 0-1 0 0,-1 0 1 0 0,1 0-1 0 0,0 0 1 0 0,-1 0-1 0 0,1 0 1 0 0,0 0-1 0 0,0 0 1 0 0,-1 0-1 0 0,1 0 1 0 0,0 0-1 0 0,-1 0 1 0 0,1-1-1 0 0,0 1 1 0 0,0 0-1 0 0,-1 0 1 0 0,1 0-1 0 0,0-1 1 0 0,0 1-1 0 0,0 0 1 0 0,-1 0-1 0 0,1 0 1 0 0,0-1-1 0 0,0 1 1 0 0,0 0-1 0 0,0 0 1 0 0,0-1-1 0 0,-1 1 1 0 0,1 0-1 0 0,0 0 1 0 0,0-1-1 0 0,0 1 1 0 0,0 0-1 0 0,0-1 1 0 0,0 1-1 0 0,0 0 1 0 0,0 0-1 0 0,0-1 1 0 0,0 1-1 0 0,0 0 1 0 0,0-1-1 0 0,0 1 1 0 0,0 0-1 0 0,0 0 1 0 0,0-1-1 0 0,0 1 1 0 0,1 0-1 0 0,-1-1 1 0 0,0 1-1 0 0,0 0 1 0 0,0 0-1 0 0,0 0 1 0 0,1-1-1 0 0,-1 1 1 0 0,0 0 0 0 0,0 0-1 0 0,0-1 1 0 0,1 1-1 0 0,-1 0 1 0 0,1 0-1 0 0,21-21-3251 0 0,-10 8 1048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56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 1156 0 0,'0'0'866'0'0,"6"-9"1540"0"0,-6 9-2405 0 0,0 0 1 0 0,-1 0-1 0 0,1 0 1 0 0,0 0 0 0 0,0 0-1 0 0,0 0 1 0 0,0 0-1 0 0,0 0 1 0 0,0 0-1 0 0,0 0 1 0 0,0 0-1 0 0,0 0 1 0 0,0 0 0 0 0,-1 0-1 0 0,1 0 1 0 0,0 0-1 0 0,0 0 1 0 0,0 0-1 0 0,0 0 1 0 0,0 0 0 0 0,0 0-1 0 0,0 0 1 0 0,0 0-1 0 0,0 0 1 0 0,0 0-1 0 0,0 0 1 0 0,0 0-1 0 0,0 0 1 0 0,0-1 0 0 0,0 1-1 0 0,-1 0 1 0 0,1 0-1 0 0,0 0 1 0 0,0 0-1 0 0,0 0 1 0 0,0 0-1 0 0,0 0 1 0 0,0 0 0 0 0,0 0-1 0 0,0 0 1 0 0,0-1-1 0 0,-11 13-1027 0 0,-2 0-103 0 0,1-3 351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7:56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19 224 0 0,'0'0'132'0'0,"6"-10"-260"0"0,0 1 48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04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75 996 0 0,'-8'-27'8671'0'0,"4"10"-4887"0"0,0-13 1505 0 0,1 39-5034 0 0,1 1 1 0 0,0 0-1 0 0,0 0 1 0 0,1 0 0 0 0,0 0-1 0 0,1 14 1 0 0,-2 14 228 0 0,-22 247 648 0 0,19-216-1001 0 0,5-68-109 0 0,0 1-16 0 0,0-1-3 0 0,0 0 0 0 0,0 0 0 0 0,0 1 0 0 0,0-1 1 0 0,0 0-1 0 0,0 0 0 0 0,0 0 0 0 0,1 1 0 0 0,-1-1 1 0 0,0 0-1 0 0,1 0 0 0 0,-1 0 0 0 0,1 0 0 0 0,-1 1 1 0 0,1-1-1 0 0,1 1 0 0 0,6-1-6 0 0,1 0-1 0 0,-1-1 1 0 0,1 0-1 0 0,0 0 1 0 0,-1-1-1 0 0,1 0 1 0 0,-1-1-1 0 0,15-4 1 0 0,69-26 1 0 0,-79 26 6 0 0,7-1 5 0 0,-1-1 0 0 0,0-2 0 0 0,27-17 0 0 0,-41 23-8 0 0,0 1 1 0 0,0-2-1 0 0,-1 1 1 0 0,1 0-1 0 0,-1-1 1 0 0,0 0-1 0 0,-1 0 0 0 0,1 0 1 0 0,-1 0-1 0 0,0 0 1 0 0,0-1-1 0 0,0 0 1 0 0,-1 1-1 0 0,0-1 0 0 0,0 0 1 0 0,1-9-1 0 0,-1-2 46 0 0,-1 1-1 0 0,-1-32 1 0 0,-1 15 811 0 0,1 31-704 0 0,-4-16 403 0 0,1 67-119 0 0,5 91 1 0 0,1-38-168 0 0,-2-47-506 0 0,2 0 0 0 0,12 62 1 0 0,-5-69-3920 0 0,3-2-3706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06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29 255 268 0 0,'0'-3'1754'0'0,"4"-161"10907"0"0,-5 115-8836 0 0,1 47-3520 0 0,-3-30 2291 0 0,3 31-2590 0 0,0 1 0 0 0,0 0 0 0 0,0 0 0 0 0,0 0 0 0 0,0 0 0 0 0,0 0 0 0 0,0 0 0 0 0,0 0 0 0 0,0 0 0 0 0,0-1 0 0 0,0 1 0 0 0,0 0 0 0 0,0 0 1 0 0,0 0-1 0 0,0 0 0 0 0,0 0 0 0 0,0 0 0 0 0,0-1 0 0 0,0 1 0 0 0,0 0 0 0 0,0 0 0 0 0,0 0 0 0 0,0 0 0 0 0,0 0 0 0 0,0 0 0 0 0,0 0 0 0 0,0 0 0 0 0,0-1 0 0 0,0 1 1 0 0,0 0-1 0 0,0 0 0 0 0,0 0 0 0 0,-1 0 0 0 0,1 0 0 0 0,0 0 0 0 0,0 0 0 0 0,0 0 0 0 0,0 0 0 0 0,0 0 0 0 0,0-1 0 0 0,0 1 0 0 0,0 0 0 0 0,0 0 0 0 0,-1 0 0 0 0,1 0 0 0 0,0 0 1 0 0,0 0-1 0 0,0 0 0 0 0,0 0 0 0 0,0 0 0 0 0,0 0 0 0 0,0 0 0 0 0,-1 0 0 0 0,1 0 0 0 0,0 0 0 0 0,0 0 0 0 0,0 0 0 0 0,0 0 0 0 0,0 0 0 0 0,0 0 0 0 0,0 0 0 0 0,-1 1 1 0 0,1-1-1 0 0,-4 10 66 0 0,-1 20-86 0 0,0 23-374 0 0,-6 127 1282 0 0,13-89-2742 0 0,8-4-4156 0 0,-5-64 1187 0 0,2-1-2471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07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48 820 0 0,'-33'-15'11831'0'0,"2"6"-7282"0"0,29 9-3791 0 0,-8-4-424 0 0,27 0-326 0 0,-1 1 0 0 0,1 1 1 0 0,17 0-1 0 0,7-2-79 0 0,47-1-5198 0 0,-75 8-132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07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117 132 552 0 0,'-34'18'6052'0'0,"-45"20"2729"0"0,75-34-7821 0 0,14-3-755 0 0,18-3-175 0 0,224-53 70 0 0,101-19-2584 0 0,-92 26-4330 0 0,-189 34 1836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08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99 2392 0 0,'-2'-14'8304'0'0,"1"8"-7128"0"0,-1 0-1 0 0,1 0 1 0 0,-1 0 0 0 0,0 0 0 0 0,-1 1 0 0 0,0-1 0 0 0,-6-9 0 0 0,8 13-819 0 0,0 0-196 0 0,-1 1-1 0 0,1-1 1 0 0,-1 0 0 0 0,1 1 0 0 0,0-1-1 0 0,0 0 1 0 0,0 0 0 0 0,0 0 0 0 0,-1-4-1 0 0,14 4-156 0 0,1 1 0 0 0,0 0-1 0 0,0 1 1 0 0,0 0 0 0 0,23 3 0 0 0,-6 0-19 0 0,131-2-50 0 0,-107-1 55 0 0,8 3 21 0 0,-59-3-32 0 0,-7 20 33 0 0,-3-8-13 0 0,-2 1 1 0 0,1-2-1 0 0,-1 1 1 0 0,-1-1-1 0 0,0 0 1 0 0,-1-1-1 0 0,-13 10 1 0 0,-5 7-18 0 0,-81 70-74 0 0,-20 19 133 0 0,118-104-21 0 0,6-8-17 0 0,1 1 0 0 0,1 0 0 0 0,-1 0 0 0 0,0 0 0 0 0,1 0 0 0 0,0 1 1 0 0,1 0-1 0 0,-7 11 0 0 0,10-16 3 0 0,0 0 1 0 0,0 0 0 0 0,0 0 0 0 0,0 0 0 0 0,0 0-1 0 0,0 0 1 0 0,0 0 0 0 0,1 0 0 0 0,-1 0-1 0 0,0 0 1 0 0,0 0 0 0 0,1 0 0 0 0,-1 0 0 0 0,1 0-1 0 0,-1 0 1 0 0,1-1 0 0 0,-1 1 0 0 0,1 0-1 0 0,-1 0 1 0 0,1 0 0 0 0,0-1 0 0 0,0 1 0 0 0,-1 0-1 0 0,1 0 1 0 0,0-1 0 0 0,0 1 0 0 0,0-1 0 0 0,0 1-1 0 0,0-1 1 0 0,0 1 0 0 0,-1-1 0 0 0,1 0-1 0 0,0 1 1 0 0,0-1 0 0 0,0 0 0 0 0,0 0 0 0 0,2 0-1 0 0,6 3 30 0 0,1-2-1 0 0,-1 0 0 0 0,10 1 1 0 0,-11-2-2 0 0,79 4 74 0 0,1-5-1 0 0,90-12 0 0 0,-118 8-44 0 0,10-4 46 0 0,-42 6-961 0 0,-26 3 257 0 0,9-2-2936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09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7 504 0 0,'-196'112'17302'0'0,"194"-111"-16944"0"0,-3 6 1147 0 0,22-8-1113 0 0,0-1 0 0 0,18-4 0 0 0,9-2-94 0 0,851-86 712 0 0,-811 82-1425 0 0,-58 8-3368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10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17 2700 0 0,'-8'13'19000'0'0,"7"-11"-18394"0"0,6 0-588 0 0,-1-1-1 0 0,1 0 1 0 0,0-1-1 0 0,-1 1 1 0 0,1-1-1 0 0,-1 0 1 0 0,1 0-1 0 0,0 0 1 0 0,-1 0 0 0 0,1-1-1 0 0,0 0 1 0 0,5-2-1 0 0,18-1 33 0 0,229-18 236 0 0,-254 21-255 0 0,0 1 20 0 0,26-3 88 0 0,-26 3-95 0 0,14-1 1660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1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175 103 1984 0 0,'-13'-33'12514'0'0,"11"22"-10953"0"0,2 11-1532 0 0,0-1 1 0 0,-1 1-1 0 0,1-1 1 0 0,0 1 0 0 0,0-1-1 0 0,-1 1 1 0 0,1-1-1 0 0,0 0 1 0 0,0 1 0 0 0,0-1-1 0 0,0 1 1 0 0,0-1-1 0 0,0 0 1 0 0,0 1 0 0 0,0-1-1 0 0,0 1 1 0 0,0-1-1 0 0,0 0 1 0 0,1 1 0 0 0,-1-1-1 0 0,0 1 1 0 0,0-1 0 0 0,0 1-1 0 0,1-1 1 0 0,-1 1-1 0 0,0-1 1 0 0,1 0 0 0 0,4-4-4 0 0,1 1 1 0 0,-1 0-1 0 0,1 0 1 0 0,0 0-1 0 0,-1 1 1 0 0,2 0 0 0 0,-1 0-1 0 0,0 1 1 0 0,1-1-1 0 0,-1 1 1 0 0,1 1 0 0 0,-1-1-1 0 0,1 1 1 0 0,0 0-1 0 0,0 1 1 0 0,0 0-1 0 0,-1 0 1 0 0,1 0 0 0 0,0 1-1 0 0,0 0 1 0 0,-1 0-1 0 0,1 0 1 0 0,0 1 0 0 0,-1 0-1 0 0,1 1 1 0 0,-1 0-1 0 0,0-1 1 0 0,0 2 0 0 0,0-1-1 0 0,0 1 1 0 0,6 5-1 0 0,-10-6-7 0 0,1 0 0 0 0,-1 0 0 0 0,0 0 0 0 0,0 0 0 0 0,0 0 0 0 0,-1 0 0 0 0,1 0 0 0 0,-1 1 0 0 0,0-1 0 0 0,0 1 0 0 0,0-1 0 0 0,0 1 0 0 0,-1-1 0 0 0,1 1 0 0 0,-1 0 0 0 0,0-1-1 0 0,0 1 1 0 0,0 0 0 0 0,0-1 0 0 0,-1 1 0 0 0,0-1 0 0 0,-1 5 0 0 0,-1 7 147 0 0,-2 0 0 0 0,0-1-1 0 0,-13 25 1 0 0,-1-4 119 0 0,-3-1 0 0 0,-30 38 1 0 0,34-49-69 0 0,17-22-171 0 0,1 0-40 0 0,0-1-1 0 0,0 0 0 0 0,0 0 1 0 0,0 1-1 0 0,0-1 0 0 0,1 0 0 0 0,-1 0 1 0 0,0 1-1 0 0,0-1 0 0 0,0 0 0 0 0,0 0 1 0 0,0 1-1 0 0,1-1 0 0 0,-1 0 0 0 0,0 0 1 0 0,0 0-1 0 0,0 1 0 0 0,1-1 0 0 0,-1 0 1 0 0,0 0-1 0 0,0 0 0 0 0,1 0 0 0 0,-1 0 1 0 0,0 0-1 0 0,0 1 0 0 0,1-1 1 0 0,-1 0-1 0 0,0 0 0 0 0,1 0 0 0 0,-1 0 1 0 0,0 0-1 0 0,0 0 0 0 0,1 0 0 0 0,-1 0 1 0 0,0 0-1 0 0,0 0 0 0 0,1 0 0 0 0,-1 0 1 0 0,0-1-1 0 0,1 1 0 0 0,-1 0 0 0 0,0 0 1 0 0,0 0-1 0 0,1 0 0 0 0,23-4 66 0 0,0 0-22 0 0,-13 4-37 0 0,0 1 0 0 0,0 0 0 0 0,0 0 0 0 0,0 1 0 0 0,0 1 0 0 0,0 0 0 0 0,-1 0 1 0 0,1 1-1 0 0,-1 0 0 0 0,0 1 0 0 0,0 0 0 0 0,13 10 0 0 0,-10-5 79 0 0,0 1 0 0 0,-1 1 1 0 0,0 0-1 0 0,0 0 0 0 0,-2 1 0 0 0,14 21 1 0 0,-20-28 152 0 0,0 1 1 0 0,0-1 0 0 0,-1 1 0 0 0,0-1 0 0 0,0 1-1 0 0,-1 0 1 0 0,1 0 0 0 0,-2 1 0 0 0,1-1-1 0 0,-1 0 1 0 0,0 1 0 0 0,0-1 0 0 0,-1 0 0 0 0,-1 15-1 0 0,-1-16 2 0 0,1 0 0 0 0,-1 0-1 0 0,1-1 1 0 0,-1 1 0 0 0,-1-1 0 0 0,1 1-1 0 0,-1-1 1 0 0,0 0 0 0 0,0 0-1 0 0,-1 0 1 0 0,0 0 0 0 0,1-1-1 0 0,-2 0 1 0 0,1 0 0 0 0,0 0-1 0 0,-1 0 1 0 0,0 0 0 0 0,1-1-1 0 0,-8 4 1 0 0,1-1-40 0 0,0-1-1 0 0,-1 0 1 0 0,0-1 0 0 0,0 0-1 0 0,0-1 1 0 0,0 0 0 0 0,0-1-1 0 0,-1 0 1 0 0,1-1 0 0 0,-18-1-1 0 0,-11-2-928 0 0,-75-16-1 0 0,-14 0-10327 0 0,96 16 4430 0 0,-4 2-3812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15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8 0 0,'0'0'10413'0'0,"-2"0"-10054"0"0,-11 0 1750 0 0,16 1-2101 0 0,4 2-4 0 0,47-2-6 0 0,-40-1-6 0 0,38-2-456 0 0,-1 0-1799 0 0,-16 4-2882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16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21 892 0 0,'-2'1'1828'0'0,"-30"29"5946"0"0,59-29-6973 0 0,115-30-555 0 0,-47 10-5682 0 0,-74 14 1735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18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28 628 0 0,'0'0'2092'0'0,"-15"-25"5382"0"0,14 22-7390 0 0,-1 3-45 0 0,-11 0 739 0 0,14 27-640 0 0,2 29 377 0 0,-2-1-1 0 0,-13 105 1 0 0,8-116-425 0 0,-14 124 1447 0 0,18-166-537 0 0,0 7 132 0 0,30-103-437 0 0,35-98-377 0 0,-65 192-325 0 0,0-1-1 0 0,1 1 1 0 0,-1-1 0 0 0,0 0 0 0 0,0 1-1 0 0,0-1 1 0 0,1 1 0 0 0,-1-1-1 0 0,0 1 1 0 0,0-1 0 0 0,1 1 0 0 0,-1-1-1 0 0,0 1 1 0 0,1 0 0 0 0,-1-1-1 0 0,1 1 1 0 0,-1-1 0 0 0,0 1 0 0 0,1 0-1 0 0,-1-1 1 0 0,1 1 0 0 0,-1 0-1 0 0,1-1 1 0 0,-1 1 0 0 0,1 0 0 0 0,0 0-1 0 0,-1 0 1 0 0,2-1 0 0 0,-1 2 0 0 0,-1-1 1 0 0,1 1-1 0 0,0-1 1 0 0,0 1-1 0 0,-1-1 1 0 0,1 1 0 0 0,0-1-1 0 0,-1 1 1 0 0,1-1-1 0 0,-1 1 1 0 0,1 0-1 0 0,-1 0 1 0 0,1-1-1 0 0,-1 1 1 0 0,1 0-1 0 0,-1 1 1 0 0,13 34-75 0 0,-7-1 83 0 0,1 38 0 0 0,1 10-2 0 0,-8-80-28 0 0,3 19 277 0 0,1-17 38 0 0,2-11 61 0 0,11-28-186 0 0,21-66 0 0 0,11-23 43 0 0,-41 106-184 0 0,-5 9-32 0 0,1-1 1 0 0,1 1-1 0 0,-1-1 1 0 0,1 1-1 0 0,1 1 1 0 0,-1-1-1 0 0,1 1 1 0 0,12-11-1 0 0,-17 17 10 0 0,0 1 0 0 0,0-1 0 0 0,0 1 0 0 0,0-1 0 0 0,0 1-1 0 0,0 0 1 0 0,1-1 0 0 0,-1 1 0 0 0,0 0 0 0 0,0 0-1 0 0,0 0 1 0 0,0 0 0 0 0,1 0 0 0 0,-1 0 0 0 0,0 0 0 0 0,0 0-1 0 0,0 0 1 0 0,0 1 0 0 0,1-1 0 0 0,-1 0 0 0 0,0 1 0 0 0,0-1-1 0 0,0 1 1 0 0,0-1 0 0 0,0 1 0 0 0,0-1 0 0 0,1 2 0 0 0,1 0 5 0 0,-1 0 0 0 0,1 0 1 0 0,-1 0-1 0 0,0 0 0 0 0,0 1 1 0 0,0-1-1 0 0,0 1 0 0 0,0 0 1 0 0,2 2-1 0 0,-1 3-14 0 0,0 0 1 0 0,0 0-1 0 0,-1 1 0 0 0,1-1 0 0 0,-2 1 1 0 0,0-1-1 0 0,0 1 0 0 0,0-1 1 0 0,-1 11-1 0 0,-2 12-208 0 0,-8 38 1 0 0,2-15-1262 0 0,6-35 480 0 0,-5 47-6677 0 0,6-48 2293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18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13 1456 0 0,'-9'-10'5106'0'0,"9"9"-4741"0"0,-1 1 0 0 0,-2-1 0 0 0,0 3-231 0 0,0 1 0 0 0,0-1 0 0 0,0 1 0 0 0,0 0 0 0 0,1 0 1 0 0,-1 1-1 0 0,1-1 0 0 0,0 0 0 0 0,0 1 0 0 0,0-1 0 0 0,0 1 0 0 0,0 0 1 0 0,-1 6-1 0 0,-16 58 784 0 0,17-63-861 0 0,-7 34 244 0 0,-24 116 280 0 0,31-136-544 0 0,0 1-1 0 0,1-1 1 0 0,1 0-1 0 0,1 1 1 0 0,0-1-1 0 0,5 21 1 0 0,-5-36-71 0 0,0 1 1 0 0,1 0 0 0 0,-1-1 0 0 0,1 0-1 0 0,0 1 1 0 0,0-1 0 0 0,0 0 0 0 0,0 0-1 0 0,1 0 1 0 0,0 0 0 0 0,-1-1 0 0 0,1 1-1 0 0,1-1 1 0 0,-1 0 0 0 0,1 1 0 0 0,-1-1-1 0 0,1-1 1 0 0,0 1 0 0 0,0-1 0 0 0,0 1-1 0 0,8 2 1 0 0,-7-4-395 0 0,-1 1 0 0 0,1-1 0 0 0,0 0 0 0 0,1-1 0 0 0,-1 1 0 0 0,0-1 0 0 0,0 0 0 0 0,0-1 0 0 0,0 1 0 0 0,0-1 0 0 0,0 0 0 0 0,0 0 0 0 0,5-2 0 0 0,5-4-2092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1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53 548 0 0,'-1'-5'1615'0'0,"0"-2"119"0"0,-1 0 0 0 0,1 0 0 0 0,-6-13 0 0 0,7 19-1671 0 0,0 1 0 0 0,-1-1-1 0 0,1 1 1 0 0,0-1-1 0 0,-1 1 1 0 0,1-1-1 0 0,-1 1 1 0 0,1 0-1 0 0,-1-1 1 0 0,1 1-1 0 0,-1 0 1 0 0,1 0-1 0 0,-1-1 1 0 0,1 1-1 0 0,-1 0 1 0 0,1 0-1 0 0,-1 0 1 0 0,1-1-1 0 0,-1 1 1 0 0,0 0-1 0 0,1 0 1 0 0,-1 0-1 0 0,1 0 1 0 0,-1 0-1 0 0,0 0 1 0 0,1 0-1 0 0,-1 0 1 0 0,1 0-1 0 0,-1 1 1 0 0,1-1-1 0 0,-1 0 1 0 0,1 0-1 0 0,-2 1 1 0 0,-15 7 904 0 0,14-6-921 0 0,0-1-1 0 0,1 1 0 0 0,-1 0 0 0 0,1 0 1 0 0,-1 0-1 0 0,1 0 0 0 0,0 1 0 0 0,0-1 1 0 0,0 1-1 0 0,0-1 0 0 0,1 1 0 0 0,-1 0 0 0 0,1-1 1 0 0,-1 1-1 0 0,1 0 0 0 0,0 0 0 0 0,0 0 1 0 0,0 0-1 0 0,1 0 0 0 0,-1 0 0 0 0,1 0 1 0 0,-1 1-1 0 0,1-1 0 0 0,0 0 0 0 0,1 0 1 0 0,-1 0-1 0 0,0 0 0 0 0,1 0 0 0 0,-1 0 0 0 0,1 0 1 0 0,0 0-1 0 0,0 0 0 0 0,1 0 0 0 0,1 3 1 0 0,1 4-26 0 0,2-1 0 0 0,-1 0 0 0 0,1 0 1 0 0,1-1-1 0 0,-1 0 0 0 0,1 0 0 0 0,1 0 1 0 0,14 11-1 0 0,67 61 109 0 0,-87-78-85 0 0,-1-1-1 0 0,1 1 1 0 0,-1-1-1 0 0,0 1 1 0 0,1 0-1 0 0,-1 0 0 0 0,0-1 1 0 0,0 1-1 0 0,-1 0 1 0 0,1 0-1 0 0,0 0 1 0 0,0 0-1 0 0,-1 0 1 0 0,0 0-1 0 0,1 0 1 0 0,-1 0-1 0 0,0 0 0 0 0,0 1 1 0 0,0 2-1 0 0,-1-2 49 0 0,1 1 1 0 0,-1-1-1 0 0,0 1 0 0 0,-1-1 0 0 0,1 0 0 0 0,-1 0 0 0 0,1 1 0 0 0,-1-1 0 0 0,0 0 0 0 0,-4 4 1 0 0,-1 1 48 0 0,0 0 0 0 0,-1-1 1 0 0,-1 0-1 0 0,1 0 0 0 0,-1-1 1 0 0,-11 7-1 0 0,-18 8 5 0 0,36-20-237 0 0,-6 3-556 0 0,33-27-9249 0 0,-11 14 5829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38 360 0 0,'0'-2'467'0'0,"1"-1"201"0"0,-1 1-1 0 0,0-1 1 0 0,-1 1-1 0 0,1-1 1 0 0,0 0-1 0 0,-1 1 1 0 0,-1-5-1 0 0,2 6-531 0 0,-1 1-1 0 0,1-1 0 0 0,-1 0 0 0 0,0 0 1 0 0,1 1-1 0 0,-1-1 0 0 0,0 0 1 0 0,1 1-1 0 0,-1-1 0 0 0,0 1 1 0 0,0-1-1 0 0,1 1 0 0 0,-1-1 1 0 0,0 1-1 0 0,0 0 0 0 0,0-1 1 0 0,0 1-1 0 0,0 0 0 0 0,0-1 1 0 0,0 1-1 0 0,0 0 0 0 0,0 0 1 0 0,1 0-1 0 0,-1 0 0 0 0,-2 0 1 0 0,-5 1 113 0 0,0 0 1 0 0,1 1-1 0 0,-1 0 1 0 0,1 0-1 0 0,-1 1 1 0 0,1-1 0 0 0,0 2-1 0 0,0-1 1 0 0,0 1-1 0 0,0 0 1 0 0,0 0 0 0 0,-6 6-1 0 0,1 0-52 0 0,0 1 0 0 0,0-1 0 0 0,1 2 0 0 0,1 0 0 0 0,-12 16 0 0 0,19-23-173 0 0,0 0 0 0 0,0 0-1 0 0,1 0 1 0 0,-1 0 0 0 0,1 0 0 0 0,0 0 0 0 0,1 0-1 0 0,0 1 1 0 0,-1-1 0 0 0,2 1 0 0 0,-1-1-1 0 0,0 1 1 0 0,1-1 0 0 0,1 7 0 0 0,-1-8-16 0 0,1-1 0 0 0,0 0 0 0 0,0 1 0 0 0,0-1-1 0 0,0 0 1 0 0,0 0 0 0 0,1 1 0 0 0,0-1 0 0 0,-1 0 0 0 0,1-1 0 0 0,0 1 0 0 0,0 0 0 0 0,1 0 0 0 0,-1-1 0 0 0,1 1-1 0 0,-1-1 1 0 0,1 0 0 0 0,0 0 0 0 0,0 0 0 0 0,0 0 0 0 0,0 0 0 0 0,0-1 0 0 0,3 2 0 0 0,-2-2-1 0 0,-1 0 0 0 0,0 0 1 0 0,0 0-1 0 0,1 0 0 0 0,-1-1 0 0 0,1 0 1 0 0,-1 1-1 0 0,1-1 0 0 0,-1 0 0 0 0,0-1 1 0 0,1 1-1 0 0,-1-1 0 0 0,1 1 1 0 0,-1-1-1 0 0,0 0 0 0 0,0 0 0 0 0,1 0 1 0 0,-1-1-1 0 0,0 1 0 0 0,0-1 1 0 0,0 0-1 0 0,0 0 0 0 0,2-2 0 0 0,0-1-2 0 0,1 1-1 0 0,-1-1 1 0 0,0-1 0 0 0,-1 1-1 0 0,1-1 1 0 0,-1 1-1 0 0,0-1 1 0 0,-1-1-1 0 0,6-11 1 0 0,-2 1-19 0 0,-3 9 148 0 0,-1-1 0 0 0,1 1 0 0 0,-1-1 0 0 0,-1 0 0 0 0,0 0-1 0 0,0 0 1 0 0,0-11 0 0 0,-17 36-31 0 0,12-10-95 0 0,1 1-1 0 0,-1-1 1 0 0,1 1-1 0 0,0-1 1 0 0,1 1-1 0 0,-1 0 1 0 0,1 0-1 0 0,1 0 1 0 0,-1-1-1 0 0,1 1 0 0 0,0 0 1 0 0,1 0-1 0 0,2 14 1 0 0,-2-17-7 0 0,0 0-1 0 0,1 0 1 0 0,-1 0 0 0 0,1 0 0 0 0,0 0-1 0 0,0-1 1 0 0,0 1 0 0 0,0-1 0 0 0,1 1-1 0 0,0-1 1 0 0,-1 0 0 0 0,1 0 0 0 0,0 0 0 0 0,1 0-1 0 0,-1 0 1 0 0,0-1 0 0 0,1 1 0 0 0,-1-1-1 0 0,1 0 1 0 0,0 0 0 0 0,0 0 0 0 0,7 2-1 0 0,-7-4-46 0 0,1 1 0 0 0,-1-1 0 0 0,0 1 0 0 0,0-1 0 0 0,1 0 0 0 0,-1-1 0 0 0,0 1 0 0 0,0-1-1 0 0,0 1 1 0 0,1-1 0 0 0,-1-1 0 0 0,0 1 0 0 0,0-1 0 0 0,-1 1 0 0 0,1-1 0 0 0,0 0-1 0 0,0 0 1 0 0,-1-1 0 0 0,1 1 0 0 0,-1-1 0 0 0,0 0 0 0 0,0 0 0 0 0,0 0 0 0 0,3-4 0 0 0,1-1-28 0 0,0-1 1 0 0,0 0 0 0 0,-1-1-1 0 0,0 1 1 0 0,-1-1 0 0 0,0 0-1 0 0,6-20 1 0 0,8-39 288 0 0,-19 67-201 0 0,1 1 0 0 0,-1-1 0 0 0,1 1-1 0 0,-1-1 1 0 0,0 1 0 0 0,0-1 0 0 0,1 1-1 0 0,-1-1 1 0 0,0 1 0 0 0,0-1 0 0 0,-1 1-1 0 0,1-1 1 0 0,-1-2 0 0 0,1 4-13 0 0,0 0 1 0 0,0 0-1 0 0,0 0 1 0 0,0 0-1 0 0,0 0 0 0 0,0 0 1 0 0,0 0-1 0 0,0-1 1 0 0,0 1-1 0 0,0 0 1 0 0,0 0-1 0 0,-1 0 1 0 0,1 0-1 0 0,0 0 1 0 0,0 0-1 0 0,0 0 0 0 0,0 0 1 0 0,0 0-1 0 0,0 0 1 0 0,0 0-1 0 0,-1 0 1 0 0,1 0-1 0 0,0 0 1 0 0,0-1-1 0 0,0 1 0 0 0,0 0 1 0 0,0 0-1 0 0,0 0 1 0 0,-1 0-1 0 0,1 0 1 0 0,0 0-1 0 0,0 1 1 0 0,0-1-1 0 0,0 0 1 0 0,0 0-1 0 0,0 0 0 0 0,-1 0 1 0 0,1 0-1 0 0,0 0 1 0 0,0 0-1 0 0,0 0 1 0 0,0 0-1 0 0,0 0 1 0 0,0 0-1 0 0,0 0 0 0 0,-1 0 1 0 0,1 0-1 0 0,0 1 1 0 0,-9 14 34 0 0,-5 33 17 0 0,13-44-40 0 0,0-1-1 0 0,0 1 0 0 0,1 0 0 0 0,0 0 1 0 0,0 0-1 0 0,0 0 0 0 0,0 0 0 0 0,0-1 1 0 0,1 1-1 0 0,0 0 0 0 0,0 0 1 0 0,0-1-1 0 0,3 8 0 0 0,-3-9-1 0 0,0 0 1 0 0,1 0-1 0 0,-1-1 0 0 0,1 1 1 0 0,-1 0-1 0 0,1 0 0 0 0,0-1 1 0 0,0 1-1 0 0,0-1 0 0 0,0 0 1 0 0,0 1-1 0 0,0-1 0 0 0,0 0 1 0 0,0 0-1 0 0,0 0 0 0 0,1-1 1 0 0,-1 1-1 0 0,0 0 0 0 0,0-1 1 0 0,1 0-1 0 0,-1 1 0 0 0,1-1 1 0 0,-1 0-1 0 0,0 0 0 0 0,1 0 1 0 0,-1-1-1 0 0,0 1 0 0 0,1 0 1 0 0,-1-1-1 0 0,0 0 0 0 0,1 0 1 0 0,-1 1-1 0 0,0-1 0 0 0,0 0 1 0 0,0-1-1 0 0,0 1 0 0 0,0 0 1 0 0,0-1-1 0 0,3-2 0 0 0,12-12 295 0 0,-2 0-1 0 0,0-1 1 0 0,-1-1-1 0 0,17-27 0 0 0,-29 44-205 0 0,-2 1-96 0 0,1 0 1 0 0,-1 0 0 0 0,1 0 0 0 0,-1 1 0 0 0,1-1 0 0 0,-1 0 0 0 0,1 1 0 0 0,-1-1 0 0 0,1 0 0 0 0,-1 1-1 0 0,1-1 1 0 0,-1 1 0 0 0,0-1 0 0 0,1 0 0 0 0,-1 1 0 0 0,1-1 0 0 0,-1 1 0 0 0,0-1 0 0 0,1 2 0 0 0,1 23 187 0 0,-1-1 1 0 0,-1 1-1 0 0,-1 0 1 0 0,-1 0-1 0 0,-7 32 1 0 0,3-10 198 0 0,-35 206 1279 0 0,32-213-968 0 0,-2 0 0 0 0,-2-1 0 0 0,-1-1 0 0 0,-25 47 0 0 0,34-76-411 0 0,0-1 0 0 0,-1 1 0 0 0,0-1 0 0 0,-8 9 0 0 0,11-14-209 0 0,0-1 1 0 0,0 1-1 0 0,0-1 0 0 0,0 1 1 0 0,0-1-1 0 0,0 0 0 0 0,0 0 0 0 0,-1 0 1 0 0,1-1-1 0 0,-1 1 0 0 0,0-1 1 0 0,1 0-1 0 0,-6 1 0 0 0,6-1-89 0 0,0-1 0 0 0,-1 0 0 0 0,1-1-1 0 0,0 1 1 0 0,0-1 0 0 0,0 1 0 0 0,-1-1 0 0 0,1 0-1 0 0,0 0 1 0 0,0 0 0 0 0,0 0 0 0 0,0-1 0 0 0,1 1 0 0 0,-1-1-1 0 0,0 0 1 0 0,0 0 0 0 0,1 0 0 0 0,0 0 0 0 0,-1 0-1 0 0,1-1 1 0 0,0 1 0 0 0,0-1 0 0 0,0 1 0 0 0,0-1 0 0 0,-1-3-1 0 0,-2-2-425 0 0,1 1 1 0 0,1-1-1 0 0,-1 0 0 0 0,1 0 0 0 0,1 0 0 0 0,0-1 0 0 0,0 1 0 0 0,-1-10 0 0 0,3-4-1483 0 0,0-1 0 0 0,2 1 0 0 0,1-1-1 0 0,0 1 1 0 0,2 0 0 0 0,11-34 0 0 0,1 4-4857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0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138 116 288 0 0,'0'-10'2119'0'0,"0"-8"1301"0"0,0 0-1 0 0,1 0 1 0 0,6-31-1 0 0,-6 47-2900 0 0,2 3 87 0 0,3 2-452 0 0,0 1 0 0 0,-1 0 0 0 0,1 0 0 0 0,-1 0 0 0 0,0 0 0 0 0,0 1 0 0 0,-1 0 0 0 0,0 0 1 0 0,1 0-1 0 0,-2 1 0 0 0,1-1 0 0 0,5 12 0 0 0,5 11 304 0 0,15 41 0 0 0,-17-33-435 0 0,-1 0 1 0 0,-2 0 0 0 0,-2 1 0 0 0,-1 1 0 0 0,-2-1-1 0 0,-1 1 1 0 0,-2-1 0 0 0,-2 1 0 0 0,-1 0 0 0 0,-2-1-1 0 0,-2 1 1 0 0,-1-1 0 0 0,-18 52 0 0 0,-2-9-2321 0 0,-55 109 0 0 0,-8-20-3997 0 0,22-55-876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2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86 1516 0 0,'-1'-2'2154'0'0,"-7"-14"1555"0"0,3 4-613 0 0,-1 0 0 0 0,-1 0 0 0 0,-11-15 698 0 0,11 23-2432 0 0,18 30-805 0 0,1 0 0 0 0,1-1 0 0 0,18 25 0 0 0,57 72 1 0 0,-62-88-368 0 0,48 58-901 0 0,103 100 0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2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75 2260 0 0,'-3'-15'4809'0'0,"0"-1"0"0"0,-10-27 1673 0 0,8 46-5469 0 0,4-3-957 0 0,0 0-1 0 0,0 1 1 0 0,0-1-1 0 0,0 0 1 0 0,0 1 0 0 0,0-1-1 0 0,0 1 1 0 0,0 0-1 0 0,0-1 1 0 0,1 1-1 0 0,-1-1 1 0 0,0 1 0 0 0,-1 1-1 0 0,-106 256 5113 0 0,17-36-3407 0 0,50-123-1249 0 0,23-54 17 0 0,-29 53 0 0 0,30-62-2320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3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2452 0 0,'8'-5'3699'0'0,"18"-15"7722"0"0,-25 20-11168 0 0,0 0 0 0 0,-1-1 0 0 0,1 1 0 0 0,0-1 0 0 0,0 1 0 0 0,-1 0 0 0 0,1-1 0 0 0,0 1 0 0 0,0 0 0 0 0,0 0 0 0 0,-1 0 0 0 0,1 0 0 0 0,0 0 0 0 0,1 0 0 0 0,0 3 159 0 0,0 1 1 0 0,-1-1-1 0 0,1 1 0 0 0,-1-1 1 0 0,0 1-1 0 0,0 0 1 0 0,0 0-1 0 0,-1 0 1 0 0,1-1-1 0 0,-1 8 1 0 0,-1 47 1424 0 0,0-45-1390 0 0,-21 394 4132 0 0,18-357-4579 0 0,4-36 0 0 0,0-5-197 0 0,-1-47-13677 0 0,4 22 6918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79 3524 0 0,'-3'-1'2736'0'0,"-40"-23"9637"0"0,41 23-12145 0 0,1 1-1 0 0,0-1 1 0 0,0 1-1 0 0,0-1 1 0 0,0 0 0 0 0,0 1-1 0 0,0-1 1 0 0,0 0-1 0 0,0 1 1 0 0,0-1 0 0 0,0 0-1 0 0,1 0 1 0 0,-2-1-1 0 0,172-22 524 0 0,-79 14-1313 0 0,-82 9 78 0 0,58-7-2561 0 0,-27 8-7058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3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14 128 0 0,'-49'37'10639'0'0,"16"-12"-6408"0"0,33-24-4183 0 0,-1-1-1 0 0,1 0 1 0 0,0 1-1 0 0,-1-1 1 0 0,1 0-1 0 0,0 1 1 0 0,0-1-1 0 0,-1 1 1 0 0,1-1 0 0 0,0 0-1 0 0,0 1 1 0 0,0-1-1 0 0,-1 1 1 0 0,1-1-1 0 0,0 1 1 0 0,0-1-1 0 0,0 1 1 0 0,0-1 0 0 0,0 0-1 0 0,0 1 1 0 0,0-1-1 0 0,0 1 1 0 0,0-1-1 0 0,0 1 1 0 0,0-1 0 0 0,0 1-1 0 0,1-1 1 0 0,-1 1-1 0 0,0-1 1 0 0,0 0-1 0 0,0 1 1 0 0,1-1-1 0 0,-1 1 1 0 0,0-1 0 0 0,0 0-1 0 0,1 1 1 0 0,-1-1-1 0 0,0 1 1 0 0,1-1-1 0 0,-1 0 1 0 0,0 0-1 0 0,1 1 1 0 0,-1-1 0 0 0,1 0-1 0 0,-1 0 1 0 0,0 1-1 0 0,1-1 1 0 0,-1 0-1 0 0,1 0 1 0 0,-1 0-1 0 0,1 0 1 0 0,-1 0 0 0 0,1 1-1 0 0,-1-1 1 0 0,0 0-1 0 0,1 0 1 0 0,-1 0-1 0 0,1 0 1 0 0,-1-1-1 0 0,2 1 1 0 0,31 0 159 0 0,0-3 0 0 0,0 0 0 0 0,41-11 0 0 0,-22 5-665 0 0,108-20-3370 0 0,-54 6-2502 0 0,-52 9 623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4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90 728 0 0,'16'-31'11282'0'0,"-15"30"-11013"0"0,0 0-1 0 0,-1 0 1 0 0,1-1-1 0 0,-1 1 0 0 0,0 0 1 0 0,1-1-1 0 0,-1 1 1 0 0,0-1-1 0 0,0 1 0 0 0,0 0 1 0 0,0-1-1 0 0,0 1 1 0 0,0-1-1 0 0,0 1 1 0 0,-1 0-1 0 0,1-1 0 0 0,0 1 1 0 0,-1 0-1 0 0,1-1 1 0 0,-1 1-1 0 0,1 0 0 0 0,-1-1 1 0 0,0 1-1 0 0,-1-2 1 0 0,0 1-87 0 0,0 0 1 0 0,0 1-1 0 0,-1-1 1 0 0,1 0 0 0 0,0 1-1 0 0,-1 0 1 0 0,1-1-1 0 0,-1 1 1 0 0,0 0 0 0 0,1 0-1 0 0,-6 0 1 0 0,-5-2-61 0 0,0 1 0 0 0,-1 1 0 0 0,1 0-1 0 0,-17 2 1 0 0,22-1-99 0 0,0 1-1 0 0,-1 0 0 0 0,1 1 1 0 0,0 0-1 0 0,0 0 0 0 0,1 0 0 0 0,-1 1 1 0 0,0 0-1 0 0,1 1 0 0 0,0-1 1 0 0,0 2-1 0 0,0-1 0 0 0,-11 9 0 0 0,11-5-16 0 0,-1 0 0 0 0,1 0 0 0 0,0 0-1 0 0,1 1 1 0 0,0 0 0 0 0,0 1 0 0 0,1-1-1 0 0,1 1 1 0 0,-6 12 0 0 0,1 9-4 0 0,1 1 0 0 0,2 0 1 0 0,1 0-1 0 0,1 0 0 0 0,1 60 1 0 0,6-21-6 0 0,14 95 1 0 0,25 70 29 0 0,-23-139 78 0 0,21 162 954 0 0,12 402 0 0 0,-55 266 1177 0 0,3-919-2210 0 0,-21 343 1031 0 0,8-190-723 0 0,7-76-269 0 0,-10 227 902 0 0,16-298-899 0 0,1 0 1 0 0,0-1-1 0 0,0 1 1 0 0,2 0-1 0 0,4 17 1 0 0,-5-26-38 0 0,-1 0 0 0 0,1-1 0 0 0,0 1 0 0 0,1-1 0 0 0,-1 1 0 0 0,1-1 0 0 0,0 0 0 0 0,0 0 0 0 0,0 0 1 0 0,1 0-1 0 0,-1-1 0 0 0,1 1 0 0 0,0-1 0 0 0,0 0 0 0 0,0 0 0 0 0,0-1 0 0 0,1 1 0 0 0,4 1 0 0 0,7 2-6 0 0,0-1-1 0 0,0-1 0 0 0,1 0 1 0 0,-1-2-1 0 0,1 1 1 0 0,0-2-1 0 0,-1-1 1 0 0,1 0-1 0 0,23-3 1 0 0,-7-1-557 0 0,1-2 1 0 0,-2-2-1 0 0,57-19 1 0 0,-53 12-1317 0 0,0-1 0 0 0,52-31 0 0 0,10-22-7131 0 0,-32 16-2049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5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70 2028 0 0,'2'-26'7698'0'0,"1"6"-4022"0"0,0-3 2498 0 0,-4 47-4475 0 0,-4 28-1294 0 0,-3 42-84 0 0,8-82-299 0 0,1-1-1 0 0,-1 1 1 0 0,2-1 0 0 0,0 0 0 0 0,0 1 0 0 0,4 10-1 0 0,-5-20-11 0 0,0 1-1 0 0,1-1 0 0 0,-1 1 1 0 0,0-1-1 0 0,1 1 1 0 0,-1-1-1 0 0,1 0 0 0 0,0 1 1 0 0,0-1-1 0 0,0 0 0 0 0,0 0 1 0 0,0 0-1 0 0,0-1 1 0 0,1 1-1 0 0,-1-1 0 0 0,1 1 1 0 0,-1-1-1 0 0,1 0 0 0 0,-1 1 1 0 0,1-1-1 0 0,0-1 0 0 0,-1 1 1 0 0,1 0-1 0 0,0-1 1 0 0,3 1-1 0 0,3-1 16 0 0,-1 1 1 0 0,0-2-1 0 0,1 1 0 0 0,-1-2 0 0 0,0 1 1 0 0,1-1-1 0 0,10-3 0 0 0,-5-1-34 0 0,-1 1 0 0 0,1-2 0 0 0,-1 0 0 0 0,0 0-1 0 0,-1-1 1 0 0,0-1 0 0 0,0 0 0 0 0,-1 0-1 0 0,16-18 1 0 0,-9 7 383 0 0,-2 0 0 0 0,-1-1-1 0 0,0-1 1 0 0,18-37 0 0 0,-13 18 2642 0 0,-20 43-2868 0 0,2 5 2 0 0,-1 0 0 0 0,-1 0 1 0 0,1 0-1 0 0,-1 0 0 0 0,0 1 1 0 0,-1-1-1 0 0,0 0 0 0 0,-3 11 1 0 0,-1 31 413 0 0,5-28-416 0 0,10 251 490 0 0,11-118-1366 0 0,-9-104-4398 0 0,3-2-6826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6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2488 0 0,'5'-31'17846'0'0,"-1"39"-16175"0"0,6 38-554 0 0,-1 0 1 0 0,4 91 0 0 0,-2-11-3371 0 0,-6-80-5173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6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52 744 0 0,'-3'1'3794'0'0,"-31"5"3458"0"0,23-3-3594 0 0,24-3 975 0 0,310-44-3078 0 0,-227 27-1289 0 0,-94 17-332 0 0,7 0-357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7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78 1484 0 0,'-9'-31'13310'0'0,"7"24"-12184"0"0,2 7-1004 0 0,0-1 1 0 0,-1 0-1 0 0,1 0 0 0 0,0 0 0 0 0,-1 1 0 0 0,1-1 0 0 0,0 0 0 0 0,0 0 0 0 0,0 0 0 0 0,0 0 0 0 0,0 1 0 0 0,0-1 0 0 0,0 0 1 0 0,0 0-1 0 0,0 0 0 0 0,0 0 0 0 0,0 1 0 0 0,1-1 0 0 0,-1 0 0 0 0,0 0 0 0 0,1 0 0 0 0,-1 1 0 0 0,0-1 0 0 0,1 0 0 0 0,-1 1 0 0 0,1-1 1 0 0,-1 0-1 0 0,1 1 0 0 0,-1-1 0 0 0,1 0 0 0 0,0 1 0 0 0,-1-1 0 0 0,1 1 0 0 0,1-1 0 0 0,2-2-94 0 0,1 1 1 0 0,0 0-1 0 0,0 1 0 0 0,0-1 0 0 0,0 1 0 0 0,0 0 1 0 0,0 0-1 0 0,0 1 0 0 0,0-1 0 0 0,0 1 0 0 0,0 0 1 0 0,1 0-1 0 0,-1 1 0 0 0,0 0 0 0 0,0 0 0 0 0,0 0 1 0 0,0 0-1 0 0,0 1 0 0 0,-1 0 0 0 0,9 4 1 0 0,-7-3-24 0 0,-1 0 1 0 0,-1 0 0 0 0,1 0 0 0 0,0 0 0 0 0,-1 1-1 0 0,0 0 1 0 0,0 0 0 0 0,0 0 0 0 0,0 0 0 0 0,-1 1-1 0 0,1 0 1 0 0,-1-1 0 0 0,0 1 0 0 0,-1 0 0 0 0,1 1-1 0 0,-1-1 1 0 0,0 0 0 0 0,2 11 0 0 0,-3-6 20 0 0,0 1 1 0 0,-1-1-1 0 0,0 0 1 0 0,0 1-1 0 0,-1-1 1 0 0,-1 0-1 0 0,0 0 1 0 0,0 0-1 0 0,-1 0 1 0 0,-6 14-1 0 0,-1 0 110 0 0,-2-1-1 0 0,-27 43 1 0 0,34-59-52 0 0,1 1 0 0 0,-1 0 0 0 0,-5 17-1 0 0,9-24 7 0 0,4 0-82 0 0,-1 0 0 0 0,0 0 0 0 0,0 0 0 0 0,1-1 1 0 0,-1 1-1 0 0,0-1 0 0 0,1 0 0 0 0,-1 1 0 0 0,0-1 1 0 0,3-1-1 0 0,3 2 14 0 0,1 1-36 0 0,1 0 1 0 0,-1 1-1 0 0,0 0 0 0 0,0 0 0 0 0,-1 1 0 0 0,1 0 0 0 0,-1 0 0 0 0,1 1 0 0 0,-1 1 0 0 0,-1-1 1 0 0,1 1-1 0 0,-1 0 0 0 0,0 1 0 0 0,8 9 0 0 0,-10-10 84 0 0,1 1-1 0 0,-1-1 1 0 0,0 1 0 0 0,-1 0-1 0 0,0 0 1 0 0,0 0 0 0 0,0 1-1 0 0,-1-1 1 0 0,0 1 0 0 0,0 0-1 0 0,-1 0 1 0 0,0 0 0 0 0,-1 0-1 0 0,0 0 1 0 0,0 1-1 0 0,0-1 1 0 0,-2 10 0 0 0,0-12 77 0 0,0 0-1 0 0,-1-1 1 0 0,0 1 0 0 0,-1-1 0 0 0,1 1 0 0 0,-1-1-1 0 0,0 0 1 0 0,0 0 0 0 0,0 0 0 0 0,-1 0-1 0 0,0-1 1 0 0,0 1 0 0 0,0-1 0 0 0,-1 0 0 0 0,1 0-1 0 0,-1 0 1 0 0,0-1 0 0 0,0 0 0 0 0,0 0 0 0 0,0 0-1 0 0,-8 3 1 0 0,-5 1-20 0 0,0 0-1 0 0,-1-1 1 0 0,0-1 0 0 0,0-1-1 0 0,-24 2 1 0 0,29-4-402 0 0,0-1 1 0 0,-1-1-1 0 0,1 0 0 0 0,-18-3 1 0 0,25 2-473 0 0,1-1 0 0 0,0 1 0 0 0,0-1 1 0 0,0 0-1 0 0,-6-4 0 0 0,8 5-273 0 0,1-1-1 0 0,0 0 1 0 0,0-1-1 0 0,0 1 1 0 0,0 0-1 0 0,0-1 1 0 0,0 0-1 0 0,1 0 1 0 0,-4-4-1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28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68 1324 0 0,'-21'-18'11626'0'0,"7"12"-7469"0"0,30-7-2489 0 0,0 7-1418 0 0,0 2 0 0 0,0 0 0 0 0,0 1 0 0 0,1 1 0 0 0,31-1 0 0 0,-10 0-79 0 0,55-3 187 0 0,157 10 0 0 0,-235-3-243 0 0,0 0 1 0 0,0 1-1 0 0,0 1 1 0 0,0 1-1 0 0,17 5 0 0 0,-26-6-15 0 0,-1-1-1 0 0,0 1 0 0 0,0 0 1 0 0,0 0-1 0 0,0 0 1 0 0,-1 1-1 0 0,1 0 0 0 0,-1 0 1 0 0,0 0-1 0 0,0 0 0 0 0,0 1 1 0 0,-1-1-1 0 0,1 1 0 0 0,-1 0 1 0 0,0 0-1 0 0,3 9 0 0 0,3 9 253 0 0,-2-1 0 0 0,0 2 0 0 0,-1-1 0 0 0,2 28 0 0 0,4 98 704 0 0,-9-99-749 0 0,19 578 1500 0 0,-22 1-900 0 0,-2-265-175 0 0,-10 474 437 0 0,9-738-985 0 0,23 298 337 0 0,-12-294-429 0 0,22 191-151 0 0,-24-253 276 0 0,6 65 314 0 0,-13-99-531 0 0,-10-8 0 0 0,-25-9 0 0 0,-18-3 0 0 0,-3 8-1427 0 0,-1 2 1 0 0,-103 10-1 0 0,-113 33-7525 0 0,97-12 3524 0 0,30-8-6275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27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12 1796 0 0,'0'0'13241'0'0,"3"-1"-13081"0"0,17-3-66 0 0,0 1 0 0 0,0 1 1 0 0,1 0-1 0 0,-1 2 0 0 0,31 3 0 0 0,-39-2-96 0 0,0 1 1 0 0,0 0-1 0 0,-1 1 0 0 0,1 0 0 0 0,-1 1 0 0 0,0 0 0 0 0,0 1 0 0 0,0 0 0 0 0,-1 1 0 0 0,1 0 0 0 0,8 8 0 0 0,-16-11 3 0 0,0-1-1 0 0,0 1 1 0 0,0 0 0 0 0,-1 0 0 0 0,1 0 0 0 0,-1 0-1 0 0,0 0 1 0 0,0 0 0 0 0,0 1 0 0 0,0-1 0 0 0,0 1 0 0 0,-1 0-1 0 0,0-1 1 0 0,0 1 0 0 0,0 0 0 0 0,1 5 0 0 0,-2-3 2 0 0,0 0 1 0 0,0 0-1 0 0,-1 0 1 0 0,0 0-1 0 0,0 0 1 0 0,0 0-1 0 0,0 0 1 0 0,-1 0-1 0 0,-5 9 1 0 0,-2 2 5 0 0,0 0 0 0 0,-2 0 0 0 0,0-2 0 0 0,-1 1 0 0 0,-21 20 0 0 0,-5 0 122 0 0,-2-2-1 0 0,-1-1 1 0 0,-46 27 0 0 0,85-59 73 0 0,5-1-195 0 0,0-1-5 0 0,31 0 27 0 0,-19 1-33 0 0,-1 1 1 0 0,1 1-1 0 0,-1 0 0 0 0,1 1 1 0 0,-1 1-1 0 0,0 0 0 0 0,0 1 1 0 0,0 1-1 0 0,-1 0 0 0 0,1 0 1 0 0,-2 1-1 0 0,1 1 0 0 0,20 17 1 0 0,-30-23 19 0 0,-1 0 1 0 0,1 1 0 0 0,-1 0 0 0 0,0-1 0 0 0,1 1 0 0 0,-1 0 0 0 0,-1 0 0 0 0,1 0 0 0 0,0 0 0 0 0,-1 1 0 0 0,1-1 0 0 0,-1 0 0 0 0,0 1-1 0 0,0-1 1 0 0,0 1 0 0 0,-1-1 0 0 0,1 1 0 0 0,-1 4 0 0 0,0-5 0 0 0,-1 0 0 0 0,1 0-1 0 0,-1 0 1 0 0,0 0 0 0 0,0 0 0 0 0,0 0 0 0 0,0 0-1 0 0,0 0 1 0 0,-1-1 0 0 0,1 1 0 0 0,-1 0-1 0 0,0-1 1 0 0,0 1 0 0 0,0-1 0 0 0,0 1 0 0 0,0-1-1 0 0,-1 0 1 0 0,1 0 0 0 0,0 0 0 0 0,-4 1 0 0 0,-3 3 34 0 0,-1-1 1 0 0,0 0-1 0 0,0 0 1 0 0,0-1-1 0 0,0-1 0 0 0,-1 0 1 0 0,1 0-1 0 0,-1-1 1 0 0,0 0-1 0 0,0-1 1 0 0,-12 0-1 0 0,-12-2 21 0 0,0-2-1 0 0,-37-7 0 0 0,38 5-40 0 0,22 3-43 0 0,1-1 0 0 0,0 0 0 0 0,-15-7 0 0 0,24 9-250 0 0,1 1 115 0 0,0-1 0 0 0,0 1 0 0 0,1-1 0 0 0,-1 1 0 0 0,0-1 1 0 0,1 0-1 0 0,-1 1 0 0 0,0-1 0 0 0,1 1 0 0 0,-1-1 0 0 0,1 0 0 0 0,-1 0 0 0 0,0-1 0 0 0,4-1-578 0 0,1-1-1 0 0,-1 1 1 0 0,1 0 0 0 0,-1 1 0 0 0,1-1-1 0 0,0 1 1 0 0,0-1 0 0 0,0 1 0 0 0,1 0-1 0 0,-1 1 1 0 0,0-1 0 0 0,7-1 0 0 0,9-2-3380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27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47 2528 0 0,'-7'-24'8089'0'0,"6"23"-7929"0"0,1 1 0 0 0,-1-1 0 0 0,1 0 0 0 0,0 0-1 0 0,-1 1 1 0 0,1-1 0 0 0,0 0 0 0 0,-1 0 0 0 0,1 0 0 0 0,0 0 0 0 0,0 1 0 0 0,0-1 0 0 0,0 0-1 0 0,0 0 1 0 0,0 0 0 0 0,0 0 0 0 0,0 0 0 0 0,0 1 0 0 0,1-1 0 0 0,-1 0 0 0 0,0 0 0 0 0,0 0-1 0 0,1-1 1 0 0,0 2-110 0 0,0 0-1 0 0,-1-1 0 0 0,1 1 0 0 0,0 0 0 0 0,0 0 0 0 0,-1 0 0 0 0,1 0 1 0 0,0-1-1 0 0,0 1 0 0 0,-1 0 0 0 0,1 0 0 0 0,0 1 0 0 0,0-1 0 0 0,0 0 1 0 0,-1 0-1 0 0,1 0 0 0 0,0 0 0 0 0,-1 1 0 0 0,1-1 0 0 0,1 1 0 0 0,8 3-169 0 0,0 1 0 0 0,15 10-1 0 0,-21-12 381 0 0,7 4-232 0 0,-1 0 0 0 0,0 1 0 0 0,0 0-1 0 0,0 0 1 0 0,-1 1 0 0 0,0 1 0 0 0,-1 0-1 0 0,0 0 1 0 0,8 14 0 0 0,-13-19 21 0 0,0 1-1 0 0,-1-1 1 0 0,1 1 0 0 0,-1 0 0 0 0,0-1-1 0 0,-1 1 1 0 0,1 0 0 0 0,-1 0 0 0 0,-1 0-1 0 0,1 0 1 0 0,-1 1 0 0 0,0-1 0 0 0,0 0-1 0 0,-1 0 1 0 0,1 0 0 0 0,-1 0 0 0 0,-1 0 0 0 0,1 0-1 0 0,-1 0 1 0 0,0-1 0 0 0,-4 8 0 0 0,4-8 42 0 0,-1-1 1 0 0,1 1 0 0 0,-1-1 0 0 0,0 1 0 0 0,-1-1 0 0 0,1 0-1 0 0,-1 0 1 0 0,0 0 0 0 0,0-1 0 0 0,0 1 0 0 0,-8 4 0 0 0,10-7 130 0 0,-2-2-102 0 0,4 1-117 0 0,-1 0 0 0 0,1 0 0 0 0,-1 0 0 0 0,1 0 0 0 0,0 1 0 0 0,-1-1 0 0 0,1 0 0 0 0,-1-1 0 0 0,1 1 0 0 0,0 0 0 0 0,-1 0 0 0 0,1 0 0 0 0,-1 0 0 0 0,1 0 0 0 0,0 0 0 0 0,-1 0 0 0 0,1-1 0 0 0,0 1 0 0 0,-1 0 0 0 0,1 0 0 0 0,-1 0 0 0 0,1-1-1 0 0,0 1 1 0 0,-1-1 0 0 0,1-2 1 0 0,-1 1-1 0 0,1-1 1 0 0,0 0-1 0 0,0 0 1 0 0,0 0-1 0 0,0 0 1 0 0,0 0-1 0 0,1 0 1 0 0,-1 0-1 0 0,1 0 1 0 0,0 0-1 0 0,0 0 1 0 0,0 1-1 0 0,0-1 1 0 0,0 0-1 0 0,1 1 1 0 0,2-4-1 0 0,5-8 0 0 0,22-25 1 0 0,-18 24 1 0 0,79-86 5 0 0,-80 88 40 0 0,-12 13-49 0 0,0 0 0 0 0,0 0-1 0 0,0 0 1 0 0,0 0-1 0 0,0 0 1 0 0,0 0 0 0 0,0 0-1 0 0,0 0 1 0 0,0 0-1 0 0,0 0 1 0 0,0 0 0 0 0,0 0-1 0 0,0 0 1 0 0,0 0-1 0 0,0 0 1 0 0,0 0 0 0 0,1 0-1 0 0,-1 0 1 0 0,0 0-1 0 0,0 0 1 0 0,0 0 0 0 0,0 0-1 0 0,0 0 1 0 0,0 0-1 0 0,-16 25-20 0 0,2-4 20 0 0,-34 73-5 0 0,43-84 18 0 0,1 2 0 0 0,1-1-1 0 0,-1 0 1 0 0,2 1 0 0 0,0-1 0 0 0,-2 23 0 0 0,4-30 2 0 0,0-1 0 0 0,0 0 0 0 0,1 1 0 0 0,-1-1 0 0 0,1 0 0 0 0,0 1 0 0 0,-1-1 0 0 0,2 0 0 0 0,-1 0 0 0 0,0 0 0 0 0,0 0 0 0 0,1 0 0 0 0,0 0 0 0 0,0 0 0 0 0,0 0-1 0 0,0-1 1 0 0,4 5 0 0 0,-3-4-8 0 0,1 0 0 0 0,0-1-1 0 0,0 1 1 0 0,0-1-1 0 0,1 0 1 0 0,-1 0-1 0 0,0 0 1 0 0,1-1-1 0 0,-1 1 1 0 0,1-1 0 0 0,5 1-1 0 0,8-1-541 0 0,0 0 0 0 0,0-1 1 0 0,-1-1-1 0 0,1 0 0 0 0,26-6 0 0 0,42-17-5093 0 0,-69 19 3637 0 0,22-7-3594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28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93 2836 0 0,'-38'0'6754'0'0,"32"0"-4276"0"0,-24 2 5625 0 0,48-1-6315 0 0,201-32 263 0 0,-72-1-3697 0 0,-82 14-3077 0 0,-25 4-4879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28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9 452 0 0,'-14'-4'6411'0'0,"13"3"-6122"0"0,0 1-1 0 0,0-1 0 0 0,0 1 0 0 0,0-1 0 0 0,0 1 1 0 0,0 0-1 0 0,0-1 0 0 0,0 1 0 0 0,-1 0 0 0 0,1 0 1 0 0,0 0-1 0 0,0 0 0 0 0,0 0 0 0 0,-1 0 1 0 0,1 0-1 0 0,0 0 0 0 0,0 0 0 0 0,0 0 0 0 0,0 1 1 0 0,0-1-1 0 0,-1 0 0 0 0,1 1 0 0 0,0-1 1 0 0,0 1-1 0 0,0-1 0 0 0,0 1 0 0 0,0 0 0 0 0,0 0 1 0 0,-1 1-1 0 0,0 0 31 0 0,1 1 1 0 0,-1 0-1 0 0,1 0 1 0 0,0 0-1 0 0,0 0 0 0 0,0 0 1 0 0,0 0-1 0 0,0 0 1 0 0,1 0-1 0 0,-1 1 1 0 0,1 3-1 0 0,-27 265 2342 0 0,26-258-3568 0 0,0 0-1 0 0,1 0 1 0 0,3 22 0 0 0,-2-30-480 0 0,0 0 1 0 0,1 0 0 0 0,-1 0 0 0 0,1-1 0 0 0,0 1 0 0 0,5 7-1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28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91 288 0 0,'-4'-34'7222'0'0,"4"24"-4757"0"0,-1 1 0 0 0,0-1 0 0 0,-5-16 0 0 0,6 24-1911 0 0,-3 3-478 0 0,1 0 1 0 0,0 1-1 0 0,0-1 1 0 0,0 0-1 0 0,0 1 0 0 0,0-1 1 0 0,0 1-1 0 0,0 0 1 0 0,0 0-1 0 0,0 0 1 0 0,1 0-1 0 0,-1 0 1 0 0,1 0-1 0 0,-1 0 1 0 0,1 0-1 0 0,-1 4 1 0 0,-3 1 105 0 0,-33 54 513 0 0,2 2-1 0 0,2 2 0 0 0,4 0 0 0 0,-37 118 0 0 0,63-172-666 0 0,2 0 0 0 0,0 0 0 0 0,0 0 1 0 0,1 0-1 0 0,0 0 0 0 0,1 1 0 0 0,0-1 0 0 0,3 19 1 0 0,-2-24-14 0 0,1-1 0 0 0,-1 1 1 0 0,1-1-1 0 0,0 0 0 0 0,0 1 1 0 0,1-1-1 0 0,0 0 0 0 0,0 0 1 0 0,0-1-1 0 0,0 1 0 0 0,1-1 1 0 0,-1 1-1 0 0,1-1 0 0 0,0 0 1 0 0,1 0-1 0 0,-1-1 0 0 0,1 1 1 0 0,8 4-1 0 0,-4-3 14 0 0,1-1-1 0 0,0 0 1 0 0,0-1 0 0 0,1 0-1 0 0,-1 0 1 0 0,0-1-1 0 0,1 0 1 0 0,0-1 0 0 0,10 0-1 0 0,-16-1-2 0 0,0 0-1 0 0,1 0 1 0 0,-1 0 0 0 0,0-1-1 0 0,0 0 1 0 0,0 0-1 0 0,1 0 1 0 0,-1-1-1 0 0,-1 0 1 0 0,1 0-1 0 0,0 0 1 0 0,0 0-1 0 0,-1-1 1 0 0,1 0 0 0 0,-1 0-1 0 0,0 0 1 0 0,0 0-1 0 0,0-1 1 0 0,0 1-1 0 0,4-6 1 0 0,-7 7-20 0 0,0 1 0 0 0,0-1-1 0 0,0 0 1 0 0,0 1 0 0 0,0-1 0 0 0,0 0 0 0 0,0 0-1 0 0,0 0 1 0 0,-1 1 0 0 0,1-1 0 0 0,-1 0 0 0 0,1 0 0 0 0,-1 0-1 0 0,0 0 1 0 0,0 0 0 0 0,0 0 0 0 0,0 0 0 0 0,0 0-1 0 0,0 0 1 0 0,-1 0 0 0 0,0-3 0 0 0,0 3-5 0 0,0-1-1 0 0,-1 1 1 0 0,1 0 0 0 0,-1 0 0 0 0,1 0-1 0 0,-1 0 1 0 0,0 0 0 0 0,0 1-1 0 0,0-1 1 0 0,0 0 0 0 0,0 1 0 0 0,0 0-1 0 0,0-1 1 0 0,-4 0 0 0 0,-5-3-8 0 0,0 1-1 0 0,0 0 1 0 0,-1 1 0 0 0,1 1 0 0 0,-22-3 0 0 0,12 4-591 0 0,-36 2 0 0 0,46-1-489 0 0,0 1 0 0 0,1 1 0 0 0,0 0 0 0 0,-18 6 0 0 0,27-7 682 0 0,-1-1-1 0 0,1 1 0 0 0,0 0 1 0 0,-1 0-1 0 0,1 0 0 0 0,0 0 1 0 0,0 0-1 0 0,0 0 0 0 0,0 0 1 0 0,0 1-1 0 0,-2 1 0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29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59 512 0 0,'-21'-50'14493'0'0,"21"50"-14316"0"0,0-1 1 0 0,0 1-1 0 0,0-1 1 0 0,-1 1 0 0 0,1-1-1 0 0,0 1 1 0 0,-1-1-1 0 0,1 1 1 0 0,0-1 0 0 0,-1 0 177 0 0,0 1-178 0 0,1 0 1 0 0,0-1-1 0 0,-1 1 1 0 0,1 0 0 0 0,-1-1-1 0 0,1 1 1 0 0,-1 0-1 0 0,-1 3-3 0 0,1 1-1 0 0,1 0 0 0 0,-1 0 0 0 0,0 0 0 0 0,1 0 1 0 0,0 0-1 0 0,0 0 0 0 0,0 0 0 0 0,1 0 0 0 0,-1 0 1 0 0,1 0-1 0 0,0 0 0 0 0,3 7 0 0 0,21 55 1104 0 0,-22-60-1129 0 0,2 4-40 0 0,1 0 0 0 0,0 0-1 0 0,0-1 1 0 0,1 0 0 0 0,1 0 0 0 0,0 0 0 0 0,0-1 0 0 0,0 0-1 0 0,1-1 1 0 0,0 0 0 0 0,0 0 0 0 0,1-1 0 0 0,12 6-1 0 0,-13-8-65 0 0,0 1 0 0 0,0-2-1 0 0,0 1 1 0 0,0-1 0 0 0,1 0-1 0 0,0-1 1 0 0,0 0 0 0 0,-1-1 0 0 0,1 0-1 0 0,0-1 1 0 0,0 0 0 0 0,0 0-1 0 0,0-1 1 0 0,0 0 0 0 0,14-4-1 0 0,-15 2 10 0 0,-1-1 0 0 0,0 0 1 0 0,-1 0-1 0 0,1 0 0 0 0,-1-1 0 0 0,0 0 0 0 0,0-1 0 0 0,0 0 0 0 0,-1 0 0 0 0,0 0 0 0 0,0-1 0 0 0,-1 1 0 0 0,0-1 0 0 0,0-1 1 0 0,7-13-1 0 0,-1 4 37 0 0,-11 17-87 0 0,0 0-1 0 0,1 0 0 0 0,-1 0 1 0 0,0 0-1 0 0,0 0 0 0 0,0 0 1 0 0,0 0-1 0 0,1 0 0 0 0,-1 0 0 0 0,0 0 1 0 0,0 0-1 0 0,0 0 0 0 0,0 0 1 0 0,1 0-1 0 0,-1 0 0 0 0,0 0 1 0 0,0 0-1 0 0,0 0 0 0 0,0 0 0 0 0,0 1 1 0 0,1-1-1 0 0,-1 0 0 0 0,0 0 1 0 0,0 0-1 0 0,0 0 0 0 0,0 0 1 0 0,0 0-1 0 0,0 1 0 0 0,0-1 0 0 0,0 0 1 0 0,1 0-1 0 0,-1 0 0 0 0,0 0 1 0 0,0 1-1 0 0,0-1 0 0 0,0 0 1 0 0,0 0-1 0 0,0 0 0 0 0,0 0 1 0 0,0 1-1 0 0,0-1 0 0 0,0 0 0 0 0,0 0 1 0 0,0 0-1 0 0,0 1 0 0 0,0-1 1 0 0,-3 34-86 0 0,-48 201 360 0 0,-61 221 1380 0 0,104-431-1316 0 0,0-2-1 0 0,-2 1 1 0 0,-14 23 0 0 0,20-41-254 0 0,0 1 1 0 0,0-1-1 0 0,-1 0 1 0 0,0 0-1 0 0,0-1 1 0 0,0 1-1 0 0,-1-1 1 0 0,0 0-1 0 0,0-1 1 0 0,0 1-1 0 0,-1-1 1 0 0,1-1-1 0 0,-1 1 1 0 0,-11 4-1 0 0,5-5-51 0 0,0 0-1 0 0,-1 0 0 0 0,1-2 1 0 0,0 1-1 0 0,-1-2 0 0 0,1 0 1 0 0,0 0-1 0 0,-1-1 0 0 0,1-1 0 0 0,0 0 1 0 0,-18-6-1 0 0,18 4-767 0 0,0 0 0 0 0,0-1 1 0 0,-17-10-1 0 0,28 14 331 0 0,0-1-1 0 0,0 1 1 0 0,0 0 0 0 0,1 0-1 0 0,-1-1 1 0 0,1 1 0 0 0,-1-1-1 0 0,1 0 1 0 0,-1 1 0 0 0,1-1-1 0 0,0 0 1 0 0,0 0 0 0 0,0 0-1 0 0,0 0 1 0 0,0 0 0 0 0,0 0-1 0 0,1 0 1 0 0,-1 0 0 0 0,0 0-1 0 0,1-4 1 0 0,-1 2-869 0 0,1 1 0 0 0,0-1 1 0 0,1 1-1 0 0,-1 0 0 0 0,1-1 1 0 0,-1 1-1 0 0,3-6 0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33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34 896 0 0,'-22'-17'17665'0'0,"35"19"-17418"0"0,76 1-512 0 0,143-15-1 0 0,-155 6-3903 0 0,-61 3 1564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33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75 2032 0 0,'-9'-15'3990'0'0,"1"0"0"0"0,-9-22 1 0 0,13 30-3032 0 0,3 12 155 0 0,2 15-246 0 0,5 6-301 0 0,-1 1 1 0 0,-1 0-1 0 0,-2 0 0 0 0,-1 34 0 0 0,-13 110 185 0 0,9-142-678 0 0,-2 12-95 0 0,-1 26-805 0 0,9-24-4864 0 0,3-32 777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34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81 244 0 0,'33'-80'14474'0'0,"-50"92"-13468"0"0,5-2-629 0 0,1 1 0 0 0,1 1 0 0 0,0 0 0 0 0,-17 26-1 0 0,4-4 92 0 0,-20 23 146 0 0,4 3 0 0 0,2 1 0 0 0,-30 68 0 0 0,61-116-555 0 0,0 1 0 0 0,1-1 0 0 0,1 1 0 0 0,0 1 0 0 0,1-1 0 0 0,0 1 1 0 0,0 19-1 0 0,2-29-44 0 0,1-1 1 0 0,1 1-1 0 0,-1-1 1 0 0,1 1-1 0 0,0-1 1 0 0,0 1-1 0 0,0-1 0 0 0,0 1 1 0 0,1-1-1 0 0,0 0 1 0 0,-1 0-1 0 0,2 0 1 0 0,-1 0-1 0 0,0 0 1 0 0,1 0-1 0 0,0-1 1 0 0,0 1-1 0 0,0-1 1 0 0,0 0-1 0 0,1 0 1 0 0,-1 0-1 0 0,1 0 1 0 0,0 0-1 0 0,-1-1 1 0 0,1 0-1 0 0,0 1 1 0 0,6 1-1 0 0,1-1 3 0 0,0 1 1 0 0,0-2-1 0 0,0 1 0 0 0,0-2 1 0 0,0 1-1 0 0,1-2 0 0 0,-1 1 1 0 0,0-2-1 0 0,1 1 0 0 0,-1-2 1 0 0,0 1-1 0 0,0-1 0 0 0,0-1 0 0 0,14-5 1 0 0,-13 4 20 0 0,-1-1-1 0 0,1 0 1 0 0,-1-1 0 0 0,-1 0 0 0 0,1 0 0 0 0,-1-1-1 0 0,0-1 1 0 0,0 1 0 0 0,-1-2 0 0 0,0 1 0 0 0,-1-1 0 0 0,15-20-1 0 0,-21 26-15 0 0,0 0-1 0 0,0-1 0 0 0,-1 1 1 0 0,1-1-1 0 0,-1 1 0 0 0,1-1 1 0 0,-1 1-1 0 0,0-1 0 0 0,-1 0 1 0 0,1 0-1 0 0,-1 1 0 0 0,1-8 1 0 0,-1 9-20 0 0,-1 0 0 0 0,1 1 0 0 0,-1-1-1 0 0,1 0 1 0 0,-1 0 0 0 0,0 0 0 0 0,1 1 0 0 0,-1-1 0 0 0,0 0 0 0 0,0 1 0 0 0,0-1 0 0 0,-1 1 0 0 0,1-1 0 0 0,0 1 0 0 0,0-1-1 0 0,-1 1 1 0 0,1 0 0 0 0,-1 0 0 0 0,1 0 0 0 0,-1 0 0 0 0,0 0 0 0 0,1 0 0 0 0,-1 0 0 0 0,0 0 0 0 0,0 1 0 0 0,0-1 0 0 0,-1 0-1 0 0,-9-2-58 0 0,0 1 0 0 0,0 0-1 0 0,0 1 1 0 0,0 0-1 0 0,0 1 1 0 0,0 0-1 0 0,0 1 1 0 0,-14 3 0 0 0,-24 10-5855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35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39 964 0 0,'-44'-14'7018'0'0,"35"11"-5540"0"0,-1-1 0 0 0,1 2 1 0 0,-15-3-1 0 0,22 4-881 0 0,-12-4 1665 0 0,1 1-1340 0 0,8 3-219 0 0,8 2-227 0 0,45 8 179 0 0,212 12-150 0 0,-232-17-558 0 0,-28-3 53 0 0,0-1 0 0 0,0 0 0 0 0,1 0-1 0 0,-1 0 1 0 0,0 1 0 0 0,0-1-1 0 0,0 0 1 0 0,1 0 0 0 0,-1 1-1 0 0,0-1 1 0 0,0 0 0 0 0,0 1-1 0 0,0-1 1 0 0,0 0 0 0 0,0 0-1 0 0,1 1 1 0 0,-1-1 0 0 0,0 0-1 0 0,0 1 1 0 0,0-1 0 0 0,0 0-1 0 0,0 1 1 0 0,0-1 0 0 0,0 0-1 0 0,0 1 1 0 0,-1-1 0 0 0,1 0-1 0 0,0 0 1 0 0,0 1 0 0 0,0-1-1 0 0,0 0 1 0 0,0 1 0 0 0,0-1-1 0 0,-1 0 1 0 0,1 0 0 0 0,0 1-1 0 0,-6 10-5 0 0,-27 21 0 0 0,0 0-1 0 0,-52 34 0 0 0,-16 16 190 0 0,92-74-64 0 0,6-6 20 0 0,0 0 1 0 0,0 0-1 0 0,1 1 0 0 0,-1-1 0 0 0,1 0 1 0 0,-1 1-1 0 0,1 0 0 0 0,0-1 0 0 0,0 1 1 0 0,0 0-1 0 0,1 0 0 0 0,-1 0 1 0 0,1 0-1 0 0,-1 1 0 0 0,1-1 0 0 0,0 0 1 0 0,0 1-1 0 0,-1 6 0 0 0,3-8-52 0 0,-1-1-1 0 0,1 1 0 0 0,0 0 1 0 0,0 0-1 0 0,-1-1 1 0 0,1 1-1 0 0,0 0 1 0 0,0-1-1 0 0,1 1 1 0 0,-1-1-1 0 0,0 1 1 0 0,0-1-1 0 0,1 0 0 0 0,-1 0 1 0 0,1 1-1 0 0,-1-1 1 0 0,1 0-1 0 0,-1 0 1 0 0,1 0-1 0 0,0-1 1 0 0,0 1-1 0 0,-1 0 1 0 0,1 0-1 0 0,0-1 0 0 0,0 0 1 0 0,2 1-1 0 0,10 3 150 0 0,-1-1-1 0 0,18 1 0 0 0,-27-4-175 0 0,32 3-300 0 0,1-1 1 0 0,-1-2 0 0 0,0-2 0 0 0,0-1 0 0 0,61-14-1 0 0,-7-8-5203 0 0,-3-7-4931 0 0,-59 20 4059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35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48 1540 0 0,'-52'-5'10818'0'0,"40"4"-8245"0"0,-1 1 2098 0 0,71 0-4452 0 0,0-2-1 0 0,111-20 0 0 0,-70 8-6387 0 0,-80 11 30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3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1324 0 0,'-82'47'12535'0'0,"81"-47"-12457"0"0,1 0 0 0 0,0 0 1 0 0,-1 1-1 0 0,1-1 0 0 0,0 0 1 0 0,-1 1-1 0 0,1-1 0 0 0,0 1 1 0 0,0-1-1 0 0,-1 0 0 0 0,1 1 1 0 0,0-1-1 0 0,0 1 0 0 0,0-1 0 0 0,0 1 1 0 0,0-1-1 0 0,0 0 0 0 0,0 1 1 0 0,-1-1-1 0 0,1 1 0 0 0,0-1 1 0 0,1 1-1 0 0,-1-1 0 0 0,0 1 1 0 0,0-1-1 0 0,0 0 0 0 0,0 1 1 0 0,0-1-1 0 0,0 1 0 0 0,0-1 1 0 0,1 1-1 0 0,-1-1 0 0 0,0 0 1 0 0,0 1-1 0 0,1-1 0 0 0,-1 0 1 0 0,0 1-1 0 0,1-1 0 0 0,-1 0 1 0 0,0 1-1 0 0,1-1 0 0 0,-1 0 1 0 0,0 1-1 0 0,1-1 0 0 0,0 0 1 0 0,9 3 173 0 0,0-2 1 0 0,0 1 0 0 0,0-1 0 0 0,1-1-1 0 0,15 0 1 0 0,56-10-83 0 0,-42 4-322 0 0,117-16-3044 0 0,-52 1-4286 0 0,-65 11 1568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36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321 106 136 0 0,'-1'-3'2723'0'0,"-23"-37"8577"0"0,23 39-11187 0 0,1 0 0 0 0,0 0 0 0 0,0 0 0 0 0,-1 0 0 0 0,1 0 0 0 0,0 0 1 0 0,-1 1-1 0 0,1-1 0 0 0,-1 0 0 0 0,1 0 0 0 0,-1 0 0 0 0,1 1 0 0 0,-1-1 1 0 0,0 0-1 0 0,1 1 0 0 0,-1-1 0 0 0,0 1 0 0 0,0-1 0 0 0,1 1 0 0 0,-1-1 1 0 0,0 1-1 0 0,0-1 0 0 0,0 1 0 0 0,0 0 0 0 0,1-1 0 0 0,-1 1 0 0 0,0 0 1 0 0,0 0-1 0 0,0 0 0 0 0,0 0 0 0 0,0 0 0 0 0,0 0 0 0 0,0 0 0 0 0,0 0 1 0 0,0 0-1 0 0,0 0 0 0 0,1 0 0 0 0,-1 0 0 0 0,0 1 0 0 0,0-1 0 0 0,0 0 1 0 0,-1 1-1 0 0,-30 27 564 0 0,1 2 0 0 0,2 0 1 0 0,1 2-1 0 0,1 1 0 0 0,2 2 1 0 0,-25 45-1 0 0,44-69-501 0 0,0-1-1 0 0,1 1 1 0 0,0 0 0 0 0,1 1 0 0 0,0-1 0 0 0,1 1-1 0 0,0 0 1 0 0,1 0 0 0 0,-1 15 0 0 0,3-23-106 0 0,0 1 0 0 0,0-1 1 0 0,0 1-1 0 0,0-1 1 0 0,1 0-1 0 0,0 1 0 0 0,0-1 1 0 0,0 1-1 0 0,1-1 1 0 0,0 0-1 0 0,-1 0 0 0 0,1 0 1 0 0,1 0-1 0 0,-1 0 1 0 0,1 0-1 0 0,-1-1 0 0 0,1 1 1 0 0,0-1-1 0 0,0 0 1 0 0,0 0-1 0 0,1 0 0 0 0,-1 0 1 0 0,1 0-1 0 0,0-1 1 0 0,0 0-1 0 0,-1 1 0 0 0,9 1 1 0 0,3 2 76 0 0,1-2 0 0 0,0 0-1 0 0,0-1 1 0 0,1 0 0 0 0,-1-1 0 0 0,0-1 0 0 0,1-1 0 0 0,-1 0 0 0 0,1-2-1 0 0,29-5 1 0 0,-11 0 138 0 0,-1-2-1 0 0,0-2 0 0 0,65-29 0 0 0,-75 28-162 0 0,0-1 0 0 0,-1-2 0 0 0,-1 0 0 0 0,0-2-1 0 0,-1 0 1 0 0,19-21 0 0 0,-27 25-25 0 0,-1-1 0 0 0,0 0 1 0 0,-1-1-1 0 0,-1 0 0 0 0,0-1 0 0 0,-1 0 0 0 0,-1 0 1 0 0,0-1-1 0 0,9-32 0 0 0,-16 44-84 0 0,1-1 0 0 0,-1 1 0 0 0,-1 0 0 0 0,1-1 0 0 0,-1 1 1 0 0,0-1-1 0 0,0 1 0 0 0,-1 0 0 0 0,1-1 0 0 0,-1 1 0 0 0,-1 0 0 0 0,1-1 0 0 0,-1 1 0 0 0,0 0 1 0 0,0 0-1 0 0,0 0 0 0 0,-3-4 0 0 0,1 3-18 0 0,0 1 0 0 0,-1 0 0 0 0,1 0-1 0 0,-1 0 1 0 0,0 1 0 0 0,0-1 0 0 0,0 1 0 0 0,-1 0 0 0 0,0 1 0 0 0,0 0-1 0 0,0 0 1 0 0,0 0 0 0 0,-8-3 0 0 0,-6 0-499 0 0,-1 1-1 0 0,0 1 1 0 0,0 1-1 0 0,0 0 1 0 0,0 2 0 0 0,0 0-1 0 0,0 1 1 0 0,0 2-1 0 0,-31 5 1 0 0,-19 7-5156 0 0,-97 34-1 0 0,116-32 1351 0 0,-8 3-4846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42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76 888 0 0,'-22'-11'5193'0'0,"0"-8"-1673"0"0,22 18-3286 0 0,0-1-151 0 0,0 0-1 0 0,1 0 1 0 0,0 0 0 0 0,-1 1 0 0 0,1-1-1 0 0,0 0 1 0 0,0 1 0 0 0,0-1 0 0 0,0 1-1 0 0,2-3 1 0 0,2 1-15 0 0,0 0 0 0 0,1 0 0 0 0,-1 1 0 0 0,0 0 0 0 0,1-1 0 0 0,0 2 0 0 0,-1-1 0 0 0,1 1-1 0 0,0 0 1 0 0,6-1 0 0 0,0 2-36 0 0,-1 0 0 0 0,0 0 0 0 0,0 1 0 0 0,0 0 0 0 0,0 1-1 0 0,0 0 1 0 0,0 1 0 0 0,0 0 0 0 0,19 9 0 0 0,-23-8 2 0 0,0-1 0 0 0,0 1 0 0 0,-1 1-1 0 0,0-1 1 0 0,0 1 0 0 0,0 0 0 0 0,0 1 0 0 0,-1-1 0 0 0,0 1 0 0 0,0 0 0 0 0,0 1 0 0 0,-1-1-1 0 0,0 1 1 0 0,0 0 0 0 0,4 12 0 0 0,-5-11 56 0 0,0 0 0 0 0,-1 1 0 0 0,0-1 0 0 0,0 1 0 0 0,-1 0 0 0 0,-1-1 0 0 0,1 1 0 0 0,-1 0 0 0 0,-1 0 0 0 0,1-1 0 0 0,-2 1 0 0 0,1 0 0 0 0,-1-1 0 0 0,0 1 0 0 0,-1-1 0 0 0,0 0 0 0 0,0 0 0 0 0,-1 0 0 0 0,0 0 0 0 0,-1 0 0 0 0,1-1 0 0 0,-2 0 0 0 0,1 0 0 0 0,-7 6 0 0 0,-15 13 1065 0 0,25-25-659 0 0,-1-3-332 0 0,2 2-161 0 0,1 0 0 0 0,0 0 0 0 0,0 0 0 0 0,-1 0 0 0 0,1 0 0 0 0,0 0 0 0 0,0 0 0 0 0,0 0-1 0 0,-1 0 1 0 0,1 0 0 0 0,0 0 0 0 0,0 0 0 0 0,0 0 0 0 0,-1 0 0 0 0,1 0 0 0 0,0-1 0 0 0,0 1 0 0 0,0 0 0 0 0,-1 0 0 0 0,1 0 0 0 0,0 0 0 0 0,0 0 0 0 0,0-1 0 0 0,0 1 0 0 0,0 0-1 0 0,-1 0 1 0 0,1 0 0 0 0,0-1 0 0 0,0 1 0 0 0,0 0 0 0 0,0 0 0 0 0,0 0 0 0 0,0-1 0 0 0,0 1 0 0 0,0 0 0 0 0,0-1 0 0 0,6-11 56 0 0,0 1 0 0 0,1 0 1 0 0,0-1-1 0 0,15-16 0 0 0,43-40 203 0 0,-32 34-211 0 0,23-21 28 0 0,-26 28-81 0 0,26-34 1 0 0,-55 59 13 0 0,-15 6-122 0 0,6 0 93 0 0,0 1-1 0 0,0 0 0 0 0,1 1 1 0 0,-1-1-1 0 0,1 1 1 0 0,0 1-1 0 0,1-1 0 0 0,0 1 1 0 0,-7 10-1 0 0,3-6-27 0 0,-15 19-125 0 0,-30 46-1 0 0,48-64 166 0 0,0 0 0 0 0,0 0-1 0 0,1 1 1 0 0,1 0 0 0 0,0 0-1 0 0,1 0 1 0 0,-4 21 0 0 0,7-31 13 0 0,1 0 0 0 0,0 0 0 0 0,-1 0 1 0 0,1 0-1 0 0,0 0 0 0 0,1 0 0 0 0,-1 0 1 0 0,0 0-1 0 0,1 0 0 0 0,0 0 0 0 0,0 0 1 0 0,0-1-1 0 0,0 1 0 0 0,0 0 1 0 0,0-1-1 0 0,1 1 0 0 0,-1 0 0 0 0,1-1 1 0 0,0 1-1 0 0,-1-1 0 0 0,1 0 0 0 0,0 0 1 0 0,1 0-1 0 0,-1 0 0 0 0,0 0 0 0 0,1 0 1 0 0,-1-1-1 0 0,1 1 0 0 0,-1-1 1 0 0,1 1-1 0 0,0-1 0 0 0,-1 0 0 0 0,1 0 1 0 0,0 0-1 0 0,0-1 0 0 0,0 1 0 0 0,0-1 1 0 0,0 1-1 0 0,3-1 0 0 0,17 1-238 0 0,0 0 0 0 0,0-2 0 0 0,39-6 0 0 0,-43 3-2917 0 0,0-1 1 0 0,30-11 0 0 0,-32 9-931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43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29 908 0 0,'-94'-4'10169'0'0,"90"4"-9634"0"0,2 0-55 0 0,-8 0-40 0 0,7 0 310 0 0,0 0-438 0 0,-6 1 231 0 0,17 1 756 0 0,21 2-448 0 0,273-14-54 0 0,-166 2-1909 0 0,-53-1-4464 0 0,-69 4 1181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43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23 2220 0 0,'-2'-1'1761'0'0,"-45"-20"6150"0"0,45 21-7146 0 0,-13 5 761 0 0,13-1-1169 0 0,1 1 1 0 0,-1 0-1 0 0,1 0 1 0 0,0 0-1 0 0,0 0 1 0 0,0 0 0 0 0,1 1-1 0 0,0 7 1 0 0,5 47 1120 0 0,-2-34-1038 0 0,12 67 378 0 0,-9-61-657 0 0,-1 0 0 0 0,0 39 1 0 0,2-11-141 0 0,-3-47-603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43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52 2268 0 0,'-16'-25'7485'0'0,"10"14"-4928"0"0,5 7-1809 0 0,1 4-723 0 0,0 0 0 0 0,-1-1 0 0 0,1 1 0 0 0,0 0 1 0 0,0 0-1 0 0,0-1 0 0 0,0 1 0 0 0,0 0 0 0 0,0 0 0 0 0,0-1 0 0 0,-1 1 0 0 0,1 0 0 0 0,0-1 0 0 0,0 1 0 0 0,0 0 1 0 0,0-1-1 0 0,0 1 0 0 0,0 0 0 0 0,0 0 0 0 0,0-1 0 0 0,1 1 0 0 0,-1 0 0 0 0,0-1 0 0 0,0 1 0 0 0,0 0 1 0 0,0-1-1 0 0,0 1 0 0 0,0 0 0 0 0,1 0 0 0 0,-1-1 0 0 0,0 1 0 0 0,0 0 0 0 0,0 0 0 0 0,1 0 0 0 0,-1-1 0 0 0,0 1 1 0 0,0 0-1 0 0,1 0 0 0 0,-1 0 0 0 0,0-1 0 0 0,0 1 0 0 0,1 0 0 0 0,-1 0 0 0 0,0 0 0 0 0,0 0 0 0 0,1 0 0 0 0,-1 0 1 0 0,0 0-1 0 0,1 0 0 0 0,-1 0 0 0 0,0 0 0 0 0,1 0 0 0 0,-1 0 0 0 0,0 0 0 0 0,0 0 0 0 0,1 0 0 0 0,-1 0 1 0 0,0 0-1 0 0,1 0 0 0 0,-1 0 0 0 0,0 0 0 0 0,1 0 0 0 0,-1 1 0 0 0,0-1 0 0 0,0 0 0 0 0,1 0 0 0 0,8 3 56 0 0,1 0-1 0 0,-1 0 1 0 0,0 0-1 0 0,0 1 1 0 0,-1 1-1 0 0,1-1 1 0 0,-1 2-1 0 0,0-1 1 0 0,9 8-1 0 0,-14-9-63 0 0,1-1-1 0 0,-1 0 1 0 0,0 1-1 0 0,0 0 0 0 0,-1-1 1 0 0,1 1-1 0 0,-1 0 1 0 0,1 0-1 0 0,-1 1 1 0 0,-1-1-1 0 0,1 0 1 0 0,-1 1-1 0 0,1-1 1 0 0,-1 1-1 0 0,0 0 0 0 0,-1-1 1 0 0,1 1-1 0 0,-1-1 1 0 0,0 1-1 0 0,0 0 1 0 0,-2 7-1 0 0,-1 2 38 0 0,0-1 0 0 0,-1 1 0 0 0,-1-1 0 0 0,0-1 0 0 0,-1 1 0 0 0,0 0 0 0 0,-14 19 0 0 0,-6 3 135 0 0,-33 35-1 0 0,30-36-63 0 0,26-31-65 0 0,0 0 0 0 0,1 1 0 0 0,-1-1-1 0 0,1 1 1 0 0,0-1 0 0 0,-3 9 0 0 0,14-12-19 0 0,1 1 1 0 0,0-1-1 0 0,0-1 0 0 0,0 0 1 0 0,0 0-1 0 0,0-1 1 0 0,-1 0-1 0 0,13-4 0 0 0,8-2-1 0 0,-21 7-142 0 0,106-25-726 0 0,-40 3-8032 0 0,-61 18 3383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44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35 2484 0 0,'-16'-27'10985'0'0,"16"26"-10905"0"0,0 1 1 0 0,0 0 0 0 0,0-1-1 0 0,-1 1 1 0 0,1-1 0 0 0,0 1-1 0 0,0 0 1 0 0,-1-1 0 0 0,1 1-1 0 0,0 0 1 0 0,0-1 0 0 0,-1 1-1 0 0,1 0 1 0 0,0 0 0 0 0,-1-1-1 0 0,1 1 1 0 0,0 0 0 0 0,-1 0-1 0 0,1 0 1 0 0,-1-1 0 0 0,1 1-1 0 0,0 0 1 0 0,-1 0 0 0 0,1 0-1 0 0,-1 0 1 0 0,1 0 0 0 0,0 0-1 0 0,-1 0 1 0 0,1 0 0 0 0,-1 0-1 0 0,1 0 1 0 0,0 0 0 0 0,-1 0-1 0 0,1 0 1 0 0,-1 0 0 0 0,1 0 0 0 0,0 0-1 0 0,-1 0 1 0 0,1 1 0 0 0,-1-1-1 0 0,1 0 1 0 0,0 0 0 0 0,-1 0-1 0 0,1 1 1 0 0,0-1 0 0 0,-1 0-1 0 0,1 1 1 0 0,0-1 0 0 0,-1 0-1 0 0,1 1 1 0 0,0 8 31 0 0,0-1-1 0 0,1 1 1 0 0,0-1 0 0 0,1 1-1 0 0,-1-1 1 0 0,2 0-1 0 0,-1 1 1 0 0,1-1 0 0 0,0 0-1 0 0,1-1 1 0 0,0 1 0 0 0,0 0-1 0 0,1-1 1 0 0,6 7 0 0 0,-7-8-77 0 0,1-2 0 0 0,0 1 0 0 0,0 0 1 0 0,1-1-1 0 0,-1 0 0 0 0,1 0 0 0 0,0-1 0 0 0,0 0 1 0 0,1 0-1 0 0,-1 0 0 0 0,0-1 0 0 0,1 1 1 0 0,0-2-1 0 0,-1 1 0 0 0,1-1 0 0 0,0 0 1 0 0,0 0-1 0 0,9-1 0 0 0,-9 0-16 0 0,0-1-1 0 0,0 1 0 0 0,-1-2 1 0 0,1 1-1 0 0,0-1 1 0 0,-1 0-1 0 0,1 0 1 0 0,-1-1-1 0 0,1 1 0 0 0,-1-2 1 0 0,0 1-1 0 0,0-1 1 0 0,-1 1-1 0 0,1-2 1 0 0,-1 1-1 0 0,0-1 0 0 0,0 1 1 0 0,0-1-1 0 0,-1-1 1 0 0,1 1-1 0 0,-1-1 1 0 0,-1 1-1 0 0,1-1 0 0 0,3-8 1 0 0,23-35 484 0 0,-29 48-480 0 0,-1 1-22 0 0,1 0-1 0 0,-1 0 1 0 0,0 1 0 0 0,1-1 0 0 0,-1 0 0 0 0,1 0-1 0 0,-1 1 1 0 0,0-1 0 0 0,1 0 0 0 0,-1 0 0 0 0,0 1-1 0 0,0-1 1 0 0,1 0 0 0 0,-1 1 0 0 0,0-1-1 0 0,0 1 1 0 0,1-1 0 0 0,-1 0 0 0 0,0 1 0 0 0,0-1-1 0 0,0 1 1 0 0,0-1 0 0 0,0 0 0 0 0,0 1-1 0 0,1-1 1 0 0,-1 1 0 0 0,0-1 0 0 0,0 1 0 0 0,0-1-1 0 0,-1 1 1 0 0,1 13 39 0 0,0-14-39 0 0,-29 223 1749 0 0,19-165-290 0 0,-33 101 1 0 0,38-146-1122 0 0,0 0 0 0 0,0-1 1 0 0,-2 0-1 0 0,1 0 0 0 0,-2 0 1 0 0,1-1-1 0 0,-2 0 0 0 0,1 0 0 0 0,-1-1 1 0 0,-1 0-1 0 0,-20 16 0 0 0,18-18-218 0 0,-1 0 0 0 0,0 0 0 0 0,0-2 0 0 0,-1 1 0 0 0,0-2 0 0 0,0 0 0 0 0,0 0 0 0 0,-1-1 0 0 0,0-1 0 0 0,-24 2 0 0 0,33-4-157 0 0,-11 0-107 0 0,0 0 1 0 0,-23-1-1 0 0,36 0-230 0 0,1 0-1 0 0,0-1 1 0 0,-1 1 0 0 0,1-1 0 0 0,0 0-1 0 0,-1 0 1 0 0,1 0 0 0 0,0 0-1 0 0,0 0 1 0 0,0-1 0 0 0,0 1 0 0 0,0-1-1 0 0,0 0 1 0 0,0 0 0 0 0,0 0-1 0 0,1 0 1 0 0,-1 0 0 0 0,-3-5-1 0 0,5 5-238 0 0,0-1-1 0 0,1 1 1 0 0,-1-1-1 0 0,1 1 1 0 0,-1 0-1 0 0,1-1 1 0 0,0 1-1 0 0,-1-1 1 0 0,1 1-1 0 0,1-1 1 0 0,-1 1-1 0 0,0-1 1 0 0,0 1-1 0 0,1-1 1 0 0,0 1-1 0 0,-1-1 1 0 0,1 1-1 0 0,0 0 1 0 0,0 0-1 0 0,2-3 1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44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71 476 0 0,'-3'-1'2107'0'0,"-78"-18"12170"0"0,79 18-13467 0 0,-5-2 682 0 0,37 6-1240 0 0,1-1 1 0 0,0-2-1 0 0,0-1 1 0 0,41-8 0 0 0,-20 4-141 0 0,123-17-852 0 0,-73 8-7089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45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16 1792 0 0,'-3'-1'2323'0'0,"-2"-1"-616"0"0,3 0-1071 0 0,0 1-1 0 0,-1-1 1 0 0,1 1 0 0 0,-1 0-1 0 0,1 0 1 0 0,-1 0 0 0 0,0 0-1 0 0,1 0 1 0 0,-1 0 0 0 0,0 1-1 0 0,1-1 1 0 0,-1 1 0 0 0,0 0 0 0 0,0 0-1 0 0,0 0 1 0 0,1 0 0 0 0,-6 2-1 0 0,6-1-478 0 0,1 0 0 0 0,0 0 1 0 0,0 0-1 0 0,0 0 0 0 0,0 0 0 0 0,0 1 0 0 0,0-1 0 0 0,0 0 0 0 0,0 1 0 0 0,1-1 0 0 0,-1 1 0 0 0,1-1 1 0 0,-1 1-1 0 0,1-1 0 0 0,-1 2 0 0 0,-5 29 1212 0 0,4-22-942 0 0,-37 248 2265 0 0,32-197-2463 0 0,5-39-353 0 0,-8 72 638 0 0,11-32-3651 0 0,5-43-254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46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69 101 2320 0 0,'-21'-29'7250'0'0,"17"24"-5886"0"0,-1-1 0 0 0,1 1 0 0 0,1-1-1 0 0,-1 0 1 0 0,-2-7 0 0 0,6 12-1304 0 0,0 0 0 0 0,0 0 0 0 0,0 0 0 0 0,1 0 0 0 0,-1 0 1 0 0,1 0-1 0 0,-1 0 0 0 0,1 0 0 0 0,-1 0 0 0 0,1 0 0 0 0,-1 1 0 0 0,1-1 0 0 0,0 0 0 0 0,-1 0 1 0 0,1 1-1 0 0,0-1 0 0 0,0 0 0 0 0,-1 1 0 0 0,1-1 0 0 0,0 1 0 0 0,0-1 0 0 0,0 1 0 0 0,2-1 1 0 0,-3 0-53 0 0,5-1 49 0 0,0 1 0 0 0,0-1 1 0 0,0 1-1 0 0,0-1 0 0 0,0 1 0 0 0,0 1 1 0 0,1-1-1 0 0,-1 1 0 0 0,8 0 0 0 0,47 8 149 0 0,-50-6-184 0 0,0 0 0 0 0,0 1 0 0 0,0 0-1 0 0,-1 1 1 0 0,0 0 0 0 0,1 0 0 0 0,-1 1-1 0 0,-1 0 1 0 0,1 1 0 0 0,11 9 0 0 0,-16-11 2 0 0,-1-1 1 0 0,1 1 0 0 0,-1 0 0 0 0,0 0 0 0 0,0 0-1 0 0,0 1 1 0 0,-1-1 0 0 0,1 0 0 0 0,-1 1 0 0 0,0 0-1 0 0,-1 0 1 0 0,1 0 0 0 0,-1-1 0 0 0,0 1 0 0 0,0 0-1 0 0,0 1 1 0 0,-1-1 0 0 0,0 0 0 0 0,0 0 0 0 0,0 0-1 0 0,0 0 1 0 0,-3 9 0 0 0,0-1 58 0 0,-1 0 0 0 0,-1 0 0 0 0,0-1 0 0 0,-1 0 0 0 0,0 0 0 0 0,-1 0 0 0 0,0-1 0 0 0,-16 21 0 0 0,-9 3 314 0 0,-42 38-1 0 0,24-26-60 0 0,20-20-175 0 0,21-20-86 0 0,1 1-1 0 0,0-1 1 0 0,0 1 0 0 0,1 0 0 0 0,-7 10-1 0 0,14-18-49 0 0,0 1-1 0 0,0-1 0 0 0,0 0 0 0 0,0 1 0 0 0,0-1 0 0 0,0 0 0 0 0,0 1 0 0 0,0-1 1 0 0,0 1-1 0 0,0-1 0 0 0,0 0 0 0 0,0 1 0 0 0,1-1 0 0 0,-1 0 0 0 0,0 1 1 0 0,0-1-1 0 0,0 0 0 0 0,0 1 0 0 0,1-1 0 0 0,-1 0 0 0 0,0 0 0 0 0,0 1 0 0 0,1-1 1 0 0,-1 0-1 0 0,0 0 0 0 0,0 1 0 0 0,1-1 0 0 0,-1 0 0 0 0,0 0 0 0 0,1 0 0 0 0,-1 0 1 0 0,0 1-1 0 0,1-1 0 0 0,15 5 484 0 0,18-4-217 0 0,0-1 0 0 0,58-9 1 0 0,70-20-279 0 0,-141 25-14 0 0,-4 1-574 0 0,-1-2 0 0 0,31-10 0 0 0,-12-6-4434 0 0,-31 18 3250 0 0,20-24-7037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46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70 2408 0 0,'-108'-20'13563'0'0,"106"20"-13034"0"0,11 0 1984 0 0,141 9-789 0 0,-14-1-1560 0 0,-132-8-171 0 0,-2 0-1 0 0,1 1-1 0 0,0-1 1 0 0,-1 0-1 0 0,1 1 1 0 0,0-1 0 0 0,-1 1-1 0 0,1 0 1 0 0,-1 0-1 0 0,1 0 1 0 0,-1 0 0 0 0,4 3-1 0 0,-6-4 8 0 0,1 1 0 0 0,-1 0 0 0 0,0-1 0 0 0,0 1 0 0 0,0 0-1 0 0,0-1 1 0 0,0 1 0 0 0,0-1 0 0 0,0 1 0 0 0,0 0 0 0 0,0-1 0 0 0,-1 1 0 0 0,1 0-1 0 0,0-1 1 0 0,0 1 0 0 0,0-1 0 0 0,-1 1 0 0 0,1-1 0 0 0,0 1 0 0 0,-1 0-1 0 0,1-1 1 0 0,-1 1 0 0 0,1-1 0 0 0,0 1 0 0 0,-1-1 0 0 0,1 0 0 0 0,-1 1 0 0 0,1-1-1 0 0,-2 1 1 0 0,-13 14-9 0 0,14-15 10 0 0,-111 82-40 0 0,20-18 13 0 0,70-47 40 0 0,4-4 38 0 0,1 1 1 0 0,-31 31-1 0 0,48-44-36 0 0,-1-1 1 0 0,1 0-1 0 0,0 1 0 0 0,-1-1 0 0 0,1 1 1 0 0,0-1-1 0 0,-1 1 0 0 0,1-1 0 0 0,0 0 1 0 0,-1 1-1 0 0,1 0 0 0 0,0-1 0 0 0,0 1 0 0 0,0-1 1 0 0,0 1-1 0 0,0-1 0 0 0,-1 1 0 0 0,1-1 1 0 0,0 1-1 0 0,0-1 0 0 0,0 1 0 0 0,0 0 0 0 0,1-1 1 0 0,-1 1-1 0 0,0-1 0 0 0,0 1 0 0 0,0-1 1 0 0,0 1-1 0 0,0-1 0 0 0,1 1 0 0 0,-1-1 1 0 0,0 1-1 0 0,1-1 0 0 0,-1 1 0 0 0,0-1 0 0 0,1 1 1 0 0,-1-1-1 0 0,0 0 0 0 0,1 1 0 0 0,-1-1 1 0 0,1 0-1 0 0,-1 1 0 0 0,1-1 0 0 0,-1 0 1 0 0,0 1-1 0 0,1-1 0 0 0,-1 0 0 0 0,1 0 0 0 0,0 0 1 0 0,-1 1-1 0 0,1-1 0 0 0,-1 0 0 0 0,1 0 1 0 0,-1 0-1 0 0,1 0 0 0 0,-1 0 0 0 0,2 0 0 0 0,32 3 211 0 0,18-7-321 0 0,0-3 0 0 0,53-13 0 0 0,101-34-6778 0 0,-130 32 882 0 0,-35 10-414 0 0</inkml:trace>
  <inkml:trace contextRef="#ctx0" brushRef="#br0" timeOffset="1">1356 60 1848 0 0,'-48'-4'8060'0'0,"-54"-13"1358"0"0,147 6-8693 0 0,179-10-264 0 0,-74 14-4835 0 0,-123 8 2605 0 0,4 1-5283 0 0,-13-2 2139 0 0</inkml:trace>
  <inkml:trace contextRef="#ctx0" brushRef="#br0" timeOffset="2">1370 175 1500 0 0,'-109'34'16084'0'0,"109"-33"-16032"0"0,1-1-1 0 0,-1 1 1 0 0,0-1 0 0 0,0 1-1 0 0,0-1 1 0 0,0 1-1 0 0,1-1 1 0 0,-1 1 0 0 0,0-1-1 0 0,0 1 1 0 0,1-1-1 0 0,-1 0 1 0 0,0 1 0 0 0,1-1-1 0 0,-1 0 1 0 0,0 1-1 0 0,1-1 1 0 0,-1 0 0 0 0,1 1-1 0 0,-1-1 1 0 0,1 0-1 0 0,-1 0 1 0 0,0 1 0 0 0,1-1-1 0 0,-1 0 1 0 0,1 0-1 0 0,-1 0 1 0 0,1 0 0 0 0,-1 0-1 0 0,1 0 1 0 0,0 0-1 0 0,18 1 324 0 0,-16-1-330 0 0,245-18 192 0 0,-85-7-5470 0 0,-94 10-1158 0 0,-36 6 527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47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71 732 0 0,'0'0'5301'0'0,"-16"3"-2848"0"0,5 10-1720 0 0,0 1 0 0 0,0 0 0 0 0,2 0-1 0 0,0 1 1 0 0,-14 30 0 0 0,-26 86 1125 0 0,40-104-1632 0 0,1 1 1 0 0,1 0 0 0 0,2 0 0 0 0,0 0-1 0 0,0 50 1 0 0,5-69-174 0 0,0 0-1 0 0,1-1 1 0 0,0 1 0 0 0,1 0-1 0 0,0-1 1 0 0,0 1-1 0 0,0-1 1 0 0,1 0 0 0 0,1 0-1 0 0,-1 0 1 0 0,1 0 0 0 0,1 0-1 0 0,-1-1 1 0 0,1 0 0 0 0,0 0-1 0 0,1 0 1 0 0,0 0-1 0 0,0-1 1 0 0,1 0 0 0 0,-1 0-1 0 0,1-1 1 0 0,14 9 0 0 0,-7-8 21 0 0,-1 0-1 0 0,1-1 1 0 0,1 0 0 0 0,-1-1 0 0 0,1-1 0 0 0,-1 0 0 0 0,1-1 0 0 0,0 0 0 0 0,0-2 0 0 0,0 1 0 0 0,0-2 0 0 0,23-3 0 0 0,-23 2 50 0 0,-1-1 1 0 0,0 0 0 0 0,1-1-1 0 0,-1-1 1 0 0,-1 0 0 0 0,1-1-1 0 0,-1 0 1 0 0,0-1 0 0 0,0-1-1 0 0,-1 0 1 0 0,0 0-1 0 0,19-19 1 0 0,-23 19-55 0 0,-1-1-1 0 0,0 0 0 0 0,0 0 1 0 0,-1-1-1 0 0,0 0 1 0 0,-1 0-1 0 0,0-1 0 0 0,-1 1 1 0 0,0-1-1 0 0,3-12 1 0 0,-4 8-25 0 0,0 0 0 0 0,-2 0-1 0 0,1-1 1 0 0,-2 1 0 0 0,0-1 0 0 0,-4-28 0 0 0,-1 18-29 0 0,-1 1 0 0 0,-1-1 1 0 0,-1 1-1 0 0,-2 1 0 0 0,0-1 0 0 0,-1 2 0 0 0,-2-1 0 0 0,-22-31 1 0 0,26 43-111 0 0,0 0 0 0 0,-1 1-1 0 0,0 0 1 0 0,0 0 0 0 0,-1 2 0 0 0,-1-1 0 0 0,0 1 0 0 0,0 1 0 0 0,-1 0 0 0 0,0 1 0 0 0,0 0 0 0 0,0 1 0 0 0,-1 0 0 0 0,0 1 0 0 0,0 1 0 0 0,-1 0 0 0 0,1 1 0 0 0,-1 1 0 0 0,0 0 0 0 0,1 1 0 0 0,-1 0 0 0 0,0 2 0 0 0,0-1 0 0 0,0 2 0 0 0,-17 3 0 0 0,-3 7-1850 0 0,-1 0 0 0 0,2 3 1 0 0,0 1-1 0 0,-39 24 1 0 0,66-35 1376 0 0,-57 32-5416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53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1 512 0 0,'0'0'621'0'0,"-2"0"-111"0"0,-10 5 1736 0 0,1-1 1 0 0,-19 11 1225 0 0,22-8-2680 0 0,8-6-749 0 0,1 1 1 0 0,-1-1-1 0 0,1 1 1 0 0,0-1 0 0 0,0 1-1 0 0,0-1 1 0 0,-1 0-1 0 0,1 1 1 0 0,1-1 0 0 0,-1 0-1 0 0,0 0 1 0 0,0 1 0 0 0,0-1-1 0 0,1 0 1 0 0,-1-1-1 0 0,0 1 1 0 0,1 0 0 0 0,-1 0-1 0 0,1 0 1 0 0,-1-1-1 0 0,1 1 1 0 0,1 0 0 0 0,40 12 395 0 0,13-4-80 0 0,0-3 0 0 0,110-2 0 0 0,-164-4-348 0 0,1 0 0 0 0,52 3-2106 0 0,-53-2 1423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5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56 1800 0 0,'-7'-13'3920'0'0,"-13"-20"2189"0"0,20 31-5546 0 0,0 2-541 0 0,-1 0-1 0 0,1 0 0 0 0,0 0 0 0 0,0 0 0 0 0,0 0 1 0 0,0 0-1 0 0,0-1 0 0 0,-1 1 0 0 0,1 0 0 0 0,0 0 0 0 0,0 0 1 0 0,0 0-1 0 0,0 0 0 0 0,0-1 0 0 0,0 1 0 0 0,0 0 1 0 0,0 0-1 0 0,-1 0 0 0 0,1 0 0 0 0,0-1 0 0 0,0 1 0 0 0,0 0 1 0 0,0 0-1 0 0,0 0 0 0 0,0-1 0 0 0,0 1 0 0 0,0 0 0 0 0,0 0 1 0 0,0 0-1 0 0,0-1 0 0 0,0 1 0 0 0,0 0 0 0 0,1 0 1 0 0,-1 0-1 0 0,0 0 0 0 0,0-1 0 0 0,0 1 0 0 0,0 0 0 0 0,0 0 1 0 0,0 0-1 0 0,0 0 0 0 0,0 0 0 0 0,1-1 0 0 0,-1 1 1 0 0,0 0-1 0 0,0 0 0 0 0,7-1 72 0 0,0 1-1 0 0,0 0 1 0 0,0 1 0 0 0,-1-1 0 0 0,1 1-1 0 0,0 1 1 0 0,0-1 0 0 0,-1 1-1 0 0,1 0 1 0 0,-1 1 0 0 0,1 0 0 0 0,-1 0-1 0 0,9 5 1 0 0,-3-1-42 0 0,-1 1 0 0 0,0 0 0 0 0,-1 0-1 0 0,0 1 1 0 0,0 0 0 0 0,11 14 0 0 0,-16-18 19 0 0,-1 0 0 0 0,0 0 0 0 0,-1 1 0 0 0,1-1-1 0 0,-1 1 1 0 0,0 0 0 0 0,0 0 0 0 0,-1 0 0 0 0,1 1 0 0 0,-2-1 0 0 0,1 0 0 0 0,-1 1 0 0 0,0 0 0 0 0,0-1-1 0 0,0 1 1 0 0,-1-1 0 0 0,0 1 0 0 0,-1 0 0 0 0,1-1 0 0 0,-1 1 0 0 0,0-1 0 0 0,-1 1 0 0 0,0-1-1 0 0,0 1 1 0 0,0-1 0 0 0,-1 0 0 0 0,0 0 0 0 0,-6 10 0 0 0,1-5 178 0 0,0 1 0 0 0,0-1 1 0 0,-1-1-1 0 0,0 0 0 0 0,-18 15 0 0 0,20-22 837 0 0,13-13-862 0 0,12-13-293 0 0,55-44 160 0 0,-37 36-40 0 0,30-35 0 0 0,-59 59-35 0 0,-6 5-16 0 0,1 1-1 0 0,-1 0 0 0 0,1-1 0 0 0,-1 1 0 0 0,0-1 1 0 0,0 0-1 0 0,1 1 0 0 0,-1-1 0 0 0,0 0 0 0 0,0 0 1 0 0,-1 1-1 0 0,1-1 0 0 0,0 0 0 0 0,-1 0 0 0 0,2-4 1 0 0,-3 5-2 0 0,1 1 1 0 0,0 0 0 0 0,0 0-1 0 0,0-1 1 0 0,0 1 0 0 0,-1 0-1 0 0,1 0 1 0 0,0-1 0 0 0,0 1-1 0 0,-1 0 1 0 0,1 0 0 0 0,0-1-1 0 0,0 1 1 0 0,-1 0 0 0 0,1 0-1 0 0,0 0 1 0 0,-1 0 0 0 0,1 0-1 0 0,0-1 1 0 0,-1 1 0 0 0,1 0 0 0 0,0 0-1 0 0,0 0 1 0 0,-1 0 0 0 0,1 0-1 0 0,0 0 1 0 0,-1 0 0 0 0,1 0-1 0 0,0 0 1 0 0,-1 0 0 0 0,1 0-1 0 0,0 0 1 0 0,-1 0 0 0 0,1 1-1 0 0,0-1 1 0 0,-1 0 0 0 0,1 0-1 0 0,-1 0 1 0 0,-10 4-56 0 0,5-1 52 0 0,-1 0-1 0 0,1 1 0 0 0,0 0 0 0 0,1 0 0 0 0,-1 0 1 0 0,1 1-1 0 0,0-1 0 0 0,-7 10 0 0 0,-1 1-10 0 0,-17 30-1 0 0,22-34 11 0 0,1 2 0 0 0,1-1-1 0 0,0 1 1 0 0,0 0 0 0 0,-5 19 0 0 0,11-29-1 0 0,-1-1 1 0 0,0 1-1 0 0,1 0 0 0 0,0 0 1 0 0,-1 0-1 0 0,1 0 0 0 0,0 0 0 0 0,1 0 1 0 0,-1 0-1 0 0,0 0 0 0 0,1 0 1 0 0,0 0-1 0 0,-1 0 0 0 0,1 0 0 0 0,1 0 1 0 0,-1 0-1 0 0,0-1 0 0 0,1 1 1 0 0,-1 0-1 0 0,1-1 0 0 0,0 0 1 0 0,-1 1-1 0 0,1-1 0 0 0,1 0 0 0 0,-1 0 1 0 0,0 0-1 0 0,0 0 0 0 0,1 0 1 0 0,-1 0-1 0 0,1-1 0 0 0,4 3 0 0 0,6 1 2 0 0,-1 0 0 0 0,1-1 0 0 0,0 0-1 0 0,0-1 1 0 0,0-1 0 0 0,0 0 0 0 0,21 1 0 0 0,97-8 122 0 0,-103 3-32 0 0,102-8 182 0 0,-79 5-3121 0 0,-48 4 1853 0 0,0 1 0 0 0,-1-1 0 0 0,1 0 0 0 0,0 1 0 0 0,-1-1 0 0 0,1 0 0 0 0,-1 0 0 0 0,0-1 0 0 0,5-2 0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55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19 584 0 0,'0'0'8255'0'0,"-10"-2"-6236"0"0,29 5-1849 0 0,0-1-1 0 0,0-1 1 0 0,29-2 0 0 0,41-2-23 0 0,102-7 645 0 0,-188 9-718 0 0,16 0-404 0 0,8-3-4357 0 0,-12 1 1455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55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1612 0 0,'-1'-10'10236'0'0,"3"8"-10156"0"0,-1 1-1 0 0,1 0 0 0 0,-1 0 1 0 0,1 0-1 0 0,-1 0 0 0 0,1 0 1 0 0,0 1-1 0 0,-1-1 0 0 0,1 0 0 0 0,0 1 1 0 0,0-1-1 0 0,-1 1 0 0 0,1 0 1 0 0,0 0-1 0 0,3-1 0 0 0,39-2 246 0 0,-39 2-232 0 0,90-8 429 0 0,37-1-1268 0 0,-129 10 292 0 0,4 1-568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56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11 1160 0 0,'-3'-1'1373'0'0,"-54"-8"4917"0"0,54 9-5675 0 0,-16 2 328 0 0,16 2-685 0 0,-1 0 0 0 0,1 0 0 0 0,0 0 0 0 0,0 0-1 0 0,0 1 1 0 0,1-1 0 0 0,0 1 0 0 0,-1 0 0 0 0,2 0 0 0 0,-1-1 0 0 0,0 1 0 0 0,1 0 0 0 0,-1 10 0 0 0,-1 6 299 0 0,0 39 1 0 0,3-56-522 0 0,0-1-1 0 0,0 1 0 0 0,0-1 1 0 0,0 1-1 0 0,1-1 0 0 0,-1 1 1 0 0,1-1-1 0 0,0 1 0 0 0,0-1 0 0 0,0 0 1 0 0,0 1-1 0 0,1-1 0 0 0,-1 0 1 0 0,1 0-1 0 0,0 0 0 0 0,0 0 1 0 0,0 0-1 0 0,0 0 0 0 0,5 4 0 0 0,-1-3 18 0 0,0 0-1 0 0,0-1 0 0 0,1 0 1 0 0,-1 0-1 0 0,1 0 0 0 0,0-1 1 0 0,-1 0-1 0 0,1 0 0 0 0,0-1 0 0 0,0 0 1 0 0,0 0-1 0 0,0-1 0 0 0,0 0 1 0 0,8 0-1 0 0,18 1 19 0 0,-19 0-46 0 0,0 1 0 0 0,0 0 0 0 0,0 1 0 0 0,0 1 0 0 0,-1 0 0 0 0,0 0 0 0 0,0 2 0 0 0,15 7 0 0 0,-26-11 54 0 0,1 0 1 0 0,-1 0 0 0 0,1 0 0 0 0,-1 1-1 0 0,0-1 1 0 0,0 0 0 0 0,0 1-1 0 0,-1-1 1 0 0,1 1 0 0 0,0 0 0 0 0,-1 0-1 0 0,0 0 1 0 0,1-1 0 0 0,-1 1 0 0 0,0 0-1 0 0,-1 1 1 0 0,1-1 0 0 0,-1 0 0 0 0,1 3-1 0 0,-1-4-18 0 0,0 0 0 0 0,0 0-1 0 0,-1 1 1 0 0,1-1-1 0 0,-1 0 1 0 0,1 0-1 0 0,-1 0 1 0 0,0 0 0 0 0,0 0-1 0 0,0-1 1 0 0,0 1-1 0 0,0 0 1 0 0,0 0 0 0 0,0 0-1 0 0,-1-1 1 0 0,-1 3-1 0 0,-26 22 571 0 0,19-21-579 0 0,1 0 1 0 0,-1 0-1 0 0,0-1 1 0 0,-1 0-1 0 0,1-1 1 0 0,0 0-1 0 0,-1-1 1 0 0,0 0 0 0 0,0 0-1 0 0,1-1 1 0 0,-19-1-1 0 0,-8 0-2 0 0,34 0-70 0 0,-4-1-135 0 0,6 1-83 0 0,1 0-1 0 0,-1 0 1 0 0,0 0 0 0 0,0 0-1 0 0,0 0 1 0 0,0 0-1 0 0,0 0 1 0 0,0 0 0 0 0,1 0-1 0 0,-1-1 1 0 0,0 1 0 0 0,0 0-1 0 0,0-1 1 0 0,1 1-1 0 0,-1 0 1 0 0,0-1 0 0 0,0 1-1 0 0,1-1 1 0 0,-1 1-1 0 0,-1-2 1 0 0,2 1-157 0 0,0 0-1 0 0,1-1 1 0 0,-1 1 0 0 0,0 0 0 0 0,0 0-1 0 0,1-1 1 0 0,-1 1 0 0 0,1 0-1 0 0,-1 0 1 0 0,1 0 0 0 0,-1 0-1 0 0,1 0 1 0 0,0 0 0 0 0,0 0-1 0 0,-1 0 1 0 0,1 0 0 0 0,1-1-396 0 0,-1 1 396 0 0,0 1 0 0 0,2-2-1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56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9 536 0 0,'-4'-8'8634'0'0,"2"13"-8382"0"0,1 1 0 0 0,0 0 1 0 0,0-1-1 0 0,0 1 1 0 0,1 0-1 0 0,0 0 1 0 0,0-1-1 0 0,1 1 1 0 0,0 0-1 0 0,0 0 1 0 0,0-1-1 0 0,0 1 1 0 0,1-1-1 0 0,0 1 1 0 0,0-1-1 0 0,0 0 1 0 0,1 0-1 0 0,0 0 1 0 0,4 6-1 0 0,-3-6-205 0 0,0 0 0 0 0,1 0 0 0 0,0 0 0 0 0,0 0 0 0 0,0-1 0 0 0,1 0 0 0 0,-1 0 1 0 0,1-1-1 0 0,0 1 0 0 0,0-1 0 0 0,0 0 0 0 0,1-1 0 0 0,-1 1 0 0 0,1-1 0 0 0,-1-1 0 0 0,9 2 0 0 0,-2-1 19 0 0,0-1 0 0 0,0 0 0 0 0,0-1 0 0 0,1 0 0 0 0,-1-1 0 0 0,20-4 0 0 0,-25 3-39 0 0,0 0 1 0 0,0-1-1 0 0,0 0 1 0 0,0 0-1 0 0,-1-1 1 0 0,1 0-1 0 0,-1-1 0 0 0,0 1 1 0 0,0-1-1 0 0,-1-1 1 0 0,8-6-1 0 0,7-9 1134 0 0,29-41 0 0 0,-49 60-1115 0 0,-1 2-42 0 0,0 0 0 0 0,1 0 1 0 0,-1-1-1 0 0,0 1 0 0 0,0 0 0 0 0,0 0 0 0 0,1-1 0 0 0,-1 1 0 0 0,0 0 0 0 0,0 0 0 0 0,1 0 0 0 0,-1 0 0 0 0,0-1 0 0 0,1 1 0 0 0,-1 0 0 0 0,0 0 0 0 0,1 0 0 0 0,-1 0 0 0 0,0 0 1 0 0,1 0-1 0 0,-1 0 0 0 0,0 0 0 0 0,1 0 0 0 0,-1 0 0 0 0,0 0 0 0 0,1 0 0 0 0,-1 0 0 0 0,0 0 0 0 0,1 0 0 0 0,-1 0 0 0 0,0 0 0 0 0,0 0 0 0 0,1 0 0 0 0,-1 1 0 0 0,0-1 1 0 0,1 0-1 0 0,-1 0 0 0 0,0 0 0 0 0,0 0 0 0 0,1 1 0 0 0,-1-1 0 0 0,0 0 0 0 0,0 0 0 0 0,1 1 0 0 0,-1-1 0 0 0,0 0 0 0 0,0 0 0 0 0,0 1 0 0 0,0-1 0 0 0,1 0 0 0 0,-1 1 0 0 0,0-1 1 0 0,0 0-1 0 0,0 1 0 0 0,0-1 0 0 0,0 0 0 0 0,0 1 0 0 0,0-1 0 0 0,0 0 0 0 0,0 1 0 0 0,0-1 0 0 0,0 0 0 0 0,0 1 0 0 0,0-1 0 0 0,0 1 0 0 0,-34 364 703 0 0,25-292-299 0 0,6-49-227 0 0,-1-1 0 0 0,-1 1 0 0 0,-1-1 0 0 0,-1 0 0 0 0,-1-1-1 0 0,-18 36 1 0 0,20-48-106 0 0,0 0 0 0 0,-1-1 0 0 0,1 0 0 0 0,-2 0 0 0 0,1 0 0 0 0,-1-1 0 0 0,-1 0 0 0 0,1 0 0 0 0,-2-1 0 0 0,1 0 0 0 0,-1-1 0 0 0,1 0 0 0 0,-2 0 0 0 0,1-1 0 0 0,-19 6 0 0 0,8-5 33 0 0,0 0 1 0 0,0-2 0 0 0,-30 3 0 0 0,40-6-436 0 0,0-1 1 0 0,0 0-1 0 0,0-1 1 0 0,0 0-1 0 0,0 0 1 0 0,0-1-1 0 0,0-1 1 0 0,-14-5-1 0 0,24 8 113 0 0,0 0 0 0 0,0-1-1 0 0,0 1 1 0 0,0-1 0 0 0,0 1-1 0 0,0-1 1 0 0,0 1 0 0 0,1-1 0 0 0,-1 1-1 0 0,0-1 1 0 0,0 0 0 0 0,1 0 0 0 0,-1 1-1 0 0,1-1 1 0 0,-1 0 0 0 0,1 0 0 0 0,-1 0-1 0 0,1 0 1 0 0,-1 0 0 0 0,1 1-1 0 0,-1-1 1 0 0,1 0 0 0 0,0-2 0 0 0,0 1-342 0 0,0 0 0 0 0,0 0-1 0 0,0 0 1 0 0,0 0 0 0 0,1 0 0 0 0,-1 0 0 0 0,1 0 0 0 0,-1 0 0 0 0,1 0 0 0 0,1-3 0 0 0,6-10-5304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58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16 792 0 0,'-49'-5'7779'0'0,"30"5"-4878"0"0,0 0-1022 0 0,7 3-620 0 0,20 0-1048 0 0,0 0 0 0 0,1 0 0 0 0,-1-1 0 0 0,1 0 0 0 0,-1-1 0 0 0,1 0 0 0 0,12 0 0 0 0,71-4 107 0 0,-56 1-144 0 0,45-5-6 0 0,13 0 210 0 0,-91 7-280 0 0,16-1 36 0 0,-3-2 32 0 0,1-4-4089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5:59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47 600 0 0,'-26'-22'12362'0'0,"25"20"-11719"0"0,0-2 1 0 0,2 3-619 0 0,0 0 0 0 0,0 0 0 0 0,0 0 0 0 0,-1 0 0 0 0,2 0 0 0 0,-1 0 0 0 0,0 0 0 0 0,0 0 0 0 0,0 0 0 0 0,0 1 0 0 0,0-1 0 0 0,1 0 0 0 0,-1 1 0 0 0,0-1 0 0 0,1 1 0 0 0,-1 0 0 0 0,0-1 0 0 0,1 1 0 0 0,-1 0 0 0 0,1 0 0 0 0,1 0 0 0 0,35-5 7 0 0,-18 6-13 0 0,-1 0 0 0 0,1 0 1 0 0,0 2-1 0 0,21 6 0 0 0,-35-8 4 0 0,0 1-1 0 0,0 0 0 0 0,1 0 1 0 0,-2 1-1 0 0,1-1 0 0 0,0 1 0 0 0,0 1 1 0 0,-1-1-1 0 0,0 1 0 0 0,0 0 0 0 0,0 0 1 0 0,0 1-1 0 0,0-1 0 0 0,-1 1 0 0 0,0 0 1 0 0,0 0-1 0 0,4 7 0 0 0,-7-9 2 0 0,0 0 0 0 0,0 0 0 0 0,0 1 0 0 0,-1-1 0 0 0,1 0 0 0 0,-1 1 0 0 0,0-1 0 0 0,1 1 0 0 0,-2-1 0 0 0,1 0 0 0 0,0 1 0 0 0,-1-1 0 0 0,1 0 0 0 0,-1 1 0 0 0,0-1 0 0 0,0 0 0 0 0,0 0 0 0 0,-1 1 0 0 0,1-1 0 0 0,-1 0 0 0 0,0 0 0 0 0,0-1 0 0 0,-3 5 0 0 0,-6 7 54 0 0,-1 0-1 0 0,0-1 1 0 0,-17 14-1 0 0,17-17-58 0 0,-6 6 68 0 0,-1-1 1 0 0,-28 19-1 0 0,45-33 3 0 0,0 3 203 0 0,0 0-30 0 0,14-4-254 0 0,-2-1 3 0 0,0 1 0 0 0,0 1 0 0 0,0-1 0 0 0,0 2 0 0 0,-1-1 0 0 0,1 1 0 0 0,11 4 0 0 0,2 2-1 0 0,42 20 0 0 0,-53-22-15 0 0,-1 0 0 0 0,19 15 0 0 0,-26-19 73 0 0,-1 1 0 0 0,0 0 0 0 0,0 0 0 0 0,0 0 0 0 0,0 0 0 0 0,0 1 0 0 0,-1-1 0 0 0,0 1 0 0 0,1 0 0 0 0,-1 0 0 0 0,3 7 0 0 0,-5-9-32 0 0,0-1 1 0 0,0 1 0 0 0,0-1 0 0 0,0 1 0 0 0,0 0-1 0 0,-1-1 1 0 0,1 1 0 0 0,0-1 0 0 0,-1 1-1 0 0,1-1 1 0 0,-1 1 0 0 0,0-1 0 0 0,1 1 0 0 0,-1-1-1 0 0,0 0 1 0 0,0 1 0 0 0,0-1 0 0 0,0 0 0 0 0,0 0-1 0 0,0 1 1 0 0,0-1 0 0 0,0 0 0 0 0,0 0-1 0 0,-1 0 1 0 0,1-1 0 0 0,0 1 0 0 0,-1 0 0 0 0,-1 1-1 0 0,-2 1 27 0 0,-1 0 0 0 0,0-1 0 0 0,0 1-1 0 0,0-1 1 0 0,-11 3 0 0 0,-7-2-1 0 0,0 0 1 0 0,-1-1-1 0 0,1-2 1 0 0,0 0-1 0 0,-46-7 0 0 0,66 6-108 0 0,-22-6-785 0 0,25 7 638 0 0,0 0 1 0 0,1-1-1 0 0,-1 1 0 0 0,1 0 0 0 0,-1-1 0 0 0,0 1 0 0 0,1 0 0 0 0,-1-1 0 0 0,1 1 1 0 0,-1-1-1 0 0,1 1 0 0 0,0-1 0 0 0,-1 1 0 0 0,1-1 0 0 0,-1 1 0 0 0,1-1 0 0 0,0 0 1 0 0,-1 1-1 0 0,1-1 0 0 0,0 1 0 0 0,0-1 0 0 0,0 0 0 0 0,-1 1 0 0 0,1-1 0 0 0,0 0 1 0 0,0 1-1 0 0,0-1 0 0 0,0 0 0 0 0,0 1 0 0 0,0-2 0 0 0,1 1-168 0 0,0-1 0 0 0,-1 1 0 0 0,1 0 0 0 0,0-1 0 0 0,0 1 0 0 0,0 0 0 0 0,0 0 0 0 0,0 0 0 0 0,1 0 0 0 0,-1 0 0 0 0,0 0 0 0 0,0 0 0 0 0,1 0 0 0 0,2-1 0 0 0,0-1-1069 0 0,8-5-2457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00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14 2228 0 0,'-7'-3'13989'0'0,"40"5"-13388"0"0,1-2 0 0 0,48-6 0 0 0,20-1-443 0 0,-98 7-106 0 0,-4 0-51 0 0,0 0 1 0 0,1 0-1 0 0,-1 0 0 0 0,0 1 1 0 0,1-1-1 0 0,-1 0 1 0 0,0 0-1 0 0,1 0 0 0 0,-1 0 1 0 0,0 0-1 0 0,1 0 1 0 0,-1 0-1 0 0,0 1 1 0 0,0-1-1 0 0,1 0 0 0 0,-1 0 1 0 0,0 0-1 0 0,0 1 1 0 0,1-1-1 0 0,-1 0 0 0 0,0 0 1 0 0,0 1-1 0 0,1-1 1 0 0,-1 0-1 0 0,0 0 1 0 0,0 1-1 0 0,0-1 0 0 0,0 0 1 0 0,0 1-1 0 0,0-1 1 0 0,1 0-1 0 0,-1 1 1 0 0,0-1-1 0 0,0 0 0 0 0,0 1 1 0 0,0-1-1 0 0,0 0 1 0 0,0 1-1 0 0,0-1 0 0 0,0 0 1 0 0,0 1-1 0 0,0-1 1 0 0,-1 0-1 0 0,1 1 1 0 0,0-1-1 0 0,0 0 0 0 0,0 1 1 0 0,0-1-1 0 0,0 0 1 0 0,-1 0-1 0 0,1 1 1 0 0,0-1-1 0 0,-1 1 0 0 0,-9 14 43 0 0,-32 27-16 0 0,-50 39-1 0 0,50-47-14 0 0,-59 64 1 0 0,100-97 14 0 0,-1 1 1 0 0,1-1 0 0 0,0 1 0 0 0,0 0-1 0 0,0-1 1 0 0,0 1 0 0 0,0 0 0 0 0,0 0-1 0 0,0-1 1 0 0,1 1 0 0 0,-1 0 0 0 0,0 0-1 0 0,1 0 1 0 0,0 0 0 0 0,-1 0 0 0 0,1 0-1 0 0,0 4 1 0 0,0-5 2 0 0,1 0 0 0 0,-1-1 0 0 0,0 1 0 0 0,0 0 0 0 0,1 0 0 0 0,-1-1 0 0 0,0 1 0 0 0,1 0-1 0 0,-1-1 1 0 0,1 1 0 0 0,-1 0 0 0 0,1-1 0 0 0,-1 1 0 0 0,1-1 0 0 0,-1 1 0 0 0,1-1 0 0 0,0 1 0 0 0,-1-1 0 0 0,1 1 0 0 0,0-1 0 0 0,0 0 0 0 0,-1 1 0 0 0,1-1-1 0 0,0 0 1 0 0,0 1 0 0 0,22 5 290 0 0,-21-6-286 0 0,30 3 88 0 0,0 0 1 0 0,0-3 0 0 0,0 0 0 0 0,33-6-1 0 0,-7 2 3 0 0,26-4 102 0 0,-82 8-135 0 0,1-1-117 0 0,7 0 83 0 0,-7 1-78 0 0,18-8-2493 0 0,-8-20-8994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00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16 68 0 0,'-16'-4'4567'0'0,"1"0"-1516"0"0,10 2-2156 0 0,1 1 0 0 0,-1-1 0 0 0,0 1 0 0 0,0 1 0 0 0,1-1 0 0 0,-8 1 0 0 0,14 2-434 0 0,-2-2-451 0 0,1 0 0 0 0,-1 1 0 0 0,0-1 0 0 0,0 0 1 0 0,0 0-1 0 0,0 1 0 0 0,0-1 0 0 0,0 0 0 0 0,0 0 1 0 0,0 0-1 0 0,0 1 0 0 0,0-1 0 0 0,1 0 1 0 0,-1 0-1 0 0,0 0 0 0 0,0 0 0 0 0,0 1 0 0 0,0-1 1 0 0,1 0-1 0 0,-1 0 0 0 0,0 0 0 0 0,0 0 0 0 0,0 0 1 0 0,0 0-1 0 0,1 1 0 0 0,-1-1 0 0 0,0 0 0 0 0,0 0 1 0 0,1 0-1 0 0,-1 0 0 0 0,0 0 0 0 0,0 0 1 0 0,0 0-1 0 0,1 0 0 0 0,-1 0 0 0 0,0 0 0 0 0,262 7 154 0 0,-195-8-5168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00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7 460 0 0,'-55'29'9393'0'0,"53"-28"-8856"0"0,2-1-470 0 0,0 0 0 0 0,-1 0 0 0 0,1 0 0 0 0,-1 0 0 0 0,1 0 0 0 0,0 0 0 0 0,-1 1 0 0 0,1-1 0 0 0,0 0-1 0 0,-1 0 1 0 0,1 0 0 0 0,0 1 0 0 0,0-1 0 0 0,-1 0 0 0 0,1 0 0 0 0,0 1 0 0 0,0-1 0 0 0,-1 0 0 0 0,1 1 0 0 0,0-1-1 0 0,0 0 1 0 0,0 1 0 0 0,0-1 0 0 0,0 0 0 0 0,-1 1 0 0 0,1-1 0 0 0,0 0 0 0 0,0 1 0 0 0,0-1 0 0 0,0 1 0 0 0,0-1 0 0 0,0 0-1 0 0,0 1 1 0 0,0-1 0 0 0,0 0 0 0 0,0 1 0 0 0,0-1 0 0 0,0 1 0 0 0,1-1 0 0 0,-1 0 0 0 0,0 1 0 0 0,0-1 0 0 0,0 0 0 0 0,0 1-1 0 0,1-1 1 0 0,-1 0 0 0 0,0 0 0 0 0,0 1 0 0 0,1-1 0 0 0,-1 0 0 0 0,0 1 0 0 0,0-1 0 0 0,1 0 0 0 0,0 1 0 0 0,25 2 276 0 0,1-1 1 0 0,-1-1 0 0 0,1-1 0 0 0,0-2-1 0 0,35-5 1 0 0,18-1 7 0 0,52-8-2154 0 0,-46-4-6404 0 0,-70 14 4137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02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38 1160 0 0,'0'0'966'0'0,"-6"-34"7478"0"0,5 34-8395 0 0,1 0 1 0 0,-1-1 0 0 0,0 1 0 0 0,1 0 0 0 0,-1-1 0 0 0,1 1-1 0 0,-1 0 1 0 0,0-1 0 0 0,1 1 0 0 0,-1 0 0 0 0,0 0 0 0 0,1 0-1 0 0,-1 0 1 0 0,0 0 0 0 0,0 0 0 0 0,1 0 0 0 0,-1 0 0 0 0,0 0-1 0 0,1 0 1 0 0,-1 0 0 0 0,0 0 0 0 0,1 0 0 0 0,-1 1 0 0 0,0-1-1 0 0,1 0 1 0 0,-1 0 0 0 0,0 1 0 0 0,1-1 0 0 0,-1 1 0 0 0,1-1 0 0 0,-1 0-1 0 0,1 1 1 0 0,-1-1 0 0 0,1 1 0 0 0,-1-1 0 0 0,1 1 0 0 0,-1-1-1 0 0,0 2 1 0 0,-24 27 273 0 0,19-21-106 0 0,-5 5-84 0 0,1 1 1 0 0,0 1 0 0 0,1 0 0 0 0,1 0 0 0 0,0 1 0 0 0,-5 18 0 0 0,9-26-113 0 0,2 0 1 0 0,-1 1-1 0 0,1 0 1 0 0,1-1-1 0 0,0 1 0 0 0,0 0 1 0 0,0 0-1 0 0,1 0 0 0 0,1 0 1 0 0,-1 0-1 0 0,2-1 1 0 0,-1 1-1 0 0,5 15 0 0 0,-3-19 50 0 0,0 0 0 0 0,0 0-1 0 0,0 0 1 0 0,1 0 0 0 0,0 0-1 0 0,0 0 1 0 0,0-1 0 0 0,1 0-1 0 0,-1 0 1 0 0,1 0 0 0 0,0-1-1 0 0,0 1 1 0 0,0-1 0 0 0,1 0-1 0 0,-1-1 1 0 0,1 1-1 0 0,0-1 1 0 0,8 2 0 0 0,11 3 126 0 0,1-1 1 0 0,48 5-1 0 0,-38-8 12 0 0,0-1-1 0 0,0-2 1 0 0,0-1 0 0 0,0-2-1 0 0,0-1 1 0 0,48-13 0 0 0,-65 11-32 0 0,0 0 0 0 0,0-1 0 0 0,0-1 0 0 0,-1-1 0 0 0,25-17 0 0 0,-31 18-78 0 0,-1 0 0 0 0,-1-1 0 0 0,0 0 0 0 0,0-1 0 0 0,-1 0 0 0 0,0-1 0 0 0,0 1 0 0 0,12-24 0 0 0,-19 30-78 0 0,0 0-1 0 0,0 0 0 0 0,0 0 0 0 0,0-1 0 0 0,-1 1 0 0 0,1-1 0 0 0,-1 0 0 0 0,0 1 0 0 0,-1-1 0 0 0,1 0 0 0 0,-1 1 0 0 0,0-1 0 0 0,0 0 0 0 0,0 0 0 0 0,-1 1 0 0 0,-2-9 0 0 0,2 8-16 0 0,-2 0-1 0 0,1 1 1 0 0,0-1-1 0 0,-1 1 1 0 0,0 0 0 0 0,0-1-1 0 0,0 1 1 0 0,0 0 0 0 0,-1 1-1 0 0,1-1 1 0 0,-1 1 0 0 0,0 0-1 0 0,0-1 1 0 0,0 2 0 0 0,-7-4-1 0 0,-3-2-95 0 0,0 2 1 0 0,-1 0-1 0 0,0 0 0 0 0,0 2 0 0 0,-1 0 0 0 0,1 0 0 0 0,-1 1 1 0 0,0 1-1 0 0,-20 0 0 0 0,-5 3-1803 0 0,-1 1 0 0 0,-57 11 1 0 0,42-4-2012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14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81 716 0 0,'-8'-10'2348'0'0,"-23"-16"817"0"0,29 24-2945 0 0,-3-2 206 0 0,4 3-352 0 0,1 0 0 0 0,-1 1 0 0 0,0-1-1 0 0,0 0 1 0 0,0 0 0 0 0,1 0 0 0 0,-1 1 0 0 0,0-1 0 0 0,1 0-1 0 0,-1 0 1 0 0,0 0 0 0 0,1 0 0 0 0,0 0 0 0 0,-1 0-1 0 0,1 0 1 0 0,-1-2 0 0 0,7 0-42 0 0,0 0 0 0 0,1 0 1 0 0,-1 1-1 0 0,1 0 0 0 0,-1 0 0 0 0,1 0 0 0 0,0 1 1 0 0,11-1-1 0 0,63 0 212 0 0,-62 3-209 0 0,4-1 0 0 0,-1 1 0 0 0,0 1 0 0 0,38 9 0 0 0,-52-9-24 0 0,0 0-1 0 0,0 1 0 0 0,0 0 0 0 0,0 0 0 0 0,0 1 0 0 0,-1 0 0 0 0,0 0 0 0 0,1 0 0 0 0,-2 1 0 0 0,1 1 1 0 0,0-1-1 0 0,10 13 0 0 0,-14-14 31 0 0,-1 0-1 0 0,0 0 1 0 0,0 1 0 0 0,0 0 0 0 0,0-1 0 0 0,0 1-1 0 0,-1 0 1 0 0,0 0 0 0 0,0-1 0 0 0,-1 1 0 0 0,1 0 0 0 0,-1 0-1 0 0,0 0 1 0 0,0 0 0 0 0,-1 0 0 0 0,1 0 0 0 0,-1 0-1 0 0,0 0 1 0 0,0 0 0 0 0,-1-1 0 0 0,-2 6 0 0 0,-4 11 31 0 0,-2 1 0 0 0,-1-1 1 0 0,-14 21-1 0 0,18-30-54 0 0,-99 140 142 0 0,64-96-47 0 0,-47 85 1 0 0,82-127-153 0 0,0 0 1 0 0,1 1-1 0 0,-7 25 0 0 0,11-36 36 0 0,1 0 0 0 0,0 0-1 0 0,1 0 1 0 0,-1 1 0 0 0,1-1-1 0 0,0 0 1 0 0,0 0 0 0 0,0 0-1 0 0,0 0 1 0 0,1 1 0 0 0,-1-1-1 0 0,1 0 1 0 0,0 0 0 0 0,1 0-1 0 0,-1 0 1 0 0,1 0 0 0 0,-1 0-1 0 0,5 5 1 0 0,-2-4 9 0 0,0-1-1 0 0,0 0 1 0 0,1 0 0 0 0,0 0 0 0 0,0-1-1 0 0,0 1 1 0 0,0-1 0 0 0,0 0-1 0 0,1-1 1 0 0,10 4 0 0 0,-6-2 8 0 0,1-2 1 0 0,0 1-1 0 0,0-2 1 0 0,0 1-1 0 0,15-1 1 0 0,61-3 37 0 0,-73 0 278 0 0,-1-1-1 0 0,18-5 1 0 0,-29 8-216 0 0,5-3 117 0 0,-1 0 35 0 0,-10 7-135 0 0,-2 2-123 0 0,0 0-1 0 0,0 1 0 0 0,0-1 0 0 0,1 1 0 0 0,0 0 0 0 0,0 1 0 0 0,1-1 0 0 0,0 1 0 0 0,-5 12 0 0 0,-1 9 52 0 0,-9 40-1 0 0,11-38-34 0 0,-6 37 98 0 0,-10 115 1 0 0,21-154-125 0 0,0 2 172 0 0,-3 35 498 0 0,-19 85 0 0 0,24-148-550 0 0,0 0 0 0 0,0 0 0 0 0,-1 0 0 0 0,1 0 0 0 0,-1 0 0 0 0,1 0 0 0 0,-1-1 0 0 0,0 1 0 0 0,0 0 0 0 0,0-1 0 0 0,0 0 0 0 0,-1 1 0 0 0,1-1 0 0 0,-1 0 0 0 0,1 0 0 0 0,-1 0 0 0 0,0-1 0 0 0,1 1 0 0 0,-1-1 0 0 0,0 1 0 0 0,0-1 0 0 0,0 0 0 0 0,0 0 0 0 0,0 0 0 0 0,-1-1 0 0 0,1 1 0 0 0,0-1 0 0 0,0 0 0 0 0,-6 0 0 0 0,-9 0-43 0 0,1-1 1 0 0,-1-1-1 0 0,1-1 1 0 0,-20-5-1 0 0,25 6-1 0 0,-137-41 63 0 0,91 25-3857 0 0,55 17 2961 0 0,1 1-1 0 0,0-1 1 0 0,-1 1 0 0 0,1 0 0 0 0,-1 0 0 0 0,1 0 0 0 0,-1 0-1 0 0,1 0 1 0 0,-3 1 0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16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0 496 0 0,'0'0'780'0'0,"-7"5"-232"0"0,2 4-468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3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12 140 0 0,'0'-12'1120'0'0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18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65 126 932 0 0,'-10'-8'2964'0'0,"4"3"-2266"0"0,1 0-1 0 0,0 0 1 0 0,1-1-1 0 0,-1 0 1 0 0,1 0 0 0 0,0 0-1 0 0,-4-9 1 0 0,-2-2 144 0 0,9 16-829 0 0,1 0 1 0 0,0 0-1 0 0,-1 0 1 0 0,1 0-1 0 0,-1 0 1 0 0,1 0-1 0 0,0 0 1 0 0,0 0-1 0 0,0 0 1 0 0,0 0-1 0 0,-1 0 1 0 0,1 0-1 0 0,1 0 1 0 0,-1 0-1 0 0,0 0 1 0 0,0 0-1 0 0,0 0 1 0 0,0 0-1 0 0,1 0 1 0 0,-1 0-1 0 0,0 0 1 0 0,1 0-1 0 0,-1 1 1 0 0,1-1-1 0 0,-1 0 1 0 0,1 0-1 0 0,0 0 0 0 0,-1 0 1 0 0,1 1-1 0 0,0-1 1 0 0,-1 0-1 0 0,1 1 1 0 0,0-1-1 0 0,0 0 1 0 0,0 1-1 0 0,-1-1 1 0 0,1 1-1 0 0,0-1 1 0 0,1 0-1 0 0,2 0-4 0 0,0-1 0 0 0,0 0 0 0 0,0 1-1 0 0,0 0 1 0 0,0-1 0 0 0,0 2 0 0 0,0-1-1 0 0,7 0 1 0 0,0 1-7 0 0,0 1 1 0 0,0 1-1 0 0,0 0 1 0 0,0 0-1 0 0,-1 1 1 0 0,1 1-1 0 0,-1 0 1 0 0,1 0-1 0 0,-1 1 1 0 0,17 11-1 0 0,-21-13 3 0 0,-1 1 0 0 0,0 0 1 0 0,0 0-1 0 0,0 0 0 0 0,0 0 0 0 0,-1 1 0 0 0,0 0 0 0 0,0 0 0 0 0,0 0 0 0 0,0 0 0 0 0,-1 1 0 0 0,0-1 0 0 0,0 1 0 0 0,-1 0 1 0 0,1 0-1 0 0,-1 0 0 0 0,-1 0 0 0 0,1 1 0 0 0,-1-1 0 0 0,1 12 0 0 0,-3-6 7 0 0,0 0 1 0 0,-1 0-1 0 0,0 0 0 0 0,-1 0 1 0 0,0-1-1 0 0,-1 1 0 0 0,0-1 0 0 0,-1 0 1 0 0,-1 0-1 0 0,1-1 0 0 0,-2 1 1 0 0,1-1-1 0 0,-1-1 0 0 0,-1 1 0 0 0,0-1 1 0 0,0 0-1 0 0,-10 7 0 0 0,10-10 79 0 0,0 0 0 0 0,0-1 0 0 0,0 0 0 0 0,-11 5 0 0 0,13-7-36 0 0,5-3 95 0 0,-2-2-125 0 0,3 2-24 0 0,0 0-1 0 0,0 0 1 0 0,-1 0-1 0 0,1 0 1 0 0,0-1-1 0 0,0 1 1 0 0,0 0-1 0 0,0 0 1 0 0,-1 0-1 0 0,1 0 1 0 0,0 0-1 0 0,0 0 1 0 0,0 0-1 0 0,0-1 1 0 0,0 1-1 0 0,0 0 1 0 0,-1 0-1 0 0,1 0 1 0 0,0 0-1 0 0,0 0 1 0 0,0-1-1 0 0,0 1 1 0 0,0 0-1 0 0,0 0 1 0 0,0 0-1 0 0,0 0 1 0 0,0-1-1 0 0,0 1 1 0 0,0 0-1 0 0,0 0 1 0 0,0 0-1 0 0,0-1 1 0 0,0 1-1 0 0,0 0 1 0 0,0 0-1 0 0,0 0 1 0 0,0 0-1 0 0,0-1 1 0 0,0 1-1 0 0,0 0 1 0 0,9-10 12 0 0,1 1 1 0 0,0 0 0 0 0,0 0-1 0 0,0 1 1 0 0,22-12 0 0 0,66-29-38 0 0,-33 17 28 0 0,-30 16 14 0 0,-25 11-4 0 0,0 1 1 0 0,0-1 0 0 0,-1-1 0 0 0,10-7 0 0 0,-17 12-15 0 0,-10-2-27 0 0,7 3 26 0 0,0 0 0 0 0,1-1 1 0 0,-1 1-1 0 0,0 0 0 0 0,0 0 0 0 0,1 0 1 0 0,-1 0-1 0 0,0-1 0 0 0,1 1 1 0 0,-1 0-1 0 0,0 0 0 0 0,0 1 0 0 0,1-1 1 0 0,-1 0-1 0 0,0 0 0 0 0,1 0 0 0 0,-1 0 1 0 0,0 0-1 0 0,1 1 0 0 0,-1-1 0 0 0,0 0 1 0 0,1 1-1 0 0,-1-1 0 0 0,0 1 1 0 0,0 0-1 0 0,-12 5-6 0 0,1 2 0 0 0,0-1 0 0 0,1 2 0 0 0,0 0 0 0 0,0 0 1 0 0,-14 15-1 0 0,19-17 5 0 0,0 1 1 0 0,0 0 0 0 0,1 0-1 0 0,-1 0 1 0 0,2 0 0 0 0,-1 1-1 0 0,1 0 1 0 0,1-1 0 0 0,-1 2-1 0 0,-3 16 1 0 0,7-23 41 0 0,-1 0 0 0 0,0 1 0 0 0,1-1 0 0 0,0 0 1 0 0,0 1-1 0 0,0-1 0 0 0,0 0 0 0 0,0 1 0 0 0,1-1 0 0 0,0 0 0 0 0,-1 1 0 0 0,1-1 0 0 0,0 0 0 0 0,1 0 0 0 0,-1 0 1 0 0,1 0-1 0 0,-1 0 0 0 0,1 0 0 0 0,0 0 0 0 0,0-1 0 0 0,0 1 0 0 0,0 0 0 0 0,0-1 0 0 0,1 0 0 0 0,-1 0 0 0 0,1 1 1 0 0,0-1-1 0 0,-1-1 0 0 0,1 1 0 0 0,0 0 0 0 0,0-1 0 0 0,0 1 0 0 0,0-1 0 0 0,1 0 0 0 0,-1 0 0 0 0,0 0 0 0 0,0-1 1 0 0,5 1-1 0 0,55 2 226 0 0,-60-3-232 0 0,17 0 19 0 0,-1 0-203 0 0,23 0-7633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18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64 616 0 0,'-42'-22'9524'0'0,"29"16"-7908"0"0,11 5-1162 0 0,24 2 2912 0 0,116-2-1766 0 0,179-28-1738 0 0,-299 26-991 0 0,-8 1-1611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18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10 2200 0 0,'-14'-6'4429'0'0,"12"5"-4111"0"0,0 1-1 0 0,1-1 1 0 0,-1 1-1 0 0,0-1 1 0 0,1 1-1 0 0,-1 0 0 0 0,0 0 1 0 0,0 0-1 0 0,1 0 1 0 0,-1 0-1 0 0,0 0 1 0 0,0 1-1 0 0,1-1 1 0 0,-1 0-1 0 0,0 1 0 0 0,-2 0 1 0 0,3 1-173 0 0,-1-1 0 0 0,1 0 0 0 0,0 0 1 0 0,0 1-1 0 0,0-1 0 0 0,0 0 0 0 0,0 1 1 0 0,0-1-1 0 0,0 1 0 0 0,1-1 0 0 0,-1 1 0 0 0,0 0 1 0 0,1-1-1 0 0,-1 1 0 0 0,1 0 0 0 0,0-1 0 0 0,0 1 1 0 0,-1 0-1 0 0,1 3 0 0 0,-32 286 2877 0 0,30-272-3045 0 0,-7 52-160 0 0,9-64-505 0 0,0 1 1 0 0,0 0-1 0 0,1 0 1 0 0,0 0-1 0 0,0-1 1 0 0,4 15-1 0 0,4-6-4863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19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167 103 1684 0 0,'7'-95'11990'0'0,"-7"95"-11968"0"0,0-1 0 0 0,0 1-1 0 0,0 0 1 0 0,1-1 0 0 0,-1 1 0 0 0,0-1 0 0 0,0 1 0 0 0,1 0-1 0 0,-1-1 1 0 0,0 1 0 0 0,1 0 0 0 0,-1-1 0 0 0,0 1 0 0 0,1 0 0 0 0,-1-1-1 0 0,0 1 1 0 0,1 0 0 0 0,-1 0 0 0 0,1-1 0 0 0,-1 1 0 0 0,1 0-1 0 0,-1 0 1 0 0,0 0 0 0 0,1 0 0 0 0,-1 0 0 0 0,1-1 0 0 0,-1 1-1 0 0,1 0 1 0 0,-1 0 0 0 0,1 0 0 0 0,0 1 0 0 0,19 1 247 0 0,-13 0-233 0 0,-1 1 0 0 0,0 0 1 0 0,0 0-1 0 0,0 0 0 0 0,0 1 0 0 0,-1 0 0 0 0,1 0 1 0 0,-1 1-1 0 0,0 0 0 0 0,0-1 0 0 0,-1 1 1 0 0,0 1-1 0 0,0-1 0 0 0,0 1 0 0 0,0 0 0 0 0,-1 0 1 0 0,0 0-1 0 0,3 7 0 0 0,-3-5 14 0 0,-1 0 1 0 0,1 0-1 0 0,-1 1 0 0 0,-1-1 1 0 0,0 1-1 0 0,0-1 0 0 0,0 1 1 0 0,-1-1-1 0 0,-1 1 0 0 0,1 0 1 0 0,-1-1-1 0 0,-1 1 0 0 0,0-1 0 0 0,-3 12 1 0 0,-4 2 47 0 0,-1-1 1 0 0,-1 0 0 0 0,0-1-1 0 0,-2 0 1 0 0,-26 33 0 0 0,-88 82 587 0 0,98-107-471 0 0,-22 21 295 0 0,49-47-324 0 0,2-2-160 0 0,-1 1 0 0 0,1-1-1 0 0,0 1 1 0 0,0-1-1 0 0,0 1 1 0 0,0-1 0 0 0,0 1-1 0 0,0-1 1 0 0,0 1-1 0 0,0-1 1 0 0,0 1 0 0 0,0-1-1 0 0,0 1 1 0 0,0 0-1 0 0,0-1 1 0 0,0 1 0 0 0,0-1-1 0 0,0 1 1 0 0,1 0-1 0 0,2 0 10 0 0,1 0-1 0 0,0 0 1 0 0,-1 0-1 0 0,1-1 0 0 0,0 1 1 0 0,-1-1-1 0 0,1 0 0 0 0,0 0 1 0 0,-1 0-1 0 0,1 0 1 0 0,4-1-1 0 0,48-12 62 0 0,-26 6-45 0 0,19-4-1178 0 0,49-18-1 0 0,-4-9-8361 0 0,-71 28 4291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19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45 2020 0 0,'-2'-5'1410'0'0,"-1"0"0"0"0,0 0 0 0 0,0 1 0 0 0,0-1-1 0 0,-5-4 1 0 0,-1-3 1692 0 0,-6 19-913 0 0,12-1-1984 0 0,0 0 0 0 0,0 1 1 0 0,0-1-1 0 0,1 0 0 0 0,0 1 0 0 0,0 0 0 0 0,0-1 0 0 0,1 1 0 0 0,0 0 0 0 0,1 0 1 0 0,-1 0-1 0 0,2 7 0 0 0,-1-9-182 0 0,0 1 0 0 0,0-1 0 0 0,1 0 0 0 0,0 0 0 0 0,0 0 0 0 0,0 0 0 0 0,1 0 0 0 0,0 0 0 0 0,0-1 0 0 0,0 1 0 0 0,0 0 0 0 0,1-1 0 0 0,-1 0 0 0 0,1 1 0 0 0,0-1 0 0 0,1 0 0 0 0,4 4 0 0 0,-2-3-1 0 0,1-1 0 0 0,-1 0 0 0 0,1 0 0 0 0,0 0 1 0 0,0-1-1 0 0,1 0 0 0 0,-1 0 0 0 0,1-1 0 0 0,-1 0 0 0 0,1-1 0 0 0,0 1 0 0 0,0-1 0 0 0,0-1 0 0 0,0 1 1 0 0,12-2-1 0 0,-14 0-13 0 0,1 0 0 0 0,0-1 1 0 0,-1 1-1 0 0,1-1 1 0 0,-1 0-1 0 0,0-1 0 0 0,0 0 1 0 0,0 0-1 0 0,0 0 1 0 0,0 0-1 0 0,-1-1 0 0 0,1 0 1 0 0,-1 0-1 0 0,0-1 1 0 0,0 1-1 0 0,-1-1 0 0 0,1 0 1 0 0,6-10-1 0 0,-3 1 2 0 0,1-1-1 0 0,-2 1 1 0 0,7-19-1 0 0,-13 31-19 0 0,-3 4-45 0 0,1 0 48 0 0,-1-1 0 0 0,1 1 1 0 0,0 0-1 0 0,0 0 1 0 0,-1 0-1 0 0,1 0 1 0 0,1 0-1 0 0,-1 0 1 0 0,0 0-1 0 0,0 4 1 0 0,-1-3 0 0 0,-25 81 55 0 0,-19 104 0 0 0,18-71 173 0 0,25-104-182 0 0,-3 13 292 0 0,-1 0 0 0 0,-1-1 0 0 0,-23 49 0 0 0,28-68-292 0 0,0 0 0 0 0,-1 0 0 0 0,0 0 0 0 0,0 0 1 0 0,-1-1-1 0 0,0 0 0 0 0,0 0 0 0 0,0 0 0 0 0,0 0 0 0 0,-1-1 0 0 0,1 0 0 0 0,-1 0 0 0 0,0-1 1 0 0,-1 1-1 0 0,1-1 0 0 0,0-1 0 0 0,-1 1 0 0 0,0-1 0 0 0,1 0 0 0 0,-11 1 0 0 0,7-2-452 0 0,1-1-1 0 0,0 0 1 0 0,-1 0 0 0 0,1-1-1 0 0,0 0 1 0 0,0-1-1 0 0,-17-4 1 0 0,25 5 182 0 0,0 1 0 0 0,0 0 0 0 0,0 0 0 0 0,1-1 1 0 0,-1 1-1 0 0,0 0 0 0 0,0-1 0 0 0,1 1 0 0 0,-1-1 0 0 0,0 1 1 0 0,1-1-1 0 0,-1 1 0 0 0,0-1 0 0 0,1 0 0 0 0,-1 1 0 0 0,1-1 1 0 0,-1 0-1 0 0,1 1 0 0 0,-1-1 0 0 0,1 0 0 0 0,0 1 0 0 0,-1-1 1 0 0,1 0-1 0 0,0 0 0 0 0,0 0 0 0 0,-1 1 0 0 0,1-1 0 0 0,0 0 1 0 0,0 0-1 0 0,0 0 0 0 0,0 0 0 0 0,0 0 0 0 0,0 1 0 0 0,0-1 1 0 0,0 0-1 0 0,1 0 0 0 0,-1 0 0 0 0,0 1 0 0 0,0-1 1 0 0,1 0-1 0 0,-1 0 0 0 0,0 0 0 0 0,1 1 0 0 0,-1-1 0 0 0,1 0 1 0 0,0 0-1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1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81 117 20 0 0,'-14'-2'3685'0'0,"1"0"0"0"0,-24-8-1 0 0,35 10-2839 0 0,-3-1 121 0 0,-5-3 1609 0 0,12 2-2479 0 0,-1 0 1 0 0,1 0-1 0 0,0 1 0 0 0,0-1 1 0 0,0 1-1 0 0,-1 0 0 0 0,1-1 1 0 0,1 1-1 0 0,-1 0 0 0 0,0 0 1 0 0,0 0-1 0 0,0 0 0 0 0,0 0 1 0 0,1 1-1 0 0,3-1 0 0 0,47-10 356 0 0,-44 9-355 0 0,30-5-24 0 0,248-41-696 0 0,-269 47-345 0 0,8 0-1895 0 0,-24 1 2202 0 0,0-1 0 0 0,0 1 0 0 0,0-1-1 0 0,-1 1 1 0 0,1-1 0 0 0,0 1 0 0 0,0-1 0 0 0,0 0-1 0 0,2-2 1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1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41 152 2288 0 0,'-14'-7'4754'0'0,"-4"1"-1409"0"0,18 6-3227 0 0,-1 0-1 0 0,1 1 1 0 0,0-1 0 0 0,-1 0 0 0 0,1 0-1 0 0,0 0 1 0 0,-1 0 0 0 0,1 0 0 0 0,0 0-1 0 0,-1 1 1 0 0,1-1 0 0 0,0 0 0 0 0,-1 0-1 0 0,1 0 1 0 0,0 1 0 0 0,-1-1 0 0 0,1 0-1 0 0,0 1 1 0 0,0-1 0 0 0,-1 0 0 0 0,1 0-1 0 0,0 1 1 0 0,0-1 0 0 0,0 0-1 0 0,0 1 1 0 0,-1 0 0 0 0,1 2 261 0 0,-1 1 1 0 0,1 0-1 0 0,0 0 1 0 0,0 0-1 0 0,1-1 0 0 0,-1 1 1 0 0,2 4-1 0 0,-2-8-381 0 0,23 303 2445 0 0,-21-256-2541 0 0,5 30-3387 0 0,-6-68 1470 0 0,2 1 0 0 0,-1-1 0 0 0,6 11 0 0 0</inkml:trace>
  <inkml:trace contextRef="#ctx0" brushRef="#br0" timeOffset="1">663 142 600 0 0,'-2'-41'6593'0'0,"1"31"-5270"0"0,0 0-1 0 0,0 0 1 0 0,1 0-1 0 0,1 0 1 0 0,3-18-1 0 0,-4 27-1273 0 0,1 0 1 0 0,0-1-1 0 0,0 1 0 0 0,-1 0 0 0 0,1 0 0 0 0,0 0 1 0 0,0 0-1 0 0,0 0 0 0 0,0 0 0 0 0,0 0 1 0 0,1 1-1 0 0,-1-1 0 0 0,0 0 0 0 0,0 0 1 0 0,0 1-1 0 0,1-1 0 0 0,-1 1 0 0 0,0-1 1 0 0,3 1-1 0 0,23-5 380 0 0,-21 5-369 0 0,-1 0 0 0 0,1 1 0 0 0,0 0 0 0 0,-1 0 0 0 0,1 1 0 0 0,-1 0 0 0 0,1 0 0 0 0,-1 0 0 0 0,0 0 0 0 0,0 1 0 0 0,0 0 0 0 0,0 0 1 0 0,0 0-1 0 0,-1 1 0 0 0,1 0 0 0 0,-1-1 0 0 0,7 10 0 0 0,-6-7 13 0 0,0 0 0 0 0,0 1-1 0 0,-1-1 1 0 0,0 1 0 0 0,-1 0 0 0 0,1 0 0 0 0,-1 1 0 0 0,-1-1 0 0 0,0 1 0 0 0,0-1 0 0 0,0 1 0 0 0,0 9 0 0 0,-2-3-11 0 0,0 0 0 0 0,-1 0 0 0 0,-1 0 0 0 0,-1 0 0 0 0,0 0 0 0 0,-1-1 0 0 0,0 1 0 0 0,-1-1 0 0 0,0 0 0 0 0,-1 0 0 0 0,-1-1 0 0 0,-10 16 0 0 0,-11 12 227 0 0,-1-1-1 0 0,-42 42 1 0 0,-75 79 1195 0 0,145-160-1461 0 0,1 0 0 0 0,0 1 1 0 0,-1-1-1 0 0,1 0 0 0 0,-1 1 1 0 0,1-1-1 0 0,0 0 1 0 0,-1 1-1 0 0,1-1 0 0 0,0 1 1 0 0,-1-1-1 0 0,1 0 0 0 0,0 1 1 0 0,0-1-1 0 0,-1 1 0 0 0,1-1 1 0 0,0 1-1 0 0,0-1 1 0 0,0 1-1 0 0,0-1 0 0 0,0 1 1 0 0,0-1-1 0 0,0 1 0 0 0,0-1 1 0 0,0 1-1 0 0,0 0 1 0 0,0-1-1 0 0,0 1 0 0 0,0-1 1 0 0,0 1-1 0 0,0-1 0 0 0,0 1 1 0 0,1-1-1 0 0,-1 1 0 0 0,0-1 1 0 0,0 1-1 0 0,1-1 1 0 0,-1 0-1 0 0,0 1 0 0 0,0-1 1 0 0,1 1-1 0 0,-1-1 0 0 0,1 0 1 0 0,-1 1-1 0 0,0-1 0 0 0,1 0 1 0 0,-1 1-1 0 0,1-1 1 0 0,-1 0-1 0 0,1 0 0 0 0,-1 1 1 0 0,1-1-1 0 0,-1 0 0 0 0,1 0 1 0 0,-1 0-1 0 0,1 0 0 0 0,-1 0 1 0 0,1 0-1 0 0,-1 0 1 0 0,1 0-1 0 0,-1 0 0 0 0,1 0 1 0 0,0 0-1 0 0,36 0 264 0 0,-35 0-256 0 0,45-4 118 0 0,0-2 0 0 0,0-3 0 0 0,69-21 0 0 0,-66 12-2385 0 0,61-28 0 0 0,-53 14-2367 0 0,-21 9-1699 0 0,-16 7-53 0 0</inkml:trace>
  <inkml:trace contextRef="#ctx0" brushRef="#br0" timeOffset="2">1294 369 740 0 0,'-25'-10'7883'0'0,"-43"-25"0"0"0,66 34-7470 0 0,-6-5 704 0 0,5 1-844 0 0,9 4-57 0 0,-3 1-265 0 0,-1 0 87 0 0,2 0 0 0 0,0 0-25 0 0,31-1 140 0 0,60 9 1 0 0,-4 8-76 0 0,-88-15-67 0 0,-1-1-2 0 0,6 2-1 0 0,-6-1 8 0 0,3 1-6 0 0,-3 0-4 0 0,13-1 294 0 0,-12-1-290 0 0,7-1 6 0 0,-7 0 131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3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20 1628 0 0,'0'0'4754'0'0,"-1"-16"-1604"0"0,2 15-3098 0 0,-1 1 0 0 0,1 0 0 0 0,-1-1 0 0 0,1 1-1 0 0,-1 0 1 0 0,1-1 0 0 0,-1 1 0 0 0,1 0 0 0 0,0 0 0 0 0,-1 0-1 0 0,1 0 1 0 0,-1-1 0 0 0,1 1 0 0 0,-1 0 0 0 0,1 0 0 0 0,0 0-1 0 0,-1 0 1 0 0,1 0 0 0 0,-1 1 0 0 0,1-1 0 0 0,-1 0 0 0 0,1 0-1 0 0,0 0 1 0 0,-1 0 0 0 0,1 1 0 0 0,-1-1 0 0 0,1 0 0 0 0,-1 0-1 0 0,1 1 1 0 0,-1-1 0 0 0,1 0 0 0 0,-1 1 0 0 0,1-1 0 0 0,-1 1-1 0 0,0-1 1 0 0,1 0 0 0 0,-1 1 0 0 0,1 0 0 0 0,0 0 394 0 0,1 11 377 0 0,-5-4-617 0 0,-1-1 1 0 0,-1 0 0 0 0,1 0 0 0 0,-1 0-1 0 0,-1-1 1 0 0,1 0 0 0 0,-1 0 0 0 0,-13 10-1 0 0,-6 4 112 0 0,-30 15-1 0 0,16-10 18 0 0,-132 82 586 0 0,170-107-910 0 0,0 0 0 0 0,1 1 1 0 0,-1-1-1 0 0,0 0 1 0 0,1 1-1 0 0,-1-1 0 0 0,0 1 1 0 0,1-1-1 0 0,-1 1 1 0 0,1-1-1 0 0,-1 1 1 0 0,1-1-1 0 0,-1 1 0 0 0,1-1 1 0 0,-1 1-1 0 0,1 0 1 0 0,-1-1-1 0 0,1 1 0 0 0,0 0 1 0 0,0 0-1 0 0,-1-1 1 0 0,1 1-1 0 0,0 0 1 0 0,0 0-1 0 0,0 0 0 0 0,0 0 9 0 0,0 0-1 0 0,0 0 1 0 0,1 0-1 0 0,-1-1 0 0 0,1 1 1 0 0,-1 0-1 0 0,1 0 1 0 0,-1-1-1 0 0,1 1 0 0 0,-1 0 1 0 0,1-1-1 0 0,0 1 1 0 0,-1-1-1 0 0,1 1 0 0 0,0-1 1 0 0,-1 1-1 0 0,2 0 1 0 0,26 11 228 0 0,-8-10-212 0 0,0 0 0 0 0,0-1 0 0 0,-1-1 0 0 0,1-1 0 0 0,0 0 0 0 0,27-7 0 0 0,0 2-9 0 0,105-18 234 0 0,-40 5-106 0 0,-72 11-1766 0 0,-17 4-8406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35 2108 0 0,'-24'-17'13453'0'0,"56"12"-12389"0"0,-32 5-1059 0 0,80-6 564 0 0,53-1-3031 0 0,-130 7 1996 0 0,0 1-1 0 0,0-1 1 0 0,0 0 0 0 0,1 1-1 0 0,-1 0 1 0 0,0 0-1 0 0,0 0 1 0 0,5 2-1 0 0,-5-1-405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3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40 2012 0 0,'-7'4'1249'0'0,"1"1"1"0"0,0 0-1 0 0,0 0 0 0 0,0 0 0 0 0,1 1 0 0 0,0-1 1 0 0,-8 12 678 0 0,14-17-1828 0 0,0 1-1 0 0,0 0 0 0 0,0-1 1 0 0,-1 1-1 0 0,1-1 0 0 0,0 1 1 0 0,0-1-1 0 0,0 1 0 0 0,0-1 1 0 0,0 0-1 0 0,0 1 0 0 0,0-1 1 0 0,2 0-1 0 0,36-1-81 0 0,1-2-1 0 0,74-16 1 0 0,-57 5-4240 0 0,77-30 0 0 0,-96 27 941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3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30 2680 0 0,'0'-3'1909'0'0,"0"2"-1726"0"0,0 0 0 0 0,0 0 0 0 0,0 0 0 0 0,0 0 0 0 0,0 0 0 0 0,0 0 0 0 0,0 0 0 0 0,-1 0 1 0 0,1 0-1 0 0,0 0 0 0 0,0 0 0 0 0,-1 0 0 0 0,1 0 0 0 0,-1 0 0 0 0,1 0 0 0 0,-1 0 0 0 0,0 1 0 0 0,1-1 0 0 0,-1 0 0 0 0,0 0 0 0 0,1 1 0 0 0,-1-1 0 0 0,0 0 0 0 0,0 1 0 0 0,1-1 0 0 0,-1 1 0 0 0,0-1 0 0 0,0 1 0 0 0,0-1 1 0 0,0 1-1 0 0,0 0 0 0 0,0-1 0 0 0,0 1 0 0 0,0 0 0 0 0,0 0 0 0 0,0 0 0 0 0,0 0 0 0 0,0 0 0 0 0,0 0 0 0 0,0 0 0 0 0,-1 0 0 0 0,-12 4 331 0 0,1 1 0 0 0,1 0-1 0 0,-1 0 1 0 0,1 2 0 0 0,0-1 0 0 0,0 1 0 0 0,1 1-1 0 0,0 0 1 0 0,0 1 0 0 0,-13 14 0 0 0,8-7-157 0 0,1 1 1 0 0,1 1-1 0 0,0 1 1 0 0,1-1-1 0 0,-17 36 1 0 0,26-46-311 0 0,1 1 1 0 0,0-1-1 0 0,0 1 0 0 0,0 0 1 0 0,1 0-1 0 0,1 0 0 0 0,0 0 1 0 0,0 0-1 0 0,0 0 0 0 0,1 0 1 0 0,1 0-1 0 0,-1 0 0 0 0,2 0 1 0 0,3 16-1 0 0,-3-17-26 0 0,1-1-1 0 0,0 0 0 0 0,0 0 1 0 0,1 0-1 0 0,0 0 1 0 0,0 0-1 0 0,0-1 0 0 0,1 1 1 0 0,0-1-1 0 0,1-1 0 0 0,-1 1 1 0 0,1-1-1 0 0,0 0 1 0 0,0 0-1 0 0,1 0 0 0 0,-1-1 1 0 0,9 4-1 0 0,-3-2 9 0 0,0-2-1 0 0,1 1 1 0 0,-1-1-1 0 0,1-1 1 0 0,0 0 0 0 0,0-1-1 0 0,0-1 1 0 0,0 0-1 0 0,0 0 1 0 0,0-1-1 0 0,0-1 1 0 0,0 0-1 0 0,0-1 1 0 0,0 0 0 0 0,0-1-1 0 0,0-1 1 0 0,-1 0-1 0 0,1 0 1 0 0,-1-2-1 0 0,-1 1 1 0 0,1-1-1 0 0,16-12 1 0 0,-15 9-5 0 0,-1 0 0 0 0,0-1 1 0 0,0-1-1 0 0,-1 0 0 0 0,0 0 0 0 0,-1-1 0 0 0,0 0 1 0 0,-1-1-1 0 0,-1 0 0 0 0,0-1 0 0 0,0 0 1 0 0,-1 0-1 0 0,-1 0 0 0 0,-1-1 0 0 0,0 0 0 0 0,-1 0 1 0 0,0 0-1 0 0,2-25 0 0 0,-6 34-15 0 0,1 1-1 0 0,-1-1 1 0 0,-1 1-1 0 0,1-1 1 0 0,-1 0-1 0 0,0 1 1 0 0,0-1-1 0 0,-1 1 1 0 0,1 0-1 0 0,-1-1 1 0 0,0 1-1 0 0,-1 0 1 0 0,1 0-1 0 0,-1 0 1 0 0,0 1-1 0 0,-1-1 0 0 0,1 1 1 0 0,-6-6 0 0 0,3 5-113 0 0,0 0 1 0 0,0 0 0 0 0,-1 0 0 0 0,0 1 0 0 0,0 0 0 0 0,0 1 0 0 0,0 0 0 0 0,0 0 0 0 0,-1 0 0 0 0,1 1 0 0 0,-1 0 0 0 0,-11-1 0 0 0,-5 0-851 0 0,1 2 0 0 0,0 0 0 0 0,0 2 0 0 0,-40 5 0 0 0,-90 28-7063 0 0,93-17 2118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5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21 177 128 0 0,'-3'-4'456'0'0,"1"0"-1"0"0,0 0 0 0 0,-1 0 1 0 0,2 0-1 0 0,-1 0 1 0 0,0 0-1 0 0,1-1 1 0 0,0 1-1 0 0,0-1 1 0 0,0 1-1 0 0,1-1 1 0 0,-1 1-1 0 0,1-1 1 0 0,0 1-1 0 0,0-1 1 0 0,1 1-1 0 0,0-7 1 0 0,1 6-378 0 0,-1-1 0 0 0,1 1 0 0 0,0 0 1 0 0,0 1-1 0 0,0-1 0 0 0,1 0 0 0 0,0 1 0 0 0,0-1 0 0 0,0 1 1 0 0,0 0-1 0 0,1 0 0 0 0,-1 0 0 0 0,1 0 0 0 0,0 1 1 0 0,0-1-1 0 0,1 1 0 0 0,-1 0 0 0 0,1 0 0 0 0,-1 1 0 0 0,1 0 1 0 0,0-1-1 0 0,7-1 0 0 0,-6 4-68 0 0,0-1-1 0 0,1 1 1 0 0,-1 0 0 0 0,1 1 0 0 0,-1-1-1 0 0,0 1 1 0 0,1 0 0 0 0,-1 1-1 0 0,0 0 1 0 0,0 0 0 0 0,0 0 0 0 0,0 1-1 0 0,5 3 1 0 0,-5-3-2 0 0,0 1 1 0 0,-1 0-1 0 0,0 0 0 0 0,0 1 1 0 0,0-1-1 0 0,0 1 0 0 0,-1 0 1 0 0,0 1-1 0 0,0-1 0 0 0,0 1 1 0 0,0-1-1 0 0,-1 1 0 0 0,0 0 1 0 0,-1 1-1 0 0,1-1 0 0 0,-1 0 1 0 0,0 1-1 0 0,-1-1 0 0 0,1 1 1 0 0,-1-1-1 0 0,-1 1 0 0 0,1 0 1 0 0,-1-1-1 0 0,0 1 1 0 0,-1 0-1 0 0,1 0 0 0 0,-1-1 1 0 0,-1 1-1 0 0,1-1 0 0 0,-1 1 1 0 0,0-1-1 0 0,-1 0 0 0 0,0 1 1 0 0,0-1-1 0 0,0-1 0 0 0,-5 7 1 0 0,4-5 219 0 0,-1-1 1 0 0,0 0 0 0 0,-1 0-1 0 0,1-1 1 0 0,-11 8 0 0 0,15-12 64 0 0,0-2-305 0 0,-2-6 7 0 0,8-3-3 0 0,9-3 11 0 0,-1 1 0 0 0,2 0-1 0 0,0 0 1 0 0,28-15-1 0 0,-2-1 1 0 0,100-62 131 0 0,-141 90-135 0 0,1 0 0 0 0,0-1 0 0 0,0 1 0 0 0,-1-1 0 0 0,1 1 0 0 0,0-1 0 0 0,-1 1 0 0 0,1-1 1 0 0,-1 1-1 0 0,1-1 0 0 0,0 0 0 0 0,-1 1 0 0 0,1-1 0 0 0,-1 0 0 0 0,0 0 0 0 0,1 1 0 0 0,-1-1 0 0 0,0 0 0 0 0,1-1 0 0 0,-1 2 1 0 0,0-1-1 0 0,0 1 0 0 0,0 0 0 0 0,0-1 1 0 0,-1 1-1 0 0,1-1 0 0 0,0 1 0 0 0,0 0 0 0 0,0-1 1 0 0,-1 1-1 0 0,1 0 0 0 0,0-1 0 0 0,0 1 1 0 0,-1 0-1 0 0,1-1 0 0 0,0 1 0 0 0,-1 0 0 0 0,1 0 1 0 0,0-1-1 0 0,-1 1 0 0 0,1 0 0 0 0,0 0 0 0 0,-1 0 1 0 0,1-1-1 0 0,-1 1 0 0 0,-1-1-3 0 0,-1 1 3 0 0,-1 1-4 0 0,0 0-1 0 0,0 0 0 0 0,0 0 0 0 0,0 1 0 0 0,0-1 0 0 0,1 1 0 0 0,-1 0 0 0 0,0 0 0 0 0,1 0 0 0 0,0 1 0 0 0,-1-1 0 0 0,1 1 0 0 0,0-1 0 0 0,0 1 0 0 0,0 0 1 0 0,1 0-1 0 0,-1 1 0 0 0,1-1 0 0 0,0 1 0 0 0,-1-1 0 0 0,2 1 0 0 0,-1 0 0 0 0,0-1 0 0 0,1 1 0 0 0,0 0 0 0 0,-1 0 0 0 0,2 0 0 0 0,-2 7 0 0 0,1-7 7 0 0,1 0 0 0 0,-1 0-1 0 0,1 0 1 0 0,0 0 0 0 0,0-1-1 0 0,0 1 1 0 0,0 0 0 0 0,1 0-1 0 0,0 0 1 0 0,0 0 0 0 0,0-1-1 0 0,0 1 1 0 0,0 0 0 0 0,1-1-1 0 0,-1 1 1 0 0,1-1 0 0 0,3 5-1 0 0,-1-3 17 0 0,0-1 0 0 0,0 0-1 0 0,0 0 1 0 0,1 0-1 0 0,-1-1 1 0 0,1 0-1 0 0,0 0 1 0 0,0 0 0 0 0,0 0-1 0 0,9 3 1 0 0,5 0-108 0 0,-1-1 0 0 0,1-1 1 0 0,0-1-1 0 0,0 0 1 0 0,1-1-1 0 0,19-1 0 0 0,-11-2-1999 0 0,1 0 0 0 0,49-10 0 0 0,-52 5-940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5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54 1264 0 0,'-3'0'1864'0'0,"-38"-8"4136"0"0,38 8-5360 0 0,1 0-115 0 0,-9 0-100 0 0,9 0 169 0 0,-5-1-323 0 0,4 0-145 0 0,4 1 653 0 0,43-2-700 0 0,68-11 1 0 0,-7-6-5024 0 0,-90 15 2523 0 0,0-1-457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5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2 552 0 0,'-16'-1'7361'0'0,"15"1"-7262"0"0,0 0 0 0 0,0 0 0 0 0,0 0 0 0 0,1 0 0 0 0,-1 0 0 0 0,0 1 0 0 0,0-1 0 0 0,0 0 0 0 0,1 1-1 0 0,-1-1 1 0 0,0 0 0 0 0,1 1 0 0 0,-1-1 0 0 0,0 1 0 0 0,1-1 0 0 0,-1 1 0 0 0,-1 0 0 0 0,2 1 35 0 0,-1-1 0 0 0,1 0-1 0 0,-1 0 1 0 0,1 1 0 0 0,-1-1-1 0 0,1 0 1 0 0,0 1 0 0 0,0-1-1 0 0,0 0 1 0 0,-1 1-1 0 0,1-1 1 0 0,0 1 0 0 0,1-1-1 0 0,-1 2 1 0 0,5 61 1329 0 0,-3-29-1602 0 0,1 0 0 0 0,2 0 0 0 0,1 0 0 0 0,11 33-1 0 0,-14-61-1068 0 0,0-1-1 0 0,0 0 1 0 0,1 0-1 0 0,5 8 1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6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76 102 552 0 0,'-14'-10'2971'0'0,"0"-1"0"0"0,2 0-1 0 0,-21-24 1 0 0,33 35-2943 0 0,0 0 0 0 0,-1-1 0 0 0,1 1 0 0 0,0-1 0 0 0,-1 1-1 0 0,1-1 1 0 0,0 1 0 0 0,0-1 0 0 0,0 0 0 0 0,0 1 0 0 0,-1-1 0 0 0,1 1 0 0 0,0-1-1 0 0,0 1 1 0 0,0-1 0 0 0,0 0 0 0 0,0 1 0 0 0,0-1 0 0 0,0 1 0 0 0,1-1 0 0 0,-1 1-1 0 0,0-1 1 0 0,0 1 0 0 0,0-1 0 0 0,1 1 0 0 0,-1-1 0 0 0,0 1 0 0 0,0-1 0 0 0,1 1-1 0 0,-1-1 1 0 0,0 1 0 0 0,1-1 0 0 0,-1 1 0 0 0,1-1 0 0 0,-1 1 0 0 0,0 0 0 0 0,1-1 0 0 0,-1 1-1 0 0,2-1 1 0 0,17-9 293 0 0,-13 9-295 0 0,1-1-1 0 0,-1 1 0 0 0,1 1 1 0 0,0-1-1 0 0,-1 1 0 0 0,1 0 1 0 0,-1 1-1 0 0,1 0 0 0 0,-1 0 1 0 0,1 0-1 0 0,-1 1 0 0 0,1 0 1 0 0,-1 0-1 0 0,7 3 0 0 0,-9-3-16 0 0,0-1-1 0 0,0 1 0 0 0,0 0 0 0 0,0 1 1 0 0,-1-1-1 0 0,1 1 0 0 0,-1-1 0 0 0,1 1 1 0 0,-1 0-1 0 0,0 0 0 0 0,0 1 0 0 0,0-1 1 0 0,-1 0-1 0 0,1 1 0 0 0,-1 0 0 0 0,0 0 1 0 0,0 0-1 0 0,0 0 0 0 0,0 0 0 0 0,-1 0 1 0 0,1 0-1 0 0,-1 0 0 0 0,0 1 1 0 0,0-1-1 0 0,-1 0 0 0 0,0 1 0 0 0,1-1 1 0 0,-1 1-1 0 0,-1-1 0 0 0,1 0 0 0 0,-1 1 1 0 0,1-1-1 0 0,-1 0 0 0 0,-1 1 0 0 0,-2 6 1 0 0,-3 5 7 0 0,0-1 1 0 0,-2-1 0 0 0,0 1 0 0 0,0-1-1 0 0,-13 14 1 0 0,-62 60 183 0 0,70-73-152 0 0,13-15-39 0 0,1 0 0 0 0,-1 0 0 0 0,1 1 0 0 0,0-1 0 0 0,-1 0 0 0 0,1 1 0 0 0,-1-1 0 0 0,1 1 0 0 0,0-1 0 0 0,0 0 0 0 0,-1 1 0 0 0,1-1 0 0 0,0 1 0 0 0,0-1-1 0 0,-1 1 1 0 0,1-1 0 0 0,0 1 0 0 0,0-1 0 0 0,0 1 0 0 0,0-1 0 0 0,0 1 0 0 0,0-1 0 0 0,0 1 0 0 0,0-1 0 0 0,0 1 0 0 0,0-1 0 0 0,0 1 0 0 0,0 0 0 0 0,0-1 0 0 0,0 1 0 0 0,1 0 0 0 0,-1 0 2 0 0,1 0-1 0 0,0-1 1 0 0,0 1 0 0 0,0 0-1 0 0,0-1 1 0 0,0 1-1 0 0,0-1 1 0 0,0 1 0 0 0,0-1-1 0 0,0 0 1 0 0,0 1-1 0 0,0-1 1 0 0,3 0 0 0 0,36 3 113 0 0,9-6-638 0 0,80-15 0 0 0,-96 10-3088 0 0,49-17 1 0 0,-55 14-1221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6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11 596 0 0,'-1'-1'506'0'0,"0"0"-1"0"0,0 0 1 0 0,0 0 0 0 0,-1 0 0 0 0,1 0-1 0 0,-1 1 1 0 0,1-1 0 0 0,-1 0 0 0 0,1 1-1 0 0,-1-1 1 0 0,1 1 0 0 0,-1-1-1 0 0,1 1 1 0 0,-1 0 0 0 0,1 0 0 0 0,-4 0-1 0 0,4 0-396 0 0,0 1-1 0 0,-1-1 0 0 0,1 1 1 0 0,0 0-1 0 0,0-1 1 0 0,0 1-1 0 0,0 0 0 0 0,-1 0 1 0 0,1 0-1 0 0,0 0 1 0 0,0 0-1 0 0,1 0 0 0 0,-1 0 1 0 0,0 0-1 0 0,0 0 1 0 0,0 1-1 0 0,1-1 0 0 0,-1 0 1 0 0,1 0-1 0 0,-1 1 1 0 0,1-1-1 0 0,-1 0 0 0 0,1 1 1 0 0,-1 1-1 0 0,0 3 28 0 0,-1 0 1 0 0,1 0-1 0 0,0 0 0 0 0,0 0 0 0 0,1 1 1 0 0,0-1-1 0 0,0 0 0 0 0,0 1 0 0 0,1-1 1 0 0,0 0-1 0 0,0 0 0 0 0,0 0 0 0 0,3 7 1 0 0,-2-9-100 0 0,0 1 0 0 0,0-1 1 0 0,1-1-1 0 0,-1 1 1 0 0,1 0-1 0 0,-1-1 0 0 0,1 1 1 0 0,0-1-1 0 0,1 0 1 0 0,-1 0-1 0 0,1 0 0 0 0,-1 0 1 0 0,1 0-1 0 0,0-1 1 0 0,0 0-1 0 0,0 0 0 0 0,0 0 1 0 0,0 0-1 0 0,0-1 1 0 0,6 2-1 0 0,-6-2-23 0 0,1 1 1 0 0,0-1-1 0 0,0 0 1 0 0,0-1-1 0 0,-1 1 1 0 0,1-1-1 0 0,0 0 1 0 0,0 0-1 0 0,0-1 1 0 0,0 1-1 0 0,0-1 1 0 0,0 0-1 0 0,0 0 1 0 0,-1-1-1 0 0,1 0 1 0 0,-1 1-1 0 0,1-2 1 0 0,-1 1-1 0 0,1 0 1 0 0,-1-1-1 0 0,0 0 1 0 0,0 0-1 0 0,-1 0 1 0 0,1 0-1 0 0,0-1 1 0 0,-1 1-1 0 0,0-1 1 0 0,0 0-1 0 0,5-8 1 0 0,17-29-8 0 0,-24 40-24 0 0,-1 1 1 0 0,1 0 15 0 0,-1 1 0 0 0,1-1 0 0 0,-1 0 0 0 0,0 0 0 0 0,1 1 0 0 0,-1-1 0 0 0,1 0 0 0 0,-1 1 0 0 0,0-1 0 0 0,1 0 0 0 0,-1 1 0 0 0,0-1 0 0 0,0 0 0 0 0,1 1 0 0 0,-1-1 0 0 0,0 1 0 0 0,0-1 0 0 0,1 1 0 0 0,-1-1 0 0 0,0 1 0 0 0,0-1 0 0 0,0 1 0 0 0,0-1 0 0 0,0 0 0 0 0,0 1 0 0 0,0-1 0 0 0,0 1 0 0 0,0-1 0 0 0,0 2 0 0 0,1 16 11 0 0,-1-6 96 0 0,1 69 676 0 0,-4 0 0 0 0,-14 83-1 0 0,16-154-553 0 0,-2 0 0 0 0,1 0-1 0 0,-1 0 1 0 0,-1 0 0 0 0,0-1 0 0 0,0 1-1 0 0,-1-1 1 0 0,0 0 0 0 0,-1-1-1 0 0,-7 10 1 0 0,9-13-174 0 0,0-1 1 0 0,0 0-1 0 0,-1 0 0 0 0,0 0 1 0 0,1-1-1 0 0,-1 0 0 0 0,0 1 0 0 0,-1-2 1 0 0,1 1-1 0 0,0-1 0 0 0,-1 1 1 0 0,0-1-1 0 0,1-1 0 0 0,-1 1 0 0 0,0-1 1 0 0,0 0-1 0 0,0-1 0 0 0,-7 1 1 0 0,11-1-271 0 0,0 0 0 0 0,0 0 0 0 0,0 0 0 0 0,0-1-1 0 0,0 1 1 0 0,0 0 0 0 0,0-1 0 0 0,1 0 0 0 0,-1 1 0 0 0,0-1 0 0 0,0 0 0 0 0,0 0 0 0 0,1 0 0 0 0,-1 0 0 0 0,1 0 0 0 0,-4-2 0 0 0,5 2-173 0 0,-1 0 0 0 0,0 0 1 0 0,0-1-1 0 0,1 1 0 0 0,-1 0 0 0 0,1 0 0 0 0,-1 0 0 0 0,1-1 0 0 0,-1 1 0 0 0,1 0 0 0 0,0 0 0 0 0,-1-1 1 0 0,1 1-1 0 0,0 0 0 0 0,0-1 0 0 0,0 1 0 0 0,0 0 0 0 0,0 0 0 0 0,0-1 0 0 0,0 1 0 0 0,1 0 1 0 0,-1-1-1 0 0,1-1 0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6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82 1396 0 0,'-43'-8'5983'0'0,"-23"-4"1145"0"0,64 11-6290 0 0,16-6 117 0 0,143-12 129 0 0,-58 8-1696 0 0,-1-2-3728 0 0,-68 6-1007 0 0,-18 4 666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7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 2236 0 0,'-24'-5'7345'0'0,"16"12"-4773"0"0,8 21-1405 0 0,2 0-1 0 0,1 1 0 0 0,8 32 1 0 0,-6-43-1502 0 0,1 0 1 0 0,7 18-1 0 0,-8-25-711 0 0,0-2 0 0 0,0 1-1 0 0,1 0 1 0 0,10 12 0 0 0,-7-13-2377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7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2928 0 0,'0'-6'935'0'0,"0"0"0"0"0,0 1 0 0 0,1-1 1 0 0,0 0-1 0 0,0 1 0 0 0,0-1 0 0 0,1 1 0 0 0,-1-1 0 0 0,4-5 0 0 0,-4 9-826 0 0,1-1 1 0 0,-1 1-1 0 0,1 0 1 0 0,0 0-1 0 0,0 0 1 0 0,0 0-1 0 0,0 0 0 0 0,0 0 1 0 0,0 1-1 0 0,0-1 1 0 0,1 0-1 0 0,-1 1 1 0 0,0 0-1 0 0,1 0 1 0 0,-1 0-1 0 0,1 0 0 0 0,0 0 1 0 0,-1 0-1 0 0,1 0 1 0 0,0 1-1 0 0,3-1 1 0 0,0 1-39 0 0,1-1 0 0 0,0 1 0 0 0,-1 0 0 0 0,1 1 0 0 0,0 0 0 0 0,0 0 0 0 0,-1 0 0 0 0,1 1 0 0 0,-1 0 0 0 0,1 0 0 0 0,-1 0 1 0 0,0 1-1 0 0,10 6 0 0 0,-13-7-58 0 0,0 0 0 0 0,0 0 0 0 0,-1 0 0 0 0,1 1 0 0 0,-1-1 0 0 0,0 0 0 0 0,1 1 0 0 0,-1 0 0 0 0,0 0 0 0 0,-1-1 0 0 0,1 1 0 0 0,0 0 0 0 0,-1 0 0 0 0,0 1 0 0 0,1-1 0 0 0,-1 0 1 0 0,0 0-1 0 0,-1 1 0 0 0,1-1 0 0 0,-1 0 0 0 0,1 1 0 0 0,-1-1 0 0 0,0 1 0 0 0,0-1 0 0 0,-1 0 0 0 0,1 1 0 0 0,-1-1 0 0 0,-1 6 0 0 0,-1 1 2 0 0,-1 0 0 0 0,0 0 1 0 0,0-1-1 0 0,-1 1 0 0 0,-1-1 0 0 0,1 0 0 0 0,-9 9 0 0 0,-6 6 24 0 0,-25 22 0 0 0,-18 20 3 0 0,56-58-33 0 0,6-7 8 0 0,0 0 0 0 0,1-1 0 0 0,-1 1 0 0 0,0 0 0 0 0,0-1-1 0 0,1 1 1 0 0,-1 0 0 0 0,0 0 0 0 0,1 0 0 0 0,-1-1 0 0 0,1 1-1 0 0,-1 0 1 0 0,1 0 0 0 0,-1 0 0 0 0,1 0 0 0 0,0 0 0 0 0,-1 0-1 0 0,1 0 1 0 0,0 0 0 0 0,0 0 0 0 0,0 0 0 0 0,0 0 0 0 0,0 0-1 0 0,0 0 1 0 0,0 0 0 0 0,0 1 0 0 0,0-1 0 0 0,0 0 0 0 0,0 0-1 0 0,1 1 1 0 0,1 0 4 0 0,0-1 0 0 0,-1-1-1 0 0,1 1 1 0 0,0 0 0 0 0,-1 0-1 0 0,1-1 1 0 0,0 1 0 0 0,0-1-1 0 0,0 1 1 0 0,0-1 0 0 0,-1 0-1 0 0,1 1 1 0 0,0-1 0 0 0,3-1-1 0 0,-1 2 28 0 0,56 1-180 0 0,0-2 1 0 0,99-14 0 0 0,-79 5-1448 0 0,105-13-6814 0 0,-140 15 3973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7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60 804 0 0,'-84'-18'14229'0'0,"74"15"-13065"0"0,8 3-328 0 0,-3-2 113 0 0,4 3-879 0 0,1-1-1 0 0,-1 0 1 0 0,1 0-1 0 0,0 0 1 0 0,-1 0 0 0 0,1 0-1 0 0,-1 0 1 0 0,1 0-1 0 0,0-1 1 0 0,-1 1 0 0 0,1 0-1 0 0,-1 0 1 0 0,1 0-1 0 0,0 0 1 0 0,-1 0 0 0 0,1-1-1 0 0,0 1 1 0 0,-1 0-1 0 0,1 0 1 0 0,0-1-1 0 0,-1 1 1 0 0,1 0 0 0 0,0 0-1 0 0,-1-1 1 0 0,2-1-42 0 0,0 1 0 0 0,-1 0 0 0 0,1-1 0 0 0,0 1 0 0 0,0 0 1 0 0,1 0-1 0 0,-1 0 0 0 0,0-1 0 0 0,0 1 0 0 0,1 1 0 0 0,-1-1 0 0 0,0 0 1 0 0,1 0-1 0 0,-1 0 0 0 0,1 1 0 0 0,-1-1 0 0 0,1 1 0 0 0,-1-1 0 0 0,1 1 1 0 0,-1-1-1 0 0,1 1 0 0 0,1 0 0 0 0,47-7 130 0 0,-42 6-116 0 0,22-2-89 0 0,-1 1 1 0 0,1 2 0 0 0,37 3-1 0 0,-65-3 24 0 0,-1 0-1 0 0,0 0 1 0 0,0 0 0 0 0,0 1-1 0 0,0-1 1 0 0,1 0-1 0 0,-1 1 1 0 0,0-1 0 0 0,0 1-1 0 0,0-1 1 0 0,0 1 0 0 0,0-1-1 0 0,0 1 1 0 0,0 0-1 0 0,0-1 1 0 0,0 1 0 0 0,0 0-1 0 0,-1 0 1 0 0,1 0-1 0 0,0 0 1 0 0,1 2 0 0 0,-2-2 9 0 0,0 0 0 0 0,1 0 0 0 0,-1 0 0 0 0,0 1 1 0 0,0-1-1 0 0,0 0 0 0 0,0 0 0 0 0,-1 1 0 0 0,1-1 0 0 0,0 0 1 0 0,0 0-1 0 0,-1 0 0 0 0,1 0 0 0 0,0 1 0 0 0,-1-1 1 0 0,0 0-1 0 0,0 1 0 0 0,-4 6-14 0 0,-1-1 0 0 0,1 1 0 0 0,-2-1 0 0 0,-8 7 1 0 0,11-9 2 0 0,-32 27-41 0 0,-48 35 0 0 0,41-34 26 0 0,36-28 41 0 0,6-5 4 0 0,0 1 0 0 0,-1-1 0 0 0,1 1 0 0 0,0-1 0 0 0,0 1 0 0 0,0 0 0 0 0,1-1 0 0 0,-1 1 0 0 0,0 0 0 0 0,0 0 0 0 0,0 0 0 0 0,0 0 0 0 0,1 0 0 0 0,-1 0 0 0 0,0 0 0 0 0,1 0 0 0 0,-1 0 0 0 0,1 0 0 0 0,-1 0 0 0 0,1 0 0 0 0,0 0 0 0 0,-1 0 0 0 0,1 1 0 0 0,0-1 0 0 0,0 0 0 0 0,0 0 0 0 0,0 0 0 0 0,0 0 0 0 0,0 1 0 0 0,0 1 0 0 0,1-2 3 0 0,0-1 0 0 0,-1 1 0 0 0,1 0 0 0 0,0-1-1 0 0,0 1 1 0 0,0 0 0 0 0,-1-1 0 0 0,1 1 0 0 0,0-1 0 0 0,0 1-1 0 0,0-1 1 0 0,0 0 0 0 0,0 1 0 0 0,0-1 0 0 0,0 0-1 0 0,0 0 1 0 0,0 0 0 0 0,0 0 0 0 0,0 0 0 0 0,2 0-1 0 0,26 1 78 0 0,-25-1-66 0 0,94-4-308 0 0,108-17 1 0 0,-96 2-3918 0 0,-37 2-2820 0 0,-41 9 1531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8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51 2320 0 0,'-5'-1'602'0'0,"-113"-23"13272"0"0,116 23-13108 0 0,4 0-505 0 0,1-2-210 0 0,0 1 0 0 0,1 0 1 0 0,-1 0-1 0 0,0 1 0 0 0,1-1 0 0 0,0 1 1 0 0,-1-1-1 0 0,1 1 0 0 0,0 0 0 0 0,0 1 1 0 0,6-2-1 0 0,53-1 77 0 0,-46 3-127 0 0,99-1-2248 0 0,-76 2-949 0 0,1 2-3287 0 0,-22-2 2246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8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1 520 0 0,'-50'22'9482'0'0,"50"-22"-9447"0"0,0 0-1 0 0,-1 0 1 0 0,1 0-1 0 0,0 0 1 0 0,0 1-1 0 0,0-1 0 0 0,0 0 1 0 0,0 0-1 0 0,-1 0 1 0 0,1 0-1 0 0,0 0 1 0 0,0 0-1 0 0,0 0 1 0 0,0 0-1 0 0,0 0 1 0 0,0 1-1 0 0,0-1 1 0 0,-1 0-1 0 0,1 0 1 0 0,0 0-1 0 0,0 0 1 0 0,0 0-1 0 0,0 1 0 0 0,0-1 1 0 0,0 0-1 0 0,0 0 1 0 0,0 0-1 0 0,0 0 1 0 0,0 0-1 0 0,0 1 1 0 0,0-1-1 0 0,0 0 1 0 0,0 0-1 0 0,0 0 1 0 0,0 0-1 0 0,0 1 1 0 0,0-1-1 0 0,0 0 1 0 0,0 0-1 0 0,0 0 0 0 0,0 0 1 0 0,0 1-1 0 0,22 1 139 0 0,0 0 0 0 0,0-2-1 0 0,0 0 1 0 0,38-6-1 0 0,-16 2-1105 0 0,62-10-4329 0 0,-64 6 1514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28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552 22 1428 0 0,'0'-1'686'0'0,"0"-1"0"0"0,-5-12 5489 0 0,2 10-5489 0 0,-1 4-393 0 0,0 0 0 0 0,-1 0 0 0 0,1 1 1 0 0,0-1-1 0 0,0 1 0 0 0,-1 0 0 0 0,1 0 0 0 0,0 1 0 0 0,0-1 1 0 0,0 1-1 0 0,0 0 0 0 0,0 0 0 0 0,1 0 0 0 0,-1 0 0 0 0,0 1 1 0 0,-5 5-1 0 0,-5 3 187 0 0,1 2 1 0 0,-22 24-1 0 0,25-25-368 0 0,1 0 0 0 0,0 1 0 0 0,1 0-1 0 0,0 1 1 0 0,1 0 0 0 0,1 0 0 0 0,0 1 0 0 0,-7 29-1 0 0,12-39-40 0 0,-1 1-1 0 0,2-1 1 0 0,-1 1-1 0 0,1-1 1 0 0,-1 1-1 0 0,1-1 1 0 0,1 1-1 0 0,-1-1 1 0 0,1 0-1 0 0,0 1 1 0 0,1-1-1 0 0,-1 0 0 0 0,1 1 1 0 0,0-1-1 0 0,0 0 1 0 0,0 0-1 0 0,1 0 1 0 0,0-1-1 0 0,0 1 1 0 0,0-1-1 0 0,0 1 1 0 0,1-1-1 0 0,0 0 0 0 0,0-1 1 0 0,0 1-1 0 0,0 0 1 0 0,1-1-1 0 0,7 4 1 0 0,-3-2 57 0 0,1-1 0 0 0,0 0 1 0 0,0 0-1 0 0,0-1 1 0 0,1-1-1 0 0,-1 0 0 0 0,1 0 1 0 0,-1-1-1 0 0,1 0 0 0 0,0-1 1 0 0,-1 0-1 0 0,1-1 1 0 0,0 0-1 0 0,-1-1 0 0 0,1 0 1 0 0,-1 0-1 0 0,0-1 0 0 0,0-1 1 0 0,0 0-1 0 0,16-8 0 0 0,-17 7-41 0 0,-1 1-1 0 0,1-1 0 0 0,-1 0 1 0 0,-1-1-1 0 0,1 0 0 0 0,-1-1 1 0 0,0 1-1 0 0,0-1 0 0 0,-1 0 1 0 0,0-1-1 0 0,0 0 0 0 0,-1 0 1 0 0,0 0-1 0 0,0 0 1 0 0,-1-1-1 0 0,0 0 0 0 0,-1 0 1 0 0,1 0-1 0 0,-2 0 0 0 0,1 0 1 0 0,-2-1-1 0 0,1 1 0 0 0,0-12 1 0 0,-3 16-77 0 0,1-1 1 0 0,-1 1 0 0 0,0-1-1 0 0,0 1 1 0 0,0 0 0 0 0,-1-1 0 0 0,0 1-1 0 0,0 0 1 0 0,0 0 0 0 0,-1 0 0 0 0,1 1-1 0 0,-1-1 1 0 0,0 1 0 0 0,-1-1-1 0 0,1 1 1 0 0,-1 0 0 0 0,0 0 0 0 0,0 0-1 0 0,0 1 1 0 0,0-1 0 0 0,-1 1 0 0 0,1 0-1 0 0,-1 1 1 0 0,-10-5 0 0 0,-1 0-237 0 0,0 1 1 0 0,-1 0-1 0 0,0 2 1 0 0,0 0-1 0 0,0 1 1 0 0,-30-2-1 0 0,0 4-1377 0 0,0 2-1 0 0,-69 10 0 0 0,-94 28-6685 0 0,105-16 1200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47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23 112 0 0,'0'0'1496'0'0,"-2"-10"-1452"0"0,0-2-1096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49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0 252 0 0,'0'0'180'0'0,"12"4"-428"0"0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52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60 0 0,'0'0'1759'0'0,"8"-5"-1435"0"0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57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26 152 0 0,'0'0'2792'0'0,"0"-11"-2544"0"0,1 10-229 0 0,2-1 7 0 0,0 1 0 0 0,0-1 1 0 0,0 1-1 0 0,0-1 1 0 0,0 1-1 0 0,0 0 1 0 0,0 0-1 0 0,1 0 1 0 0,-1 0-1 0 0,5 0 1 0 0,-12 14-1409 0 0,-2-7 682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8:5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1 120 0 0,'0'0'180'0'0,"-16"0"56"0"0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4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1352 0 0,'-29'24'7639'0'0,"28"-24"-7530"0"0,1 1 1 0 0,-1 0-1 0 0,0-1 0 0 0,1 1 1 0 0,-1 0-1 0 0,0-1 1 0 0,1 1-1 0 0,-1 0 0 0 0,1 0 1 0 0,-1-1-1 0 0,1 1 0 0 0,0 0 1 0 0,-1 0-1 0 0,1 0 1 0 0,0 0-1 0 0,-1 1 0 0 0,14 2 46 0 0,-1-2 0 0 0,1 1 0 0 0,20 0 0 0 0,5 1-71 0 0,-19-1-129 0 0,0-1-1 0 0,32-1 1 0 0,-31-1 90 0 0,29 2 35 0 0,-46-2-35 0 0,1-1-46 0 0,27 0 62 0 0,-28 1-36 0 0,0 0-33 0 0,27-5-15 0 0,-27 5-42 0 0,15-4-1173 0 0,12-7-4391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5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42 328 0 0,'0'0'1369'0'0,"-12"-21"4678"0"0,12 19-5802 0 0,0 2-212 0 0,0-1-1 0 0,0 0 0 0 0,0 1 0 0 0,0-1 0 0 0,0 0 1 0 0,1 1-1 0 0,-1-1 0 0 0,0 0 0 0 0,0 1 0 0 0,1-1 1 0 0,-1 1-1 0 0,0-1 0 0 0,1 0 0 0 0,-1 1 0 0 0,1-1 1 0 0,-1 1-1 0 0,1-1 0 0 0,-1 1 0 0 0,1-1 1 0 0,-1 1-1 0 0,1 0 0 0 0,-1-1 0 0 0,1 1 0 0 0,0 0 1 0 0,0-1-1 0 0,24-4 456 0 0,-19 5-408 0 0,1 1 1 0 0,0-1 0 0 0,0 1 0 0 0,12 3 0 0 0,-11-1-33 0 0,0 0 0 0 0,-1 1 0 0 0,1 0 1 0 0,0 0-1 0 0,-1 0 0 0 0,0 1 0 0 0,0 0 0 0 0,-1 1 0 0 0,1 0 1 0 0,-1 0-1 0 0,0 0 0 0 0,-1 1 0 0 0,1-1 0 0 0,5 12 1 0 0,-8-12-27 0 0,0 0 0 0 0,0 1 0 0 0,-1-1 1 0 0,0 0-1 0 0,0 1 0 0 0,0 0 0 0 0,-1-1 1 0 0,0 1-1 0 0,-1 0 0 0 0,1-1 0 0 0,-1 1 1 0 0,-1 0-1 0 0,1 0 0 0 0,-1-1 0 0 0,0 1 1 0 0,-1 0-1 0 0,1-1 0 0 0,-6 12 0 0 0,1-4 26 0 0,-1-1 0 0 0,-1 0 0 0 0,-10 14-1 0 0,-6 10 1062 0 0,15-25-385 0 0,9-12-720 0 0,0 0 1 0 0,0 0 0 0 0,-1 0 0 0 0,1 0 0 0 0,0 0-1 0 0,0 0 1 0 0,0 0 0 0 0,0 0 0 0 0,0 0-1 0 0,0 0 1 0 0,0 0 0 0 0,0 0 0 0 0,0 0 0 0 0,0 0-1 0 0,-1 0 1 0 0,1 0 0 0 0,0 0 0 0 0,0 0-1 0 0,0 0 1 0 0,0 0 0 0 0,0 0 0 0 0,0 0 0 0 0,0 0-1 0 0,0 0 1 0 0,0 0 0 0 0,0 0 0 0 0,-1 0 0 0 0,1 0-1 0 0,0 0 1 0 0,0 0 0 0 0,0 0 0 0 0,0 0-1 0 0,0-1 1 0 0,0 1 0 0 0,0 0 0 0 0,0 0 0 0 0,0 0-1 0 0,0 0 1 0 0,0 0 0 0 0,0 0 0 0 0,0 0 0 0 0,0 0-1 0 0,0 0 1 0 0,0 0 0 0 0,0-1 0 0 0,0 1-1 0 0,0 0 1 0 0,0 0 0 0 0,0 0 0 0 0,0 0 0 0 0,0 0-1 0 0,0 0 1 0 0,0 0 0 0 0,0 0 0 0 0,0 0 0 0 0,0 0-1 0 0,0-1 1 0 0,0 0 2 0 0,0-1-1 0 0,0 1 1 0 0,1-1-1 0 0,-1 1 1 0 0,1-1-1 0 0,-1 1 1 0 0,1-1 0 0 0,-1 1-1 0 0,1-1 1 0 0,0 1-1 0 0,1-2 1 0 0,25-28 36 0 0,59-49-1 0 0,-12 13-58 0 0,-42 34 68 0 0,-31 31-94 0 0,-3 2-4 0 0,0 0 41 0 0,0 0 1 0 0,0 0-1 0 0,0 0 0 0 0,0 1 1 0 0,0-1-1 0 0,0 0 0 0 0,0 1 0 0 0,0-1 1 0 0,1 1-1 0 0,-1 0 0 0 0,0 0 1 0 0,0 0-1 0 0,0 0 0 0 0,1 0 1 0 0,-1 0-1 0 0,-1 1 0 0 0,-27 25 6 0 0,26-23-2 0 0,-5 5-9 0 0,0 1 1 0 0,0 0-1 0 0,1 0 0 0 0,0 1 0 0 0,1 0 0 0 0,0 0 0 0 0,1 1 0 0 0,-8 17 1 0 0,14-27 13 0 0,-1 0 1 0 0,0 1 0 0 0,1-1 0 0 0,-1 0-1 0 0,1 0 1 0 0,-1 1 0 0 0,1-1 0 0 0,0 0-1 0 0,0 1 1 0 0,0-1 0 0 0,0 0-1 0 0,1 1 1 0 0,-1-1 0 0 0,1 0 0 0 0,-1 0-1 0 0,1 0 1 0 0,0 1 0 0 0,0-1 0 0 0,0 0-1 0 0,0 0 1 0 0,0 0 0 0 0,0 0 0 0 0,1 0-1 0 0,-1 0 1 0 0,1-1 0 0 0,-1 1 0 0 0,1 0-1 0 0,0-1 1 0 0,-1 1 0 0 0,1-1 0 0 0,0 0-1 0 0,0 1 1 0 0,0-1 0 0 0,0 0 0 0 0,3 1-1 0 0,4 1 18 0 0,-1 0-1 0 0,1 0 0 0 0,0-1 0 0 0,1 0 1 0 0,-1 0-1 0 0,0-1 0 0 0,17 0 0 0 0,5-1-27 0 0,-28 0 56 0 0,1-1-55 0 0,26 0 116 0 0,-27 1-73 0 0,13-3-405 0 0,37-24-7793 0 0,-38 21 5454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5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 1308 0 0,'-2'0'1637'0'0,"-26"3"2875"0"0,26-3-3784 0 0,-14 2 1248 0 0,7 2-950 0 0,19 0-547 0 0,27 2-50 0 0,132-13 46 0 0,-107 5 14 0 0,-38 2-1829 0 0,-1-1-4234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40 60 0 0,'-13'-3'2942'0'0,"-22"-10"2087"0"0,33 12-4559 0 0,2 1-421 0 0,-1 0-1 0 0,1 0 1 0 0,0 0-1 0 0,-1 0 0 0 0,1 0 1 0 0,0 0-1 0 0,-1 0 1 0 0,1 0-1 0 0,0 0 0 0 0,-1-1 1 0 0,1 1-1 0 0,0 0 1 0 0,-1 0-1 0 0,1 0 1 0 0,0 0-1 0 0,-1 0 0 0 0,1-1 1 0 0,0 1-1 0 0,0 0 1 0 0,-1 0-1 0 0,1 0 0 0 0,0-1 1 0 0,0 1-1 0 0,0 0 1 0 0,-1-1-1 0 0,1 1 0 0 0,0 0 1 0 0,0 0-1 0 0,0-1 1 0 0,8-3 324 0 0,17-1-288 0 0,10 4-340 0 0,104-5 825 0 0,-49 4-7042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6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0 1060 0 0,'-4'1'1411'0'0,"-7"0"-764"0"0,0 0-1 0 0,1 1 1 0 0,-1 0 0 0 0,0 1-1 0 0,1 0 1 0 0,0 1 0 0 0,-1 0-1 0 0,2 1 1 0 0,-15 8-1 0 0,18-9-539 0 0,0 0-1 0 0,1 0 0 0 0,0 1 1 0 0,0 0-1 0 0,0 0 0 0 0,0 0 0 0 0,1 0 1 0 0,0 1-1 0 0,0-1 0 0 0,0 1 1 0 0,1 0-1 0 0,-1 1 0 0 0,2-1 0 0 0,-1 0 1 0 0,1 1-1 0 0,-3 10 0 0 0,5-15-74 0 0,0 0-1 0 0,0 0 1 0 0,0 1-1 0 0,0-1 1 0 0,0 0-1 0 0,1 1 1 0 0,-1-1-1 0 0,1 0 1 0 0,-1 0-1 0 0,1 1 1 0 0,0-1-1 0 0,0 0 1 0 0,0 0-1 0 0,0 0 1 0 0,0 0-1 0 0,0 0 1 0 0,1 0-1 0 0,-1 0 1 0 0,1-1-1 0 0,-1 1 1 0 0,1 0-1 0 0,0-1 1 0 0,-1 1-1 0 0,1-1 1 0 0,0 0-1 0 0,0 1 1 0 0,0-1-1 0 0,0 0 1 0 0,4 1-1 0 0,1 1 72 0 0,1 0-1 0 0,-1 0 0 0 0,1-1 0 0 0,-1 0 0 0 0,1 0 1 0 0,0-1-1 0 0,16 1 0 0 0,-6-2-26 0 0,4-1 107 0 0,36 5 1 0 0,-50-3-156 0 0,-1 0 0 0 0,1 1 0 0 0,-1 0 0 0 0,0 0 0 0 0,1 1 0 0 0,-1 0 0 0 0,0 0 0 0 0,-1 1 0 0 0,9 4 1 0 0,-9-2 36 0 0,1 0 1 0 0,-1 0-1 0 0,0 0 1 0 0,-1 0-1 0 0,0 1 1 0 0,0 0-1 0 0,0 0 1 0 0,-1 1 0 0 0,0-1-1 0 0,0 1 1 0 0,3 10-1 0 0,-6-16-11 0 0,-1 1 0 0 0,1-1 0 0 0,-1 1 0 0 0,0-1-1 0 0,0 1 1 0 0,0-1 0 0 0,0 1 0 0 0,0-1 0 0 0,0 1 0 0 0,-1-1 0 0 0,1 1-1 0 0,-1-1 1 0 0,0 1 0 0 0,0-1 0 0 0,0 0 0 0 0,0 1 0 0 0,0-1-1 0 0,0 0 1 0 0,-3 3 0 0 0,1 0 25 0 0,0-1-1 0 0,-1 0 0 0 0,1 0 1 0 0,-1 0-1 0 0,0 0 1 0 0,0 0-1 0 0,0-1 1 0 0,-5 3-1 0 0,0-1-55 0 0,0-1 0 0 0,0 0 1 0 0,0 0-1 0 0,-1-1 0 0 0,0 0 0 0 0,1 0 0 0 0,-1-2 1 0 0,0 1-1 0 0,0-1 0 0 0,0 0 0 0 0,0-1 0 0 0,-18-2 0 0 0,28 2-135 0 0,-1 1 0 0 0,1-1 0 0 0,-1 0 0 0 0,1 0 0 0 0,-1 0 0 0 0,1 0 0 0 0,-1-1 0 0 0,1 1 0 0 0,-1 0 0 0 0,0 0 0 0 0,1 0-1 0 0,-1 0 1 0 0,1 0 0 0 0,-1-1 0 0 0,1 1 0 0 0,0 0 0 0 0,-1 0 0 0 0,1-1 0 0 0,-1 1 0 0 0,1 0 0 0 0,-1-1 0 0 0,1 1-1 0 0,0 0 1 0 0,-1-1 0 0 0,1 1 0 0 0,0-1 0 0 0,-1 1 0 0 0,1-1 0 0 0,0 1 0 0 0,0-1 0 0 0,-1 1 0 0 0,1-1 0 0 0,0 1 0 0 0,0-1-1 0 0,0 1 1 0 0,-1-2 0 0 0,2 1-256 0 0,-1 0 0 0 0,0 0 0 0 0,1 0 0 0 0,-1 0 0 0 0,0 0 0 0 0,1 0 0 0 0,-1 0 0 0 0,1 1 0 0 0,-1-1 0 0 0,1 0 1 0 0,3-3-1105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7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0 580 0 0,'0'0'7299'0'0,"-4"13"-5330"0"0,3-7-1812 0 0,0 0 0 0 0,0 0-1 0 0,0 0 1 0 0,1 0 0 0 0,0 0 0 0 0,0 0-1 0 0,0 0 1 0 0,1 0 0 0 0,0 0-1 0 0,0 0 1 0 0,1 0 0 0 0,-1 0 0 0 0,1 0-1 0 0,1-1 1 0 0,-1 1 0 0 0,1-1-1 0 0,0 1 1 0 0,0-1 0 0 0,0 0 0 0 0,1 0-1 0 0,0-1 1 0 0,0 1 0 0 0,0-1 0 0 0,8 7-1 0 0,-2-4-97 0 0,0 0-1 0 0,0 0 0 0 0,1-1 1 0 0,-1 0-1 0 0,1 0 0 0 0,1-2 0 0 0,-1 1 1 0 0,1-2-1 0 0,0 1 0 0 0,0-1 1 0 0,18 1-1 0 0,-24-3-30 0 0,1-1 0 0 0,-1 1 0 0 0,1-1 0 0 0,-1-1-1 0 0,1 1 1 0 0,-1-1 0 0 0,1-1 0 0 0,-1 1 0 0 0,0-1 0 0 0,10-3 0 0 0,-12 2 8 0 0,1 1 1 0 0,-1-1-1 0 0,0 0 1 0 0,0 0-1 0 0,0-1 1 0 0,0 1-1 0 0,0-1 1 0 0,-1 1-1 0 0,1-1 1 0 0,-1-1-1 0 0,0 1 0 0 0,0 0 1 0 0,3-8-1 0 0,10-17 710 0 0,-16 29-742 0 0,0 1 1 0 0,0-1-1 0 0,0 0 0 0 0,0 0 0 0 0,0 0 0 0 0,0 0 0 0 0,1 0 0 0 0,-1 0 0 0 0,0 1 0 0 0,0-1 0 0 0,0 0 0 0 0,0 0 0 0 0,0 0 0 0 0,0 0 0 0 0,0 0 0 0 0,1 0 0 0 0,-1 0 0 0 0,0 0 0 0 0,0 0 0 0 0,0 0 0 0 0,0 1 0 0 0,0-1 0 0 0,1 0 0 0 0,-1 0 0 0 0,0 0 0 0 0,0 0 0 0 0,0 0 0 0 0,0 0 0 0 0,0 0 0 0 0,1 0 0 0 0,-1 0 0 0 0,0 0 0 0 0,0 0 0 0 0,0 0 0 0 0,0 0 0 0 0,0-1 0 0 0,1 1 0 0 0,-1 0 0 0 0,0 0 1 0 0,0 0-1 0 0,0 0 0 0 0,0 0 0 0 0,0 0 0 0 0,1 0 0 0 0,-1 0 0 0 0,0 0 0 0 0,0 0 0 0 0,0-1 0 0 0,0 1 0 0 0,0 0 0 0 0,0 0 0 0 0,0 0 0 0 0,0 0 0 0 0,0 0 0 0 0,1 0 0 0 0,-1-1 0 0 0,0 1 0 0 0,0 0 0 0 0,0 0 0 0 0,0 0 0 0 0,0 0 0 0 0,0-1 0 0 0,0 1 0 0 0,0 0 0 0 0,0 0 0 0 0,2 21 36 0 0,-2 28-23 0 0,-2-13 101 0 0,-1 1 0 0 0,-2-1 0 0 0,-1 0 0 0 0,-2-1 0 0 0,-2 1 0 0 0,-1-2 0 0 0,-27 59 0 0 0,35-86-19 0 0,-1-1 0 0 0,-1 0 1 0 0,1 1-1 0 0,-1-2 0 0 0,0 1 0 0 0,-1 0 0 0 0,1-1 0 0 0,-1 0 0 0 0,0 0 0 0 0,0-1 0 0 0,-1 0 1 0 0,1 0-1 0 0,-1 0 0 0 0,0-1 0 0 0,0 0 0 0 0,0 0 0 0 0,-1-1 0 0 0,1 0 0 0 0,-11 2 0 0 0,6-3-184 0 0,-1 1-1 0 0,1-2 0 0 0,-1 0 0 0 0,1 0 0 0 0,-1-1 0 0 0,1-1 1 0 0,-1 0-1 0 0,1 0 0 0 0,0-1 0 0 0,0-1 0 0 0,-12-5 0 0 0,22 8-79 0 0,1 1 0 0 0,0 0 0 0 0,0-1 0 0 0,0 1 0 0 0,0-1 0 0 0,0 0 0 0 0,0 1 0 0 0,0-1 0 0 0,1 0 0 0 0,-1 1 0 0 0,0-1 0 0 0,0 0 0 0 0,0 0 0 0 0,1 0 0 0 0,-1 0 0 0 0,0 0 0 0 0,1 0 0 0 0,-1 0 0 0 0,1 0 0 0 0,-1 0-1 0 0,1 0 1 0 0,0 0 0 0 0,-1 0 0 0 0,1 0 0 0 0,0 0 0 0 0,-1-2 0 0 0,2 0-356 0 0,-1 1-1 0 0,1 0 1 0 0,-1-1-1 0 0,1 1 0 0 0,0 0 1 0 0,0-1-1 0 0,0 1 1 0 0,0 0-1 0 0,0 0 1 0 0,0 0-1 0 0,3-3 0 0 0,7-12-4607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7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42 232 0 0,'-4'-1'2166'0'0,"-11"-2"-266"0"0,-35-4 6999 0 0,87 2-7783 0 0,12 2-1037 0 0,72-6-505 0 0,-41-1-7109 0 0,-64 7 3508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8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58 2140 0 0,'-42'-38'11457'0'0,"41"37"-11007"0"0,4-5 118 0 0,-3 6-550 0 0,0-1 1 0 0,1 1-1 0 0,-1-1 1 0 0,0 1-1 0 0,0-1 1 0 0,0 1-1 0 0,1-1 1 0 0,-1 1-1 0 0,0-1 0 0 0,1 1 1 0 0,-1-1-1 0 0,0 1 1 0 0,1 0-1 0 0,-1-1 1 0 0,1 1-1 0 0,-1-1 1 0 0,0 1-1 0 0,1 0 1 0 0,-1 0-1 0 0,1-1 1 0 0,-1 1-1 0 0,1 0 1 0 0,-1 0-1 0 0,1-1 1 0 0,-1 1-1 0 0,1 0 0 0 0,0 0 1 0 0,-1 0-1 0 0,1 0 1 0 0,0 0-1 0 0,6-1 21 0 0,0 0 0 0 0,0 1-1 0 0,0-1 1 0 0,0 1-1 0 0,0 1 1 0 0,0 0-1 0 0,0 0 1 0 0,0 0 0 0 0,0 1-1 0 0,-1 0 1 0 0,1 0-1 0 0,0 0 1 0 0,-1 1 0 0 0,0 0-1 0 0,0 1 1 0 0,0-1-1 0 0,0 1 1 0 0,0 0 0 0 0,-1 1-1 0 0,1-1 1 0 0,-1 1-1 0 0,0 0 1 0 0,7 10-1 0 0,-11-13-23 0 0,0 1-1 0 0,0-1 1 0 0,0 1-1 0 0,0 0 0 0 0,0-1 1 0 0,-1 1-1 0 0,1 0 0 0 0,-1-1 1 0 0,0 1-1 0 0,0 0 0 0 0,0 0 1 0 0,0-1-1 0 0,0 1 0 0 0,0 0 1 0 0,-1 0-1 0 0,1-1 0 0 0,-1 1 1 0 0,0 0-1 0 0,0-1 0 0 0,0 1 1 0 0,0-1-1 0 0,0 1 0 0 0,-1-1 1 0 0,-2 4-1 0 0,-3 5 35 0 0,0-1-1 0 0,-1 0 1 0 0,-16 16 0 0 0,17-21-70 0 0,-8 11 229 0 0,15-16-206 0 0,0 0 1 0 0,0 0 0 0 0,0 0-1 0 0,0 1 1 0 0,1-1 0 0 0,-1 0 0 0 0,0 0-1 0 0,0 0 1 0 0,0 0 0 0 0,0 1-1 0 0,0-1 1 0 0,0 0 0 0 0,0 0 0 0 0,0 0-1 0 0,0 0 1 0 0,0 1 0 0 0,0-1-1 0 0,1 0 1 0 0,-1 0 0 0 0,0 0 0 0 0,0 0-1 0 0,0 0 1 0 0,0 0 0 0 0,0 0-1 0 0,1 1 1 0 0,-1-1 0 0 0,0 0 0 0 0,0 0-1 0 0,0 0 1 0 0,0 0 0 0 0,1 0-1 0 0,-1 0 1 0 0,0 0 0 0 0,0 0 0 0 0,0 0-1 0 0,0 0 1 0 0,1 0 0 0 0,-1 0-1 0 0,0 0 1 0 0,0 0 0 0 0,22-1 28 0 0,-11-1-44 0 0,0 1 1 0 0,1 1 0 0 0,-1 0 0 0 0,0 1-1 0 0,0 0 1 0 0,1 0 0 0 0,-1 1 0 0 0,0 1-1 0 0,0 0 1 0 0,-1 0 0 0 0,1 1-1 0 0,-1 0 1 0 0,0 1 0 0 0,0 1 0 0 0,0-1-1 0 0,0 1 1 0 0,-1 1 0 0 0,0 0 0 0 0,-1 0-1 0 0,12 13 1 0 0,-18-19 46 0 0,-1 1-1 0 0,0-1 0 0 0,0 1 1 0 0,0 0-1 0 0,0-1 0 0 0,0 1 0 0 0,0 0 1 0 0,-1 0-1 0 0,1-1 0 0 0,-1 1 1 0 0,1 0-1 0 0,-1 0 0 0 0,1 0 1 0 0,-1 0-1 0 0,0 0 0 0 0,0 0 1 0 0,0 0-1 0 0,0-1 0 0 0,0 1 1 0 0,-1 0-1 0 0,1 0 0 0 0,-1 0 1 0 0,1 0-1 0 0,-1 0 0 0 0,1-1 1 0 0,-1 1-1 0 0,0 0 0 0 0,0 0 1 0 0,0-1-1 0 0,0 1 0 0 0,0-1 1 0 0,0 1-1 0 0,-1-1 0 0 0,1 1 1 0 0,0-1-1 0 0,-4 2 0 0 0,0 2 27 0 0,0-1-1 0 0,-1 1 1 0 0,0-1-1 0 0,0-1 1 0 0,0 1-1 0 0,0-1 1 0 0,0 0-1 0 0,-1-1 1 0 0,-7 3-1 0 0,0-2-8 0 0,0-1-1 0 0,-1 0 1 0 0,1-1-1 0 0,-1 0 1 0 0,-16-2-1 0 0,-11-3-2608 0 0,42 4 2355 0 0,-1 0 1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8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28 984 0 0,'-19'-6'5046'0'0,"-26"-10"2142"0"0,44 15-6662 0 0,-6-4 1342 0 0,42 6-1747 0 0,0 1-1 0 0,0 2 1 0 0,0 1-1 0 0,35 10 1 0 0,-69-15-117 0 0,0 0 0 0 0,0 1 1 0 0,0-1-1 0 0,0 0 0 0 0,0 1 1 0 0,0-1-1 0 0,0 1 0 0 0,0 0 1 0 0,0-1-1 0 0,0 1 0 0 0,-1-1 1 0 0,1 1-1 0 0,0 0 0 0 0,0 0 1 0 0,-1 0-1 0 0,1-1 0 0 0,0 1 1 0 0,-1 0-1 0 0,1 0 0 0 0,-1 0 1 0 0,1 0-1 0 0,-1 0 0 0 0,0 0 1 0 0,1 0-1 0 0,-1 0 0 0 0,0 0 1 0 0,0 0-1 0 0,1 0 0 0 0,-1 0 1 0 0,0 0-1 0 0,0 0 0 0 0,0 0 1 0 0,0 1-1 0 0,-1-1 0 0 0,1 0 1 0 0,0 0-1 0 0,0 0 0 0 0,-1 0 1 0 0,1 0-1 0 0,0 0 0 0 0,-1 0 1 0 0,1 0-1 0 0,-1 0 0 0 0,1-1 1 0 0,-1 1-1 0 0,-1 1 0 0 0,-2 6 14 0 0,-1 0-1 0 0,-1-1 0 0 0,-12 14 0 0 0,17-20-30 0 0,-130 127-83 0 0,128-125 99 0 0,-11 13 39 0 0,14-15-31 0 0,0 0 0 0 0,-1 0 0 0 0,1-1-1 0 0,0 1 1 0 0,0 0 0 0 0,0 0 0 0 0,0 0 0 0 0,0 0 0 0 0,0 0 0 0 0,0 0 0 0 0,0-1-1 0 0,0 1 1 0 0,0 0 0 0 0,0 0 0 0 0,1 0 0 0 0,-1 0 0 0 0,0 0 0 0 0,1-1 0 0 0,-1 1-1 0 0,0 0 1 0 0,2 1 0 0 0,-1-1-4 0 0,-1-1 1 0 0,1 1-1 0 0,0 0 0 0 0,0-1 0 0 0,0 1 0 0 0,0-1 0 0 0,0 1 0 0 0,0-1 1 0 0,1 1-1 0 0,-1-1 0 0 0,0 0 0 0 0,0 1 0 0 0,0-1 0 0 0,0 0 1 0 0,0 0-1 0 0,2 0 0 0 0,-1 0 10 0 0,15 4 39 0 0,1-2-1 0 0,-1 0 1 0 0,0-1 0 0 0,23-1-1 0 0,67-11-967 0 0,-101 10 770 0 0,100-17-3713 0 0,-34 0-1588 0 0,-34 7 1120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8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64 1752 0 0,'-11'-6'15954'0'0,"17"3"-15632"0"0,0 0 0 0 0,0 0 0 0 0,1 1 0 0 0,-1 0 0 0 0,0 0 0 0 0,13-2 0 0 0,48-4 119 0 0,-38 5-292 0 0,33-4-224 0 0,84-9-138 0 0,-52 12-7335 0 0,-81 5 1897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9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1456 0 0,'-60'22'8095'0'0,"58"-22"-7612"0"0,-6 10 2358 0 0,9-8-2726 0 0,0-1 0 0 0,0 0 0 0 0,0 1 0 0 0,0-1 0 0 0,0 0 0 0 0,0 0 0 0 0,1 0 0 0 0,-1 0-1 0 0,1 0 1 0 0,-1 0 0 0 0,0 0 0 0 0,1 0 0 0 0,-1-1 0 0 0,1 1 0 0 0,0 0 0 0 0,-1-1 0 0 0,1 1 0 0 0,0-1 0 0 0,-1 0 0 0 0,4 0 0 0 0,40 4 450 0 0,-38-4-458 0 0,197-1-1401 0 0,-162-3-2670 0 0,50-10 0 0 0,-60 6-371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6:39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48 848 0 0,'-2'-10'5671'0'0,"2"9"-5443"0"0,-1 0 1 0 0,1 0 0 0 0,0 1 0 0 0,-1-1 0 0 0,1 0 0 0 0,0 1 0 0 0,-1-1-1 0 0,1 0 1 0 0,-1 1 0 0 0,1-1 0 0 0,-1 0 0 0 0,1 1 0 0 0,-1-1-1 0 0,0 1 1 0 0,1-1 0 0 0,-1 1 0 0 0,0 0 0 0 0,1-1 0 0 0,-1 1 0 0 0,0 0-1 0 0,0-1 1 0 0,1 1 0 0 0,-1 0 0 0 0,0 0 0 0 0,0-1 0 0 0,1 1-1 0 0,-1 0 1 0 0,-1 0 0 0 0,-1 0-33 0 0,1 1-1 0 0,0-1 1 0 0,0 1-1 0 0,-1 0 1 0 0,1 0 0 0 0,0 0-1 0 0,0 0 1 0 0,0 0-1 0 0,0 0 1 0 0,-2 2 0 0 0,-5 3 41 0 0,0 1 0 0 0,1 0 0 0 0,-11 13 0 0 0,-3 5 137 0 0,2 2 0 0 0,-21 31 1 0 0,34-45-121 0 0,0 0-1 0 0,1 0 1 0 0,0 0 0 0 0,1 1 0 0 0,0-1 0 0 0,1 1 0 0 0,-3 22-1 0 0,7-33-139 0 0,0 1 0 0 0,-1-1 0 0 0,1 1 0 0 0,1-1 0 0 0,-1 1 0 0 0,0-1 0 0 0,1 1 0 0 0,0-1 0 0 0,0 0 0 0 0,0 1 0 0 0,0-1 0 0 0,1 0 0 0 0,-1 0 0 0 0,1 0 0 0 0,0 0 0 0 0,-1 0 0 0 0,1 0 0 0 0,1 0 0 0 0,-1-1 0 0 0,0 1 0 0 0,1-1 0 0 0,-1 1 0 0 0,1-1 0 0 0,0 0 0 0 0,0 0 0 0 0,0 0 0 0 0,0 0 0 0 0,0-1 0 0 0,0 1 0 0 0,0-1 0 0 0,4 1 0 0 0,3 1 99 0 0,-1 0 0 0 0,1-1 1 0 0,0 0-1 0 0,-1-1 0 0 0,1 0 1 0 0,0 0-1 0 0,0-1 0 0 0,0 0 1 0 0,17-3-1 0 0,-17 1-130 0 0,0-1 1 0 0,0 0-1 0 0,0-1 0 0 0,-1 0 1 0 0,0-1-1 0 0,0 1 0 0 0,0-2 1 0 0,0 1-1 0 0,-1-1 0 0 0,0-1 0 0 0,0 1 1 0 0,0-1-1 0 0,-1-1 0 0 0,0 1 1 0 0,9-14-1 0 0,-10 12-88 0 0,0 0-1 0 0,-1 0 1 0 0,0-1-1 0 0,0 0 1 0 0,-1 0-1 0 0,0 0 1 0 0,-1 0 0 0 0,0-1-1 0 0,-1 1 1 0 0,0-1-1 0 0,-1 1 1 0 0,0-1-1 0 0,0 0 1 0 0,-2-20-1 0 0,0 27-38 0 0,0-1-1 0 0,0 1 1 0 0,0 0-1 0 0,0 0 1 0 0,-1 0-1 0 0,0 0 1 0 0,0 0-1 0 0,0 0 1 0 0,0 0-1 0 0,0 0 0 0 0,-1 1 1 0 0,-3-5-1 0 0,-4-1-1264 0 0,1 0 0 0 0,-20-13 0 0 0,20 15-1930 0 0,-1 0 0 0 0,1-1 1 0 0,-14-15-1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9:04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1 328 0 0,'0'0'576'0'0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29:04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0 452 0 0,'0'0'1311'0'0,"0"3"-1167"0"0,0-1 0 0 0,1 1 0 0 0,-1 0 0 0 0,1-1 0 0 0,0 0-1 0 0,-1 1 1 0 0,1-1 0 0 0,2 4 0 0 0,7-8-174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01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23 568 0 0,'15'-23'14446'0'0,"-13"26"-14260"0"0,0 0 0 0 0,0-1 0 0 0,-1 1 1 0 0,1 0-1 0 0,-1 0 0 0 0,1 1 0 0 0,-1-1 0 0 0,0 0 0 0 0,-1 0 0 0 0,1 1 1 0 0,0 5-1 0 0,5 42 768 0 0,-6-50-914 0 0,4 130 1155 0 0,-23 248-1 0 0,14-339-1525 0 0,-9 40-1 0 0,10-63-874 0 0,-1 0 1 0 0,-11 26-1 0 0,12-34 111 0 0,-5 11-813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02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649 28 244 0 0,'0'-1'668'0'0,"0"-1"0"0"0,0 0 0 0 0,0 1 0 0 0,0-1 0 0 0,0 0 0 0 0,-1 1 0 0 0,1-1 0 0 0,-1 1 0 0 0,1-1 0 0 0,-1 0 0 0 0,-6-6 2565 0 0,7 8-3000 0 0,-1 0 1 0 0,1 0-1 0 0,-1-1 0 0 0,0 1 0 0 0,1 0 1 0 0,-1 0-1 0 0,1 0 0 0 0,-2 0 0 0 0,-10 3-73 0 0,-164 77 4751 0 0,-85 60-4043 0 0,163-85-527 0 0,79-44-1169 0 0,2 1 0 0 0,-28 23 0 0 0,45-34 752 0 0,0-1 1 0 0,-1 0-1 0 0,1 0 1 0 0,0 0-1 0 0,-1 0 1 0 0,1 0-1 0 0,0 1 1 0 0,0-1-1 0 0,-1 0 1 0 0,1 0-1 0 0,0 0 1 0 0,0 1-1 0 0,0-1 1 0 0,-1 0-1 0 0,1 0 1 0 0,0 1 0 0 0,0-1-1 0 0,0 0 1 0 0,0 0-1 0 0,0 1 1 0 0,-1-1-1 0 0,1 0 1 0 0,0 1-1 0 0,0-1 1 0 0,0 0-1 0 0,0 1 1 0 0,0-1-1 0 0,0 0 1 0 0,0 0-1 0 0,0 1 1 0 0,0-1-1 0 0,0 0 1 0 0,0 1 0 0 0,0-1-1 0 0,0 0 1 0 0,0 1-1 0 0,0-1 1 0 0,1 0-1 0 0,-1 1 1 0 0,0-1-1 0 0,0 0 1 0 0,0 0-1 0 0,0 1 1 0 0,1-1-1 0 0,-1 0 1 0 0,0 0-1 0 0,0 1 1 0 0,0-1-1 0 0,1 0 1 0 0,-1 0 0 0 0,0 0-1 0 0,0 1 1 0 0,1-1-1 0 0,-1 0 1 0 0,0 0-1 0 0,1 0 1 0 0,-1 0-1 0 0,1 0 1 0 0,13 4-5128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02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54 2712 0 0,'0'0'9492'0'0,"3"-14"-4780"0"0,0 11-4584 0 0,-1 0 1 0 0,1 0-1 0 0,0 1 0 0 0,0-1 1 0 0,1 0-1 0 0,-1 1 0 0 0,0 0 0 0 0,1 0 1 0 0,-1 0-1 0 0,1 0 0 0 0,0 0 0 0 0,0 1 1 0 0,0 0-1 0 0,-1-1 0 0 0,1 1 0 0 0,0 1 1 0 0,6-1-1 0 0,3-2 101 0 0,-7 2-172 0 0,0 1 0 0 0,0-1 0 0 0,0 1 0 0 0,0 1 1 0 0,1-1-1 0 0,-1 1 0 0 0,0 0 0 0 0,-1 1 0 0 0,1-1 0 0 0,0 1 1 0 0,0 0-1 0 0,-1 1 0 0 0,1-1 0 0 0,-1 1 0 0 0,7 5 1 0 0,-9-6-22 0 0,-1 1 0 0 0,1 0 1 0 0,0 0-1 0 0,-1 0 0 0 0,0 0 1 0 0,0 1-1 0 0,0-1 0 0 0,0 1 1 0 0,0-1-1 0 0,-1 1 0 0 0,0-1 1 0 0,1 1-1 0 0,-1 0 0 0 0,-1 0 1 0 0,2 5-1 0 0,-2-2 11 0 0,0 1 0 0 0,0-1 0 0 0,-1 0 0 0 0,0 0 0 0 0,0 0 0 0 0,-1 0 0 0 0,-4 13 0 0 0,-3 1 136 0 0,-1 0 0 0 0,-1-1 0 0 0,-1 0-1 0 0,-16 22 1 0 0,-85 93 2204 0 0,67-83-1310 0 0,46-51-1055 0 0,-1-1 1 0 0,1 0 0 0 0,-1 1-1 0 0,1-1 1 0 0,0 1-1 0 0,-1-1 1 0 0,1 1 0 0 0,-1-1-1 0 0,1 1 1 0 0,0 0-1 0 0,-1-1 1 0 0,1 1 0 0 0,0-1-1 0 0,0 1 1 0 0,-1 0 0 0 0,1-1-1 0 0,0 1 1 0 0,0 0-1 0 0,0-1 1 0 0,0 1 0 0 0,0 0-1 0 0,0-1 1 0 0,0 1-1 0 0,0 1 1 0 0,1-2-13 0 0,-1 0 1 0 0,1 1-1 0 0,-1-1 0 0 0,1 1 1 0 0,-1-1-1 0 0,1 0 1 0 0,-1 0-1 0 0,1 1 0 0 0,0-1 1 0 0,-1 0-1 0 0,1 0 0 0 0,0 0 1 0 0,-1 0-1 0 0,1 0 0 0 0,-1 0 1 0 0,1 0-1 0 0,0 0 0 0 0,-1 0 1 0 0,2 0-1 0 0,31-7 132 0 0,17-9-1159 0 0,48-23 0 0 0,44-30-6591 0 0,-74 32-122 0 0,-34 18 888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02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62 152 0 0,'-16'-2'7685'0'0,"-14"-5"2415"0"0,23 6-8776 0 0,9 0-853 0 0,41-12-62 0 0,0 2-1 0 0,60-7 0 0 0,-37 11-4129 0 0,-2 5-4665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03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7 2576 0 0,'-97'53'14810'0'0,"96"-54"-14774"0"0,1 1-1 0 0,0 0 1 0 0,0 0-1 0 0,0 0 0 0 0,-1 0 1 0 0,1 1-1 0 0,0-1 1 0 0,0 0-1 0 0,-1 0 0 0 0,1 0 1 0 0,0 0-1 0 0,0 0 1 0 0,0 0-1 0 0,-1 0 1 0 0,1 0-1 0 0,0 0 0 0 0,0 0 1 0 0,0 1-1 0 0,-1-1 1 0 0,1 0-1 0 0,0 0 1 0 0,0 0-1 0 0,0 0 0 0 0,0 1 1 0 0,0-1-1 0 0,-1 0 1 0 0,1 0-1 0 0,0 0 1 0 0,0 1-1 0 0,0-1 0 0 0,0 0 1 0 0,0 0-1 0 0,0 0 1 0 0,0 1-1 0 0,0-1 0 0 0,0 0 1 0 0,0 0-1 0 0,0 1 1 0 0,0-1-1 0 0,0 0 1 0 0,0 0-1 0 0,0 0 0 0 0,0 1 1 0 0,0-1-1 0 0,0 0 1 0 0,0 0-1 0 0,0 1 1 0 0,0-1-1 0 0,0 0 0 0 0,0 0 1 0 0,0 0-1 0 0,1 1 1 0 0,-1-1-1 0 0,0 0 1 0 0,0 0-1 0 0,0 0 0 0 0,0 0 1 0 0,1 1-1 0 0,-1-1 1 0 0,0 0-1 0 0,0 0 0 0 0,0 0 1 0 0,0 0-1 0 0,1 0 1 0 0,-1 0-1 0 0,0 1 1 0 0,0-1-1 0 0,1 0 0 0 0,21 2 1060 0 0,145-22-2635 0 0,3-18-8819 0 0,-126 25 3737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03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64 161 1728 0 0,'-10'-7'4363'0'0,"-13"-11"3375"0"0,19 15-6690 0 0,0-1 0 0 0,0 1 1 0 0,1-1-1 0 0,-1 0 0 0 0,-3-7 0 0 0,6 10-948 0 0,1 0-1 0 0,-1-1 1 0 0,1 1 0 0 0,-1 0 0 0 0,1-1-1 0 0,0 1 1 0 0,-1 0 0 0 0,1-1-1 0 0,0 1 1 0 0,0-1 0 0 0,0 1 0 0 0,0 0-1 0 0,0-1 1 0 0,0 1 0 0 0,1-1 0 0 0,-1 1-1 0 0,0 0 1 0 0,1-1 0 0 0,-1 1 0 0 0,1 0-1 0 0,-1 0 1 0 0,1-1 0 0 0,0 1-1 0 0,-1 0 1 0 0,2-2 0 0 0,1-1-1 0 0,0 0 1 0 0,1 1 0 0 0,-1-1-1 0 0,1 1 1 0 0,4-4-1 0 0,0 1-41 0 0,1 1 0 0 0,0 0 0 0 0,0 0 0 0 0,0 0-1 0 0,0 2 1 0 0,1-1 0 0 0,0 1 0 0 0,0 0 0 0 0,0 1 0 0 0,0 0-1 0 0,0 1 1 0 0,0 0 0 0 0,1 1 0 0 0,11 0 0 0 0,-17 0-50 0 0,0 1 0 0 0,0-1-1 0 0,0 1 1 0 0,0 0 0 0 0,-1 0 0 0 0,1 0 0 0 0,0 1 0 0 0,-1 0 0 0 0,1 0 0 0 0,-1 0-1 0 0,0 0 1 0 0,0 1 0 0 0,1 0 0 0 0,-2 0 0 0 0,1 0 0 0 0,0 0 0 0 0,-1 0-1 0 0,1 1 1 0 0,-1-1 0 0 0,0 1 0 0 0,0 0 0 0 0,0 0 0 0 0,-1 1 0 0 0,1-1-1 0 0,-1 0 1 0 0,0 1 0 0 0,-1-1 0 0 0,1 1 0 0 0,-1 0 0 0 0,0-1 0 0 0,1 8 0 0 0,-1 0-2 0 0,0 0 1 0 0,-2 0 0 0 0,1 0 0 0 0,-1 0-1 0 0,-1 0 1 0 0,0 0 0 0 0,-1 0 0 0 0,0 0-1 0 0,-1 0 1 0 0,-1-1 0 0 0,1 0 0 0 0,-2 0-1 0 0,-11 18 1 0 0,-9 9 128 0 0,-1-1-1 0 0,-43 43 1 0 0,37-43 126 0 0,10-12-56 0 0,14-16 3 0 0,0 1 0 0 0,0 0 0 0 0,-7 13 0 0 0,16-23-191 0 0,0 0 1 0 0,0 1-1 0 0,0-1 1 0 0,0 0-1 0 0,0 1 1 0 0,0-1 0 0 0,0 0-1 0 0,0 1 1 0 0,0-1-1 0 0,0 0 1 0 0,0 1-1 0 0,0-1 1 0 0,0 0-1 0 0,1 1 1 0 0,-1-1 0 0 0,0 0-1 0 0,0 0 1 0 0,0 1-1 0 0,0-1 1 0 0,1 0-1 0 0,-1 0 1 0 0,0 1-1 0 0,0-1 1 0 0,1 0-1 0 0,-1 0 1 0 0,0 0 0 0 0,0 1-1 0 0,1-1 1 0 0,-1 0-1 0 0,0 0 1 0 0,1 0-1 0 0,-1 0 1 0 0,0 0-1 0 0,1 0 1 0 0,-1 0 0 0 0,0 1-1 0 0,1-1 1 0 0,-1 0-1 0 0,0 0 1 0 0,1 0-1 0 0,-1 0 1 0 0,1-1-1 0 0,12 4 149 0 0,-13-3-166 0 0,28-1 178 0 0,-1 0 0 0 0,0-2 0 0 0,34-6 0 0 0,5-2-2 0 0,67-7-115 0 0,77-9 267 0 0,-193 25-89 0 0,-5 1-1199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03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5268 0 0,'20'3'3985'0'0,"-1"0"-1101"0"0,-5-1-372 0 0,0 0 1129 0 0,5 0-1329 0 0,-1-2-1252 0 0,-2-4-1580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0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50 134 460 0 0,'-31'-24'11010'0'0,"31"24"-10881"0"0,-2-1 460 0 0,0 1 0 0 0,1-1 0 0 0,-1 0 1 0 0,1 1-1 0 0,0-1 0 0 0,-5-3 1769 0 0,3 1-1769 0 0,4 1-537 0 0,0 0 0 0 0,1 1 0 0 0,-1-1 1 0 0,1 0-1 0 0,0 0 0 0 0,0 1 0 0 0,-1-1 0 0 0,1 1 0 0 0,0 0 0 0 0,0-1 0 0 0,0 1 1 0 0,1 0-1 0 0,-1 0 0 0 0,0 0 0 0 0,4 0 0 0 0,43-14 105 0 0,-39 12-112 0 0,64-16-70 0 0,107-13 0 0 0,-70 25-3909 0 0,-72 11-1939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1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73 2388 0 0,'-17'8'1824'0'0,"-1"0"1249"0"0,1 2 0 0 0,-34 22 1396 0 0,54-31-3925 0 0,11-1-329 0 0,0 0-1 0 0,0 0 0 0 0,-1-2 0 0 0,1 1 1 0 0,-1-2-1 0 0,26-7 0 0 0,-11 3-144 0 0,71-15-835 0 0,70-17-2131 0 0,-56 9-2540 0 0,-51 13-4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1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738 118 2140 0 0,'-6'-17'2555'0'0,"-36"-83"16209"0"0,42 100-18685 0 0,-1 0 0 0 0,1 1 0 0 0,-1-1 0 0 0,1 0 0 0 0,-1 1 0 0 0,1-1 0 0 0,-1 0 0 0 0,1 1 0 0 0,0-1 0 0 0,-1 1 0 0 0,1-1 0 0 0,0 1 0 0 0,-1-1 0 0 0,1 1 0 0 0,0-1 0 0 0,0 1 0 0 0,-1-1 0 0 0,1 1 0 0 0,0-1 0 0 0,0 1 0 0 0,0-1 0 0 0,0 1 0 0 0,0 0 0 0 0,0-1 0 0 0,0 1 0 0 0,0 0 0 0 0,-1 18 896 0 0,1-18-863 0 0,-15 358 5199 0 0,2-80-5146 0 0,11-207-39 0 0,3 165 360 0 0,0-225-619 0 0,1-10-219 0 0,2-21-732 0 0,0-35-663 0 0,-3 39 1372 0 0,1-11-244 0 0,-4-48 1 0 0,1 67 588 0 0,0 0-1 0 0,0 1 1 0 0,0-1 0 0 0,-1 0 0 0 0,0 1 0 0 0,0-1 0 0 0,-1 1 0 0 0,0 0 0 0 0,0 0 0 0 0,0 0 0 0 0,-1 0 0 0 0,-5-6 0 0 0,6 10 21 0 0,1 0 1 0 0,-1 0-1 0 0,1 0 1 0 0,-1 1-1 0 0,0-1 1 0 0,1 1-1 0 0,-1 0 1 0 0,0-1-1 0 0,0 1 1 0 0,0 1-1 0 0,0-1 1 0 0,0 0-1 0 0,0 1 1 0 0,0 0-1 0 0,-1-1 1 0 0,1 1-1 0 0,0 0 1 0 0,0 1-1 0 0,0-1 1 0 0,0 1-1 0 0,-5 0 1 0 0,-8 3-36 0 0,1 1 0 0 0,-27 11 1 0 0,39-15 27 0 0,-41 19-57 0 0,-77 49 1 0 0,-35 38 76 0 0,150-102 1 0 0,-3 1-62 0 0,-81 62 65 0 0,78-57-1345 0 0,0 0 1 0 0,-15 19-1 0 0,27-29 1021 0 0,-1 0-1 0 0,0 0 0 0 0,0 0 0 0 0,1 0 0 0 0,-1 0 0 0 0,0 1 0 0 0,1-1 0 0 0,-1 0 0 0 0,1 0 0 0 0,0 0 0 0 0,-1 0 0 0 0,1 1 0 0 0,0-1 0 0 0,0 1 0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2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301 123 1068 0 0,'-3'0'2586'0'0,"-38"-18"8217"0"0,39 17-10552 0 0,0 0 1 0 0,1 0-1 0 0,0 0 0 0 0,-1 0 1 0 0,1 0-1 0 0,-1 0 0 0 0,1 0 1 0 0,0 0-1 0 0,0-1 0 0 0,0 1 1 0 0,0 0-1 0 0,0-1 0 0 0,0 1 0 0 0,0-1 1 0 0,0 0-1 0 0,1 1 0 0 0,-1-1 1 0 0,0 1-1 0 0,1-1 0 0 0,0 0 1 0 0,-1 0-1 0 0,1-1 0 0 0,0 2-197 0 0,0-1 0 0 0,1 1 0 0 0,-1 0-1 0 0,0 0 1 0 0,1 0 0 0 0,-1 0 0 0 0,1-1-1 0 0,-1 1 1 0 0,1 0 0 0 0,0 0 0 0 0,0 0 0 0 0,-1 0-1 0 0,1 0 1 0 0,0 0 0 0 0,0 1 0 0 0,0-1-1 0 0,0 0 1 0 0,2-1 0 0 0,19-11 345 0 0,-20 12-345 0 0,13-6 34 0 0,-1 2 0 0 0,1-1-1 0 0,0 2 1 0 0,0 0 0 0 0,1 0 0 0 0,-1 2 0 0 0,20-1 0 0 0,-25 2-69 0 0,0 1 1 0 0,0 0 0 0 0,0 1 0 0 0,-1 0 0 0 0,1 0-1 0 0,0 1 1 0 0,0 0 0 0 0,-1 1 0 0 0,1 0 0 0 0,-1 1-1 0 0,0 0 1 0 0,14 8 0 0 0,-20-10-3 0 0,0 1 0 0 0,0-1 0 0 0,0 0 0 0 0,0 1 0 0 0,-1 0 0 0 0,1 0 0 0 0,-1-1 0 0 0,0 1 0 0 0,0 1 0 0 0,0-1 0 0 0,0 0 0 0 0,0 0 0 0 0,-1 1 0 0 0,1-1 0 0 0,-1 1 0 0 0,1 4 0 0 0,-1-3 4 0 0,-1 0 0 0 0,1 1 1 0 0,-1-1-1 0 0,0 0 0 0 0,-1 0 0 0 0,0 1 0 0 0,1-1 0 0 0,-2 0 0 0 0,1 0 0 0 0,-3 7 1 0 0,-2 2 21 0 0,-1-1 1 0 0,0 0 0 0 0,-1 0 0 0 0,0-1 0 0 0,-1 0 0 0 0,0 0 0 0 0,-14 12 0 0 0,-6 3 472 0 0,-2-2 0 0 0,-50 32 0 0 0,34-25 651 0 0,36-22-766 0 0,10-4-126 0 0,3-5-260 0 0,0 0 0 0 0,0 0-1 0 0,0 0 1 0 0,0 0 0 0 0,0-1-1 0 0,1 1 1 0 0,-1-1 0 0 0,0 0-1 0 0,5 1 1 0 0,11 2 32 0 0,-1 1-1 0 0,1 1 1 0 0,-1 1-1 0 0,0 0 1 0 0,0 1 0 0 0,-1 1-1 0 0,1 1 1 0 0,-2 0-1 0 0,25 19 1 0 0,-31-21 113 0 0,-1 0 1 0 0,1 0-1 0 0,-1 1 1 0 0,0 0-1 0 0,-1 0 1 0 0,0 1-1 0 0,0 0 1 0 0,-1 0-1 0 0,0 1 1 0 0,-1 0-1 0 0,0 0 1 0 0,0 0-1 0 0,-1 1 1 0 0,-1-1-1 0 0,0 1 0 0 0,0 0 1 0 0,1 15-1 0 0,-3-22-126 0 0,-1 1 0 0 0,-1 0-1 0 0,1 0 1 0 0,-1 0-1 0 0,0 0 1 0 0,0-1-1 0 0,0 1 1 0 0,-1 0-1 0 0,1-1 1 0 0,-1 1 0 0 0,0-1-1 0 0,-1 0 1 0 0,-3 7-1 0 0,1-5 66 0 0,0 0-1 0 0,-1 0 1 0 0,1 0 0 0 0,-1-1-1 0 0,0 0 1 0 0,0 0 0 0 0,-13 7-1 0 0,7-6 9 0 0,0 0 0 0 0,-1 0 0 0 0,0-1 1 0 0,0-1-1 0 0,0 0 0 0 0,0-1 0 0 0,-1-1 0 0 0,1 0 0 0 0,-19 1 0 0 0,12-4-935 0 0,-30-4-1 0 0,23 0-2588 0 0,-48-15 0 0 0,-88-46-9640 0 0,127 49 11401 0 0,3 4-5503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4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29 16 0 0,'60'-24'14085'0'0,"-54"21"-13580"0"0,-6 3-488 0 0,0 0 1 0 0,0 0-1 0 0,1 0 0 0 0,-1-1 1 0 0,0 1-1 0 0,0 0 1 0 0,0 0-1 0 0,0 0 0 0 0,0 0 1 0 0,0 0-1 0 0,0 0 1 0 0,0 0-1 0 0,0 0 0 0 0,1 0 1 0 0,-1 0-1 0 0,0 0 1 0 0,0 0-1 0 0,0 0 1 0 0,0 0-1 0 0,0 0 0 0 0,0 0 1 0 0,1 0-1 0 0,-1 0 1 0 0,0 0-1 0 0,0 0 0 0 0,0 0 1 0 0,0 0-1 0 0,0 0 1 0 0,0 0-1 0 0,1 0 0 0 0,-1 0 1 0 0,0 0-1 0 0,0 0 1 0 0,0 0-1 0 0,0 0 0 0 0,0 0 1 0 0,0 0-1 0 0,0 0 1 0 0,1 0-1 0 0,-1 0 0 0 0,0 0 1 0 0,0 0-1 0 0,0 1 1 0 0,0-1-1 0 0,0 0 1 0 0,0 0-1 0 0,0 0 0 0 0,0 0 1 0 0,0 0-1 0 0,0 0 1 0 0,0 0-1 0 0,0 1 0 0 0,0-1 1 0 0,0 0-1 0 0,0 0 1 0 0,1 0-1 0 0,-1 0 0 0 0,-7 22 137 0 0,-1-1 0 0 0,0 0-1 0 0,-2 0 1 0 0,0-1 0 0 0,-18 25-1 0 0,13-19-84 0 0,-46 78-166 0 0,-63 110-2271 0 0,50-65-4518 0 0,51-99 2035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5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88 672 0 0,'1'-11'2507'0'0,"0"0"0"0"0,0 0-1 0 0,-1-1 1 0 0,-3-19 0 0 0,3 30-1894 0 0,2-10 2676 0 0,-2 11-3243 0 0,6 7 386 0 0,-1 0 1 0 0,0 0 0 0 0,0 0 0 0 0,0 0-1 0 0,-1 1 1 0 0,4 8 0 0 0,9 16 545 0 0,193 374 5372 0 0,-166-315-5939 0 0,22 80 73 0 0,-26-60-163 0 0,-40-111-348 0 0,0 1 1 0 0,0-1-1 0 0,0 1 0 0 0,0-1 1 0 0,0 0-1 0 0,0 1 1 0 0,0-1-1 0 0,0 1 1 0 0,0-1-1 0 0,0 0 1 0 0,1 1-1 0 0,-1-1 1 0 0,0 0-1 0 0,0 1 0 0 0,0-1 1 0 0,1 0-1 0 0,-1 1 1 0 0,0-1-1 0 0,0 0 1 0 0,1 1-1 0 0,-1-1 1 0 0,0 0-1 0 0,1 0 1 0 0,-1 1-1 0 0,0-1 0 0 0,1 0 1 0 0,-1 0-1 0 0,0 0 1 0 0,1 0-1 0 0,-1 1 1 0 0,1-1-1 0 0,-1 0 1 0 0,0 0-1 0 0,1 0 1 0 0,-1 0-1 0 0,1 0 0 0 0,-1 0 1 0 0,0 0-1 0 0,1 0 1 0 0,-1 0-1 0 0,1 0 1 0 0,-1 0-1 0 0,0 0 1 0 0,1 0-1 0 0,-1-1 1 0 0,1 1-1 0 0,-1 0 1 0 0,0 0-1 0 0,1 0 0 0 0,-1 0 1 0 0,0-1-1 0 0,1 1 1 0 0,-1 0-1 0 0,0 0 1 0 0,1-1-1 0 0,-1 1 1 0 0,0 0-1 0 0,0-1 1 0 0,1 1-1 0 0,-1 0 0 0 0,0-1 1 0 0,0 1-1 0 0,0 0 1 0 0,1-1-1 0 0,0-2-499 0 0,1 0-1 0 0,-1 1 1 0 0,1-1-1 0 0,-1 0 1 0 0,0 0-1 0 0,0 0 1 0 0,0-3-1 0 0,1-5-1321 0 0,-1 5 22 0 0,-1 1 0 0 0,1-1 0 0 0,-1 1 0 0 0,0-1 1 0 0,-1-5-1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6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814 90 400 0 0,'-23'-90'16466'0'0,"9"97"-15588"0"0,7-1-647 0 0,1-1-1 0 0,0 1 0 0 0,0 1 1 0 0,0-1-1 0 0,1 1 1 0 0,0 0-1 0 0,-5 9 0 0 0,-11 14 312 0 0,14-22-429 0 0,-417 495 4121 0 0,203-253-3702 0 0,208-236-1415 0 0,-26 25 1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60 468 0 0,'-6'-8'6617'0'0,"5"6"-6107"0"0,1 0 0 0 0,-1 0 0 0 0,1 0 1 0 0,0 0-1 0 0,0 0 0 0 0,0 0 0 0 0,0 0 1 0 0,0-1-1 0 0,0 1 0 0 0,0 0 0 0 0,0 0 1 0 0,1 0-1 0 0,-1 0 0 0 0,1 0 0 0 0,1-2 1 0 0,-2 3-59 0 0,8-9 885 0 0,-4 9-1291 0 0,-1 0 0 0 0,1 0 1 0 0,0 0-1 0 0,0 0 0 0 0,0 1 0 0 0,0-1 0 0 0,0 1 0 0 0,0 0 0 0 0,0 1 1 0 0,0-1-1 0 0,0 0 0 0 0,0 1 0 0 0,-1 0 0 0 0,1 0 0 0 0,0 0 0 0 0,0 1 0 0 0,-1-1 1 0 0,1 1-1 0 0,0 0 0 0 0,-1 0 0 0 0,0 0 0 0 0,1 0 0 0 0,-1 1 0 0 0,0-1 0 0 0,0 1 1 0 0,0 0-1 0 0,-1 0 0 0 0,1 0 0 0 0,-1 0 0 0 0,0 0 0 0 0,0 1 0 0 0,0-1 0 0 0,0 1 1 0 0,0-1-1 0 0,-1 1 0 0 0,1 0 0 0 0,0 4 0 0 0,0-1 26 0 0,-1 0-1 0 0,0 1 1 0 0,-1-1-1 0 0,0 0 1 0 0,0 1-1 0 0,0-1 1 0 0,-1 0-1 0 0,0 1 1 0 0,-4 12-1 0 0,1-8 72 0 0,-1 0 0 0 0,0 0 0 0 0,0-1 0 0 0,-1 0 0 0 0,-9 12-1 0 0,-6 5 396 0 0,-1-1 0 0 0,-2 0 0 0 0,-29 24 0 0 0,3-10 865 0 0,-1-2 0 0 0,-1-2 0 0 0,-61 31 0 0 0,112-68-1371 0 0,0 0 1 0 0,0 1-1 0 0,0-1 0 0 0,0 1 0 0 0,0-1 1 0 0,0 1-1 0 0,0 0 0 0 0,0-1 0 0 0,0 1 0 0 0,0 0 1 0 0,1 0-1 0 0,-1 0 0 0 0,0-1 0 0 0,0 1 1 0 0,1 0-1 0 0,-1 0 0 0 0,1 0 0 0 0,-1 0 0 0 0,0 2 1 0 0,1-2-24 0 0,1-1 1 0 0,-1 1 0 0 0,1-1 0 0 0,-1 1 0 0 0,1-1 0 0 0,-1 1 0 0 0,1-1 0 0 0,-1 0-1 0 0,1 1 1 0 0,-1-1 0 0 0,1 0 0 0 0,0 1 0 0 0,-1-1 0 0 0,1 0 0 0 0,0 0-1 0 0,-1 1 1 0 0,1-1 0 0 0,0 0 0 0 0,-1 0 0 0 0,1 0 0 0 0,0 0 0 0 0,-1 0 0 0 0,2 0-1 0 0,58-1 16 0 0,-52 1 19 0 0,120-7-4 0 0,443-14 74 0 0,-567 21-160 0 0,0 0 0 0 0,1-1-1 0 0,-1 1 1 0 0,0-1 0 0 0,0 0 0 0 0,6-2-1 0 0,-8 2-308 0 0,11-5-2898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7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64 1272 0 0,'-21'-23'8090'0'0,"20"23"-8059"0"0,1 0 0 0 0,0-1 0 0 0,0 1 0 0 0,0 0 0 0 0,0-1 0 0 0,0 1 0 0 0,-1 0 0 0 0,1-1 0 0 0,0 1 0 0 0,0-1 0 0 0,0 1 0 0 0,0 0 0 0 0,0-1 0 0 0,0 1 0 0 0,0 0 0 0 0,0-1 0 0 0,0 1 0 0 0,1-1 0 0 0,-1 1 0 0 0,0 0 0 0 0,0-1 0 0 0,0 1 0 0 0,0 0 0 0 0,1-1 0 0 0,-1 1 0 0 0,0 0 0 0 0,0-1 0 0 0,0 1 0 0 0,1 0 0 0 0,-1-1 0 0 0,0 1 0 0 0,1 0 0 0 0,-1 0 0 0 0,0 0 0 0 0,0-1-1 0 0,1 1 1 0 0,-1 0 0 0 0,0 0 0 0 0,1 0 0 0 0,-1-1 0 0 0,1 1 0 0 0,-1 0 0 0 0,0 0 0 0 0,1 0 0 0 0,0 0 0 0 0,26-6 423 0 0,-10 3-242 0 0,17-4-151 0 0,0 2 0 0 0,0 1 0 0 0,53 2-1 0 0,-31 7-5927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7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76 608 0 0,'-75'23'13499'0'0,"115"-36"-13652"0"0,0 3 0 0 0,1 0 1 0 0,42-3-1 0 0,-11 2-1101 0 0,111-20-4947 0 0,-122 21 2564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8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170 673 168 0 0,'0'-14'9216'0'0,"-1"7"-8179"0"0,0 1 1 0 0,0-1-1 0 0,0 1 1 0 0,-1 0-1 0 0,0-1 1 0 0,0 1 0 0 0,-4-7-1 0 0,-26-47 1719 0 0,21 40-2025 0 0,-5-10-196 0 0,1-1-1 0 0,2 0 1 0 0,-14-47-1 0 0,23 62-490 0 0,0 0 0 0 0,1-1 0 0 0,1 1 0 0 0,0-1-1 0 0,1 0 1 0 0,1 0 0 0 0,1 1 0 0 0,0-1 0 0 0,4-17 0 0 0,-3 26-40 0 0,0 0 1 0 0,1 1 0 0 0,0-1 0 0 0,0 1-1 0 0,1 0 1 0 0,0-1 0 0 0,0 2 0 0 0,1-1 0 0 0,0 0-1 0 0,0 1 1 0 0,0 0 0 0 0,9-7 0 0 0,-5 5-6 0 0,0 1 0 0 0,0 1 1 0 0,1 0-1 0 0,0 0 0 0 0,1 0 0 0 0,-1 2 1 0 0,1-1-1 0 0,13-3 0 0 0,-11 5 3 0 0,0-1 0 0 0,0 2 1 0 0,1 0-1 0 0,-1 1 0 0 0,0 0 0 0 0,1 1 0 0 0,-1 0 0 0 0,1 1 0 0 0,-1 1 1 0 0,0 0-1 0 0,0 0 0 0 0,0 2 0 0 0,0 0 0 0 0,0 0 0 0 0,19 10 1 0 0,-23-8 13 0 0,0-1 1 0 0,-1 1-1 0 0,1 1 1 0 0,-2 0 0 0 0,1 0-1 0 0,-1 0 1 0 0,0 1 0 0 0,0 0-1 0 0,-1 0 1 0 0,0 1 0 0 0,-1 0-1 0 0,0 0 1 0 0,0 0-1 0 0,-1 0 1 0 0,0 1 0 0 0,-1 0-1 0 0,0 0 1 0 0,0 0 0 0 0,-1 0-1 0 0,0 0 1 0 0,0 15 0 0 0,-2-3 74 0 0,0 1 1 0 0,-2-1-1 0 0,-1 1 1 0 0,0-1-1 0 0,-2 1 0 0 0,0-1 1 0 0,-2-1-1 0 0,-16 39 1 0 0,2-15 232 0 0,-3 0 0 0 0,-1-2 0 0 0,-39 50 0 0 0,-103 109 907 0 0,99-123-850 0 0,61-72-346 0 0,-66 87 429 0 0,66-84-415 0 0,1 0 0 0 0,0 0 1 0 0,1 1-1 0 0,0-1 1 0 0,1 1-1 0 0,0 0 1 0 0,-5 23-1 0 0,9-30-165 0 0,0 0 0 0 0,0 0-1 0 0,0 0 1 0 0,0 0 0 0 0,1 0 0 0 0,-1 0-1 0 0,1-1 1 0 0,0 1 0 0 0,0 0-1 0 0,0 0 1 0 0,1-1 0 0 0,0 1 0 0 0,-1-1-1 0 0,1 1 1 0 0,0-1 0 0 0,1 0-1 0 0,-1 1 1 0 0,6 4 0 0 0,3 4-1983 0 0,2-2-1 0 0,-1 1 1 0 0,20 11 0 0 0,0 1-5790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6:30:38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2004 0 0,'34'29'22625'0'0,"-28"-23"-23304"0"0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098F-4325-50F7-0189-00921C618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CE04F-E3B8-B2B8-6784-A717C0FEE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2DE64-4F58-22EA-CE9E-6DCC01CE2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1DD0-1C5D-BD47-CE54-1D08608A8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B80A6-C330-B78A-9583-F372495A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12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08FF-5BF9-C1AD-B8E6-6DF555C9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1C418-2F44-11A7-B463-710677BC0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C3354-E153-7CF7-748E-C049476F4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78EEE-488A-BCA2-368E-E41BF9DA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735D4-643E-EC0D-84C9-04B4C9C0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29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2F11-7EC8-4091-C972-A547B1EC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8A3D1-6ED8-ECD2-AE4F-8E50664B8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C479B-05FE-5BBC-7449-DBEB75F1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4B426-1B8F-4D19-9DDC-3303DD5E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3DBB1-6095-C70B-B670-BDBEC69F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35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75C52-2464-A823-9FD2-0BA789D99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2455E-752A-602F-E7B4-27D9E6018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6B48A-8167-21B8-C6C5-768112861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2DB2F-688F-0AFF-EB65-31E07A59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30B61-7F6A-17B0-2991-CCA707A3A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976DD-85E1-E6D2-35F6-2C4F52291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0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F9A1-5C71-30BA-AD0A-929906E0B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15028-C868-3902-C850-3DDE3F66F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DEE3A-6E37-7691-503D-6734DD392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086C3-6928-D6F3-4D4A-5574B9CDF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7228C1-9D04-9D15-7C57-9163E915A4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E0A4E7-9C35-3FA8-17C3-84D99A61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1F974-F6FD-9EDB-24AA-CA32A337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90A3F-04AF-475E-0A10-6AD228B57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25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3743-43EF-23F1-BCC8-D99CEF3AE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F37BB-D696-A17D-B54B-C3D508EB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D7A73-6920-B80F-A8A5-51043017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3382D-3877-CB88-2BDE-91ECE9DBD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98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9AE93E-241E-5E89-6AB4-777FEAEC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F19CF-8BEB-63C7-2964-C1B764C0F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87206-363C-994D-4AEC-1039A077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73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FA75-4A5A-CFD3-97BA-08220DE9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AB5CB-27AB-08A7-D453-DBC1C576F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2D750-342F-3668-5757-E1384E77A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5CAC9-B11D-8FE4-2046-2F5B5F07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13CE8-7C5B-1FC6-B698-9AE35AD7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6BE13-DCDC-8776-F727-4F6EF92C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31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A980-8899-05D5-CE1D-24058862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3F5AAC-F9C8-06FE-F66B-2236B491D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23B79-7E8E-7F6A-29D4-CC814C1AD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CA917-34F7-91D2-4958-2FCFE9FC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2BE96-F7BA-B3D8-33EE-3F74CC16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BE62E-C5F7-733C-5302-379D16EAB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65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CF9F-AFBF-DAEF-B5CE-D9E305B09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46CA8-8287-20F0-29BD-D58B27979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52CB6-FC1E-D0EA-06DA-FB2A2537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4B68B-7B39-9121-1C07-697DF7AC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45396-A65A-15CF-1D6D-9EDCB017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750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7CFCBD-3AFE-D4BD-F1C4-7F89396276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04544-A153-D854-5E21-F1D2676F6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8B680-3C99-713D-C6C1-7E6F76EB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6FDC6-B658-299F-FD69-BA74C463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6A44F-7E6A-8859-958A-9043DCA4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6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ACD601-344C-FFE7-C37A-EC950991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8D077-232C-8CF3-6DCA-99AAD360D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C379F-87B2-A86A-04BB-46A440A53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194C1-20D2-4FF4-B6CE-8707717B4EE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55B5C-9EAB-7015-1DF2-F31CC905E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909CD-E764-77DF-69F1-8B5CAA89C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283EC-6234-422A-ACE8-6A7A99C3E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29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26" Type="http://schemas.openxmlformats.org/officeDocument/2006/relationships/customXml" Target="../ink/ink113.xml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37" Type="http://schemas.openxmlformats.org/officeDocument/2006/relationships/image" Target="../media/image118.png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.png"/><Relationship Id="rId299" Type="http://schemas.openxmlformats.org/officeDocument/2006/relationships/image" Target="../media/image278.png"/><Relationship Id="rId21" Type="http://schemas.openxmlformats.org/officeDocument/2006/relationships/image" Target="../media/image139.png"/><Relationship Id="rId63" Type="http://schemas.openxmlformats.org/officeDocument/2006/relationships/image" Target="../media/image160.png"/><Relationship Id="rId159" Type="http://schemas.openxmlformats.org/officeDocument/2006/relationships/image" Target="../media/image208.png"/><Relationship Id="rId324" Type="http://schemas.openxmlformats.org/officeDocument/2006/relationships/customXml" Target="../ink/ink292.xml"/><Relationship Id="rId170" Type="http://schemas.openxmlformats.org/officeDocument/2006/relationships/customXml" Target="../ink/ink215.xml"/><Relationship Id="rId226" Type="http://schemas.openxmlformats.org/officeDocument/2006/relationships/customXml" Target="../ink/ink243.xml"/><Relationship Id="rId268" Type="http://schemas.openxmlformats.org/officeDocument/2006/relationships/customXml" Target="../ink/ink264.xml"/><Relationship Id="rId32" Type="http://schemas.openxmlformats.org/officeDocument/2006/relationships/customXml" Target="../ink/ink146.xml"/><Relationship Id="rId74" Type="http://schemas.openxmlformats.org/officeDocument/2006/relationships/customXml" Target="../ink/ink167.xml"/><Relationship Id="rId128" Type="http://schemas.openxmlformats.org/officeDocument/2006/relationships/customXml" Target="../ink/ink194.xml"/><Relationship Id="rId335" Type="http://schemas.openxmlformats.org/officeDocument/2006/relationships/image" Target="../media/image296.png"/><Relationship Id="rId5" Type="http://schemas.openxmlformats.org/officeDocument/2006/relationships/image" Target="../media/image131.png"/><Relationship Id="rId181" Type="http://schemas.openxmlformats.org/officeDocument/2006/relationships/image" Target="../media/image219.png"/><Relationship Id="rId237" Type="http://schemas.openxmlformats.org/officeDocument/2006/relationships/image" Target="../media/image247.png"/><Relationship Id="rId279" Type="http://schemas.openxmlformats.org/officeDocument/2006/relationships/image" Target="../media/image268.png"/><Relationship Id="rId43" Type="http://schemas.openxmlformats.org/officeDocument/2006/relationships/image" Target="../media/image150.png"/><Relationship Id="rId139" Type="http://schemas.openxmlformats.org/officeDocument/2006/relationships/image" Target="../media/image198.png"/><Relationship Id="rId290" Type="http://schemas.openxmlformats.org/officeDocument/2006/relationships/customXml" Target="../ink/ink275.xml"/><Relationship Id="rId304" Type="http://schemas.openxmlformats.org/officeDocument/2006/relationships/customXml" Target="../ink/ink282.xml"/><Relationship Id="rId346" Type="http://schemas.openxmlformats.org/officeDocument/2006/relationships/customXml" Target="../ink/ink303.xml"/><Relationship Id="rId85" Type="http://schemas.openxmlformats.org/officeDocument/2006/relationships/image" Target="../media/image171.png"/><Relationship Id="rId150" Type="http://schemas.openxmlformats.org/officeDocument/2006/relationships/customXml" Target="../ink/ink205.xml"/><Relationship Id="rId192" Type="http://schemas.openxmlformats.org/officeDocument/2006/relationships/customXml" Target="../ink/ink226.xml"/><Relationship Id="rId206" Type="http://schemas.openxmlformats.org/officeDocument/2006/relationships/customXml" Target="../ink/ink233.xml"/><Relationship Id="rId248" Type="http://schemas.openxmlformats.org/officeDocument/2006/relationships/customXml" Target="../ink/ink254.xml"/><Relationship Id="rId12" Type="http://schemas.openxmlformats.org/officeDocument/2006/relationships/customXml" Target="../ink/ink136.xml"/><Relationship Id="rId108" Type="http://schemas.openxmlformats.org/officeDocument/2006/relationships/customXml" Target="../ink/ink184.xml"/><Relationship Id="rId315" Type="http://schemas.openxmlformats.org/officeDocument/2006/relationships/image" Target="../media/image286.png"/><Relationship Id="rId357" Type="http://schemas.openxmlformats.org/officeDocument/2006/relationships/image" Target="../media/image307.png"/><Relationship Id="rId54" Type="http://schemas.openxmlformats.org/officeDocument/2006/relationships/customXml" Target="../ink/ink157.xml"/><Relationship Id="rId96" Type="http://schemas.openxmlformats.org/officeDocument/2006/relationships/customXml" Target="../ink/ink178.xml"/><Relationship Id="rId161" Type="http://schemas.openxmlformats.org/officeDocument/2006/relationships/image" Target="../media/image209.png"/><Relationship Id="rId217" Type="http://schemas.openxmlformats.org/officeDocument/2006/relationships/image" Target="../media/image237.png"/><Relationship Id="rId259" Type="http://schemas.openxmlformats.org/officeDocument/2006/relationships/image" Target="../media/image258.png"/><Relationship Id="rId23" Type="http://schemas.openxmlformats.org/officeDocument/2006/relationships/image" Target="../media/image140.png"/><Relationship Id="rId119" Type="http://schemas.openxmlformats.org/officeDocument/2006/relationships/image" Target="../media/image188.png"/><Relationship Id="rId270" Type="http://schemas.openxmlformats.org/officeDocument/2006/relationships/customXml" Target="../ink/ink265.xml"/><Relationship Id="rId326" Type="http://schemas.openxmlformats.org/officeDocument/2006/relationships/customXml" Target="../ink/ink293.xml"/><Relationship Id="rId65" Type="http://schemas.openxmlformats.org/officeDocument/2006/relationships/image" Target="../media/image161.png"/><Relationship Id="rId130" Type="http://schemas.openxmlformats.org/officeDocument/2006/relationships/customXml" Target="../ink/ink195.xml"/><Relationship Id="rId172" Type="http://schemas.openxmlformats.org/officeDocument/2006/relationships/customXml" Target="../ink/ink216.xml"/><Relationship Id="rId228" Type="http://schemas.openxmlformats.org/officeDocument/2006/relationships/customXml" Target="../ink/ink244.xml"/><Relationship Id="rId281" Type="http://schemas.openxmlformats.org/officeDocument/2006/relationships/image" Target="../media/image269.png"/><Relationship Id="rId337" Type="http://schemas.openxmlformats.org/officeDocument/2006/relationships/image" Target="../media/image297.png"/><Relationship Id="rId34" Type="http://schemas.openxmlformats.org/officeDocument/2006/relationships/customXml" Target="../ink/ink147.xml"/><Relationship Id="rId76" Type="http://schemas.openxmlformats.org/officeDocument/2006/relationships/customXml" Target="../ink/ink168.xml"/><Relationship Id="rId141" Type="http://schemas.openxmlformats.org/officeDocument/2006/relationships/image" Target="../media/image199.png"/><Relationship Id="rId7" Type="http://schemas.openxmlformats.org/officeDocument/2006/relationships/image" Target="../media/image132.png"/><Relationship Id="rId183" Type="http://schemas.openxmlformats.org/officeDocument/2006/relationships/image" Target="../media/image220.png"/><Relationship Id="rId239" Type="http://schemas.openxmlformats.org/officeDocument/2006/relationships/image" Target="../media/image248.png"/><Relationship Id="rId250" Type="http://schemas.openxmlformats.org/officeDocument/2006/relationships/customXml" Target="../ink/ink255.xml"/><Relationship Id="rId292" Type="http://schemas.openxmlformats.org/officeDocument/2006/relationships/customXml" Target="../ink/ink276.xml"/><Relationship Id="rId306" Type="http://schemas.openxmlformats.org/officeDocument/2006/relationships/customXml" Target="../ink/ink283.xml"/><Relationship Id="rId45" Type="http://schemas.openxmlformats.org/officeDocument/2006/relationships/image" Target="../media/image151.png"/><Relationship Id="rId87" Type="http://schemas.openxmlformats.org/officeDocument/2006/relationships/image" Target="../media/image172.png"/><Relationship Id="rId110" Type="http://schemas.openxmlformats.org/officeDocument/2006/relationships/customXml" Target="../ink/ink185.xml"/><Relationship Id="rId348" Type="http://schemas.openxmlformats.org/officeDocument/2006/relationships/customXml" Target="../ink/ink304.xml"/><Relationship Id="rId152" Type="http://schemas.openxmlformats.org/officeDocument/2006/relationships/customXml" Target="../ink/ink206.xml"/><Relationship Id="rId194" Type="http://schemas.openxmlformats.org/officeDocument/2006/relationships/customXml" Target="../ink/ink227.xml"/><Relationship Id="rId208" Type="http://schemas.openxmlformats.org/officeDocument/2006/relationships/customXml" Target="../ink/ink234.xml"/><Relationship Id="rId261" Type="http://schemas.openxmlformats.org/officeDocument/2006/relationships/image" Target="../media/image259.png"/><Relationship Id="rId14" Type="http://schemas.openxmlformats.org/officeDocument/2006/relationships/customXml" Target="../ink/ink137.xml"/><Relationship Id="rId56" Type="http://schemas.openxmlformats.org/officeDocument/2006/relationships/customXml" Target="../ink/ink158.xml"/><Relationship Id="rId317" Type="http://schemas.openxmlformats.org/officeDocument/2006/relationships/image" Target="../media/image287.png"/><Relationship Id="rId359" Type="http://schemas.openxmlformats.org/officeDocument/2006/relationships/customXml" Target="../ink/ink310.xml"/><Relationship Id="rId98" Type="http://schemas.openxmlformats.org/officeDocument/2006/relationships/customXml" Target="../ink/ink179.xml"/><Relationship Id="rId121" Type="http://schemas.openxmlformats.org/officeDocument/2006/relationships/image" Target="../media/image189.png"/><Relationship Id="rId163" Type="http://schemas.openxmlformats.org/officeDocument/2006/relationships/image" Target="../media/image210.png"/><Relationship Id="rId219" Type="http://schemas.openxmlformats.org/officeDocument/2006/relationships/image" Target="../media/image238.png"/><Relationship Id="rId230" Type="http://schemas.openxmlformats.org/officeDocument/2006/relationships/customXml" Target="../ink/ink245.xml"/><Relationship Id="rId25" Type="http://schemas.openxmlformats.org/officeDocument/2006/relationships/image" Target="../media/image141.png"/><Relationship Id="rId46" Type="http://schemas.openxmlformats.org/officeDocument/2006/relationships/customXml" Target="../ink/ink153.xml"/><Relationship Id="rId67" Type="http://schemas.openxmlformats.org/officeDocument/2006/relationships/image" Target="../media/image162.png"/><Relationship Id="rId272" Type="http://schemas.openxmlformats.org/officeDocument/2006/relationships/customXml" Target="../ink/ink266.xml"/><Relationship Id="rId293" Type="http://schemas.openxmlformats.org/officeDocument/2006/relationships/image" Target="../media/image275.png"/><Relationship Id="rId307" Type="http://schemas.openxmlformats.org/officeDocument/2006/relationships/image" Target="../media/image282.png"/><Relationship Id="rId328" Type="http://schemas.openxmlformats.org/officeDocument/2006/relationships/customXml" Target="../ink/ink294.xml"/><Relationship Id="rId349" Type="http://schemas.openxmlformats.org/officeDocument/2006/relationships/image" Target="../media/image303.png"/><Relationship Id="rId88" Type="http://schemas.openxmlformats.org/officeDocument/2006/relationships/customXml" Target="../ink/ink174.xml"/><Relationship Id="rId111" Type="http://schemas.openxmlformats.org/officeDocument/2006/relationships/image" Target="../media/image184.png"/><Relationship Id="rId132" Type="http://schemas.openxmlformats.org/officeDocument/2006/relationships/customXml" Target="../ink/ink196.xml"/><Relationship Id="rId153" Type="http://schemas.openxmlformats.org/officeDocument/2006/relationships/image" Target="../media/image205.png"/><Relationship Id="rId174" Type="http://schemas.openxmlformats.org/officeDocument/2006/relationships/customXml" Target="../ink/ink217.xml"/><Relationship Id="rId195" Type="http://schemas.openxmlformats.org/officeDocument/2006/relationships/image" Target="../media/image226.png"/><Relationship Id="rId209" Type="http://schemas.openxmlformats.org/officeDocument/2006/relationships/image" Target="../media/image233.png"/><Relationship Id="rId360" Type="http://schemas.openxmlformats.org/officeDocument/2006/relationships/image" Target="../media/image308.png"/><Relationship Id="rId220" Type="http://schemas.openxmlformats.org/officeDocument/2006/relationships/customXml" Target="../ink/ink240.xml"/><Relationship Id="rId241" Type="http://schemas.openxmlformats.org/officeDocument/2006/relationships/image" Target="../media/image249.png"/><Relationship Id="rId15" Type="http://schemas.openxmlformats.org/officeDocument/2006/relationships/image" Target="../media/image136.png"/><Relationship Id="rId36" Type="http://schemas.openxmlformats.org/officeDocument/2006/relationships/customXml" Target="../ink/ink148.xml"/><Relationship Id="rId57" Type="http://schemas.openxmlformats.org/officeDocument/2006/relationships/image" Target="../media/image157.png"/><Relationship Id="rId262" Type="http://schemas.openxmlformats.org/officeDocument/2006/relationships/customXml" Target="../ink/ink261.xml"/><Relationship Id="rId283" Type="http://schemas.openxmlformats.org/officeDocument/2006/relationships/image" Target="../media/image270.png"/><Relationship Id="rId318" Type="http://schemas.openxmlformats.org/officeDocument/2006/relationships/customXml" Target="../ink/ink289.xml"/><Relationship Id="rId339" Type="http://schemas.openxmlformats.org/officeDocument/2006/relationships/image" Target="../media/image298.png"/><Relationship Id="rId78" Type="http://schemas.openxmlformats.org/officeDocument/2006/relationships/customXml" Target="../ink/ink169.xml"/><Relationship Id="rId99" Type="http://schemas.openxmlformats.org/officeDocument/2006/relationships/image" Target="../media/image178.png"/><Relationship Id="rId101" Type="http://schemas.openxmlformats.org/officeDocument/2006/relationships/image" Target="../media/image179.png"/><Relationship Id="rId122" Type="http://schemas.openxmlformats.org/officeDocument/2006/relationships/customXml" Target="../ink/ink191.xml"/><Relationship Id="rId143" Type="http://schemas.openxmlformats.org/officeDocument/2006/relationships/image" Target="../media/image200.png"/><Relationship Id="rId164" Type="http://schemas.openxmlformats.org/officeDocument/2006/relationships/customXml" Target="../ink/ink212.xml"/><Relationship Id="rId185" Type="http://schemas.openxmlformats.org/officeDocument/2006/relationships/image" Target="../media/image221.png"/><Relationship Id="rId350" Type="http://schemas.openxmlformats.org/officeDocument/2006/relationships/customXml" Target="../ink/ink305.xml"/><Relationship Id="rId9" Type="http://schemas.openxmlformats.org/officeDocument/2006/relationships/image" Target="../media/image133.png"/><Relationship Id="rId210" Type="http://schemas.openxmlformats.org/officeDocument/2006/relationships/customXml" Target="../ink/ink235.xml"/><Relationship Id="rId26" Type="http://schemas.openxmlformats.org/officeDocument/2006/relationships/customXml" Target="../ink/ink143.xml"/><Relationship Id="rId231" Type="http://schemas.openxmlformats.org/officeDocument/2006/relationships/image" Target="../media/image244.png"/><Relationship Id="rId252" Type="http://schemas.openxmlformats.org/officeDocument/2006/relationships/customXml" Target="../ink/ink256.xml"/><Relationship Id="rId273" Type="http://schemas.openxmlformats.org/officeDocument/2006/relationships/image" Target="../media/image265.png"/><Relationship Id="rId294" Type="http://schemas.openxmlformats.org/officeDocument/2006/relationships/customXml" Target="../ink/ink277.xml"/><Relationship Id="rId308" Type="http://schemas.openxmlformats.org/officeDocument/2006/relationships/customXml" Target="../ink/ink284.xml"/><Relationship Id="rId329" Type="http://schemas.openxmlformats.org/officeDocument/2006/relationships/image" Target="../media/image293.png"/><Relationship Id="rId47" Type="http://schemas.openxmlformats.org/officeDocument/2006/relationships/image" Target="../media/image152.png"/><Relationship Id="rId68" Type="http://schemas.openxmlformats.org/officeDocument/2006/relationships/customXml" Target="../ink/ink164.xml"/><Relationship Id="rId89" Type="http://schemas.openxmlformats.org/officeDocument/2006/relationships/image" Target="../media/image173.png"/><Relationship Id="rId112" Type="http://schemas.openxmlformats.org/officeDocument/2006/relationships/customXml" Target="../ink/ink186.xml"/><Relationship Id="rId133" Type="http://schemas.openxmlformats.org/officeDocument/2006/relationships/image" Target="../media/image195.png"/><Relationship Id="rId154" Type="http://schemas.openxmlformats.org/officeDocument/2006/relationships/customXml" Target="../ink/ink207.xml"/><Relationship Id="rId175" Type="http://schemas.openxmlformats.org/officeDocument/2006/relationships/image" Target="../media/image216.png"/><Relationship Id="rId340" Type="http://schemas.openxmlformats.org/officeDocument/2006/relationships/customXml" Target="../ink/ink300.xml"/><Relationship Id="rId196" Type="http://schemas.openxmlformats.org/officeDocument/2006/relationships/customXml" Target="../ink/ink228.xml"/><Relationship Id="rId200" Type="http://schemas.openxmlformats.org/officeDocument/2006/relationships/customXml" Target="../ink/ink230.xml"/><Relationship Id="rId16" Type="http://schemas.openxmlformats.org/officeDocument/2006/relationships/customXml" Target="../ink/ink138.xml"/><Relationship Id="rId221" Type="http://schemas.openxmlformats.org/officeDocument/2006/relationships/image" Target="../media/image239.png"/><Relationship Id="rId242" Type="http://schemas.openxmlformats.org/officeDocument/2006/relationships/customXml" Target="../ink/ink251.xml"/><Relationship Id="rId263" Type="http://schemas.openxmlformats.org/officeDocument/2006/relationships/image" Target="../media/image260.png"/><Relationship Id="rId284" Type="http://schemas.openxmlformats.org/officeDocument/2006/relationships/customXml" Target="../ink/ink272.xml"/><Relationship Id="rId319" Type="http://schemas.openxmlformats.org/officeDocument/2006/relationships/image" Target="../media/image288.png"/><Relationship Id="rId37" Type="http://schemas.openxmlformats.org/officeDocument/2006/relationships/image" Target="../media/image147.png"/><Relationship Id="rId58" Type="http://schemas.openxmlformats.org/officeDocument/2006/relationships/customXml" Target="../ink/ink159.xml"/><Relationship Id="rId79" Type="http://schemas.openxmlformats.org/officeDocument/2006/relationships/image" Target="../media/image168.png"/><Relationship Id="rId102" Type="http://schemas.openxmlformats.org/officeDocument/2006/relationships/customXml" Target="../ink/ink181.xml"/><Relationship Id="rId123" Type="http://schemas.openxmlformats.org/officeDocument/2006/relationships/image" Target="../media/image190.png"/><Relationship Id="rId144" Type="http://schemas.openxmlformats.org/officeDocument/2006/relationships/customXml" Target="../ink/ink202.xml"/><Relationship Id="rId330" Type="http://schemas.openxmlformats.org/officeDocument/2006/relationships/customXml" Target="../ink/ink295.xml"/><Relationship Id="rId90" Type="http://schemas.openxmlformats.org/officeDocument/2006/relationships/customXml" Target="../ink/ink175.xml"/><Relationship Id="rId165" Type="http://schemas.openxmlformats.org/officeDocument/2006/relationships/image" Target="../media/image211.png"/><Relationship Id="rId186" Type="http://schemas.openxmlformats.org/officeDocument/2006/relationships/customXml" Target="../ink/ink223.xml"/><Relationship Id="rId351" Type="http://schemas.openxmlformats.org/officeDocument/2006/relationships/image" Target="../media/image304.png"/><Relationship Id="rId211" Type="http://schemas.openxmlformats.org/officeDocument/2006/relationships/image" Target="../media/image234.png"/><Relationship Id="rId232" Type="http://schemas.openxmlformats.org/officeDocument/2006/relationships/customXml" Target="../ink/ink246.xml"/><Relationship Id="rId253" Type="http://schemas.openxmlformats.org/officeDocument/2006/relationships/image" Target="../media/image255.png"/><Relationship Id="rId274" Type="http://schemas.openxmlformats.org/officeDocument/2006/relationships/customXml" Target="../ink/ink267.xml"/><Relationship Id="rId295" Type="http://schemas.openxmlformats.org/officeDocument/2006/relationships/image" Target="../media/image276.png"/><Relationship Id="rId309" Type="http://schemas.openxmlformats.org/officeDocument/2006/relationships/image" Target="../media/image283.png"/><Relationship Id="rId27" Type="http://schemas.openxmlformats.org/officeDocument/2006/relationships/image" Target="../media/image142.png"/><Relationship Id="rId48" Type="http://schemas.openxmlformats.org/officeDocument/2006/relationships/customXml" Target="../ink/ink154.xml"/><Relationship Id="rId69" Type="http://schemas.openxmlformats.org/officeDocument/2006/relationships/image" Target="../media/image163.png"/><Relationship Id="rId113" Type="http://schemas.openxmlformats.org/officeDocument/2006/relationships/image" Target="../media/image185.png"/><Relationship Id="rId134" Type="http://schemas.openxmlformats.org/officeDocument/2006/relationships/customXml" Target="../ink/ink197.xml"/><Relationship Id="rId320" Type="http://schemas.openxmlformats.org/officeDocument/2006/relationships/customXml" Target="../ink/ink290.xml"/><Relationship Id="rId80" Type="http://schemas.openxmlformats.org/officeDocument/2006/relationships/customXml" Target="../ink/ink170.xml"/><Relationship Id="rId155" Type="http://schemas.openxmlformats.org/officeDocument/2006/relationships/image" Target="../media/image206.png"/><Relationship Id="rId176" Type="http://schemas.openxmlformats.org/officeDocument/2006/relationships/customXml" Target="../ink/ink218.xml"/><Relationship Id="rId197" Type="http://schemas.openxmlformats.org/officeDocument/2006/relationships/image" Target="../media/image227.png"/><Relationship Id="rId341" Type="http://schemas.openxmlformats.org/officeDocument/2006/relationships/image" Target="../media/image299.png"/><Relationship Id="rId201" Type="http://schemas.openxmlformats.org/officeDocument/2006/relationships/image" Target="../media/image229.png"/><Relationship Id="rId222" Type="http://schemas.openxmlformats.org/officeDocument/2006/relationships/customXml" Target="../ink/ink241.xml"/><Relationship Id="rId243" Type="http://schemas.openxmlformats.org/officeDocument/2006/relationships/image" Target="../media/image250.png"/><Relationship Id="rId264" Type="http://schemas.openxmlformats.org/officeDocument/2006/relationships/customXml" Target="../ink/ink262.xml"/><Relationship Id="rId285" Type="http://schemas.openxmlformats.org/officeDocument/2006/relationships/image" Target="../media/image271.png"/><Relationship Id="rId17" Type="http://schemas.openxmlformats.org/officeDocument/2006/relationships/image" Target="../media/image137.png"/><Relationship Id="rId38" Type="http://schemas.openxmlformats.org/officeDocument/2006/relationships/customXml" Target="../ink/ink149.xml"/><Relationship Id="rId59" Type="http://schemas.openxmlformats.org/officeDocument/2006/relationships/image" Target="../media/image158.png"/><Relationship Id="rId103" Type="http://schemas.openxmlformats.org/officeDocument/2006/relationships/image" Target="../media/image180.png"/><Relationship Id="rId124" Type="http://schemas.openxmlformats.org/officeDocument/2006/relationships/customXml" Target="../ink/ink192.xml"/><Relationship Id="rId310" Type="http://schemas.openxmlformats.org/officeDocument/2006/relationships/customXml" Target="../ink/ink285.xml"/><Relationship Id="rId70" Type="http://schemas.openxmlformats.org/officeDocument/2006/relationships/customXml" Target="../ink/ink165.xml"/><Relationship Id="rId91" Type="http://schemas.openxmlformats.org/officeDocument/2006/relationships/image" Target="../media/image174.png"/><Relationship Id="rId145" Type="http://schemas.openxmlformats.org/officeDocument/2006/relationships/image" Target="../media/image201.png"/><Relationship Id="rId166" Type="http://schemas.openxmlformats.org/officeDocument/2006/relationships/customXml" Target="../ink/ink213.xml"/><Relationship Id="rId187" Type="http://schemas.openxmlformats.org/officeDocument/2006/relationships/image" Target="../media/image222.png"/><Relationship Id="rId331" Type="http://schemas.openxmlformats.org/officeDocument/2006/relationships/image" Target="../media/image294.png"/><Relationship Id="rId352" Type="http://schemas.openxmlformats.org/officeDocument/2006/relationships/customXml" Target="../ink/ink306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6.xml"/><Relationship Id="rId233" Type="http://schemas.openxmlformats.org/officeDocument/2006/relationships/image" Target="../media/image245.png"/><Relationship Id="rId254" Type="http://schemas.openxmlformats.org/officeDocument/2006/relationships/customXml" Target="../ink/ink257.xml"/><Relationship Id="rId28" Type="http://schemas.openxmlformats.org/officeDocument/2006/relationships/customXml" Target="../ink/ink144.xml"/><Relationship Id="rId49" Type="http://schemas.openxmlformats.org/officeDocument/2006/relationships/image" Target="../media/image153.png"/><Relationship Id="rId114" Type="http://schemas.openxmlformats.org/officeDocument/2006/relationships/customXml" Target="../ink/ink187.xml"/><Relationship Id="rId275" Type="http://schemas.openxmlformats.org/officeDocument/2006/relationships/image" Target="../media/image266.png"/><Relationship Id="rId296" Type="http://schemas.openxmlformats.org/officeDocument/2006/relationships/customXml" Target="../ink/ink278.xml"/><Relationship Id="rId300" Type="http://schemas.openxmlformats.org/officeDocument/2006/relationships/customXml" Target="../ink/ink280.xml"/><Relationship Id="rId60" Type="http://schemas.openxmlformats.org/officeDocument/2006/relationships/customXml" Target="../ink/ink160.xml"/><Relationship Id="rId81" Type="http://schemas.openxmlformats.org/officeDocument/2006/relationships/image" Target="../media/image169.png"/><Relationship Id="rId135" Type="http://schemas.openxmlformats.org/officeDocument/2006/relationships/image" Target="../media/image196.png"/><Relationship Id="rId156" Type="http://schemas.openxmlformats.org/officeDocument/2006/relationships/customXml" Target="../ink/ink208.xml"/><Relationship Id="rId177" Type="http://schemas.openxmlformats.org/officeDocument/2006/relationships/image" Target="../media/image217.png"/><Relationship Id="rId198" Type="http://schemas.openxmlformats.org/officeDocument/2006/relationships/customXml" Target="../ink/ink229.xml"/><Relationship Id="rId321" Type="http://schemas.openxmlformats.org/officeDocument/2006/relationships/image" Target="../media/image289.png"/><Relationship Id="rId342" Type="http://schemas.openxmlformats.org/officeDocument/2006/relationships/customXml" Target="../ink/ink301.xml"/><Relationship Id="rId202" Type="http://schemas.openxmlformats.org/officeDocument/2006/relationships/customXml" Target="../ink/ink231.xml"/><Relationship Id="rId223" Type="http://schemas.openxmlformats.org/officeDocument/2006/relationships/image" Target="../media/image240.png"/><Relationship Id="rId244" Type="http://schemas.openxmlformats.org/officeDocument/2006/relationships/customXml" Target="../ink/ink252.xml"/><Relationship Id="rId18" Type="http://schemas.openxmlformats.org/officeDocument/2006/relationships/customXml" Target="../ink/ink139.xml"/><Relationship Id="rId39" Type="http://schemas.openxmlformats.org/officeDocument/2006/relationships/image" Target="../media/image148.png"/><Relationship Id="rId265" Type="http://schemas.openxmlformats.org/officeDocument/2006/relationships/image" Target="../media/image261.png"/><Relationship Id="rId286" Type="http://schemas.openxmlformats.org/officeDocument/2006/relationships/customXml" Target="../ink/ink273.xml"/><Relationship Id="rId50" Type="http://schemas.openxmlformats.org/officeDocument/2006/relationships/customXml" Target="../ink/ink155.xml"/><Relationship Id="rId104" Type="http://schemas.openxmlformats.org/officeDocument/2006/relationships/customXml" Target="../ink/ink182.xml"/><Relationship Id="rId125" Type="http://schemas.openxmlformats.org/officeDocument/2006/relationships/image" Target="../media/image191.png"/><Relationship Id="rId146" Type="http://schemas.openxmlformats.org/officeDocument/2006/relationships/customXml" Target="../ink/ink203.xml"/><Relationship Id="rId167" Type="http://schemas.openxmlformats.org/officeDocument/2006/relationships/image" Target="../media/image212.png"/><Relationship Id="rId188" Type="http://schemas.openxmlformats.org/officeDocument/2006/relationships/customXml" Target="../ink/ink224.xml"/><Relationship Id="rId311" Type="http://schemas.openxmlformats.org/officeDocument/2006/relationships/image" Target="../media/image284.png"/><Relationship Id="rId332" Type="http://schemas.openxmlformats.org/officeDocument/2006/relationships/customXml" Target="../ink/ink296.xml"/><Relationship Id="rId353" Type="http://schemas.openxmlformats.org/officeDocument/2006/relationships/image" Target="../media/image305.png"/><Relationship Id="rId71" Type="http://schemas.openxmlformats.org/officeDocument/2006/relationships/image" Target="../media/image164.png"/><Relationship Id="rId92" Type="http://schemas.openxmlformats.org/officeDocument/2006/relationships/customXml" Target="../ink/ink176.xml"/><Relationship Id="rId213" Type="http://schemas.openxmlformats.org/officeDocument/2006/relationships/image" Target="../media/image235.png"/><Relationship Id="rId234" Type="http://schemas.openxmlformats.org/officeDocument/2006/relationships/customXml" Target="../ink/ink247.xml"/><Relationship Id="rId2" Type="http://schemas.openxmlformats.org/officeDocument/2006/relationships/customXml" Target="../ink/ink131.xml"/><Relationship Id="rId29" Type="http://schemas.openxmlformats.org/officeDocument/2006/relationships/image" Target="../media/image143.png"/><Relationship Id="rId255" Type="http://schemas.openxmlformats.org/officeDocument/2006/relationships/image" Target="../media/image256.png"/><Relationship Id="rId276" Type="http://schemas.openxmlformats.org/officeDocument/2006/relationships/customXml" Target="../ink/ink268.xml"/><Relationship Id="rId297" Type="http://schemas.openxmlformats.org/officeDocument/2006/relationships/image" Target="../media/image277.png"/><Relationship Id="rId40" Type="http://schemas.openxmlformats.org/officeDocument/2006/relationships/customXml" Target="../ink/ink150.xml"/><Relationship Id="rId115" Type="http://schemas.openxmlformats.org/officeDocument/2006/relationships/image" Target="../media/image186.png"/><Relationship Id="rId136" Type="http://schemas.openxmlformats.org/officeDocument/2006/relationships/customXml" Target="../ink/ink198.xml"/><Relationship Id="rId157" Type="http://schemas.openxmlformats.org/officeDocument/2006/relationships/image" Target="../media/image207.png"/><Relationship Id="rId178" Type="http://schemas.openxmlformats.org/officeDocument/2006/relationships/customXml" Target="../ink/ink219.xml"/><Relationship Id="rId301" Type="http://schemas.openxmlformats.org/officeDocument/2006/relationships/image" Target="../media/image279.png"/><Relationship Id="rId322" Type="http://schemas.openxmlformats.org/officeDocument/2006/relationships/customXml" Target="../ink/ink291.xml"/><Relationship Id="rId343" Type="http://schemas.openxmlformats.org/officeDocument/2006/relationships/image" Target="../media/image300.png"/><Relationship Id="rId61" Type="http://schemas.openxmlformats.org/officeDocument/2006/relationships/image" Target="../media/image159.png"/><Relationship Id="rId82" Type="http://schemas.openxmlformats.org/officeDocument/2006/relationships/customXml" Target="../ink/ink171.xml"/><Relationship Id="rId199" Type="http://schemas.openxmlformats.org/officeDocument/2006/relationships/image" Target="../media/image228.png"/><Relationship Id="rId203" Type="http://schemas.openxmlformats.org/officeDocument/2006/relationships/image" Target="../media/image230.png"/><Relationship Id="rId19" Type="http://schemas.openxmlformats.org/officeDocument/2006/relationships/image" Target="../media/image138.png"/><Relationship Id="rId224" Type="http://schemas.openxmlformats.org/officeDocument/2006/relationships/customXml" Target="../ink/ink242.xml"/><Relationship Id="rId245" Type="http://schemas.openxmlformats.org/officeDocument/2006/relationships/image" Target="../media/image251.png"/><Relationship Id="rId266" Type="http://schemas.openxmlformats.org/officeDocument/2006/relationships/customXml" Target="../ink/ink263.xml"/><Relationship Id="rId287" Type="http://schemas.openxmlformats.org/officeDocument/2006/relationships/image" Target="../media/image272.png"/><Relationship Id="rId30" Type="http://schemas.openxmlformats.org/officeDocument/2006/relationships/customXml" Target="../ink/ink145.xml"/><Relationship Id="rId105" Type="http://schemas.openxmlformats.org/officeDocument/2006/relationships/image" Target="../media/image181.png"/><Relationship Id="rId126" Type="http://schemas.openxmlformats.org/officeDocument/2006/relationships/customXml" Target="../ink/ink193.xml"/><Relationship Id="rId147" Type="http://schemas.openxmlformats.org/officeDocument/2006/relationships/image" Target="../media/image202.png"/><Relationship Id="rId168" Type="http://schemas.openxmlformats.org/officeDocument/2006/relationships/customXml" Target="../ink/ink214.xml"/><Relationship Id="rId312" Type="http://schemas.openxmlformats.org/officeDocument/2006/relationships/customXml" Target="../ink/ink286.xml"/><Relationship Id="rId333" Type="http://schemas.openxmlformats.org/officeDocument/2006/relationships/image" Target="../media/image295.png"/><Relationship Id="rId354" Type="http://schemas.openxmlformats.org/officeDocument/2006/relationships/customXml" Target="../ink/ink307.xml"/><Relationship Id="rId51" Type="http://schemas.openxmlformats.org/officeDocument/2006/relationships/image" Target="../media/image154.png"/><Relationship Id="rId72" Type="http://schemas.openxmlformats.org/officeDocument/2006/relationships/customXml" Target="../ink/ink166.xml"/><Relationship Id="rId93" Type="http://schemas.openxmlformats.org/officeDocument/2006/relationships/image" Target="../media/image175.png"/><Relationship Id="rId189" Type="http://schemas.openxmlformats.org/officeDocument/2006/relationships/image" Target="../media/image223.png"/><Relationship Id="rId3" Type="http://schemas.openxmlformats.org/officeDocument/2006/relationships/image" Target="../media/image130.png"/><Relationship Id="rId214" Type="http://schemas.openxmlformats.org/officeDocument/2006/relationships/customXml" Target="../ink/ink237.xml"/><Relationship Id="rId235" Type="http://schemas.openxmlformats.org/officeDocument/2006/relationships/image" Target="../media/image246.png"/><Relationship Id="rId256" Type="http://schemas.openxmlformats.org/officeDocument/2006/relationships/customXml" Target="../ink/ink258.xml"/><Relationship Id="rId277" Type="http://schemas.openxmlformats.org/officeDocument/2006/relationships/image" Target="../media/image267.png"/><Relationship Id="rId298" Type="http://schemas.openxmlformats.org/officeDocument/2006/relationships/customXml" Target="../ink/ink279.xml"/><Relationship Id="rId116" Type="http://schemas.openxmlformats.org/officeDocument/2006/relationships/customXml" Target="../ink/ink188.xml"/><Relationship Id="rId137" Type="http://schemas.openxmlformats.org/officeDocument/2006/relationships/image" Target="../media/image197.png"/><Relationship Id="rId158" Type="http://schemas.openxmlformats.org/officeDocument/2006/relationships/customXml" Target="../ink/ink209.xml"/><Relationship Id="rId302" Type="http://schemas.openxmlformats.org/officeDocument/2006/relationships/customXml" Target="../ink/ink281.xml"/><Relationship Id="rId323" Type="http://schemas.openxmlformats.org/officeDocument/2006/relationships/image" Target="../media/image290.png"/><Relationship Id="rId344" Type="http://schemas.openxmlformats.org/officeDocument/2006/relationships/customXml" Target="../ink/ink302.xml"/><Relationship Id="rId20" Type="http://schemas.openxmlformats.org/officeDocument/2006/relationships/customXml" Target="../ink/ink140.xml"/><Relationship Id="rId41" Type="http://schemas.openxmlformats.org/officeDocument/2006/relationships/image" Target="../media/image149.png"/><Relationship Id="rId62" Type="http://schemas.openxmlformats.org/officeDocument/2006/relationships/customXml" Target="../ink/ink161.xml"/><Relationship Id="rId83" Type="http://schemas.openxmlformats.org/officeDocument/2006/relationships/image" Target="../media/image170.png"/><Relationship Id="rId179" Type="http://schemas.openxmlformats.org/officeDocument/2006/relationships/image" Target="../media/image218.png"/><Relationship Id="rId190" Type="http://schemas.openxmlformats.org/officeDocument/2006/relationships/customXml" Target="../ink/ink225.xml"/><Relationship Id="rId204" Type="http://schemas.openxmlformats.org/officeDocument/2006/relationships/customXml" Target="../ink/ink232.xml"/><Relationship Id="rId225" Type="http://schemas.openxmlformats.org/officeDocument/2006/relationships/image" Target="../media/image241.png"/><Relationship Id="rId246" Type="http://schemas.openxmlformats.org/officeDocument/2006/relationships/customXml" Target="../ink/ink253.xml"/><Relationship Id="rId267" Type="http://schemas.openxmlformats.org/officeDocument/2006/relationships/image" Target="../media/image262.png"/><Relationship Id="rId288" Type="http://schemas.openxmlformats.org/officeDocument/2006/relationships/customXml" Target="../ink/ink274.xml"/><Relationship Id="rId106" Type="http://schemas.openxmlformats.org/officeDocument/2006/relationships/customXml" Target="../ink/ink183.xml"/><Relationship Id="rId127" Type="http://schemas.openxmlformats.org/officeDocument/2006/relationships/image" Target="../media/image192.png"/><Relationship Id="rId313" Type="http://schemas.openxmlformats.org/officeDocument/2006/relationships/image" Target="../media/image285.png"/><Relationship Id="rId10" Type="http://schemas.openxmlformats.org/officeDocument/2006/relationships/customXml" Target="../ink/ink135.xml"/><Relationship Id="rId31" Type="http://schemas.openxmlformats.org/officeDocument/2006/relationships/image" Target="../media/image144.png"/><Relationship Id="rId52" Type="http://schemas.openxmlformats.org/officeDocument/2006/relationships/customXml" Target="../ink/ink156.xml"/><Relationship Id="rId73" Type="http://schemas.openxmlformats.org/officeDocument/2006/relationships/image" Target="../media/image165.png"/><Relationship Id="rId94" Type="http://schemas.openxmlformats.org/officeDocument/2006/relationships/customXml" Target="../ink/ink177.xml"/><Relationship Id="rId148" Type="http://schemas.openxmlformats.org/officeDocument/2006/relationships/customXml" Target="../ink/ink204.xml"/><Relationship Id="rId169" Type="http://schemas.openxmlformats.org/officeDocument/2006/relationships/image" Target="../media/image213.png"/><Relationship Id="rId334" Type="http://schemas.openxmlformats.org/officeDocument/2006/relationships/customXml" Target="../ink/ink297.xml"/><Relationship Id="rId355" Type="http://schemas.openxmlformats.org/officeDocument/2006/relationships/image" Target="../media/image306.png"/><Relationship Id="rId4" Type="http://schemas.openxmlformats.org/officeDocument/2006/relationships/customXml" Target="../ink/ink132.xml"/><Relationship Id="rId180" Type="http://schemas.openxmlformats.org/officeDocument/2006/relationships/customXml" Target="../ink/ink220.xml"/><Relationship Id="rId215" Type="http://schemas.openxmlformats.org/officeDocument/2006/relationships/image" Target="../media/image236.png"/><Relationship Id="rId236" Type="http://schemas.openxmlformats.org/officeDocument/2006/relationships/customXml" Target="../ink/ink248.xml"/><Relationship Id="rId257" Type="http://schemas.openxmlformats.org/officeDocument/2006/relationships/image" Target="../media/image257.png"/><Relationship Id="rId278" Type="http://schemas.openxmlformats.org/officeDocument/2006/relationships/customXml" Target="../ink/ink269.xml"/><Relationship Id="rId303" Type="http://schemas.openxmlformats.org/officeDocument/2006/relationships/image" Target="../media/image280.png"/><Relationship Id="rId42" Type="http://schemas.openxmlformats.org/officeDocument/2006/relationships/customXml" Target="../ink/ink151.xml"/><Relationship Id="rId84" Type="http://schemas.openxmlformats.org/officeDocument/2006/relationships/customXml" Target="../ink/ink172.xml"/><Relationship Id="rId138" Type="http://schemas.openxmlformats.org/officeDocument/2006/relationships/customXml" Target="../ink/ink199.xml"/><Relationship Id="rId345" Type="http://schemas.openxmlformats.org/officeDocument/2006/relationships/image" Target="../media/image301.png"/><Relationship Id="rId191" Type="http://schemas.openxmlformats.org/officeDocument/2006/relationships/image" Target="../media/image224.png"/><Relationship Id="rId205" Type="http://schemas.openxmlformats.org/officeDocument/2006/relationships/image" Target="../media/image231.png"/><Relationship Id="rId247" Type="http://schemas.openxmlformats.org/officeDocument/2006/relationships/image" Target="../media/image252.png"/><Relationship Id="rId107" Type="http://schemas.openxmlformats.org/officeDocument/2006/relationships/image" Target="../media/image182.png"/><Relationship Id="rId289" Type="http://schemas.openxmlformats.org/officeDocument/2006/relationships/image" Target="../media/image273.png"/><Relationship Id="rId11" Type="http://schemas.openxmlformats.org/officeDocument/2006/relationships/image" Target="../media/image134.png"/><Relationship Id="rId53" Type="http://schemas.openxmlformats.org/officeDocument/2006/relationships/image" Target="../media/image155.png"/><Relationship Id="rId149" Type="http://schemas.openxmlformats.org/officeDocument/2006/relationships/image" Target="../media/image203.png"/><Relationship Id="rId314" Type="http://schemas.openxmlformats.org/officeDocument/2006/relationships/customXml" Target="../ink/ink287.xml"/><Relationship Id="rId356" Type="http://schemas.openxmlformats.org/officeDocument/2006/relationships/customXml" Target="../ink/ink308.xml"/><Relationship Id="rId95" Type="http://schemas.openxmlformats.org/officeDocument/2006/relationships/image" Target="../media/image176.png"/><Relationship Id="rId160" Type="http://schemas.openxmlformats.org/officeDocument/2006/relationships/customXml" Target="../ink/ink210.xml"/><Relationship Id="rId216" Type="http://schemas.openxmlformats.org/officeDocument/2006/relationships/customXml" Target="../ink/ink238.xml"/><Relationship Id="rId258" Type="http://schemas.openxmlformats.org/officeDocument/2006/relationships/customXml" Target="../ink/ink259.xml"/><Relationship Id="rId22" Type="http://schemas.openxmlformats.org/officeDocument/2006/relationships/customXml" Target="../ink/ink141.xml"/><Relationship Id="rId64" Type="http://schemas.openxmlformats.org/officeDocument/2006/relationships/customXml" Target="../ink/ink162.xml"/><Relationship Id="rId118" Type="http://schemas.openxmlformats.org/officeDocument/2006/relationships/customXml" Target="../ink/ink189.xml"/><Relationship Id="rId325" Type="http://schemas.openxmlformats.org/officeDocument/2006/relationships/image" Target="../media/image291.png"/><Relationship Id="rId171" Type="http://schemas.openxmlformats.org/officeDocument/2006/relationships/image" Target="../media/image214.png"/><Relationship Id="rId227" Type="http://schemas.openxmlformats.org/officeDocument/2006/relationships/image" Target="../media/image242.png"/><Relationship Id="rId269" Type="http://schemas.openxmlformats.org/officeDocument/2006/relationships/image" Target="../media/image263.png"/><Relationship Id="rId33" Type="http://schemas.openxmlformats.org/officeDocument/2006/relationships/image" Target="../media/image145.png"/><Relationship Id="rId129" Type="http://schemas.openxmlformats.org/officeDocument/2006/relationships/image" Target="../media/image193.png"/><Relationship Id="rId280" Type="http://schemas.openxmlformats.org/officeDocument/2006/relationships/customXml" Target="../ink/ink270.xml"/><Relationship Id="rId336" Type="http://schemas.openxmlformats.org/officeDocument/2006/relationships/customXml" Target="../ink/ink298.xml"/><Relationship Id="rId75" Type="http://schemas.openxmlformats.org/officeDocument/2006/relationships/image" Target="../media/image166.png"/><Relationship Id="rId140" Type="http://schemas.openxmlformats.org/officeDocument/2006/relationships/customXml" Target="../ink/ink200.xml"/><Relationship Id="rId182" Type="http://schemas.openxmlformats.org/officeDocument/2006/relationships/customXml" Target="../ink/ink221.xml"/><Relationship Id="rId6" Type="http://schemas.openxmlformats.org/officeDocument/2006/relationships/customXml" Target="../ink/ink133.xml"/><Relationship Id="rId238" Type="http://schemas.openxmlformats.org/officeDocument/2006/relationships/customXml" Target="../ink/ink249.xml"/><Relationship Id="rId291" Type="http://schemas.openxmlformats.org/officeDocument/2006/relationships/image" Target="../media/image274.png"/><Relationship Id="rId305" Type="http://schemas.openxmlformats.org/officeDocument/2006/relationships/image" Target="../media/image281.png"/><Relationship Id="rId347" Type="http://schemas.openxmlformats.org/officeDocument/2006/relationships/image" Target="../media/image302.png"/><Relationship Id="rId44" Type="http://schemas.openxmlformats.org/officeDocument/2006/relationships/customXml" Target="../ink/ink152.xml"/><Relationship Id="rId86" Type="http://schemas.openxmlformats.org/officeDocument/2006/relationships/customXml" Target="../ink/ink173.xml"/><Relationship Id="rId151" Type="http://schemas.openxmlformats.org/officeDocument/2006/relationships/image" Target="../media/image204.png"/><Relationship Id="rId193" Type="http://schemas.openxmlformats.org/officeDocument/2006/relationships/image" Target="../media/image225.png"/><Relationship Id="rId207" Type="http://schemas.openxmlformats.org/officeDocument/2006/relationships/image" Target="../media/image232.png"/><Relationship Id="rId249" Type="http://schemas.openxmlformats.org/officeDocument/2006/relationships/image" Target="../media/image253.png"/><Relationship Id="rId13" Type="http://schemas.openxmlformats.org/officeDocument/2006/relationships/image" Target="../media/image135.png"/><Relationship Id="rId109" Type="http://schemas.openxmlformats.org/officeDocument/2006/relationships/image" Target="../media/image183.png"/><Relationship Id="rId260" Type="http://schemas.openxmlformats.org/officeDocument/2006/relationships/customXml" Target="../ink/ink260.xml"/><Relationship Id="rId316" Type="http://schemas.openxmlformats.org/officeDocument/2006/relationships/customXml" Target="../ink/ink288.xml"/><Relationship Id="rId55" Type="http://schemas.openxmlformats.org/officeDocument/2006/relationships/image" Target="../media/image156.png"/><Relationship Id="rId97" Type="http://schemas.openxmlformats.org/officeDocument/2006/relationships/image" Target="../media/image177.png"/><Relationship Id="rId120" Type="http://schemas.openxmlformats.org/officeDocument/2006/relationships/customXml" Target="../ink/ink190.xml"/><Relationship Id="rId358" Type="http://schemas.openxmlformats.org/officeDocument/2006/relationships/customXml" Target="../ink/ink309.xml"/><Relationship Id="rId162" Type="http://schemas.openxmlformats.org/officeDocument/2006/relationships/customXml" Target="../ink/ink211.xml"/><Relationship Id="rId218" Type="http://schemas.openxmlformats.org/officeDocument/2006/relationships/customXml" Target="../ink/ink239.xml"/><Relationship Id="rId271" Type="http://schemas.openxmlformats.org/officeDocument/2006/relationships/image" Target="../media/image264.png"/><Relationship Id="rId24" Type="http://schemas.openxmlformats.org/officeDocument/2006/relationships/customXml" Target="../ink/ink142.xml"/><Relationship Id="rId66" Type="http://schemas.openxmlformats.org/officeDocument/2006/relationships/customXml" Target="../ink/ink163.xml"/><Relationship Id="rId131" Type="http://schemas.openxmlformats.org/officeDocument/2006/relationships/image" Target="../media/image194.png"/><Relationship Id="rId327" Type="http://schemas.openxmlformats.org/officeDocument/2006/relationships/image" Target="../media/image292.png"/><Relationship Id="rId173" Type="http://schemas.openxmlformats.org/officeDocument/2006/relationships/image" Target="../media/image215.png"/><Relationship Id="rId229" Type="http://schemas.openxmlformats.org/officeDocument/2006/relationships/image" Target="../media/image243.png"/><Relationship Id="rId240" Type="http://schemas.openxmlformats.org/officeDocument/2006/relationships/customXml" Target="../ink/ink250.xml"/><Relationship Id="rId35" Type="http://schemas.openxmlformats.org/officeDocument/2006/relationships/image" Target="../media/image146.png"/><Relationship Id="rId77" Type="http://schemas.openxmlformats.org/officeDocument/2006/relationships/image" Target="../media/image167.png"/><Relationship Id="rId100" Type="http://schemas.openxmlformats.org/officeDocument/2006/relationships/customXml" Target="../ink/ink180.xml"/><Relationship Id="rId282" Type="http://schemas.openxmlformats.org/officeDocument/2006/relationships/customXml" Target="../ink/ink271.xml"/><Relationship Id="rId338" Type="http://schemas.openxmlformats.org/officeDocument/2006/relationships/customXml" Target="../ink/ink299.xml"/><Relationship Id="rId8" Type="http://schemas.openxmlformats.org/officeDocument/2006/relationships/customXml" Target="../ink/ink134.xml"/><Relationship Id="rId142" Type="http://schemas.openxmlformats.org/officeDocument/2006/relationships/customXml" Target="../ink/ink201.xml"/><Relationship Id="rId184" Type="http://schemas.openxmlformats.org/officeDocument/2006/relationships/customXml" Target="../ink/ink222.xml"/><Relationship Id="rId251" Type="http://schemas.openxmlformats.org/officeDocument/2006/relationships/image" Target="../media/image254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6.png"/><Relationship Id="rId21" Type="http://schemas.openxmlformats.org/officeDocument/2006/relationships/image" Target="../media/image318.png"/><Relationship Id="rId42" Type="http://schemas.openxmlformats.org/officeDocument/2006/relationships/customXml" Target="../ink/ink331.xml"/><Relationship Id="rId63" Type="http://schemas.openxmlformats.org/officeDocument/2006/relationships/image" Target="../media/image339.png"/><Relationship Id="rId84" Type="http://schemas.openxmlformats.org/officeDocument/2006/relationships/customXml" Target="../ink/ink352.xml"/><Relationship Id="rId138" Type="http://schemas.openxmlformats.org/officeDocument/2006/relationships/customXml" Target="../ink/ink379.xml"/><Relationship Id="rId159" Type="http://schemas.openxmlformats.org/officeDocument/2006/relationships/image" Target="../media/image387.png"/><Relationship Id="rId170" Type="http://schemas.openxmlformats.org/officeDocument/2006/relationships/customXml" Target="../ink/ink395.xml"/><Relationship Id="rId191" Type="http://schemas.openxmlformats.org/officeDocument/2006/relationships/image" Target="../media/image403.png"/><Relationship Id="rId205" Type="http://schemas.openxmlformats.org/officeDocument/2006/relationships/image" Target="../media/image410.png"/><Relationship Id="rId107" Type="http://schemas.openxmlformats.org/officeDocument/2006/relationships/image" Target="../media/image361.png"/><Relationship Id="rId11" Type="http://schemas.openxmlformats.org/officeDocument/2006/relationships/image" Target="../media/image313.png"/><Relationship Id="rId32" Type="http://schemas.openxmlformats.org/officeDocument/2006/relationships/customXml" Target="../ink/ink326.xml"/><Relationship Id="rId53" Type="http://schemas.openxmlformats.org/officeDocument/2006/relationships/image" Target="../media/image334.png"/><Relationship Id="rId74" Type="http://schemas.openxmlformats.org/officeDocument/2006/relationships/customXml" Target="../ink/ink347.xml"/><Relationship Id="rId128" Type="http://schemas.openxmlformats.org/officeDocument/2006/relationships/customXml" Target="../ink/ink374.xml"/><Relationship Id="rId149" Type="http://schemas.openxmlformats.org/officeDocument/2006/relationships/image" Target="../media/image382.png"/><Relationship Id="rId5" Type="http://schemas.openxmlformats.org/officeDocument/2006/relationships/image" Target="../media/image310.png"/><Relationship Id="rId95" Type="http://schemas.openxmlformats.org/officeDocument/2006/relationships/image" Target="../media/image355.png"/><Relationship Id="rId160" Type="http://schemas.openxmlformats.org/officeDocument/2006/relationships/customXml" Target="../ink/ink390.xml"/><Relationship Id="rId181" Type="http://schemas.openxmlformats.org/officeDocument/2006/relationships/image" Target="../media/image398.png"/><Relationship Id="rId22" Type="http://schemas.openxmlformats.org/officeDocument/2006/relationships/customXml" Target="../ink/ink321.xml"/><Relationship Id="rId43" Type="http://schemas.openxmlformats.org/officeDocument/2006/relationships/image" Target="../media/image329.png"/><Relationship Id="rId64" Type="http://schemas.openxmlformats.org/officeDocument/2006/relationships/customXml" Target="../ink/ink342.xml"/><Relationship Id="rId118" Type="http://schemas.openxmlformats.org/officeDocument/2006/relationships/customXml" Target="../ink/ink369.xml"/><Relationship Id="rId139" Type="http://schemas.openxmlformats.org/officeDocument/2006/relationships/image" Target="../media/image377.png"/><Relationship Id="rId85" Type="http://schemas.openxmlformats.org/officeDocument/2006/relationships/image" Target="../media/image350.png"/><Relationship Id="rId150" Type="http://schemas.openxmlformats.org/officeDocument/2006/relationships/customXml" Target="../ink/ink385.xml"/><Relationship Id="rId171" Type="http://schemas.openxmlformats.org/officeDocument/2006/relationships/image" Target="../media/image393.png"/><Relationship Id="rId192" Type="http://schemas.openxmlformats.org/officeDocument/2006/relationships/customXml" Target="../ink/ink406.xml"/><Relationship Id="rId206" Type="http://schemas.openxmlformats.org/officeDocument/2006/relationships/customXml" Target="../ink/ink413.xml"/><Relationship Id="rId12" Type="http://schemas.openxmlformats.org/officeDocument/2006/relationships/customXml" Target="../ink/ink316.xml"/><Relationship Id="rId33" Type="http://schemas.openxmlformats.org/officeDocument/2006/relationships/image" Target="../media/image324.png"/><Relationship Id="rId108" Type="http://schemas.openxmlformats.org/officeDocument/2006/relationships/customXml" Target="../ink/ink364.xml"/><Relationship Id="rId129" Type="http://schemas.openxmlformats.org/officeDocument/2006/relationships/image" Target="../media/image372.png"/><Relationship Id="rId54" Type="http://schemas.openxmlformats.org/officeDocument/2006/relationships/customXml" Target="../ink/ink337.xml"/><Relationship Id="rId75" Type="http://schemas.openxmlformats.org/officeDocument/2006/relationships/image" Target="../media/image345.png"/><Relationship Id="rId96" Type="http://schemas.openxmlformats.org/officeDocument/2006/relationships/customXml" Target="../ink/ink358.xml"/><Relationship Id="rId140" Type="http://schemas.openxmlformats.org/officeDocument/2006/relationships/customXml" Target="../ink/ink380.xml"/><Relationship Id="rId161" Type="http://schemas.openxmlformats.org/officeDocument/2006/relationships/image" Target="../media/image388.png"/><Relationship Id="rId182" Type="http://schemas.openxmlformats.org/officeDocument/2006/relationships/customXml" Target="../ink/ink401.xml"/><Relationship Id="rId6" Type="http://schemas.openxmlformats.org/officeDocument/2006/relationships/customXml" Target="../ink/ink313.xml"/><Relationship Id="rId23" Type="http://schemas.openxmlformats.org/officeDocument/2006/relationships/image" Target="../media/image319.png"/><Relationship Id="rId119" Type="http://schemas.openxmlformats.org/officeDocument/2006/relationships/image" Target="../media/image367.png"/><Relationship Id="rId44" Type="http://schemas.openxmlformats.org/officeDocument/2006/relationships/customXml" Target="../ink/ink332.xml"/><Relationship Id="rId65" Type="http://schemas.openxmlformats.org/officeDocument/2006/relationships/image" Target="../media/image340.png"/><Relationship Id="rId86" Type="http://schemas.openxmlformats.org/officeDocument/2006/relationships/customXml" Target="../ink/ink353.xml"/><Relationship Id="rId130" Type="http://schemas.openxmlformats.org/officeDocument/2006/relationships/customXml" Target="../ink/ink375.xml"/><Relationship Id="rId151" Type="http://schemas.openxmlformats.org/officeDocument/2006/relationships/image" Target="../media/image383.png"/><Relationship Id="rId172" Type="http://schemas.openxmlformats.org/officeDocument/2006/relationships/customXml" Target="../ink/ink396.xml"/><Relationship Id="rId193" Type="http://schemas.openxmlformats.org/officeDocument/2006/relationships/image" Target="../media/image404.png"/><Relationship Id="rId207" Type="http://schemas.openxmlformats.org/officeDocument/2006/relationships/image" Target="../media/image411.png"/><Relationship Id="rId13" Type="http://schemas.openxmlformats.org/officeDocument/2006/relationships/image" Target="../media/image314.png"/><Relationship Id="rId109" Type="http://schemas.openxmlformats.org/officeDocument/2006/relationships/image" Target="../media/image362.png"/><Relationship Id="rId34" Type="http://schemas.openxmlformats.org/officeDocument/2006/relationships/customXml" Target="../ink/ink327.xml"/><Relationship Id="rId55" Type="http://schemas.openxmlformats.org/officeDocument/2006/relationships/image" Target="../media/image335.png"/><Relationship Id="rId76" Type="http://schemas.openxmlformats.org/officeDocument/2006/relationships/customXml" Target="../ink/ink348.xml"/><Relationship Id="rId97" Type="http://schemas.openxmlformats.org/officeDocument/2006/relationships/image" Target="../media/image356.png"/><Relationship Id="rId120" Type="http://schemas.openxmlformats.org/officeDocument/2006/relationships/customXml" Target="../ink/ink370.xml"/><Relationship Id="rId141" Type="http://schemas.openxmlformats.org/officeDocument/2006/relationships/image" Target="../media/image378.png"/><Relationship Id="rId7" Type="http://schemas.openxmlformats.org/officeDocument/2006/relationships/image" Target="../media/image311.png"/><Relationship Id="rId162" Type="http://schemas.openxmlformats.org/officeDocument/2006/relationships/customXml" Target="../ink/ink391.xml"/><Relationship Id="rId183" Type="http://schemas.openxmlformats.org/officeDocument/2006/relationships/image" Target="../media/image399.png"/><Relationship Id="rId24" Type="http://schemas.openxmlformats.org/officeDocument/2006/relationships/customXml" Target="../ink/ink322.xml"/><Relationship Id="rId45" Type="http://schemas.openxmlformats.org/officeDocument/2006/relationships/image" Target="../media/image330.png"/><Relationship Id="rId66" Type="http://schemas.openxmlformats.org/officeDocument/2006/relationships/customXml" Target="../ink/ink343.xml"/><Relationship Id="rId87" Type="http://schemas.openxmlformats.org/officeDocument/2006/relationships/image" Target="../media/image351.png"/><Relationship Id="rId110" Type="http://schemas.openxmlformats.org/officeDocument/2006/relationships/customXml" Target="../ink/ink365.xml"/><Relationship Id="rId131" Type="http://schemas.openxmlformats.org/officeDocument/2006/relationships/image" Target="../media/image373.png"/><Relationship Id="rId61" Type="http://schemas.openxmlformats.org/officeDocument/2006/relationships/image" Target="../media/image338.png"/><Relationship Id="rId82" Type="http://schemas.openxmlformats.org/officeDocument/2006/relationships/customXml" Target="../ink/ink351.xml"/><Relationship Id="rId152" Type="http://schemas.openxmlformats.org/officeDocument/2006/relationships/customXml" Target="../ink/ink386.xml"/><Relationship Id="rId173" Type="http://schemas.openxmlformats.org/officeDocument/2006/relationships/image" Target="../media/image394.png"/><Relationship Id="rId194" Type="http://schemas.openxmlformats.org/officeDocument/2006/relationships/customXml" Target="../ink/ink407.xml"/><Relationship Id="rId199" Type="http://schemas.openxmlformats.org/officeDocument/2006/relationships/image" Target="../media/image407.png"/><Relationship Id="rId203" Type="http://schemas.openxmlformats.org/officeDocument/2006/relationships/image" Target="../media/image409.png"/><Relationship Id="rId208" Type="http://schemas.openxmlformats.org/officeDocument/2006/relationships/customXml" Target="../ink/ink414.xml"/><Relationship Id="rId19" Type="http://schemas.openxmlformats.org/officeDocument/2006/relationships/image" Target="../media/image317.png"/><Relationship Id="rId14" Type="http://schemas.openxmlformats.org/officeDocument/2006/relationships/customXml" Target="../ink/ink317.xml"/><Relationship Id="rId30" Type="http://schemas.openxmlformats.org/officeDocument/2006/relationships/customXml" Target="../ink/ink325.xml"/><Relationship Id="rId35" Type="http://schemas.openxmlformats.org/officeDocument/2006/relationships/image" Target="../media/image325.png"/><Relationship Id="rId56" Type="http://schemas.openxmlformats.org/officeDocument/2006/relationships/customXml" Target="../ink/ink338.xml"/><Relationship Id="rId77" Type="http://schemas.openxmlformats.org/officeDocument/2006/relationships/image" Target="../media/image346.png"/><Relationship Id="rId100" Type="http://schemas.openxmlformats.org/officeDocument/2006/relationships/customXml" Target="../ink/ink360.xml"/><Relationship Id="rId105" Type="http://schemas.openxmlformats.org/officeDocument/2006/relationships/image" Target="../media/image360.png"/><Relationship Id="rId126" Type="http://schemas.openxmlformats.org/officeDocument/2006/relationships/customXml" Target="../ink/ink373.xml"/><Relationship Id="rId147" Type="http://schemas.openxmlformats.org/officeDocument/2006/relationships/image" Target="../media/image381.png"/><Relationship Id="rId168" Type="http://schemas.openxmlformats.org/officeDocument/2006/relationships/customXml" Target="../ink/ink394.xml"/><Relationship Id="rId8" Type="http://schemas.openxmlformats.org/officeDocument/2006/relationships/customXml" Target="../ink/ink314.xml"/><Relationship Id="rId51" Type="http://schemas.openxmlformats.org/officeDocument/2006/relationships/image" Target="../media/image333.png"/><Relationship Id="rId72" Type="http://schemas.openxmlformats.org/officeDocument/2006/relationships/customXml" Target="../ink/ink346.xml"/><Relationship Id="rId93" Type="http://schemas.openxmlformats.org/officeDocument/2006/relationships/image" Target="../media/image354.png"/><Relationship Id="rId98" Type="http://schemas.openxmlformats.org/officeDocument/2006/relationships/customXml" Target="../ink/ink359.xml"/><Relationship Id="rId121" Type="http://schemas.openxmlformats.org/officeDocument/2006/relationships/image" Target="../media/image368.png"/><Relationship Id="rId142" Type="http://schemas.openxmlformats.org/officeDocument/2006/relationships/customXml" Target="../ink/ink381.xml"/><Relationship Id="rId163" Type="http://schemas.openxmlformats.org/officeDocument/2006/relationships/image" Target="../media/image389.png"/><Relationship Id="rId184" Type="http://schemas.openxmlformats.org/officeDocument/2006/relationships/customXml" Target="../ink/ink402.xml"/><Relationship Id="rId189" Type="http://schemas.openxmlformats.org/officeDocument/2006/relationships/image" Target="../media/image402.png"/><Relationship Id="rId3" Type="http://schemas.openxmlformats.org/officeDocument/2006/relationships/image" Target="../media/image309.png"/><Relationship Id="rId25" Type="http://schemas.openxmlformats.org/officeDocument/2006/relationships/image" Target="../media/image320.png"/><Relationship Id="rId46" Type="http://schemas.openxmlformats.org/officeDocument/2006/relationships/customXml" Target="../ink/ink333.xml"/><Relationship Id="rId67" Type="http://schemas.openxmlformats.org/officeDocument/2006/relationships/image" Target="../media/image341.png"/><Relationship Id="rId116" Type="http://schemas.openxmlformats.org/officeDocument/2006/relationships/customXml" Target="../ink/ink368.xml"/><Relationship Id="rId137" Type="http://schemas.openxmlformats.org/officeDocument/2006/relationships/image" Target="../media/image376.png"/><Relationship Id="rId158" Type="http://schemas.openxmlformats.org/officeDocument/2006/relationships/customXml" Target="../ink/ink389.xml"/><Relationship Id="rId20" Type="http://schemas.openxmlformats.org/officeDocument/2006/relationships/customXml" Target="../ink/ink320.xml"/><Relationship Id="rId41" Type="http://schemas.openxmlformats.org/officeDocument/2006/relationships/image" Target="../media/image328.png"/><Relationship Id="rId62" Type="http://schemas.openxmlformats.org/officeDocument/2006/relationships/customXml" Target="../ink/ink341.xml"/><Relationship Id="rId83" Type="http://schemas.openxmlformats.org/officeDocument/2006/relationships/image" Target="../media/image349.png"/><Relationship Id="rId88" Type="http://schemas.openxmlformats.org/officeDocument/2006/relationships/customXml" Target="../ink/ink354.xml"/><Relationship Id="rId111" Type="http://schemas.openxmlformats.org/officeDocument/2006/relationships/image" Target="../media/image363.png"/><Relationship Id="rId132" Type="http://schemas.openxmlformats.org/officeDocument/2006/relationships/customXml" Target="../ink/ink376.xml"/><Relationship Id="rId153" Type="http://schemas.openxmlformats.org/officeDocument/2006/relationships/image" Target="../media/image384.png"/><Relationship Id="rId174" Type="http://schemas.openxmlformats.org/officeDocument/2006/relationships/customXml" Target="../ink/ink397.xml"/><Relationship Id="rId179" Type="http://schemas.openxmlformats.org/officeDocument/2006/relationships/image" Target="../media/image397.png"/><Relationship Id="rId195" Type="http://schemas.openxmlformats.org/officeDocument/2006/relationships/image" Target="../media/image405.png"/><Relationship Id="rId209" Type="http://schemas.openxmlformats.org/officeDocument/2006/relationships/image" Target="../media/image412.png"/><Relationship Id="rId190" Type="http://schemas.openxmlformats.org/officeDocument/2006/relationships/customXml" Target="../ink/ink405.xml"/><Relationship Id="rId204" Type="http://schemas.openxmlformats.org/officeDocument/2006/relationships/customXml" Target="../ink/ink412.xml"/><Relationship Id="rId15" Type="http://schemas.openxmlformats.org/officeDocument/2006/relationships/image" Target="../media/image315.png"/><Relationship Id="rId36" Type="http://schemas.openxmlformats.org/officeDocument/2006/relationships/customXml" Target="../ink/ink328.xml"/><Relationship Id="rId57" Type="http://schemas.openxmlformats.org/officeDocument/2006/relationships/image" Target="../media/image336.png"/><Relationship Id="rId106" Type="http://schemas.openxmlformats.org/officeDocument/2006/relationships/customXml" Target="../ink/ink363.xml"/><Relationship Id="rId127" Type="http://schemas.openxmlformats.org/officeDocument/2006/relationships/image" Target="../media/image371.png"/><Relationship Id="rId10" Type="http://schemas.openxmlformats.org/officeDocument/2006/relationships/customXml" Target="../ink/ink315.xml"/><Relationship Id="rId31" Type="http://schemas.openxmlformats.org/officeDocument/2006/relationships/image" Target="../media/image323.png"/><Relationship Id="rId52" Type="http://schemas.openxmlformats.org/officeDocument/2006/relationships/customXml" Target="../ink/ink336.xml"/><Relationship Id="rId73" Type="http://schemas.openxmlformats.org/officeDocument/2006/relationships/image" Target="../media/image344.png"/><Relationship Id="rId78" Type="http://schemas.openxmlformats.org/officeDocument/2006/relationships/customXml" Target="../ink/ink349.xml"/><Relationship Id="rId94" Type="http://schemas.openxmlformats.org/officeDocument/2006/relationships/customXml" Target="../ink/ink357.xml"/><Relationship Id="rId99" Type="http://schemas.openxmlformats.org/officeDocument/2006/relationships/image" Target="../media/image357.png"/><Relationship Id="rId101" Type="http://schemas.openxmlformats.org/officeDocument/2006/relationships/image" Target="../media/image358.png"/><Relationship Id="rId122" Type="http://schemas.openxmlformats.org/officeDocument/2006/relationships/customXml" Target="../ink/ink371.xml"/><Relationship Id="rId143" Type="http://schemas.openxmlformats.org/officeDocument/2006/relationships/image" Target="../media/image379.png"/><Relationship Id="rId148" Type="http://schemas.openxmlformats.org/officeDocument/2006/relationships/customXml" Target="../ink/ink384.xml"/><Relationship Id="rId164" Type="http://schemas.openxmlformats.org/officeDocument/2006/relationships/customXml" Target="../ink/ink392.xml"/><Relationship Id="rId169" Type="http://schemas.openxmlformats.org/officeDocument/2006/relationships/image" Target="../media/image392.png"/><Relationship Id="rId185" Type="http://schemas.openxmlformats.org/officeDocument/2006/relationships/image" Target="../media/image400.png"/><Relationship Id="rId4" Type="http://schemas.openxmlformats.org/officeDocument/2006/relationships/customXml" Target="../ink/ink312.xml"/><Relationship Id="rId9" Type="http://schemas.openxmlformats.org/officeDocument/2006/relationships/image" Target="../media/image312.png"/><Relationship Id="rId180" Type="http://schemas.openxmlformats.org/officeDocument/2006/relationships/customXml" Target="../ink/ink400.xml"/><Relationship Id="rId210" Type="http://schemas.openxmlformats.org/officeDocument/2006/relationships/customXml" Target="../ink/ink415.xml"/><Relationship Id="rId26" Type="http://schemas.openxmlformats.org/officeDocument/2006/relationships/customXml" Target="../ink/ink323.xml"/><Relationship Id="rId47" Type="http://schemas.openxmlformats.org/officeDocument/2006/relationships/image" Target="../media/image331.png"/><Relationship Id="rId68" Type="http://schemas.openxmlformats.org/officeDocument/2006/relationships/customXml" Target="../ink/ink344.xml"/><Relationship Id="rId89" Type="http://schemas.openxmlformats.org/officeDocument/2006/relationships/image" Target="../media/image352.png"/><Relationship Id="rId112" Type="http://schemas.openxmlformats.org/officeDocument/2006/relationships/customXml" Target="../ink/ink366.xml"/><Relationship Id="rId133" Type="http://schemas.openxmlformats.org/officeDocument/2006/relationships/image" Target="../media/image374.png"/><Relationship Id="rId154" Type="http://schemas.openxmlformats.org/officeDocument/2006/relationships/customXml" Target="../ink/ink387.xml"/><Relationship Id="rId175" Type="http://schemas.openxmlformats.org/officeDocument/2006/relationships/image" Target="../media/image395.png"/><Relationship Id="rId196" Type="http://schemas.openxmlformats.org/officeDocument/2006/relationships/customXml" Target="../ink/ink408.xml"/><Relationship Id="rId200" Type="http://schemas.openxmlformats.org/officeDocument/2006/relationships/customXml" Target="../ink/ink410.xml"/><Relationship Id="rId16" Type="http://schemas.openxmlformats.org/officeDocument/2006/relationships/customXml" Target="../ink/ink318.xml"/><Relationship Id="rId37" Type="http://schemas.openxmlformats.org/officeDocument/2006/relationships/image" Target="../media/image326.png"/><Relationship Id="rId58" Type="http://schemas.openxmlformats.org/officeDocument/2006/relationships/customXml" Target="../ink/ink339.xml"/><Relationship Id="rId79" Type="http://schemas.openxmlformats.org/officeDocument/2006/relationships/image" Target="../media/image347.png"/><Relationship Id="rId102" Type="http://schemas.openxmlformats.org/officeDocument/2006/relationships/customXml" Target="../ink/ink361.xml"/><Relationship Id="rId123" Type="http://schemas.openxmlformats.org/officeDocument/2006/relationships/image" Target="../media/image369.png"/><Relationship Id="rId144" Type="http://schemas.openxmlformats.org/officeDocument/2006/relationships/customXml" Target="../ink/ink382.xml"/><Relationship Id="rId90" Type="http://schemas.openxmlformats.org/officeDocument/2006/relationships/customXml" Target="../ink/ink355.xml"/><Relationship Id="rId165" Type="http://schemas.openxmlformats.org/officeDocument/2006/relationships/image" Target="../media/image390.png"/><Relationship Id="rId186" Type="http://schemas.openxmlformats.org/officeDocument/2006/relationships/customXml" Target="../ink/ink403.xml"/><Relationship Id="rId211" Type="http://schemas.openxmlformats.org/officeDocument/2006/relationships/image" Target="../media/image413.png"/><Relationship Id="rId27" Type="http://schemas.openxmlformats.org/officeDocument/2006/relationships/image" Target="../media/image321.png"/><Relationship Id="rId48" Type="http://schemas.openxmlformats.org/officeDocument/2006/relationships/customXml" Target="../ink/ink334.xml"/><Relationship Id="rId69" Type="http://schemas.openxmlformats.org/officeDocument/2006/relationships/image" Target="../media/image342.png"/><Relationship Id="rId113" Type="http://schemas.openxmlformats.org/officeDocument/2006/relationships/image" Target="../media/image364.png"/><Relationship Id="rId134" Type="http://schemas.openxmlformats.org/officeDocument/2006/relationships/customXml" Target="../ink/ink377.xml"/><Relationship Id="rId80" Type="http://schemas.openxmlformats.org/officeDocument/2006/relationships/customXml" Target="../ink/ink350.xml"/><Relationship Id="rId155" Type="http://schemas.openxmlformats.org/officeDocument/2006/relationships/image" Target="../media/image385.png"/><Relationship Id="rId176" Type="http://schemas.openxmlformats.org/officeDocument/2006/relationships/customXml" Target="../ink/ink398.xml"/><Relationship Id="rId197" Type="http://schemas.openxmlformats.org/officeDocument/2006/relationships/image" Target="../media/image406.png"/><Relationship Id="rId201" Type="http://schemas.openxmlformats.org/officeDocument/2006/relationships/image" Target="../media/image408.png"/><Relationship Id="rId17" Type="http://schemas.openxmlformats.org/officeDocument/2006/relationships/image" Target="../media/image316.png"/><Relationship Id="rId38" Type="http://schemas.openxmlformats.org/officeDocument/2006/relationships/customXml" Target="../ink/ink329.xml"/><Relationship Id="rId59" Type="http://schemas.openxmlformats.org/officeDocument/2006/relationships/image" Target="../media/image337.png"/><Relationship Id="rId103" Type="http://schemas.openxmlformats.org/officeDocument/2006/relationships/image" Target="../media/image359.png"/><Relationship Id="rId124" Type="http://schemas.openxmlformats.org/officeDocument/2006/relationships/customXml" Target="../ink/ink372.xml"/><Relationship Id="rId70" Type="http://schemas.openxmlformats.org/officeDocument/2006/relationships/customXml" Target="../ink/ink345.xml"/><Relationship Id="rId91" Type="http://schemas.openxmlformats.org/officeDocument/2006/relationships/image" Target="../media/image353.png"/><Relationship Id="rId145" Type="http://schemas.openxmlformats.org/officeDocument/2006/relationships/image" Target="../media/image380.png"/><Relationship Id="rId166" Type="http://schemas.openxmlformats.org/officeDocument/2006/relationships/customXml" Target="../ink/ink393.xml"/><Relationship Id="rId187" Type="http://schemas.openxmlformats.org/officeDocument/2006/relationships/image" Target="../media/image401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24.xml"/><Relationship Id="rId49" Type="http://schemas.openxmlformats.org/officeDocument/2006/relationships/image" Target="../media/image332.png"/><Relationship Id="rId114" Type="http://schemas.openxmlformats.org/officeDocument/2006/relationships/customXml" Target="../ink/ink367.xml"/><Relationship Id="rId60" Type="http://schemas.openxmlformats.org/officeDocument/2006/relationships/customXml" Target="../ink/ink340.xml"/><Relationship Id="rId81" Type="http://schemas.openxmlformats.org/officeDocument/2006/relationships/image" Target="../media/image348.png"/><Relationship Id="rId135" Type="http://schemas.openxmlformats.org/officeDocument/2006/relationships/image" Target="../media/image375.png"/><Relationship Id="rId156" Type="http://schemas.openxmlformats.org/officeDocument/2006/relationships/customXml" Target="../ink/ink388.xml"/><Relationship Id="rId177" Type="http://schemas.openxmlformats.org/officeDocument/2006/relationships/image" Target="../media/image396.png"/><Relationship Id="rId198" Type="http://schemas.openxmlformats.org/officeDocument/2006/relationships/customXml" Target="../ink/ink409.xml"/><Relationship Id="rId202" Type="http://schemas.openxmlformats.org/officeDocument/2006/relationships/customXml" Target="../ink/ink411.xml"/><Relationship Id="rId18" Type="http://schemas.openxmlformats.org/officeDocument/2006/relationships/customXml" Target="../ink/ink319.xml"/><Relationship Id="rId39" Type="http://schemas.openxmlformats.org/officeDocument/2006/relationships/image" Target="../media/image327.png"/><Relationship Id="rId50" Type="http://schemas.openxmlformats.org/officeDocument/2006/relationships/customXml" Target="../ink/ink335.xml"/><Relationship Id="rId104" Type="http://schemas.openxmlformats.org/officeDocument/2006/relationships/customXml" Target="../ink/ink362.xml"/><Relationship Id="rId125" Type="http://schemas.openxmlformats.org/officeDocument/2006/relationships/image" Target="../media/image370.png"/><Relationship Id="rId146" Type="http://schemas.openxmlformats.org/officeDocument/2006/relationships/customXml" Target="../ink/ink383.xml"/><Relationship Id="rId167" Type="http://schemas.openxmlformats.org/officeDocument/2006/relationships/image" Target="../media/image391.png"/><Relationship Id="rId188" Type="http://schemas.openxmlformats.org/officeDocument/2006/relationships/customXml" Target="../ink/ink404.xml"/><Relationship Id="rId71" Type="http://schemas.openxmlformats.org/officeDocument/2006/relationships/image" Target="../media/image343.png"/><Relationship Id="rId92" Type="http://schemas.openxmlformats.org/officeDocument/2006/relationships/customXml" Target="../ink/ink356.xml"/><Relationship Id="rId2" Type="http://schemas.openxmlformats.org/officeDocument/2006/relationships/customXml" Target="../ink/ink311.xml"/><Relationship Id="rId29" Type="http://schemas.openxmlformats.org/officeDocument/2006/relationships/image" Target="../media/image322.png"/><Relationship Id="rId40" Type="http://schemas.openxmlformats.org/officeDocument/2006/relationships/customXml" Target="../ink/ink330.xml"/><Relationship Id="rId115" Type="http://schemas.openxmlformats.org/officeDocument/2006/relationships/image" Target="../media/image365.png"/><Relationship Id="rId136" Type="http://schemas.openxmlformats.org/officeDocument/2006/relationships/customXml" Target="../ink/ink378.xml"/><Relationship Id="rId157" Type="http://schemas.openxmlformats.org/officeDocument/2006/relationships/image" Target="../media/image386.png"/><Relationship Id="rId178" Type="http://schemas.openxmlformats.org/officeDocument/2006/relationships/customXml" Target="../ink/ink399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1.png"/><Relationship Id="rId299" Type="http://schemas.openxmlformats.org/officeDocument/2006/relationships/image" Target="../media/image560.png"/><Relationship Id="rId21" Type="http://schemas.openxmlformats.org/officeDocument/2006/relationships/image" Target="../media/image423.png"/><Relationship Id="rId63" Type="http://schemas.openxmlformats.org/officeDocument/2006/relationships/image" Target="../media/image444.png"/><Relationship Id="rId159" Type="http://schemas.openxmlformats.org/officeDocument/2006/relationships/image" Target="../media/image492.png"/><Relationship Id="rId324" Type="http://schemas.openxmlformats.org/officeDocument/2006/relationships/customXml" Target="../ink/ink577.xml"/><Relationship Id="rId170" Type="http://schemas.openxmlformats.org/officeDocument/2006/relationships/customXml" Target="../ink/ink500.xml"/><Relationship Id="rId226" Type="http://schemas.openxmlformats.org/officeDocument/2006/relationships/customXml" Target="../ink/ink528.xml"/><Relationship Id="rId268" Type="http://schemas.openxmlformats.org/officeDocument/2006/relationships/customXml" Target="../ink/ink549.xml"/><Relationship Id="rId32" Type="http://schemas.openxmlformats.org/officeDocument/2006/relationships/customXml" Target="../ink/ink431.xml"/><Relationship Id="rId74" Type="http://schemas.openxmlformats.org/officeDocument/2006/relationships/customXml" Target="../ink/ink452.xml"/><Relationship Id="rId128" Type="http://schemas.openxmlformats.org/officeDocument/2006/relationships/customXml" Target="../ink/ink479.xml"/><Relationship Id="rId335" Type="http://schemas.openxmlformats.org/officeDocument/2006/relationships/image" Target="../media/image578.png"/><Relationship Id="rId5" Type="http://schemas.openxmlformats.org/officeDocument/2006/relationships/image" Target="../media/image415.png"/><Relationship Id="rId181" Type="http://schemas.openxmlformats.org/officeDocument/2006/relationships/image" Target="../media/image503.png"/><Relationship Id="rId237" Type="http://schemas.openxmlformats.org/officeDocument/2006/relationships/image" Target="../media/image529.png"/><Relationship Id="rId279" Type="http://schemas.openxmlformats.org/officeDocument/2006/relationships/image" Target="../media/image550.png"/><Relationship Id="rId43" Type="http://schemas.openxmlformats.org/officeDocument/2006/relationships/image" Target="../media/image434.png"/><Relationship Id="rId139" Type="http://schemas.openxmlformats.org/officeDocument/2006/relationships/image" Target="../media/image482.png"/><Relationship Id="rId290" Type="http://schemas.openxmlformats.org/officeDocument/2006/relationships/customXml" Target="../ink/ink560.xml"/><Relationship Id="rId304" Type="http://schemas.openxmlformats.org/officeDocument/2006/relationships/customXml" Target="../ink/ink567.xml"/><Relationship Id="rId85" Type="http://schemas.openxmlformats.org/officeDocument/2006/relationships/image" Target="../media/image455.png"/><Relationship Id="rId150" Type="http://schemas.openxmlformats.org/officeDocument/2006/relationships/customXml" Target="../ink/ink490.xml"/><Relationship Id="rId192" Type="http://schemas.openxmlformats.org/officeDocument/2006/relationships/customXml" Target="../ink/ink511.xml"/><Relationship Id="rId206" Type="http://schemas.openxmlformats.org/officeDocument/2006/relationships/customXml" Target="../ink/ink518.xml"/><Relationship Id="rId248" Type="http://schemas.openxmlformats.org/officeDocument/2006/relationships/customXml" Target="../ink/ink539.xml"/><Relationship Id="rId12" Type="http://schemas.openxmlformats.org/officeDocument/2006/relationships/customXml" Target="../ink/ink421.xml"/><Relationship Id="rId108" Type="http://schemas.openxmlformats.org/officeDocument/2006/relationships/customXml" Target="../ink/ink469.xml"/><Relationship Id="rId315" Type="http://schemas.openxmlformats.org/officeDocument/2006/relationships/image" Target="../media/image568.png"/><Relationship Id="rId54" Type="http://schemas.openxmlformats.org/officeDocument/2006/relationships/customXml" Target="../ink/ink442.xml"/><Relationship Id="rId96" Type="http://schemas.openxmlformats.org/officeDocument/2006/relationships/customXml" Target="../ink/ink463.xml"/><Relationship Id="rId161" Type="http://schemas.openxmlformats.org/officeDocument/2006/relationships/image" Target="../media/image493.png"/><Relationship Id="rId217" Type="http://schemas.openxmlformats.org/officeDocument/2006/relationships/image" Target="../media/image519.png"/><Relationship Id="rId259" Type="http://schemas.openxmlformats.org/officeDocument/2006/relationships/image" Target="../media/image540.png"/><Relationship Id="rId23" Type="http://schemas.openxmlformats.org/officeDocument/2006/relationships/image" Target="../media/image424.png"/><Relationship Id="rId119" Type="http://schemas.openxmlformats.org/officeDocument/2006/relationships/image" Target="../media/image472.png"/><Relationship Id="rId270" Type="http://schemas.openxmlformats.org/officeDocument/2006/relationships/customXml" Target="../ink/ink550.xml"/><Relationship Id="rId326" Type="http://schemas.openxmlformats.org/officeDocument/2006/relationships/customXml" Target="../ink/ink578.xml"/><Relationship Id="rId65" Type="http://schemas.openxmlformats.org/officeDocument/2006/relationships/image" Target="../media/image445.png"/><Relationship Id="rId130" Type="http://schemas.openxmlformats.org/officeDocument/2006/relationships/customXml" Target="../ink/ink480.xml"/><Relationship Id="rId172" Type="http://schemas.openxmlformats.org/officeDocument/2006/relationships/customXml" Target="../ink/ink501.xml"/><Relationship Id="rId228" Type="http://schemas.openxmlformats.org/officeDocument/2006/relationships/customXml" Target="../ink/ink529.xml"/><Relationship Id="rId281" Type="http://schemas.openxmlformats.org/officeDocument/2006/relationships/image" Target="../media/image551.png"/><Relationship Id="rId337" Type="http://schemas.openxmlformats.org/officeDocument/2006/relationships/image" Target="../media/image579.png"/><Relationship Id="rId34" Type="http://schemas.openxmlformats.org/officeDocument/2006/relationships/customXml" Target="../ink/ink432.xml"/><Relationship Id="rId76" Type="http://schemas.openxmlformats.org/officeDocument/2006/relationships/customXml" Target="../ink/ink453.xml"/><Relationship Id="rId141" Type="http://schemas.openxmlformats.org/officeDocument/2006/relationships/image" Target="../media/image483.png"/><Relationship Id="rId7" Type="http://schemas.openxmlformats.org/officeDocument/2006/relationships/image" Target="../media/image416.png"/><Relationship Id="rId183" Type="http://schemas.openxmlformats.org/officeDocument/2006/relationships/image" Target="../media/image504.png"/><Relationship Id="rId239" Type="http://schemas.openxmlformats.org/officeDocument/2006/relationships/image" Target="../media/image530.png"/><Relationship Id="rId250" Type="http://schemas.openxmlformats.org/officeDocument/2006/relationships/customXml" Target="../ink/ink540.xml"/><Relationship Id="rId292" Type="http://schemas.openxmlformats.org/officeDocument/2006/relationships/customXml" Target="../ink/ink561.xml"/><Relationship Id="rId306" Type="http://schemas.openxmlformats.org/officeDocument/2006/relationships/customXml" Target="../ink/ink568.xml"/><Relationship Id="rId45" Type="http://schemas.openxmlformats.org/officeDocument/2006/relationships/image" Target="../media/image435.png"/><Relationship Id="rId87" Type="http://schemas.openxmlformats.org/officeDocument/2006/relationships/image" Target="../media/image456.png"/><Relationship Id="rId110" Type="http://schemas.openxmlformats.org/officeDocument/2006/relationships/customXml" Target="../ink/ink470.xml"/><Relationship Id="rId152" Type="http://schemas.openxmlformats.org/officeDocument/2006/relationships/customXml" Target="../ink/ink491.xml"/><Relationship Id="rId173" Type="http://schemas.openxmlformats.org/officeDocument/2006/relationships/image" Target="../media/image499.png"/><Relationship Id="rId194" Type="http://schemas.openxmlformats.org/officeDocument/2006/relationships/customXml" Target="../ink/ink512.xml"/><Relationship Id="rId208" Type="http://schemas.openxmlformats.org/officeDocument/2006/relationships/customXml" Target="../ink/ink519.xml"/><Relationship Id="rId229" Type="http://schemas.openxmlformats.org/officeDocument/2006/relationships/image" Target="../media/image525.png"/><Relationship Id="rId240" Type="http://schemas.openxmlformats.org/officeDocument/2006/relationships/customXml" Target="../ink/ink535.xml"/><Relationship Id="rId261" Type="http://schemas.openxmlformats.org/officeDocument/2006/relationships/image" Target="../media/image541.png"/><Relationship Id="rId14" Type="http://schemas.openxmlformats.org/officeDocument/2006/relationships/customXml" Target="../ink/ink422.xml"/><Relationship Id="rId35" Type="http://schemas.openxmlformats.org/officeDocument/2006/relationships/image" Target="../media/image430.png"/><Relationship Id="rId56" Type="http://schemas.openxmlformats.org/officeDocument/2006/relationships/customXml" Target="../ink/ink443.xml"/><Relationship Id="rId77" Type="http://schemas.openxmlformats.org/officeDocument/2006/relationships/image" Target="../media/image451.png"/><Relationship Id="rId100" Type="http://schemas.openxmlformats.org/officeDocument/2006/relationships/customXml" Target="../ink/ink465.xml"/><Relationship Id="rId282" Type="http://schemas.openxmlformats.org/officeDocument/2006/relationships/customXml" Target="../ink/ink556.xml"/><Relationship Id="rId317" Type="http://schemas.openxmlformats.org/officeDocument/2006/relationships/image" Target="../media/image569.png"/><Relationship Id="rId8" Type="http://schemas.openxmlformats.org/officeDocument/2006/relationships/customXml" Target="../ink/ink419.xml"/><Relationship Id="rId98" Type="http://schemas.openxmlformats.org/officeDocument/2006/relationships/customXml" Target="../ink/ink464.xml"/><Relationship Id="rId121" Type="http://schemas.openxmlformats.org/officeDocument/2006/relationships/image" Target="../media/image473.png"/><Relationship Id="rId142" Type="http://schemas.openxmlformats.org/officeDocument/2006/relationships/customXml" Target="../ink/ink486.xml"/><Relationship Id="rId163" Type="http://schemas.openxmlformats.org/officeDocument/2006/relationships/image" Target="../media/image494.png"/><Relationship Id="rId184" Type="http://schemas.openxmlformats.org/officeDocument/2006/relationships/customXml" Target="../ink/ink507.xml"/><Relationship Id="rId219" Type="http://schemas.openxmlformats.org/officeDocument/2006/relationships/image" Target="../media/image520.png"/><Relationship Id="rId230" Type="http://schemas.openxmlformats.org/officeDocument/2006/relationships/customXml" Target="../ink/ink530.xml"/><Relationship Id="rId251" Type="http://schemas.openxmlformats.org/officeDocument/2006/relationships/image" Target="../media/image536.png"/><Relationship Id="rId25" Type="http://schemas.openxmlformats.org/officeDocument/2006/relationships/image" Target="../media/image425.png"/><Relationship Id="rId46" Type="http://schemas.openxmlformats.org/officeDocument/2006/relationships/customXml" Target="../ink/ink438.xml"/><Relationship Id="rId67" Type="http://schemas.openxmlformats.org/officeDocument/2006/relationships/image" Target="../media/image446.png"/><Relationship Id="rId272" Type="http://schemas.openxmlformats.org/officeDocument/2006/relationships/customXml" Target="../ink/ink551.xml"/><Relationship Id="rId293" Type="http://schemas.openxmlformats.org/officeDocument/2006/relationships/image" Target="../media/image557.png"/><Relationship Id="rId307" Type="http://schemas.openxmlformats.org/officeDocument/2006/relationships/image" Target="../media/image564.png"/><Relationship Id="rId328" Type="http://schemas.openxmlformats.org/officeDocument/2006/relationships/customXml" Target="../ink/ink579.xml"/><Relationship Id="rId88" Type="http://schemas.openxmlformats.org/officeDocument/2006/relationships/customXml" Target="../ink/ink459.xml"/><Relationship Id="rId111" Type="http://schemas.openxmlformats.org/officeDocument/2006/relationships/image" Target="../media/image468.png"/><Relationship Id="rId132" Type="http://schemas.openxmlformats.org/officeDocument/2006/relationships/customXml" Target="../ink/ink481.xml"/><Relationship Id="rId153" Type="http://schemas.openxmlformats.org/officeDocument/2006/relationships/image" Target="../media/image489.png"/><Relationship Id="rId174" Type="http://schemas.openxmlformats.org/officeDocument/2006/relationships/customXml" Target="../ink/ink502.xml"/><Relationship Id="rId195" Type="http://schemas.openxmlformats.org/officeDocument/2006/relationships/image" Target="../media/image510.png"/><Relationship Id="rId209" Type="http://schemas.openxmlformats.org/officeDocument/2006/relationships/image" Target="../media/image515.png"/><Relationship Id="rId220" Type="http://schemas.openxmlformats.org/officeDocument/2006/relationships/customXml" Target="../ink/ink525.xml"/><Relationship Id="rId241" Type="http://schemas.openxmlformats.org/officeDocument/2006/relationships/image" Target="../media/image531.png"/><Relationship Id="rId15" Type="http://schemas.openxmlformats.org/officeDocument/2006/relationships/image" Target="../media/image420.png"/><Relationship Id="rId36" Type="http://schemas.openxmlformats.org/officeDocument/2006/relationships/customXml" Target="../ink/ink433.xml"/><Relationship Id="rId57" Type="http://schemas.openxmlformats.org/officeDocument/2006/relationships/image" Target="../media/image441.png"/><Relationship Id="rId262" Type="http://schemas.openxmlformats.org/officeDocument/2006/relationships/customXml" Target="../ink/ink546.xml"/><Relationship Id="rId283" Type="http://schemas.openxmlformats.org/officeDocument/2006/relationships/image" Target="../media/image552.png"/><Relationship Id="rId318" Type="http://schemas.openxmlformats.org/officeDocument/2006/relationships/customXml" Target="../ink/ink574.xml"/><Relationship Id="rId78" Type="http://schemas.openxmlformats.org/officeDocument/2006/relationships/customXml" Target="../ink/ink454.xml"/><Relationship Id="rId99" Type="http://schemas.openxmlformats.org/officeDocument/2006/relationships/image" Target="../media/image462.png"/><Relationship Id="rId101" Type="http://schemas.openxmlformats.org/officeDocument/2006/relationships/image" Target="../media/image463.png"/><Relationship Id="rId122" Type="http://schemas.openxmlformats.org/officeDocument/2006/relationships/customXml" Target="../ink/ink476.xml"/><Relationship Id="rId143" Type="http://schemas.openxmlformats.org/officeDocument/2006/relationships/image" Target="../media/image484.png"/><Relationship Id="rId164" Type="http://schemas.openxmlformats.org/officeDocument/2006/relationships/customXml" Target="../ink/ink497.xml"/><Relationship Id="rId185" Type="http://schemas.openxmlformats.org/officeDocument/2006/relationships/image" Target="../media/image505.png"/><Relationship Id="rId9" Type="http://schemas.openxmlformats.org/officeDocument/2006/relationships/image" Target="../media/image417.png"/><Relationship Id="rId210" Type="http://schemas.openxmlformats.org/officeDocument/2006/relationships/customXml" Target="../ink/ink520.xml"/><Relationship Id="rId26" Type="http://schemas.openxmlformats.org/officeDocument/2006/relationships/customXml" Target="../ink/ink428.xml"/><Relationship Id="rId231" Type="http://schemas.openxmlformats.org/officeDocument/2006/relationships/image" Target="../media/image526.png"/><Relationship Id="rId252" Type="http://schemas.openxmlformats.org/officeDocument/2006/relationships/customXml" Target="../ink/ink541.xml"/><Relationship Id="rId273" Type="http://schemas.openxmlformats.org/officeDocument/2006/relationships/image" Target="../media/image547.png"/><Relationship Id="rId294" Type="http://schemas.openxmlformats.org/officeDocument/2006/relationships/customXml" Target="../ink/ink562.xml"/><Relationship Id="rId308" Type="http://schemas.openxmlformats.org/officeDocument/2006/relationships/customXml" Target="../ink/ink569.xml"/><Relationship Id="rId329" Type="http://schemas.openxmlformats.org/officeDocument/2006/relationships/image" Target="../media/image575.png"/><Relationship Id="rId47" Type="http://schemas.openxmlformats.org/officeDocument/2006/relationships/image" Target="../media/image436.png"/><Relationship Id="rId68" Type="http://schemas.openxmlformats.org/officeDocument/2006/relationships/customXml" Target="../ink/ink449.xml"/><Relationship Id="rId89" Type="http://schemas.openxmlformats.org/officeDocument/2006/relationships/image" Target="../media/image457.png"/><Relationship Id="rId112" Type="http://schemas.openxmlformats.org/officeDocument/2006/relationships/customXml" Target="../ink/ink471.xml"/><Relationship Id="rId133" Type="http://schemas.openxmlformats.org/officeDocument/2006/relationships/image" Target="../media/image479.png"/><Relationship Id="rId154" Type="http://schemas.openxmlformats.org/officeDocument/2006/relationships/customXml" Target="../ink/ink492.xml"/><Relationship Id="rId175" Type="http://schemas.openxmlformats.org/officeDocument/2006/relationships/image" Target="../media/image500.png"/><Relationship Id="rId196" Type="http://schemas.openxmlformats.org/officeDocument/2006/relationships/customXml" Target="../ink/ink513.xml"/><Relationship Id="rId200" Type="http://schemas.openxmlformats.org/officeDocument/2006/relationships/customXml" Target="../ink/ink515.xml"/><Relationship Id="rId16" Type="http://schemas.openxmlformats.org/officeDocument/2006/relationships/customXml" Target="../ink/ink423.xml"/><Relationship Id="rId221" Type="http://schemas.openxmlformats.org/officeDocument/2006/relationships/image" Target="../media/image521.png"/><Relationship Id="rId242" Type="http://schemas.openxmlformats.org/officeDocument/2006/relationships/customXml" Target="../ink/ink536.xml"/><Relationship Id="rId263" Type="http://schemas.openxmlformats.org/officeDocument/2006/relationships/image" Target="../media/image542.png"/><Relationship Id="rId284" Type="http://schemas.openxmlformats.org/officeDocument/2006/relationships/customXml" Target="../ink/ink557.xml"/><Relationship Id="rId319" Type="http://schemas.openxmlformats.org/officeDocument/2006/relationships/image" Target="../media/image570.png"/><Relationship Id="rId37" Type="http://schemas.openxmlformats.org/officeDocument/2006/relationships/image" Target="../media/image431.png"/><Relationship Id="rId58" Type="http://schemas.openxmlformats.org/officeDocument/2006/relationships/customXml" Target="../ink/ink444.xml"/><Relationship Id="rId79" Type="http://schemas.openxmlformats.org/officeDocument/2006/relationships/image" Target="../media/image452.png"/><Relationship Id="rId102" Type="http://schemas.openxmlformats.org/officeDocument/2006/relationships/customXml" Target="../ink/ink466.xml"/><Relationship Id="rId123" Type="http://schemas.openxmlformats.org/officeDocument/2006/relationships/image" Target="../media/image474.png"/><Relationship Id="rId144" Type="http://schemas.openxmlformats.org/officeDocument/2006/relationships/customXml" Target="../ink/ink487.xml"/><Relationship Id="rId330" Type="http://schemas.openxmlformats.org/officeDocument/2006/relationships/customXml" Target="../ink/ink580.xml"/><Relationship Id="rId90" Type="http://schemas.openxmlformats.org/officeDocument/2006/relationships/customXml" Target="../ink/ink460.xml"/><Relationship Id="rId165" Type="http://schemas.openxmlformats.org/officeDocument/2006/relationships/image" Target="../media/image495.png"/><Relationship Id="rId186" Type="http://schemas.openxmlformats.org/officeDocument/2006/relationships/customXml" Target="../ink/ink508.xml"/><Relationship Id="rId211" Type="http://schemas.openxmlformats.org/officeDocument/2006/relationships/image" Target="../media/image516.png"/><Relationship Id="rId232" Type="http://schemas.openxmlformats.org/officeDocument/2006/relationships/customXml" Target="../ink/ink531.xml"/><Relationship Id="rId253" Type="http://schemas.openxmlformats.org/officeDocument/2006/relationships/image" Target="../media/image537.png"/><Relationship Id="rId274" Type="http://schemas.openxmlformats.org/officeDocument/2006/relationships/customXml" Target="../ink/ink552.xml"/><Relationship Id="rId295" Type="http://schemas.openxmlformats.org/officeDocument/2006/relationships/image" Target="../media/image558.png"/><Relationship Id="rId309" Type="http://schemas.openxmlformats.org/officeDocument/2006/relationships/image" Target="../media/image565.png"/><Relationship Id="rId27" Type="http://schemas.openxmlformats.org/officeDocument/2006/relationships/image" Target="../media/image426.png"/><Relationship Id="rId48" Type="http://schemas.openxmlformats.org/officeDocument/2006/relationships/customXml" Target="../ink/ink439.xml"/><Relationship Id="rId69" Type="http://schemas.openxmlformats.org/officeDocument/2006/relationships/image" Target="../media/image447.png"/><Relationship Id="rId113" Type="http://schemas.openxmlformats.org/officeDocument/2006/relationships/image" Target="../media/image469.png"/><Relationship Id="rId134" Type="http://schemas.openxmlformats.org/officeDocument/2006/relationships/customXml" Target="../ink/ink482.xml"/><Relationship Id="rId320" Type="http://schemas.openxmlformats.org/officeDocument/2006/relationships/customXml" Target="../ink/ink575.xml"/><Relationship Id="rId80" Type="http://schemas.openxmlformats.org/officeDocument/2006/relationships/customXml" Target="../ink/ink455.xml"/><Relationship Id="rId155" Type="http://schemas.openxmlformats.org/officeDocument/2006/relationships/image" Target="../media/image490.png"/><Relationship Id="rId176" Type="http://schemas.openxmlformats.org/officeDocument/2006/relationships/customXml" Target="../ink/ink503.xml"/><Relationship Id="rId197" Type="http://schemas.openxmlformats.org/officeDocument/2006/relationships/image" Target="../media/image70.png"/><Relationship Id="rId201" Type="http://schemas.openxmlformats.org/officeDocument/2006/relationships/image" Target="../media/image511.png"/><Relationship Id="rId222" Type="http://schemas.openxmlformats.org/officeDocument/2006/relationships/customXml" Target="../ink/ink526.xml"/><Relationship Id="rId243" Type="http://schemas.openxmlformats.org/officeDocument/2006/relationships/image" Target="../media/image532.png"/><Relationship Id="rId264" Type="http://schemas.openxmlformats.org/officeDocument/2006/relationships/customXml" Target="../ink/ink547.xml"/><Relationship Id="rId285" Type="http://schemas.openxmlformats.org/officeDocument/2006/relationships/image" Target="../media/image553.png"/><Relationship Id="rId17" Type="http://schemas.openxmlformats.org/officeDocument/2006/relationships/image" Target="../media/image421.png"/><Relationship Id="rId38" Type="http://schemas.openxmlformats.org/officeDocument/2006/relationships/customXml" Target="../ink/ink434.xml"/><Relationship Id="rId59" Type="http://schemas.openxmlformats.org/officeDocument/2006/relationships/image" Target="../media/image442.png"/><Relationship Id="rId103" Type="http://schemas.openxmlformats.org/officeDocument/2006/relationships/image" Target="../media/image464.png"/><Relationship Id="rId124" Type="http://schemas.openxmlformats.org/officeDocument/2006/relationships/customXml" Target="../ink/ink477.xml"/><Relationship Id="rId310" Type="http://schemas.openxmlformats.org/officeDocument/2006/relationships/customXml" Target="../ink/ink570.xml"/><Relationship Id="rId70" Type="http://schemas.openxmlformats.org/officeDocument/2006/relationships/customXml" Target="../ink/ink450.xml"/><Relationship Id="rId91" Type="http://schemas.openxmlformats.org/officeDocument/2006/relationships/image" Target="../media/image458.png"/><Relationship Id="rId145" Type="http://schemas.openxmlformats.org/officeDocument/2006/relationships/image" Target="../media/image485.png"/><Relationship Id="rId166" Type="http://schemas.openxmlformats.org/officeDocument/2006/relationships/customXml" Target="../ink/ink498.xml"/><Relationship Id="rId187" Type="http://schemas.openxmlformats.org/officeDocument/2006/relationships/image" Target="../media/image506.png"/><Relationship Id="rId331" Type="http://schemas.openxmlformats.org/officeDocument/2006/relationships/image" Target="../media/image57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21.xml"/><Relationship Id="rId233" Type="http://schemas.openxmlformats.org/officeDocument/2006/relationships/image" Target="../media/image527.png"/><Relationship Id="rId254" Type="http://schemas.openxmlformats.org/officeDocument/2006/relationships/customXml" Target="../ink/ink542.xml"/><Relationship Id="rId28" Type="http://schemas.openxmlformats.org/officeDocument/2006/relationships/customXml" Target="../ink/ink429.xml"/><Relationship Id="rId49" Type="http://schemas.openxmlformats.org/officeDocument/2006/relationships/image" Target="../media/image437.png"/><Relationship Id="rId114" Type="http://schemas.openxmlformats.org/officeDocument/2006/relationships/customXml" Target="../ink/ink472.xml"/><Relationship Id="rId275" Type="http://schemas.openxmlformats.org/officeDocument/2006/relationships/image" Target="../media/image548.png"/><Relationship Id="rId296" Type="http://schemas.openxmlformats.org/officeDocument/2006/relationships/customXml" Target="../ink/ink563.xml"/><Relationship Id="rId300" Type="http://schemas.openxmlformats.org/officeDocument/2006/relationships/customXml" Target="../ink/ink565.xml"/><Relationship Id="rId60" Type="http://schemas.openxmlformats.org/officeDocument/2006/relationships/customXml" Target="../ink/ink445.xml"/><Relationship Id="rId81" Type="http://schemas.openxmlformats.org/officeDocument/2006/relationships/image" Target="../media/image453.png"/><Relationship Id="rId135" Type="http://schemas.openxmlformats.org/officeDocument/2006/relationships/image" Target="../media/image480.png"/><Relationship Id="rId156" Type="http://schemas.openxmlformats.org/officeDocument/2006/relationships/customXml" Target="../ink/ink493.xml"/><Relationship Id="rId177" Type="http://schemas.openxmlformats.org/officeDocument/2006/relationships/image" Target="../media/image501.png"/><Relationship Id="rId198" Type="http://schemas.openxmlformats.org/officeDocument/2006/relationships/customXml" Target="../ink/ink514.xml"/><Relationship Id="rId321" Type="http://schemas.openxmlformats.org/officeDocument/2006/relationships/image" Target="../media/image571.png"/><Relationship Id="rId202" Type="http://schemas.openxmlformats.org/officeDocument/2006/relationships/customXml" Target="../ink/ink516.xml"/><Relationship Id="rId223" Type="http://schemas.openxmlformats.org/officeDocument/2006/relationships/image" Target="../media/image522.png"/><Relationship Id="rId244" Type="http://schemas.openxmlformats.org/officeDocument/2006/relationships/customXml" Target="../ink/ink537.xml"/><Relationship Id="rId18" Type="http://schemas.openxmlformats.org/officeDocument/2006/relationships/customXml" Target="../ink/ink424.xml"/><Relationship Id="rId39" Type="http://schemas.openxmlformats.org/officeDocument/2006/relationships/image" Target="../media/image432.png"/><Relationship Id="rId265" Type="http://schemas.openxmlformats.org/officeDocument/2006/relationships/image" Target="../media/image543.png"/><Relationship Id="rId286" Type="http://schemas.openxmlformats.org/officeDocument/2006/relationships/customXml" Target="../ink/ink558.xml"/><Relationship Id="rId50" Type="http://schemas.openxmlformats.org/officeDocument/2006/relationships/customXml" Target="../ink/ink440.xml"/><Relationship Id="rId104" Type="http://schemas.openxmlformats.org/officeDocument/2006/relationships/customXml" Target="../ink/ink467.xml"/><Relationship Id="rId125" Type="http://schemas.openxmlformats.org/officeDocument/2006/relationships/image" Target="../media/image475.png"/><Relationship Id="rId146" Type="http://schemas.openxmlformats.org/officeDocument/2006/relationships/customXml" Target="../ink/ink488.xml"/><Relationship Id="rId167" Type="http://schemas.openxmlformats.org/officeDocument/2006/relationships/image" Target="../media/image496.png"/><Relationship Id="rId188" Type="http://schemas.openxmlformats.org/officeDocument/2006/relationships/customXml" Target="../ink/ink509.xml"/><Relationship Id="rId311" Type="http://schemas.openxmlformats.org/officeDocument/2006/relationships/image" Target="../media/image566.png"/><Relationship Id="rId332" Type="http://schemas.openxmlformats.org/officeDocument/2006/relationships/customXml" Target="../ink/ink581.xml"/><Relationship Id="rId71" Type="http://schemas.openxmlformats.org/officeDocument/2006/relationships/image" Target="../media/image448.png"/><Relationship Id="rId92" Type="http://schemas.openxmlformats.org/officeDocument/2006/relationships/customXml" Target="../ink/ink461.xml"/><Relationship Id="rId213" Type="http://schemas.openxmlformats.org/officeDocument/2006/relationships/image" Target="../media/image517.png"/><Relationship Id="rId234" Type="http://schemas.openxmlformats.org/officeDocument/2006/relationships/customXml" Target="../ink/ink532.xml"/><Relationship Id="rId2" Type="http://schemas.openxmlformats.org/officeDocument/2006/relationships/customXml" Target="../ink/ink416.xml"/><Relationship Id="rId29" Type="http://schemas.openxmlformats.org/officeDocument/2006/relationships/image" Target="../media/image427.png"/><Relationship Id="rId255" Type="http://schemas.openxmlformats.org/officeDocument/2006/relationships/image" Target="../media/image538.png"/><Relationship Id="rId276" Type="http://schemas.openxmlformats.org/officeDocument/2006/relationships/customXml" Target="../ink/ink553.xml"/><Relationship Id="rId297" Type="http://schemas.openxmlformats.org/officeDocument/2006/relationships/image" Target="../media/image559.png"/><Relationship Id="rId40" Type="http://schemas.openxmlformats.org/officeDocument/2006/relationships/customXml" Target="../ink/ink435.xml"/><Relationship Id="rId115" Type="http://schemas.openxmlformats.org/officeDocument/2006/relationships/image" Target="../media/image470.png"/><Relationship Id="rId136" Type="http://schemas.openxmlformats.org/officeDocument/2006/relationships/customXml" Target="../ink/ink483.xml"/><Relationship Id="rId157" Type="http://schemas.openxmlformats.org/officeDocument/2006/relationships/image" Target="../media/image491.png"/><Relationship Id="rId178" Type="http://schemas.openxmlformats.org/officeDocument/2006/relationships/customXml" Target="../ink/ink504.xml"/><Relationship Id="rId301" Type="http://schemas.openxmlformats.org/officeDocument/2006/relationships/image" Target="../media/image561.png"/><Relationship Id="rId322" Type="http://schemas.openxmlformats.org/officeDocument/2006/relationships/customXml" Target="../ink/ink576.xml"/><Relationship Id="rId61" Type="http://schemas.openxmlformats.org/officeDocument/2006/relationships/image" Target="../media/image443.png"/><Relationship Id="rId82" Type="http://schemas.openxmlformats.org/officeDocument/2006/relationships/customXml" Target="../ink/ink456.xml"/><Relationship Id="rId199" Type="http://schemas.openxmlformats.org/officeDocument/2006/relationships/image" Target="../media/image42.png"/><Relationship Id="rId203" Type="http://schemas.openxmlformats.org/officeDocument/2006/relationships/image" Target="../media/image512.png"/><Relationship Id="rId19" Type="http://schemas.openxmlformats.org/officeDocument/2006/relationships/image" Target="../media/image422.png"/><Relationship Id="rId224" Type="http://schemas.openxmlformats.org/officeDocument/2006/relationships/customXml" Target="../ink/ink527.xml"/><Relationship Id="rId245" Type="http://schemas.openxmlformats.org/officeDocument/2006/relationships/image" Target="../media/image533.png"/><Relationship Id="rId266" Type="http://schemas.openxmlformats.org/officeDocument/2006/relationships/customXml" Target="../ink/ink548.xml"/><Relationship Id="rId287" Type="http://schemas.openxmlformats.org/officeDocument/2006/relationships/image" Target="../media/image554.png"/><Relationship Id="rId30" Type="http://schemas.openxmlformats.org/officeDocument/2006/relationships/customXml" Target="../ink/ink430.xml"/><Relationship Id="rId105" Type="http://schemas.openxmlformats.org/officeDocument/2006/relationships/image" Target="../media/image465.png"/><Relationship Id="rId126" Type="http://schemas.openxmlformats.org/officeDocument/2006/relationships/customXml" Target="../ink/ink478.xml"/><Relationship Id="rId147" Type="http://schemas.openxmlformats.org/officeDocument/2006/relationships/image" Target="../media/image486.png"/><Relationship Id="rId168" Type="http://schemas.openxmlformats.org/officeDocument/2006/relationships/customXml" Target="../ink/ink499.xml"/><Relationship Id="rId312" Type="http://schemas.openxmlformats.org/officeDocument/2006/relationships/customXml" Target="../ink/ink571.xml"/><Relationship Id="rId333" Type="http://schemas.openxmlformats.org/officeDocument/2006/relationships/image" Target="../media/image577.png"/><Relationship Id="rId51" Type="http://schemas.openxmlformats.org/officeDocument/2006/relationships/image" Target="../media/image438.png"/><Relationship Id="rId72" Type="http://schemas.openxmlformats.org/officeDocument/2006/relationships/customXml" Target="../ink/ink451.xml"/><Relationship Id="rId93" Type="http://schemas.openxmlformats.org/officeDocument/2006/relationships/image" Target="../media/image459.png"/><Relationship Id="rId189" Type="http://schemas.openxmlformats.org/officeDocument/2006/relationships/image" Target="../media/image507.png"/><Relationship Id="rId3" Type="http://schemas.openxmlformats.org/officeDocument/2006/relationships/image" Target="../media/image414.png"/><Relationship Id="rId214" Type="http://schemas.openxmlformats.org/officeDocument/2006/relationships/customXml" Target="../ink/ink522.xml"/><Relationship Id="rId235" Type="http://schemas.openxmlformats.org/officeDocument/2006/relationships/image" Target="../media/image528.png"/><Relationship Id="rId256" Type="http://schemas.openxmlformats.org/officeDocument/2006/relationships/customXml" Target="../ink/ink543.xml"/><Relationship Id="rId277" Type="http://schemas.openxmlformats.org/officeDocument/2006/relationships/image" Target="../media/image549.png"/><Relationship Id="rId298" Type="http://schemas.openxmlformats.org/officeDocument/2006/relationships/customXml" Target="../ink/ink564.xml"/><Relationship Id="rId116" Type="http://schemas.openxmlformats.org/officeDocument/2006/relationships/customXml" Target="../ink/ink473.xml"/><Relationship Id="rId137" Type="http://schemas.openxmlformats.org/officeDocument/2006/relationships/image" Target="../media/image481.png"/><Relationship Id="rId158" Type="http://schemas.openxmlformats.org/officeDocument/2006/relationships/customXml" Target="../ink/ink494.xml"/><Relationship Id="rId302" Type="http://schemas.openxmlformats.org/officeDocument/2006/relationships/customXml" Target="../ink/ink566.xml"/><Relationship Id="rId323" Type="http://schemas.openxmlformats.org/officeDocument/2006/relationships/image" Target="../media/image572.png"/><Relationship Id="rId20" Type="http://schemas.openxmlformats.org/officeDocument/2006/relationships/customXml" Target="../ink/ink425.xml"/><Relationship Id="rId41" Type="http://schemas.openxmlformats.org/officeDocument/2006/relationships/image" Target="../media/image433.png"/><Relationship Id="rId62" Type="http://schemas.openxmlformats.org/officeDocument/2006/relationships/customXml" Target="../ink/ink446.xml"/><Relationship Id="rId83" Type="http://schemas.openxmlformats.org/officeDocument/2006/relationships/image" Target="../media/image454.png"/><Relationship Id="rId179" Type="http://schemas.openxmlformats.org/officeDocument/2006/relationships/image" Target="../media/image502.png"/><Relationship Id="rId190" Type="http://schemas.openxmlformats.org/officeDocument/2006/relationships/customXml" Target="../ink/ink510.xml"/><Relationship Id="rId204" Type="http://schemas.openxmlformats.org/officeDocument/2006/relationships/customXml" Target="../ink/ink517.xml"/><Relationship Id="rId225" Type="http://schemas.openxmlformats.org/officeDocument/2006/relationships/image" Target="../media/image523.png"/><Relationship Id="rId246" Type="http://schemas.openxmlformats.org/officeDocument/2006/relationships/customXml" Target="../ink/ink538.xml"/><Relationship Id="rId267" Type="http://schemas.openxmlformats.org/officeDocument/2006/relationships/image" Target="../media/image544.png"/><Relationship Id="rId288" Type="http://schemas.openxmlformats.org/officeDocument/2006/relationships/customXml" Target="../ink/ink559.xml"/><Relationship Id="rId106" Type="http://schemas.openxmlformats.org/officeDocument/2006/relationships/customXml" Target="../ink/ink468.xml"/><Relationship Id="rId127" Type="http://schemas.openxmlformats.org/officeDocument/2006/relationships/image" Target="../media/image476.png"/><Relationship Id="rId313" Type="http://schemas.openxmlformats.org/officeDocument/2006/relationships/image" Target="../media/image567.png"/><Relationship Id="rId10" Type="http://schemas.openxmlformats.org/officeDocument/2006/relationships/customXml" Target="../ink/ink420.xml"/><Relationship Id="rId31" Type="http://schemas.openxmlformats.org/officeDocument/2006/relationships/image" Target="../media/image428.png"/><Relationship Id="rId52" Type="http://schemas.openxmlformats.org/officeDocument/2006/relationships/customXml" Target="../ink/ink441.xml"/><Relationship Id="rId73" Type="http://schemas.openxmlformats.org/officeDocument/2006/relationships/image" Target="../media/image449.png"/><Relationship Id="rId94" Type="http://schemas.openxmlformats.org/officeDocument/2006/relationships/customXml" Target="../ink/ink462.xml"/><Relationship Id="rId148" Type="http://schemas.openxmlformats.org/officeDocument/2006/relationships/customXml" Target="../ink/ink489.xml"/><Relationship Id="rId169" Type="http://schemas.openxmlformats.org/officeDocument/2006/relationships/image" Target="../media/image497.png"/><Relationship Id="rId334" Type="http://schemas.openxmlformats.org/officeDocument/2006/relationships/customXml" Target="../ink/ink582.xml"/><Relationship Id="rId4" Type="http://schemas.openxmlformats.org/officeDocument/2006/relationships/customXml" Target="../ink/ink417.xml"/><Relationship Id="rId180" Type="http://schemas.openxmlformats.org/officeDocument/2006/relationships/customXml" Target="../ink/ink505.xml"/><Relationship Id="rId215" Type="http://schemas.openxmlformats.org/officeDocument/2006/relationships/image" Target="../media/image518.png"/><Relationship Id="rId236" Type="http://schemas.openxmlformats.org/officeDocument/2006/relationships/customXml" Target="../ink/ink533.xml"/><Relationship Id="rId257" Type="http://schemas.openxmlformats.org/officeDocument/2006/relationships/image" Target="../media/image539.png"/><Relationship Id="rId278" Type="http://schemas.openxmlformats.org/officeDocument/2006/relationships/customXml" Target="../ink/ink554.xml"/><Relationship Id="rId303" Type="http://schemas.openxmlformats.org/officeDocument/2006/relationships/image" Target="../media/image562.png"/><Relationship Id="rId42" Type="http://schemas.openxmlformats.org/officeDocument/2006/relationships/customXml" Target="../ink/ink436.xml"/><Relationship Id="rId84" Type="http://schemas.openxmlformats.org/officeDocument/2006/relationships/customXml" Target="../ink/ink457.xml"/><Relationship Id="rId138" Type="http://schemas.openxmlformats.org/officeDocument/2006/relationships/customXml" Target="../ink/ink484.xml"/><Relationship Id="rId191" Type="http://schemas.openxmlformats.org/officeDocument/2006/relationships/image" Target="../media/image508.png"/><Relationship Id="rId205" Type="http://schemas.openxmlformats.org/officeDocument/2006/relationships/image" Target="../media/image513.png"/><Relationship Id="rId247" Type="http://schemas.openxmlformats.org/officeDocument/2006/relationships/image" Target="../media/image534.png"/><Relationship Id="rId107" Type="http://schemas.openxmlformats.org/officeDocument/2006/relationships/image" Target="../media/image466.png"/><Relationship Id="rId289" Type="http://schemas.openxmlformats.org/officeDocument/2006/relationships/image" Target="../media/image555.png"/><Relationship Id="rId11" Type="http://schemas.openxmlformats.org/officeDocument/2006/relationships/image" Target="../media/image418.png"/><Relationship Id="rId53" Type="http://schemas.openxmlformats.org/officeDocument/2006/relationships/image" Target="../media/image439.png"/><Relationship Id="rId149" Type="http://schemas.openxmlformats.org/officeDocument/2006/relationships/image" Target="../media/image487.png"/><Relationship Id="rId314" Type="http://schemas.openxmlformats.org/officeDocument/2006/relationships/customXml" Target="../ink/ink572.xml"/><Relationship Id="rId95" Type="http://schemas.openxmlformats.org/officeDocument/2006/relationships/image" Target="../media/image460.png"/><Relationship Id="rId160" Type="http://schemas.openxmlformats.org/officeDocument/2006/relationships/customXml" Target="../ink/ink495.xml"/><Relationship Id="rId216" Type="http://schemas.openxmlformats.org/officeDocument/2006/relationships/customXml" Target="../ink/ink523.xml"/><Relationship Id="rId258" Type="http://schemas.openxmlformats.org/officeDocument/2006/relationships/customXml" Target="../ink/ink544.xml"/><Relationship Id="rId22" Type="http://schemas.openxmlformats.org/officeDocument/2006/relationships/customXml" Target="../ink/ink426.xml"/><Relationship Id="rId64" Type="http://schemas.openxmlformats.org/officeDocument/2006/relationships/customXml" Target="../ink/ink447.xml"/><Relationship Id="rId118" Type="http://schemas.openxmlformats.org/officeDocument/2006/relationships/customXml" Target="../ink/ink474.xml"/><Relationship Id="rId325" Type="http://schemas.openxmlformats.org/officeDocument/2006/relationships/image" Target="../media/image573.png"/><Relationship Id="rId171" Type="http://schemas.openxmlformats.org/officeDocument/2006/relationships/image" Target="../media/image498.png"/><Relationship Id="rId227" Type="http://schemas.openxmlformats.org/officeDocument/2006/relationships/image" Target="../media/image524.png"/><Relationship Id="rId269" Type="http://schemas.openxmlformats.org/officeDocument/2006/relationships/image" Target="../media/image545.png"/><Relationship Id="rId33" Type="http://schemas.openxmlformats.org/officeDocument/2006/relationships/image" Target="../media/image429.png"/><Relationship Id="rId129" Type="http://schemas.openxmlformats.org/officeDocument/2006/relationships/image" Target="../media/image477.png"/><Relationship Id="rId280" Type="http://schemas.openxmlformats.org/officeDocument/2006/relationships/customXml" Target="../ink/ink555.xml"/><Relationship Id="rId336" Type="http://schemas.openxmlformats.org/officeDocument/2006/relationships/customXml" Target="../ink/ink583.xml"/><Relationship Id="rId75" Type="http://schemas.openxmlformats.org/officeDocument/2006/relationships/image" Target="../media/image450.png"/><Relationship Id="rId140" Type="http://schemas.openxmlformats.org/officeDocument/2006/relationships/customXml" Target="../ink/ink485.xml"/><Relationship Id="rId182" Type="http://schemas.openxmlformats.org/officeDocument/2006/relationships/customXml" Target="../ink/ink506.xml"/><Relationship Id="rId6" Type="http://schemas.openxmlformats.org/officeDocument/2006/relationships/customXml" Target="../ink/ink418.xml"/><Relationship Id="rId238" Type="http://schemas.openxmlformats.org/officeDocument/2006/relationships/customXml" Target="../ink/ink534.xml"/><Relationship Id="rId291" Type="http://schemas.openxmlformats.org/officeDocument/2006/relationships/image" Target="../media/image556.png"/><Relationship Id="rId305" Type="http://schemas.openxmlformats.org/officeDocument/2006/relationships/image" Target="../media/image563.png"/><Relationship Id="rId44" Type="http://schemas.openxmlformats.org/officeDocument/2006/relationships/customXml" Target="../ink/ink437.xml"/><Relationship Id="rId86" Type="http://schemas.openxmlformats.org/officeDocument/2006/relationships/customXml" Target="../ink/ink458.xml"/><Relationship Id="rId151" Type="http://schemas.openxmlformats.org/officeDocument/2006/relationships/image" Target="../media/image488.png"/><Relationship Id="rId193" Type="http://schemas.openxmlformats.org/officeDocument/2006/relationships/image" Target="../media/image509.png"/><Relationship Id="rId207" Type="http://schemas.openxmlformats.org/officeDocument/2006/relationships/image" Target="../media/image514.png"/><Relationship Id="rId249" Type="http://schemas.openxmlformats.org/officeDocument/2006/relationships/image" Target="../media/image535.png"/><Relationship Id="rId13" Type="http://schemas.openxmlformats.org/officeDocument/2006/relationships/image" Target="../media/image419.png"/><Relationship Id="rId109" Type="http://schemas.openxmlformats.org/officeDocument/2006/relationships/image" Target="../media/image467.png"/><Relationship Id="rId260" Type="http://schemas.openxmlformats.org/officeDocument/2006/relationships/customXml" Target="../ink/ink545.xml"/><Relationship Id="rId316" Type="http://schemas.openxmlformats.org/officeDocument/2006/relationships/customXml" Target="../ink/ink573.xml"/><Relationship Id="rId55" Type="http://schemas.openxmlformats.org/officeDocument/2006/relationships/image" Target="../media/image440.png"/><Relationship Id="rId97" Type="http://schemas.openxmlformats.org/officeDocument/2006/relationships/image" Target="../media/image461.png"/><Relationship Id="rId120" Type="http://schemas.openxmlformats.org/officeDocument/2006/relationships/customXml" Target="../ink/ink475.xml"/><Relationship Id="rId162" Type="http://schemas.openxmlformats.org/officeDocument/2006/relationships/customXml" Target="../ink/ink496.xml"/><Relationship Id="rId218" Type="http://schemas.openxmlformats.org/officeDocument/2006/relationships/customXml" Target="../ink/ink524.xml"/><Relationship Id="rId271" Type="http://schemas.openxmlformats.org/officeDocument/2006/relationships/image" Target="../media/image546.png"/><Relationship Id="rId24" Type="http://schemas.openxmlformats.org/officeDocument/2006/relationships/customXml" Target="../ink/ink427.xml"/><Relationship Id="rId66" Type="http://schemas.openxmlformats.org/officeDocument/2006/relationships/customXml" Target="../ink/ink448.xml"/><Relationship Id="rId131" Type="http://schemas.openxmlformats.org/officeDocument/2006/relationships/image" Target="../media/image478.png"/><Relationship Id="rId327" Type="http://schemas.openxmlformats.org/officeDocument/2006/relationships/image" Target="../media/image574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7.png"/><Relationship Id="rId299" Type="http://schemas.openxmlformats.org/officeDocument/2006/relationships/image" Target="../media/image727.png"/><Relationship Id="rId21" Type="http://schemas.openxmlformats.org/officeDocument/2006/relationships/image" Target="../media/image589.png"/><Relationship Id="rId63" Type="http://schemas.openxmlformats.org/officeDocument/2006/relationships/image" Target="../media/image610.png"/><Relationship Id="rId159" Type="http://schemas.openxmlformats.org/officeDocument/2006/relationships/image" Target="../media/image658.png"/><Relationship Id="rId170" Type="http://schemas.openxmlformats.org/officeDocument/2006/relationships/customXml" Target="../ink/ink668.xml"/><Relationship Id="rId226" Type="http://schemas.openxmlformats.org/officeDocument/2006/relationships/customXml" Target="../ink/ink696.xml"/><Relationship Id="rId268" Type="http://schemas.openxmlformats.org/officeDocument/2006/relationships/customXml" Target="../ink/ink717.xml"/><Relationship Id="rId32" Type="http://schemas.openxmlformats.org/officeDocument/2006/relationships/customXml" Target="../ink/ink599.xml"/><Relationship Id="rId74" Type="http://schemas.openxmlformats.org/officeDocument/2006/relationships/customXml" Target="../ink/ink620.xml"/><Relationship Id="rId128" Type="http://schemas.openxmlformats.org/officeDocument/2006/relationships/customXml" Target="../ink/ink647.xml"/><Relationship Id="rId5" Type="http://schemas.openxmlformats.org/officeDocument/2006/relationships/image" Target="../media/image581.png"/><Relationship Id="rId181" Type="http://schemas.openxmlformats.org/officeDocument/2006/relationships/image" Target="../media/image669.png"/><Relationship Id="rId237" Type="http://schemas.openxmlformats.org/officeDocument/2006/relationships/image" Target="../media/image696.png"/><Relationship Id="rId279" Type="http://schemas.openxmlformats.org/officeDocument/2006/relationships/image" Target="../media/image717.png"/><Relationship Id="rId43" Type="http://schemas.openxmlformats.org/officeDocument/2006/relationships/image" Target="../media/image600.png"/><Relationship Id="rId139" Type="http://schemas.openxmlformats.org/officeDocument/2006/relationships/image" Target="../media/image648.png"/><Relationship Id="rId290" Type="http://schemas.openxmlformats.org/officeDocument/2006/relationships/customXml" Target="../ink/ink728.xml"/><Relationship Id="rId304" Type="http://schemas.openxmlformats.org/officeDocument/2006/relationships/customXml" Target="../ink/ink735.xml"/><Relationship Id="rId85" Type="http://schemas.openxmlformats.org/officeDocument/2006/relationships/image" Target="../media/image621.png"/><Relationship Id="rId150" Type="http://schemas.openxmlformats.org/officeDocument/2006/relationships/customXml" Target="../ink/ink658.xml"/><Relationship Id="rId192" Type="http://schemas.openxmlformats.org/officeDocument/2006/relationships/customXml" Target="../ink/ink679.xml"/><Relationship Id="rId206" Type="http://schemas.openxmlformats.org/officeDocument/2006/relationships/customXml" Target="../ink/ink686.xml"/><Relationship Id="rId248" Type="http://schemas.openxmlformats.org/officeDocument/2006/relationships/customXml" Target="../ink/ink707.xml"/><Relationship Id="rId12" Type="http://schemas.openxmlformats.org/officeDocument/2006/relationships/customXml" Target="../ink/ink589.xml"/><Relationship Id="rId108" Type="http://schemas.openxmlformats.org/officeDocument/2006/relationships/customXml" Target="../ink/ink637.xml"/><Relationship Id="rId54" Type="http://schemas.openxmlformats.org/officeDocument/2006/relationships/customXml" Target="../ink/ink610.xml"/><Relationship Id="rId96" Type="http://schemas.openxmlformats.org/officeDocument/2006/relationships/customXml" Target="../ink/ink631.xml"/><Relationship Id="rId161" Type="http://schemas.openxmlformats.org/officeDocument/2006/relationships/image" Target="../media/image659.png"/><Relationship Id="rId217" Type="http://schemas.openxmlformats.org/officeDocument/2006/relationships/image" Target="../media/image687.png"/><Relationship Id="rId259" Type="http://schemas.openxmlformats.org/officeDocument/2006/relationships/image" Target="../media/image707.png"/><Relationship Id="rId23" Type="http://schemas.openxmlformats.org/officeDocument/2006/relationships/image" Target="../media/image590.png"/><Relationship Id="rId119" Type="http://schemas.openxmlformats.org/officeDocument/2006/relationships/image" Target="../media/image638.png"/><Relationship Id="rId270" Type="http://schemas.openxmlformats.org/officeDocument/2006/relationships/customXml" Target="../ink/ink718.xml"/><Relationship Id="rId65" Type="http://schemas.openxmlformats.org/officeDocument/2006/relationships/image" Target="../media/image611.png"/><Relationship Id="rId130" Type="http://schemas.openxmlformats.org/officeDocument/2006/relationships/customXml" Target="../ink/ink648.xml"/><Relationship Id="rId172" Type="http://schemas.openxmlformats.org/officeDocument/2006/relationships/customXml" Target="../ink/ink669.xml"/><Relationship Id="rId193" Type="http://schemas.openxmlformats.org/officeDocument/2006/relationships/image" Target="../media/image675.png"/><Relationship Id="rId207" Type="http://schemas.openxmlformats.org/officeDocument/2006/relationships/image" Target="../media/image682.png"/><Relationship Id="rId228" Type="http://schemas.openxmlformats.org/officeDocument/2006/relationships/customXml" Target="../ink/ink697.xml"/><Relationship Id="rId249" Type="http://schemas.openxmlformats.org/officeDocument/2006/relationships/image" Target="../media/image702.png"/><Relationship Id="rId13" Type="http://schemas.openxmlformats.org/officeDocument/2006/relationships/image" Target="../media/image585.png"/><Relationship Id="rId109" Type="http://schemas.openxmlformats.org/officeDocument/2006/relationships/image" Target="../media/image633.png"/><Relationship Id="rId260" Type="http://schemas.openxmlformats.org/officeDocument/2006/relationships/customXml" Target="../ink/ink713.xml"/><Relationship Id="rId281" Type="http://schemas.openxmlformats.org/officeDocument/2006/relationships/image" Target="../media/image718.png"/><Relationship Id="rId34" Type="http://schemas.openxmlformats.org/officeDocument/2006/relationships/customXml" Target="../ink/ink600.xml"/><Relationship Id="rId55" Type="http://schemas.openxmlformats.org/officeDocument/2006/relationships/image" Target="../media/image606.png"/><Relationship Id="rId76" Type="http://schemas.openxmlformats.org/officeDocument/2006/relationships/customXml" Target="../ink/ink621.xml"/><Relationship Id="rId97" Type="http://schemas.openxmlformats.org/officeDocument/2006/relationships/image" Target="../media/image627.png"/><Relationship Id="rId120" Type="http://schemas.openxmlformats.org/officeDocument/2006/relationships/customXml" Target="../ink/ink643.xml"/><Relationship Id="rId141" Type="http://schemas.openxmlformats.org/officeDocument/2006/relationships/image" Target="../media/image649.png"/><Relationship Id="rId7" Type="http://schemas.openxmlformats.org/officeDocument/2006/relationships/image" Target="../media/image582.png"/><Relationship Id="rId162" Type="http://schemas.openxmlformats.org/officeDocument/2006/relationships/customXml" Target="../ink/ink664.xml"/><Relationship Id="rId183" Type="http://schemas.openxmlformats.org/officeDocument/2006/relationships/image" Target="../media/image670.png"/><Relationship Id="rId218" Type="http://schemas.openxmlformats.org/officeDocument/2006/relationships/customXml" Target="../ink/ink692.xml"/><Relationship Id="rId239" Type="http://schemas.openxmlformats.org/officeDocument/2006/relationships/image" Target="../media/image697.png"/><Relationship Id="rId250" Type="http://schemas.openxmlformats.org/officeDocument/2006/relationships/customXml" Target="../ink/ink708.xml"/><Relationship Id="rId271" Type="http://schemas.openxmlformats.org/officeDocument/2006/relationships/image" Target="../media/image713.png"/><Relationship Id="rId292" Type="http://schemas.openxmlformats.org/officeDocument/2006/relationships/customXml" Target="../ink/ink729.xml"/><Relationship Id="rId306" Type="http://schemas.openxmlformats.org/officeDocument/2006/relationships/customXml" Target="../ink/ink736.xml"/><Relationship Id="rId24" Type="http://schemas.openxmlformats.org/officeDocument/2006/relationships/customXml" Target="../ink/ink595.xml"/><Relationship Id="rId45" Type="http://schemas.openxmlformats.org/officeDocument/2006/relationships/image" Target="../media/image601.png"/><Relationship Id="rId66" Type="http://schemas.openxmlformats.org/officeDocument/2006/relationships/customXml" Target="../ink/ink616.xml"/><Relationship Id="rId87" Type="http://schemas.openxmlformats.org/officeDocument/2006/relationships/image" Target="../media/image622.png"/><Relationship Id="rId110" Type="http://schemas.openxmlformats.org/officeDocument/2006/relationships/customXml" Target="../ink/ink638.xml"/><Relationship Id="rId131" Type="http://schemas.openxmlformats.org/officeDocument/2006/relationships/image" Target="../media/image644.png"/><Relationship Id="rId152" Type="http://schemas.openxmlformats.org/officeDocument/2006/relationships/customXml" Target="../ink/ink659.xml"/><Relationship Id="rId173" Type="http://schemas.openxmlformats.org/officeDocument/2006/relationships/image" Target="../media/image665.png"/><Relationship Id="rId194" Type="http://schemas.openxmlformats.org/officeDocument/2006/relationships/customXml" Target="../ink/ink680.xml"/><Relationship Id="rId208" Type="http://schemas.openxmlformats.org/officeDocument/2006/relationships/customXml" Target="../ink/ink687.xml"/><Relationship Id="rId229" Type="http://schemas.openxmlformats.org/officeDocument/2006/relationships/image" Target="../media/image693.png"/><Relationship Id="rId240" Type="http://schemas.openxmlformats.org/officeDocument/2006/relationships/customXml" Target="../ink/ink703.xml"/><Relationship Id="rId261" Type="http://schemas.openxmlformats.org/officeDocument/2006/relationships/image" Target="../media/image708.png"/><Relationship Id="rId14" Type="http://schemas.openxmlformats.org/officeDocument/2006/relationships/customXml" Target="../ink/ink590.xml"/><Relationship Id="rId35" Type="http://schemas.openxmlformats.org/officeDocument/2006/relationships/image" Target="../media/image596.png"/><Relationship Id="rId56" Type="http://schemas.openxmlformats.org/officeDocument/2006/relationships/customXml" Target="../ink/ink611.xml"/><Relationship Id="rId77" Type="http://schemas.openxmlformats.org/officeDocument/2006/relationships/image" Target="../media/image617.png"/><Relationship Id="rId100" Type="http://schemas.openxmlformats.org/officeDocument/2006/relationships/customXml" Target="../ink/ink633.xml"/><Relationship Id="rId282" Type="http://schemas.openxmlformats.org/officeDocument/2006/relationships/customXml" Target="../ink/ink724.xml"/><Relationship Id="rId8" Type="http://schemas.openxmlformats.org/officeDocument/2006/relationships/customXml" Target="../ink/ink587.xml"/><Relationship Id="rId98" Type="http://schemas.openxmlformats.org/officeDocument/2006/relationships/customXml" Target="../ink/ink632.xml"/><Relationship Id="rId121" Type="http://schemas.openxmlformats.org/officeDocument/2006/relationships/image" Target="../media/image639.png"/><Relationship Id="rId142" Type="http://schemas.openxmlformats.org/officeDocument/2006/relationships/customXml" Target="../ink/ink654.xml"/><Relationship Id="rId163" Type="http://schemas.openxmlformats.org/officeDocument/2006/relationships/image" Target="../media/image660.png"/><Relationship Id="rId184" Type="http://schemas.openxmlformats.org/officeDocument/2006/relationships/customXml" Target="../ink/ink675.xml"/><Relationship Id="rId219" Type="http://schemas.openxmlformats.org/officeDocument/2006/relationships/image" Target="../media/image688.png"/><Relationship Id="rId230" Type="http://schemas.openxmlformats.org/officeDocument/2006/relationships/customXml" Target="../ink/ink698.xml"/><Relationship Id="rId251" Type="http://schemas.openxmlformats.org/officeDocument/2006/relationships/image" Target="../media/image703.png"/><Relationship Id="rId25" Type="http://schemas.openxmlformats.org/officeDocument/2006/relationships/image" Target="../media/image591.png"/><Relationship Id="rId46" Type="http://schemas.openxmlformats.org/officeDocument/2006/relationships/customXml" Target="../ink/ink606.xml"/><Relationship Id="rId67" Type="http://schemas.openxmlformats.org/officeDocument/2006/relationships/image" Target="../media/image612.png"/><Relationship Id="rId272" Type="http://schemas.openxmlformats.org/officeDocument/2006/relationships/customXml" Target="../ink/ink719.xml"/><Relationship Id="rId293" Type="http://schemas.openxmlformats.org/officeDocument/2006/relationships/image" Target="../media/image724.png"/><Relationship Id="rId307" Type="http://schemas.openxmlformats.org/officeDocument/2006/relationships/image" Target="../media/image731.png"/><Relationship Id="rId88" Type="http://schemas.openxmlformats.org/officeDocument/2006/relationships/customXml" Target="../ink/ink627.xml"/><Relationship Id="rId111" Type="http://schemas.openxmlformats.org/officeDocument/2006/relationships/image" Target="../media/image634.png"/><Relationship Id="rId132" Type="http://schemas.openxmlformats.org/officeDocument/2006/relationships/customXml" Target="../ink/ink649.xml"/><Relationship Id="rId153" Type="http://schemas.openxmlformats.org/officeDocument/2006/relationships/image" Target="../media/image655.png"/><Relationship Id="rId174" Type="http://schemas.openxmlformats.org/officeDocument/2006/relationships/customXml" Target="../ink/ink670.xml"/><Relationship Id="rId195" Type="http://schemas.openxmlformats.org/officeDocument/2006/relationships/image" Target="../media/image676.png"/><Relationship Id="rId209" Type="http://schemas.openxmlformats.org/officeDocument/2006/relationships/image" Target="../media/image683.png"/><Relationship Id="rId220" Type="http://schemas.openxmlformats.org/officeDocument/2006/relationships/customXml" Target="../ink/ink693.xml"/><Relationship Id="rId241" Type="http://schemas.openxmlformats.org/officeDocument/2006/relationships/image" Target="../media/image698.png"/><Relationship Id="rId15" Type="http://schemas.openxmlformats.org/officeDocument/2006/relationships/image" Target="../media/image586.png"/><Relationship Id="rId36" Type="http://schemas.openxmlformats.org/officeDocument/2006/relationships/customXml" Target="../ink/ink601.xml"/><Relationship Id="rId57" Type="http://schemas.openxmlformats.org/officeDocument/2006/relationships/image" Target="../media/image607.png"/><Relationship Id="rId262" Type="http://schemas.openxmlformats.org/officeDocument/2006/relationships/customXml" Target="../ink/ink714.xml"/><Relationship Id="rId283" Type="http://schemas.openxmlformats.org/officeDocument/2006/relationships/image" Target="../media/image719.png"/><Relationship Id="rId78" Type="http://schemas.openxmlformats.org/officeDocument/2006/relationships/customXml" Target="../ink/ink622.xml"/><Relationship Id="rId99" Type="http://schemas.openxmlformats.org/officeDocument/2006/relationships/image" Target="../media/image628.png"/><Relationship Id="rId101" Type="http://schemas.openxmlformats.org/officeDocument/2006/relationships/image" Target="../media/image629.png"/><Relationship Id="rId122" Type="http://schemas.openxmlformats.org/officeDocument/2006/relationships/customXml" Target="../ink/ink644.xml"/><Relationship Id="rId143" Type="http://schemas.openxmlformats.org/officeDocument/2006/relationships/image" Target="../media/image650.png"/><Relationship Id="rId164" Type="http://schemas.openxmlformats.org/officeDocument/2006/relationships/customXml" Target="../ink/ink665.xml"/><Relationship Id="rId185" Type="http://schemas.openxmlformats.org/officeDocument/2006/relationships/image" Target="../media/image671.png"/><Relationship Id="rId9" Type="http://schemas.openxmlformats.org/officeDocument/2006/relationships/image" Target="../media/image583.png"/><Relationship Id="rId210" Type="http://schemas.openxmlformats.org/officeDocument/2006/relationships/customXml" Target="../ink/ink688.xml"/><Relationship Id="rId26" Type="http://schemas.openxmlformats.org/officeDocument/2006/relationships/customXml" Target="../ink/ink596.xml"/><Relationship Id="rId231" Type="http://schemas.openxmlformats.org/officeDocument/2006/relationships/image" Target="../media/image55.png"/><Relationship Id="rId252" Type="http://schemas.openxmlformats.org/officeDocument/2006/relationships/customXml" Target="../ink/ink709.xml"/><Relationship Id="rId273" Type="http://schemas.openxmlformats.org/officeDocument/2006/relationships/image" Target="../media/image714.png"/><Relationship Id="rId294" Type="http://schemas.openxmlformats.org/officeDocument/2006/relationships/customXml" Target="../ink/ink730.xml"/><Relationship Id="rId308" Type="http://schemas.openxmlformats.org/officeDocument/2006/relationships/customXml" Target="../ink/ink737.xml"/><Relationship Id="rId47" Type="http://schemas.openxmlformats.org/officeDocument/2006/relationships/image" Target="../media/image602.png"/><Relationship Id="rId68" Type="http://schemas.openxmlformats.org/officeDocument/2006/relationships/customXml" Target="../ink/ink617.xml"/><Relationship Id="rId89" Type="http://schemas.openxmlformats.org/officeDocument/2006/relationships/image" Target="../media/image623.png"/><Relationship Id="rId112" Type="http://schemas.openxmlformats.org/officeDocument/2006/relationships/customXml" Target="../ink/ink639.xml"/><Relationship Id="rId133" Type="http://schemas.openxmlformats.org/officeDocument/2006/relationships/image" Target="../media/image645.png"/><Relationship Id="rId154" Type="http://schemas.openxmlformats.org/officeDocument/2006/relationships/customXml" Target="../ink/ink660.xml"/><Relationship Id="rId175" Type="http://schemas.openxmlformats.org/officeDocument/2006/relationships/image" Target="../media/image666.png"/><Relationship Id="rId196" Type="http://schemas.openxmlformats.org/officeDocument/2006/relationships/customXml" Target="../ink/ink681.xml"/><Relationship Id="rId200" Type="http://schemas.openxmlformats.org/officeDocument/2006/relationships/customXml" Target="../ink/ink683.xml"/><Relationship Id="rId16" Type="http://schemas.openxmlformats.org/officeDocument/2006/relationships/customXml" Target="../ink/ink591.xml"/><Relationship Id="rId221" Type="http://schemas.openxmlformats.org/officeDocument/2006/relationships/image" Target="../media/image689.png"/><Relationship Id="rId242" Type="http://schemas.openxmlformats.org/officeDocument/2006/relationships/customXml" Target="../ink/ink704.xml"/><Relationship Id="rId263" Type="http://schemas.openxmlformats.org/officeDocument/2006/relationships/image" Target="../media/image709.png"/><Relationship Id="rId284" Type="http://schemas.openxmlformats.org/officeDocument/2006/relationships/customXml" Target="../ink/ink725.xml"/><Relationship Id="rId37" Type="http://schemas.openxmlformats.org/officeDocument/2006/relationships/image" Target="../media/image597.png"/><Relationship Id="rId58" Type="http://schemas.openxmlformats.org/officeDocument/2006/relationships/customXml" Target="../ink/ink612.xml"/><Relationship Id="rId79" Type="http://schemas.openxmlformats.org/officeDocument/2006/relationships/image" Target="../media/image618.png"/><Relationship Id="rId102" Type="http://schemas.openxmlformats.org/officeDocument/2006/relationships/customXml" Target="../ink/ink634.xml"/><Relationship Id="rId123" Type="http://schemas.openxmlformats.org/officeDocument/2006/relationships/image" Target="../media/image640.png"/><Relationship Id="rId144" Type="http://schemas.openxmlformats.org/officeDocument/2006/relationships/customXml" Target="../ink/ink655.xml"/><Relationship Id="rId90" Type="http://schemas.openxmlformats.org/officeDocument/2006/relationships/customXml" Target="../ink/ink628.xml"/><Relationship Id="rId165" Type="http://schemas.openxmlformats.org/officeDocument/2006/relationships/image" Target="../media/image661.png"/><Relationship Id="rId186" Type="http://schemas.openxmlformats.org/officeDocument/2006/relationships/customXml" Target="../ink/ink676.xml"/><Relationship Id="rId211" Type="http://schemas.openxmlformats.org/officeDocument/2006/relationships/image" Target="../media/image684.png"/><Relationship Id="rId232" Type="http://schemas.openxmlformats.org/officeDocument/2006/relationships/customXml" Target="../ink/ink699.xml"/><Relationship Id="rId253" Type="http://schemas.openxmlformats.org/officeDocument/2006/relationships/image" Target="../media/image704.png"/><Relationship Id="rId274" Type="http://schemas.openxmlformats.org/officeDocument/2006/relationships/customXml" Target="../ink/ink720.xml"/><Relationship Id="rId295" Type="http://schemas.openxmlformats.org/officeDocument/2006/relationships/image" Target="../media/image725.png"/><Relationship Id="rId309" Type="http://schemas.openxmlformats.org/officeDocument/2006/relationships/image" Target="../media/image732.png"/><Relationship Id="rId27" Type="http://schemas.openxmlformats.org/officeDocument/2006/relationships/image" Target="../media/image592.png"/><Relationship Id="rId48" Type="http://schemas.openxmlformats.org/officeDocument/2006/relationships/customXml" Target="../ink/ink607.xml"/><Relationship Id="rId69" Type="http://schemas.openxmlformats.org/officeDocument/2006/relationships/image" Target="../media/image613.png"/><Relationship Id="rId113" Type="http://schemas.openxmlformats.org/officeDocument/2006/relationships/image" Target="../media/image635.png"/><Relationship Id="rId134" Type="http://schemas.openxmlformats.org/officeDocument/2006/relationships/customXml" Target="../ink/ink650.xml"/><Relationship Id="rId80" Type="http://schemas.openxmlformats.org/officeDocument/2006/relationships/customXml" Target="../ink/ink623.xml"/><Relationship Id="rId155" Type="http://schemas.openxmlformats.org/officeDocument/2006/relationships/image" Target="../media/image656.png"/><Relationship Id="rId176" Type="http://schemas.openxmlformats.org/officeDocument/2006/relationships/customXml" Target="../ink/ink671.xml"/><Relationship Id="rId197" Type="http://schemas.openxmlformats.org/officeDocument/2006/relationships/image" Target="../media/image677.png"/><Relationship Id="rId201" Type="http://schemas.openxmlformats.org/officeDocument/2006/relationships/image" Target="../media/image679.png"/><Relationship Id="rId222" Type="http://schemas.openxmlformats.org/officeDocument/2006/relationships/customXml" Target="../ink/ink694.xml"/><Relationship Id="rId243" Type="http://schemas.openxmlformats.org/officeDocument/2006/relationships/image" Target="../media/image699.png"/><Relationship Id="rId264" Type="http://schemas.openxmlformats.org/officeDocument/2006/relationships/customXml" Target="../ink/ink715.xml"/><Relationship Id="rId285" Type="http://schemas.openxmlformats.org/officeDocument/2006/relationships/image" Target="../media/image720.png"/><Relationship Id="rId17" Type="http://schemas.openxmlformats.org/officeDocument/2006/relationships/image" Target="../media/image587.png"/><Relationship Id="rId38" Type="http://schemas.openxmlformats.org/officeDocument/2006/relationships/customXml" Target="../ink/ink602.xml"/><Relationship Id="rId59" Type="http://schemas.openxmlformats.org/officeDocument/2006/relationships/image" Target="../media/image608.png"/><Relationship Id="rId103" Type="http://schemas.openxmlformats.org/officeDocument/2006/relationships/image" Target="../media/image630.png"/><Relationship Id="rId124" Type="http://schemas.openxmlformats.org/officeDocument/2006/relationships/customXml" Target="../ink/ink645.xml"/><Relationship Id="rId310" Type="http://schemas.openxmlformats.org/officeDocument/2006/relationships/customXml" Target="../ink/ink738.xml"/><Relationship Id="rId70" Type="http://schemas.openxmlformats.org/officeDocument/2006/relationships/customXml" Target="../ink/ink618.xml"/><Relationship Id="rId91" Type="http://schemas.openxmlformats.org/officeDocument/2006/relationships/image" Target="../media/image624.png"/><Relationship Id="rId145" Type="http://schemas.openxmlformats.org/officeDocument/2006/relationships/image" Target="../media/image651.png"/><Relationship Id="rId166" Type="http://schemas.openxmlformats.org/officeDocument/2006/relationships/customXml" Target="../ink/ink666.xml"/><Relationship Id="rId187" Type="http://schemas.openxmlformats.org/officeDocument/2006/relationships/image" Target="../media/image67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89.xml"/><Relationship Id="rId233" Type="http://schemas.openxmlformats.org/officeDocument/2006/relationships/image" Target="../media/image694.png"/><Relationship Id="rId254" Type="http://schemas.openxmlformats.org/officeDocument/2006/relationships/customXml" Target="../ink/ink710.xml"/><Relationship Id="rId28" Type="http://schemas.openxmlformats.org/officeDocument/2006/relationships/customXml" Target="../ink/ink597.xml"/><Relationship Id="rId49" Type="http://schemas.openxmlformats.org/officeDocument/2006/relationships/image" Target="../media/image603.png"/><Relationship Id="rId114" Type="http://schemas.openxmlformats.org/officeDocument/2006/relationships/customXml" Target="../ink/ink640.xml"/><Relationship Id="rId275" Type="http://schemas.openxmlformats.org/officeDocument/2006/relationships/image" Target="../media/image715.png"/><Relationship Id="rId296" Type="http://schemas.openxmlformats.org/officeDocument/2006/relationships/customXml" Target="../ink/ink731.xml"/><Relationship Id="rId300" Type="http://schemas.openxmlformats.org/officeDocument/2006/relationships/customXml" Target="../ink/ink733.xml"/><Relationship Id="rId60" Type="http://schemas.openxmlformats.org/officeDocument/2006/relationships/customXml" Target="../ink/ink613.xml"/><Relationship Id="rId81" Type="http://schemas.openxmlformats.org/officeDocument/2006/relationships/image" Target="../media/image619.png"/><Relationship Id="rId135" Type="http://schemas.openxmlformats.org/officeDocument/2006/relationships/image" Target="../media/image646.png"/><Relationship Id="rId156" Type="http://schemas.openxmlformats.org/officeDocument/2006/relationships/customXml" Target="../ink/ink661.xml"/><Relationship Id="rId177" Type="http://schemas.openxmlformats.org/officeDocument/2006/relationships/image" Target="../media/image667.png"/><Relationship Id="rId198" Type="http://schemas.openxmlformats.org/officeDocument/2006/relationships/customXml" Target="../ink/ink682.xml"/><Relationship Id="rId202" Type="http://schemas.openxmlformats.org/officeDocument/2006/relationships/customXml" Target="../ink/ink684.xml"/><Relationship Id="rId223" Type="http://schemas.openxmlformats.org/officeDocument/2006/relationships/image" Target="../media/image690.png"/><Relationship Id="rId244" Type="http://schemas.openxmlformats.org/officeDocument/2006/relationships/customXml" Target="../ink/ink705.xml"/><Relationship Id="rId18" Type="http://schemas.openxmlformats.org/officeDocument/2006/relationships/customXml" Target="../ink/ink592.xml"/><Relationship Id="rId39" Type="http://schemas.openxmlformats.org/officeDocument/2006/relationships/image" Target="../media/image598.png"/><Relationship Id="rId265" Type="http://schemas.openxmlformats.org/officeDocument/2006/relationships/image" Target="../media/image710.png"/><Relationship Id="rId286" Type="http://schemas.openxmlformats.org/officeDocument/2006/relationships/customXml" Target="../ink/ink726.xml"/><Relationship Id="rId50" Type="http://schemas.openxmlformats.org/officeDocument/2006/relationships/customXml" Target="../ink/ink608.xml"/><Relationship Id="rId104" Type="http://schemas.openxmlformats.org/officeDocument/2006/relationships/customXml" Target="../ink/ink635.xml"/><Relationship Id="rId125" Type="http://schemas.openxmlformats.org/officeDocument/2006/relationships/image" Target="../media/image641.png"/><Relationship Id="rId146" Type="http://schemas.openxmlformats.org/officeDocument/2006/relationships/customXml" Target="../ink/ink656.xml"/><Relationship Id="rId167" Type="http://schemas.openxmlformats.org/officeDocument/2006/relationships/image" Target="../media/image662.png"/><Relationship Id="rId188" Type="http://schemas.openxmlformats.org/officeDocument/2006/relationships/customXml" Target="../ink/ink677.xml"/><Relationship Id="rId311" Type="http://schemas.openxmlformats.org/officeDocument/2006/relationships/image" Target="../media/image733.png"/><Relationship Id="rId71" Type="http://schemas.openxmlformats.org/officeDocument/2006/relationships/image" Target="../media/image614.png"/><Relationship Id="rId92" Type="http://schemas.openxmlformats.org/officeDocument/2006/relationships/customXml" Target="../ink/ink629.xml"/><Relationship Id="rId213" Type="http://schemas.openxmlformats.org/officeDocument/2006/relationships/image" Target="../media/image685.png"/><Relationship Id="rId234" Type="http://schemas.openxmlformats.org/officeDocument/2006/relationships/customXml" Target="../ink/ink700.xml"/><Relationship Id="rId2" Type="http://schemas.openxmlformats.org/officeDocument/2006/relationships/customXml" Target="../ink/ink584.xml"/><Relationship Id="rId29" Type="http://schemas.openxmlformats.org/officeDocument/2006/relationships/image" Target="../media/image593.png"/><Relationship Id="rId255" Type="http://schemas.openxmlformats.org/officeDocument/2006/relationships/image" Target="../media/image705.png"/><Relationship Id="rId276" Type="http://schemas.openxmlformats.org/officeDocument/2006/relationships/customXml" Target="../ink/ink721.xml"/><Relationship Id="rId297" Type="http://schemas.openxmlformats.org/officeDocument/2006/relationships/image" Target="../media/image726.png"/><Relationship Id="rId40" Type="http://schemas.openxmlformats.org/officeDocument/2006/relationships/customXml" Target="../ink/ink603.xml"/><Relationship Id="rId115" Type="http://schemas.openxmlformats.org/officeDocument/2006/relationships/image" Target="../media/image636.png"/><Relationship Id="rId136" Type="http://schemas.openxmlformats.org/officeDocument/2006/relationships/customXml" Target="../ink/ink651.xml"/><Relationship Id="rId157" Type="http://schemas.openxmlformats.org/officeDocument/2006/relationships/image" Target="../media/image657.png"/><Relationship Id="rId178" Type="http://schemas.openxmlformats.org/officeDocument/2006/relationships/customXml" Target="../ink/ink672.xml"/><Relationship Id="rId301" Type="http://schemas.openxmlformats.org/officeDocument/2006/relationships/image" Target="../media/image728.png"/><Relationship Id="rId61" Type="http://schemas.openxmlformats.org/officeDocument/2006/relationships/image" Target="../media/image609.png"/><Relationship Id="rId82" Type="http://schemas.openxmlformats.org/officeDocument/2006/relationships/customXml" Target="../ink/ink624.xml"/><Relationship Id="rId199" Type="http://schemas.openxmlformats.org/officeDocument/2006/relationships/image" Target="../media/image678.png"/><Relationship Id="rId203" Type="http://schemas.openxmlformats.org/officeDocument/2006/relationships/image" Target="../media/image680.png"/><Relationship Id="rId19" Type="http://schemas.openxmlformats.org/officeDocument/2006/relationships/image" Target="../media/image588.png"/><Relationship Id="rId224" Type="http://schemas.openxmlformats.org/officeDocument/2006/relationships/customXml" Target="../ink/ink695.xml"/><Relationship Id="rId245" Type="http://schemas.openxmlformats.org/officeDocument/2006/relationships/image" Target="../media/image700.png"/><Relationship Id="rId266" Type="http://schemas.openxmlformats.org/officeDocument/2006/relationships/customXml" Target="../ink/ink716.xml"/><Relationship Id="rId287" Type="http://schemas.openxmlformats.org/officeDocument/2006/relationships/image" Target="../media/image721.png"/><Relationship Id="rId30" Type="http://schemas.openxmlformats.org/officeDocument/2006/relationships/customXml" Target="../ink/ink598.xml"/><Relationship Id="rId105" Type="http://schemas.openxmlformats.org/officeDocument/2006/relationships/image" Target="../media/image631.png"/><Relationship Id="rId126" Type="http://schemas.openxmlformats.org/officeDocument/2006/relationships/customXml" Target="../ink/ink646.xml"/><Relationship Id="rId147" Type="http://schemas.openxmlformats.org/officeDocument/2006/relationships/image" Target="../media/image652.png"/><Relationship Id="rId168" Type="http://schemas.openxmlformats.org/officeDocument/2006/relationships/customXml" Target="../ink/ink667.xml"/><Relationship Id="rId312" Type="http://schemas.openxmlformats.org/officeDocument/2006/relationships/customXml" Target="../ink/ink739.xml"/><Relationship Id="rId51" Type="http://schemas.openxmlformats.org/officeDocument/2006/relationships/image" Target="../media/image604.png"/><Relationship Id="rId72" Type="http://schemas.openxmlformats.org/officeDocument/2006/relationships/customXml" Target="../ink/ink619.xml"/><Relationship Id="rId93" Type="http://schemas.openxmlformats.org/officeDocument/2006/relationships/image" Target="../media/image625.png"/><Relationship Id="rId189" Type="http://schemas.openxmlformats.org/officeDocument/2006/relationships/image" Target="../media/image673.png"/><Relationship Id="rId3" Type="http://schemas.openxmlformats.org/officeDocument/2006/relationships/image" Target="../media/image580.png"/><Relationship Id="rId214" Type="http://schemas.openxmlformats.org/officeDocument/2006/relationships/customXml" Target="../ink/ink690.xml"/><Relationship Id="rId235" Type="http://schemas.openxmlformats.org/officeDocument/2006/relationships/image" Target="../media/image695.png"/><Relationship Id="rId256" Type="http://schemas.openxmlformats.org/officeDocument/2006/relationships/customXml" Target="../ink/ink711.xml"/><Relationship Id="rId277" Type="http://schemas.openxmlformats.org/officeDocument/2006/relationships/image" Target="../media/image716.png"/><Relationship Id="rId298" Type="http://schemas.openxmlformats.org/officeDocument/2006/relationships/customXml" Target="../ink/ink732.xml"/><Relationship Id="rId116" Type="http://schemas.openxmlformats.org/officeDocument/2006/relationships/customXml" Target="../ink/ink641.xml"/><Relationship Id="rId137" Type="http://schemas.openxmlformats.org/officeDocument/2006/relationships/image" Target="../media/image647.png"/><Relationship Id="rId158" Type="http://schemas.openxmlformats.org/officeDocument/2006/relationships/customXml" Target="../ink/ink662.xml"/><Relationship Id="rId302" Type="http://schemas.openxmlformats.org/officeDocument/2006/relationships/customXml" Target="../ink/ink734.xml"/><Relationship Id="rId20" Type="http://schemas.openxmlformats.org/officeDocument/2006/relationships/customXml" Target="../ink/ink593.xml"/><Relationship Id="rId41" Type="http://schemas.openxmlformats.org/officeDocument/2006/relationships/image" Target="../media/image599.png"/><Relationship Id="rId62" Type="http://schemas.openxmlformats.org/officeDocument/2006/relationships/customXml" Target="../ink/ink614.xml"/><Relationship Id="rId83" Type="http://schemas.openxmlformats.org/officeDocument/2006/relationships/image" Target="../media/image620.png"/><Relationship Id="rId179" Type="http://schemas.openxmlformats.org/officeDocument/2006/relationships/image" Target="../media/image668.png"/><Relationship Id="rId190" Type="http://schemas.openxmlformats.org/officeDocument/2006/relationships/customXml" Target="../ink/ink678.xml"/><Relationship Id="rId204" Type="http://schemas.openxmlformats.org/officeDocument/2006/relationships/customXml" Target="../ink/ink685.xml"/><Relationship Id="rId225" Type="http://schemas.openxmlformats.org/officeDocument/2006/relationships/image" Target="../media/image691.png"/><Relationship Id="rId246" Type="http://schemas.openxmlformats.org/officeDocument/2006/relationships/customXml" Target="../ink/ink706.xml"/><Relationship Id="rId267" Type="http://schemas.openxmlformats.org/officeDocument/2006/relationships/image" Target="../media/image711.png"/><Relationship Id="rId288" Type="http://schemas.openxmlformats.org/officeDocument/2006/relationships/customXml" Target="../ink/ink727.xml"/><Relationship Id="rId106" Type="http://schemas.openxmlformats.org/officeDocument/2006/relationships/customXml" Target="../ink/ink636.xml"/><Relationship Id="rId127" Type="http://schemas.openxmlformats.org/officeDocument/2006/relationships/image" Target="../media/image642.png"/><Relationship Id="rId313" Type="http://schemas.openxmlformats.org/officeDocument/2006/relationships/image" Target="../media/image734.png"/><Relationship Id="rId10" Type="http://schemas.openxmlformats.org/officeDocument/2006/relationships/customXml" Target="../ink/ink588.xml"/><Relationship Id="rId31" Type="http://schemas.openxmlformats.org/officeDocument/2006/relationships/image" Target="../media/image594.png"/><Relationship Id="rId52" Type="http://schemas.openxmlformats.org/officeDocument/2006/relationships/customXml" Target="../ink/ink609.xml"/><Relationship Id="rId73" Type="http://schemas.openxmlformats.org/officeDocument/2006/relationships/image" Target="../media/image615.png"/><Relationship Id="rId94" Type="http://schemas.openxmlformats.org/officeDocument/2006/relationships/customXml" Target="../ink/ink630.xml"/><Relationship Id="rId148" Type="http://schemas.openxmlformats.org/officeDocument/2006/relationships/customXml" Target="../ink/ink657.xml"/><Relationship Id="rId169" Type="http://schemas.openxmlformats.org/officeDocument/2006/relationships/image" Target="../media/image663.png"/><Relationship Id="rId4" Type="http://schemas.openxmlformats.org/officeDocument/2006/relationships/customXml" Target="../ink/ink585.xml"/><Relationship Id="rId180" Type="http://schemas.openxmlformats.org/officeDocument/2006/relationships/customXml" Target="../ink/ink673.xml"/><Relationship Id="rId215" Type="http://schemas.openxmlformats.org/officeDocument/2006/relationships/image" Target="../media/image686.png"/><Relationship Id="rId236" Type="http://schemas.openxmlformats.org/officeDocument/2006/relationships/customXml" Target="../ink/ink701.xml"/><Relationship Id="rId257" Type="http://schemas.openxmlformats.org/officeDocument/2006/relationships/image" Target="../media/image706.png"/><Relationship Id="rId278" Type="http://schemas.openxmlformats.org/officeDocument/2006/relationships/customXml" Target="../ink/ink722.xml"/><Relationship Id="rId303" Type="http://schemas.openxmlformats.org/officeDocument/2006/relationships/image" Target="../media/image729.png"/><Relationship Id="rId42" Type="http://schemas.openxmlformats.org/officeDocument/2006/relationships/customXml" Target="../ink/ink604.xml"/><Relationship Id="rId84" Type="http://schemas.openxmlformats.org/officeDocument/2006/relationships/customXml" Target="../ink/ink625.xml"/><Relationship Id="rId138" Type="http://schemas.openxmlformats.org/officeDocument/2006/relationships/customXml" Target="../ink/ink652.xml"/><Relationship Id="rId191" Type="http://schemas.openxmlformats.org/officeDocument/2006/relationships/image" Target="../media/image674.png"/><Relationship Id="rId205" Type="http://schemas.openxmlformats.org/officeDocument/2006/relationships/image" Target="../media/image681.png"/><Relationship Id="rId247" Type="http://schemas.openxmlformats.org/officeDocument/2006/relationships/image" Target="../media/image701.png"/><Relationship Id="rId107" Type="http://schemas.openxmlformats.org/officeDocument/2006/relationships/image" Target="../media/image632.png"/><Relationship Id="rId289" Type="http://schemas.openxmlformats.org/officeDocument/2006/relationships/image" Target="../media/image722.png"/><Relationship Id="rId11" Type="http://schemas.openxmlformats.org/officeDocument/2006/relationships/image" Target="../media/image584.png"/><Relationship Id="rId53" Type="http://schemas.openxmlformats.org/officeDocument/2006/relationships/image" Target="../media/image605.png"/><Relationship Id="rId149" Type="http://schemas.openxmlformats.org/officeDocument/2006/relationships/image" Target="../media/image653.png"/><Relationship Id="rId95" Type="http://schemas.openxmlformats.org/officeDocument/2006/relationships/image" Target="../media/image626.png"/><Relationship Id="rId160" Type="http://schemas.openxmlformats.org/officeDocument/2006/relationships/customXml" Target="../ink/ink663.xml"/><Relationship Id="rId216" Type="http://schemas.openxmlformats.org/officeDocument/2006/relationships/customXml" Target="../ink/ink691.xml"/><Relationship Id="rId258" Type="http://schemas.openxmlformats.org/officeDocument/2006/relationships/customXml" Target="../ink/ink712.xml"/><Relationship Id="rId22" Type="http://schemas.openxmlformats.org/officeDocument/2006/relationships/customXml" Target="../ink/ink594.xml"/><Relationship Id="rId64" Type="http://schemas.openxmlformats.org/officeDocument/2006/relationships/customXml" Target="../ink/ink615.xml"/><Relationship Id="rId118" Type="http://schemas.openxmlformats.org/officeDocument/2006/relationships/customXml" Target="../ink/ink642.xml"/><Relationship Id="rId171" Type="http://schemas.openxmlformats.org/officeDocument/2006/relationships/image" Target="../media/image664.png"/><Relationship Id="rId227" Type="http://schemas.openxmlformats.org/officeDocument/2006/relationships/image" Target="../media/image692.png"/><Relationship Id="rId269" Type="http://schemas.openxmlformats.org/officeDocument/2006/relationships/image" Target="../media/image712.png"/><Relationship Id="rId33" Type="http://schemas.openxmlformats.org/officeDocument/2006/relationships/image" Target="../media/image595.png"/><Relationship Id="rId129" Type="http://schemas.openxmlformats.org/officeDocument/2006/relationships/image" Target="../media/image643.png"/><Relationship Id="rId280" Type="http://schemas.openxmlformats.org/officeDocument/2006/relationships/customXml" Target="../ink/ink723.xml"/><Relationship Id="rId75" Type="http://schemas.openxmlformats.org/officeDocument/2006/relationships/image" Target="../media/image616.png"/><Relationship Id="rId140" Type="http://schemas.openxmlformats.org/officeDocument/2006/relationships/customXml" Target="../ink/ink653.xml"/><Relationship Id="rId182" Type="http://schemas.openxmlformats.org/officeDocument/2006/relationships/customXml" Target="../ink/ink674.xml"/><Relationship Id="rId6" Type="http://schemas.openxmlformats.org/officeDocument/2006/relationships/customXml" Target="../ink/ink586.xml"/><Relationship Id="rId238" Type="http://schemas.openxmlformats.org/officeDocument/2006/relationships/customXml" Target="../ink/ink702.xml"/><Relationship Id="rId291" Type="http://schemas.openxmlformats.org/officeDocument/2006/relationships/image" Target="../media/image723.png"/><Relationship Id="rId305" Type="http://schemas.openxmlformats.org/officeDocument/2006/relationships/image" Target="../media/image730.png"/><Relationship Id="rId44" Type="http://schemas.openxmlformats.org/officeDocument/2006/relationships/customXml" Target="../ink/ink605.xml"/><Relationship Id="rId86" Type="http://schemas.openxmlformats.org/officeDocument/2006/relationships/customXml" Target="../ink/ink626.xml"/><Relationship Id="rId151" Type="http://schemas.openxmlformats.org/officeDocument/2006/relationships/image" Target="../media/image654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2.png"/><Relationship Id="rId299" Type="http://schemas.openxmlformats.org/officeDocument/2006/relationships/image" Target="../media/image883.png"/><Relationship Id="rId21" Type="http://schemas.openxmlformats.org/officeDocument/2006/relationships/image" Target="../media/image744.png"/><Relationship Id="rId63" Type="http://schemas.openxmlformats.org/officeDocument/2006/relationships/image" Target="../media/image765.png"/><Relationship Id="rId159" Type="http://schemas.openxmlformats.org/officeDocument/2006/relationships/image" Target="../media/image813.png"/><Relationship Id="rId324" Type="http://schemas.openxmlformats.org/officeDocument/2006/relationships/customXml" Target="../ink/ink901.xml"/><Relationship Id="rId170" Type="http://schemas.openxmlformats.org/officeDocument/2006/relationships/customXml" Target="../ink/ink824.xml"/><Relationship Id="rId226" Type="http://schemas.openxmlformats.org/officeDocument/2006/relationships/customXml" Target="../ink/ink852.xml"/><Relationship Id="rId268" Type="http://schemas.openxmlformats.org/officeDocument/2006/relationships/customXml" Target="../ink/ink873.xml"/><Relationship Id="rId32" Type="http://schemas.openxmlformats.org/officeDocument/2006/relationships/customXml" Target="../ink/ink755.xml"/><Relationship Id="rId74" Type="http://schemas.openxmlformats.org/officeDocument/2006/relationships/customXml" Target="../ink/ink776.xml"/><Relationship Id="rId128" Type="http://schemas.openxmlformats.org/officeDocument/2006/relationships/customXml" Target="../ink/ink803.xml"/><Relationship Id="rId335" Type="http://schemas.openxmlformats.org/officeDocument/2006/relationships/image" Target="../media/image901.png"/><Relationship Id="rId5" Type="http://schemas.openxmlformats.org/officeDocument/2006/relationships/image" Target="../media/image736.png"/><Relationship Id="rId181" Type="http://schemas.openxmlformats.org/officeDocument/2006/relationships/image" Target="../media/image824.png"/><Relationship Id="rId237" Type="http://schemas.openxmlformats.org/officeDocument/2006/relationships/image" Target="../media/image852.png"/><Relationship Id="rId279" Type="http://schemas.openxmlformats.org/officeDocument/2006/relationships/image" Target="../media/image873.png"/><Relationship Id="rId43" Type="http://schemas.openxmlformats.org/officeDocument/2006/relationships/image" Target="../media/image755.png"/><Relationship Id="rId139" Type="http://schemas.openxmlformats.org/officeDocument/2006/relationships/image" Target="../media/image803.png"/><Relationship Id="rId290" Type="http://schemas.openxmlformats.org/officeDocument/2006/relationships/customXml" Target="../ink/ink884.xml"/><Relationship Id="rId304" Type="http://schemas.openxmlformats.org/officeDocument/2006/relationships/customXml" Target="../ink/ink891.xml"/><Relationship Id="rId346" Type="http://schemas.openxmlformats.org/officeDocument/2006/relationships/customXml" Target="../ink/ink912.xml"/><Relationship Id="rId85" Type="http://schemas.openxmlformats.org/officeDocument/2006/relationships/image" Target="../media/image776.png"/><Relationship Id="rId150" Type="http://schemas.openxmlformats.org/officeDocument/2006/relationships/customXml" Target="../ink/ink814.xml"/><Relationship Id="rId192" Type="http://schemas.openxmlformats.org/officeDocument/2006/relationships/customXml" Target="../ink/ink835.xml"/><Relationship Id="rId206" Type="http://schemas.openxmlformats.org/officeDocument/2006/relationships/customXml" Target="../ink/ink842.xml"/><Relationship Id="rId248" Type="http://schemas.openxmlformats.org/officeDocument/2006/relationships/customXml" Target="../ink/ink863.xml"/><Relationship Id="rId12" Type="http://schemas.openxmlformats.org/officeDocument/2006/relationships/customXml" Target="../ink/ink745.xml"/><Relationship Id="rId108" Type="http://schemas.openxmlformats.org/officeDocument/2006/relationships/customXml" Target="../ink/ink793.xml"/><Relationship Id="rId315" Type="http://schemas.openxmlformats.org/officeDocument/2006/relationships/image" Target="../media/image891.png"/><Relationship Id="rId54" Type="http://schemas.openxmlformats.org/officeDocument/2006/relationships/customXml" Target="../ink/ink766.xml"/><Relationship Id="rId96" Type="http://schemas.openxmlformats.org/officeDocument/2006/relationships/customXml" Target="../ink/ink787.xml"/><Relationship Id="rId161" Type="http://schemas.openxmlformats.org/officeDocument/2006/relationships/image" Target="../media/image814.png"/><Relationship Id="rId217" Type="http://schemas.openxmlformats.org/officeDocument/2006/relationships/image" Target="../media/image842.png"/><Relationship Id="rId259" Type="http://schemas.openxmlformats.org/officeDocument/2006/relationships/image" Target="../media/image863.png"/><Relationship Id="rId23" Type="http://schemas.openxmlformats.org/officeDocument/2006/relationships/image" Target="../media/image745.png"/><Relationship Id="rId119" Type="http://schemas.openxmlformats.org/officeDocument/2006/relationships/image" Target="../media/image793.png"/><Relationship Id="rId270" Type="http://schemas.openxmlformats.org/officeDocument/2006/relationships/customXml" Target="../ink/ink874.xml"/><Relationship Id="rId326" Type="http://schemas.openxmlformats.org/officeDocument/2006/relationships/customXml" Target="../ink/ink902.xml"/><Relationship Id="rId65" Type="http://schemas.openxmlformats.org/officeDocument/2006/relationships/image" Target="../media/image766.png"/><Relationship Id="rId130" Type="http://schemas.openxmlformats.org/officeDocument/2006/relationships/customXml" Target="../ink/ink804.xml"/><Relationship Id="rId172" Type="http://schemas.openxmlformats.org/officeDocument/2006/relationships/customXml" Target="../ink/ink825.xml"/><Relationship Id="rId228" Type="http://schemas.openxmlformats.org/officeDocument/2006/relationships/customXml" Target="../ink/ink853.xml"/><Relationship Id="rId281" Type="http://schemas.openxmlformats.org/officeDocument/2006/relationships/image" Target="../media/image874.png"/><Relationship Id="rId337" Type="http://schemas.openxmlformats.org/officeDocument/2006/relationships/image" Target="../media/image902.png"/><Relationship Id="rId34" Type="http://schemas.openxmlformats.org/officeDocument/2006/relationships/customXml" Target="../ink/ink756.xml"/><Relationship Id="rId76" Type="http://schemas.openxmlformats.org/officeDocument/2006/relationships/customXml" Target="../ink/ink777.xml"/><Relationship Id="rId141" Type="http://schemas.openxmlformats.org/officeDocument/2006/relationships/image" Target="../media/image804.png"/><Relationship Id="rId7" Type="http://schemas.openxmlformats.org/officeDocument/2006/relationships/image" Target="../media/image737.png"/><Relationship Id="rId183" Type="http://schemas.openxmlformats.org/officeDocument/2006/relationships/image" Target="../media/image825.png"/><Relationship Id="rId239" Type="http://schemas.openxmlformats.org/officeDocument/2006/relationships/image" Target="../media/image853.png"/><Relationship Id="rId250" Type="http://schemas.openxmlformats.org/officeDocument/2006/relationships/customXml" Target="../ink/ink864.xml"/><Relationship Id="rId292" Type="http://schemas.openxmlformats.org/officeDocument/2006/relationships/customXml" Target="../ink/ink885.xml"/><Relationship Id="rId306" Type="http://schemas.openxmlformats.org/officeDocument/2006/relationships/customXml" Target="../ink/ink892.xml"/><Relationship Id="rId45" Type="http://schemas.openxmlformats.org/officeDocument/2006/relationships/image" Target="../media/image756.png"/><Relationship Id="rId87" Type="http://schemas.openxmlformats.org/officeDocument/2006/relationships/image" Target="../media/image777.png"/><Relationship Id="rId110" Type="http://schemas.openxmlformats.org/officeDocument/2006/relationships/customXml" Target="../ink/ink794.xml"/><Relationship Id="rId348" Type="http://schemas.openxmlformats.org/officeDocument/2006/relationships/customXml" Target="../ink/ink913.xml"/><Relationship Id="rId152" Type="http://schemas.openxmlformats.org/officeDocument/2006/relationships/customXml" Target="../ink/ink815.xml"/><Relationship Id="rId194" Type="http://schemas.openxmlformats.org/officeDocument/2006/relationships/customXml" Target="../ink/ink836.xml"/><Relationship Id="rId208" Type="http://schemas.openxmlformats.org/officeDocument/2006/relationships/customXml" Target="../ink/ink843.xml"/><Relationship Id="rId261" Type="http://schemas.openxmlformats.org/officeDocument/2006/relationships/image" Target="../media/image864.png"/><Relationship Id="rId14" Type="http://schemas.openxmlformats.org/officeDocument/2006/relationships/customXml" Target="../ink/ink746.xml"/><Relationship Id="rId56" Type="http://schemas.openxmlformats.org/officeDocument/2006/relationships/customXml" Target="../ink/ink767.xml"/><Relationship Id="rId317" Type="http://schemas.openxmlformats.org/officeDocument/2006/relationships/image" Target="../media/image892.png"/><Relationship Id="rId98" Type="http://schemas.openxmlformats.org/officeDocument/2006/relationships/customXml" Target="../ink/ink788.xml"/><Relationship Id="rId121" Type="http://schemas.openxmlformats.org/officeDocument/2006/relationships/image" Target="../media/image794.png"/><Relationship Id="rId163" Type="http://schemas.openxmlformats.org/officeDocument/2006/relationships/image" Target="../media/image815.png"/><Relationship Id="rId219" Type="http://schemas.openxmlformats.org/officeDocument/2006/relationships/image" Target="../media/image843.png"/><Relationship Id="rId230" Type="http://schemas.openxmlformats.org/officeDocument/2006/relationships/customXml" Target="../ink/ink854.xml"/><Relationship Id="rId251" Type="http://schemas.openxmlformats.org/officeDocument/2006/relationships/image" Target="../media/image859.png"/><Relationship Id="rId25" Type="http://schemas.openxmlformats.org/officeDocument/2006/relationships/image" Target="../media/image746.png"/><Relationship Id="rId46" Type="http://schemas.openxmlformats.org/officeDocument/2006/relationships/customXml" Target="../ink/ink762.xml"/><Relationship Id="rId67" Type="http://schemas.openxmlformats.org/officeDocument/2006/relationships/image" Target="../media/image767.png"/><Relationship Id="rId272" Type="http://schemas.openxmlformats.org/officeDocument/2006/relationships/customXml" Target="../ink/ink875.xml"/><Relationship Id="rId293" Type="http://schemas.openxmlformats.org/officeDocument/2006/relationships/image" Target="../media/image880.png"/><Relationship Id="rId307" Type="http://schemas.openxmlformats.org/officeDocument/2006/relationships/image" Target="../media/image887.png"/><Relationship Id="rId328" Type="http://schemas.openxmlformats.org/officeDocument/2006/relationships/customXml" Target="../ink/ink903.xml"/><Relationship Id="rId349" Type="http://schemas.openxmlformats.org/officeDocument/2006/relationships/image" Target="../media/image908.png"/><Relationship Id="rId88" Type="http://schemas.openxmlformats.org/officeDocument/2006/relationships/customXml" Target="../ink/ink783.xml"/><Relationship Id="rId111" Type="http://schemas.openxmlformats.org/officeDocument/2006/relationships/image" Target="../media/image789.png"/><Relationship Id="rId132" Type="http://schemas.openxmlformats.org/officeDocument/2006/relationships/customXml" Target="../ink/ink805.xml"/><Relationship Id="rId153" Type="http://schemas.openxmlformats.org/officeDocument/2006/relationships/image" Target="../media/image810.png"/><Relationship Id="rId174" Type="http://schemas.openxmlformats.org/officeDocument/2006/relationships/customXml" Target="../ink/ink826.xml"/><Relationship Id="rId195" Type="http://schemas.openxmlformats.org/officeDocument/2006/relationships/image" Target="../media/image831.png"/><Relationship Id="rId209" Type="http://schemas.openxmlformats.org/officeDocument/2006/relationships/image" Target="../media/image838.png"/><Relationship Id="rId220" Type="http://schemas.openxmlformats.org/officeDocument/2006/relationships/customXml" Target="../ink/ink849.xml"/><Relationship Id="rId241" Type="http://schemas.openxmlformats.org/officeDocument/2006/relationships/image" Target="../media/image854.png"/><Relationship Id="rId15" Type="http://schemas.openxmlformats.org/officeDocument/2006/relationships/image" Target="../media/image741.png"/><Relationship Id="rId36" Type="http://schemas.openxmlformats.org/officeDocument/2006/relationships/customXml" Target="../ink/ink757.xml"/><Relationship Id="rId57" Type="http://schemas.openxmlformats.org/officeDocument/2006/relationships/image" Target="../media/image762.png"/><Relationship Id="rId262" Type="http://schemas.openxmlformats.org/officeDocument/2006/relationships/customXml" Target="../ink/ink870.xml"/><Relationship Id="rId283" Type="http://schemas.openxmlformats.org/officeDocument/2006/relationships/image" Target="../media/image875.png"/><Relationship Id="rId318" Type="http://schemas.openxmlformats.org/officeDocument/2006/relationships/customXml" Target="../ink/ink898.xml"/><Relationship Id="rId339" Type="http://schemas.openxmlformats.org/officeDocument/2006/relationships/image" Target="../media/image903.png"/><Relationship Id="rId78" Type="http://schemas.openxmlformats.org/officeDocument/2006/relationships/customXml" Target="../ink/ink778.xml"/><Relationship Id="rId99" Type="http://schemas.openxmlformats.org/officeDocument/2006/relationships/image" Target="../media/image783.png"/><Relationship Id="rId101" Type="http://schemas.openxmlformats.org/officeDocument/2006/relationships/image" Target="../media/image784.png"/><Relationship Id="rId122" Type="http://schemas.openxmlformats.org/officeDocument/2006/relationships/customXml" Target="../ink/ink800.xml"/><Relationship Id="rId143" Type="http://schemas.openxmlformats.org/officeDocument/2006/relationships/image" Target="../media/image805.png"/><Relationship Id="rId164" Type="http://schemas.openxmlformats.org/officeDocument/2006/relationships/customXml" Target="../ink/ink821.xml"/><Relationship Id="rId185" Type="http://schemas.openxmlformats.org/officeDocument/2006/relationships/image" Target="../media/image826.png"/><Relationship Id="rId350" Type="http://schemas.openxmlformats.org/officeDocument/2006/relationships/customXml" Target="../ink/ink914.xml"/><Relationship Id="rId9" Type="http://schemas.openxmlformats.org/officeDocument/2006/relationships/image" Target="../media/image738.png"/><Relationship Id="rId210" Type="http://schemas.openxmlformats.org/officeDocument/2006/relationships/customXml" Target="../ink/ink844.xml"/><Relationship Id="rId26" Type="http://schemas.openxmlformats.org/officeDocument/2006/relationships/customXml" Target="../ink/ink752.xml"/><Relationship Id="rId231" Type="http://schemas.openxmlformats.org/officeDocument/2006/relationships/image" Target="../media/image849.png"/><Relationship Id="rId252" Type="http://schemas.openxmlformats.org/officeDocument/2006/relationships/customXml" Target="../ink/ink865.xml"/><Relationship Id="rId273" Type="http://schemas.openxmlformats.org/officeDocument/2006/relationships/image" Target="../media/image870.png"/><Relationship Id="rId294" Type="http://schemas.openxmlformats.org/officeDocument/2006/relationships/customXml" Target="../ink/ink886.xml"/><Relationship Id="rId308" Type="http://schemas.openxmlformats.org/officeDocument/2006/relationships/customXml" Target="../ink/ink893.xml"/><Relationship Id="rId329" Type="http://schemas.openxmlformats.org/officeDocument/2006/relationships/image" Target="../media/image898.png"/><Relationship Id="rId47" Type="http://schemas.openxmlformats.org/officeDocument/2006/relationships/image" Target="../media/image757.png"/><Relationship Id="rId68" Type="http://schemas.openxmlformats.org/officeDocument/2006/relationships/customXml" Target="../ink/ink773.xml"/><Relationship Id="rId89" Type="http://schemas.openxmlformats.org/officeDocument/2006/relationships/image" Target="../media/image778.png"/><Relationship Id="rId112" Type="http://schemas.openxmlformats.org/officeDocument/2006/relationships/customXml" Target="../ink/ink795.xml"/><Relationship Id="rId133" Type="http://schemas.openxmlformats.org/officeDocument/2006/relationships/image" Target="../media/image800.png"/><Relationship Id="rId154" Type="http://schemas.openxmlformats.org/officeDocument/2006/relationships/customXml" Target="../ink/ink816.xml"/><Relationship Id="rId175" Type="http://schemas.openxmlformats.org/officeDocument/2006/relationships/image" Target="../media/image821.png"/><Relationship Id="rId340" Type="http://schemas.openxmlformats.org/officeDocument/2006/relationships/customXml" Target="../ink/ink909.xml"/><Relationship Id="rId196" Type="http://schemas.openxmlformats.org/officeDocument/2006/relationships/customXml" Target="../ink/ink837.xml"/><Relationship Id="rId200" Type="http://schemas.openxmlformats.org/officeDocument/2006/relationships/customXml" Target="../ink/ink839.xml"/><Relationship Id="rId16" Type="http://schemas.openxmlformats.org/officeDocument/2006/relationships/customXml" Target="../ink/ink747.xml"/><Relationship Id="rId221" Type="http://schemas.openxmlformats.org/officeDocument/2006/relationships/image" Target="../media/image844.png"/><Relationship Id="rId242" Type="http://schemas.openxmlformats.org/officeDocument/2006/relationships/customXml" Target="../ink/ink860.xml"/><Relationship Id="rId263" Type="http://schemas.openxmlformats.org/officeDocument/2006/relationships/image" Target="../media/image865.png"/><Relationship Id="rId284" Type="http://schemas.openxmlformats.org/officeDocument/2006/relationships/customXml" Target="../ink/ink881.xml"/><Relationship Id="rId319" Type="http://schemas.openxmlformats.org/officeDocument/2006/relationships/image" Target="../media/image893.png"/><Relationship Id="rId37" Type="http://schemas.openxmlformats.org/officeDocument/2006/relationships/image" Target="../media/image752.png"/><Relationship Id="rId58" Type="http://schemas.openxmlformats.org/officeDocument/2006/relationships/customXml" Target="../ink/ink768.xml"/><Relationship Id="rId79" Type="http://schemas.openxmlformats.org/officeDocument/2006/relationships/image" Target="../media/image773.png"/><Relationship Id="rId102" Type="http://schemas.openxmlformats.org/officeDocument/2006/relationships/customXml" Target="../ink/ink790.xml"/><Relationship Id="rId123" Type="http://schemas.openxmlformats.org/officeDocument/2006/relationships/image" Target="../media/image795.png"/><Relationship Id="rId144" Type="http://schemas.openxmlformats.org/officeDocument/2006/relationships/customXml" Target="../ink/ink811.xml"/><Relationship Id="rId330" Type="http://schemas.openxmlformats.org/officeDocument/2006/relationships/customXml" Target="../ink/ink904.xml"/><Relationship Id="rId90" Type="http://schemas.openxmlformats.org/officeDocument/2006/relationships/customXml" Target="../ink/ink784.xml"/><Relationship Id="rId165" Type="http://schemas.openxmlformats.org/officeDocument/2006/relationships/image" Target="../media/image816.png"/><Relationship Id="rId186" Type="http://schemas.openxmlformats.org/officeDocument/2006/relationships/customXml" Target="../ink/ink832.xml"/><Relationship Id="rId351" Type="http://schemas.openxmlformats.org/officeDocument/2006/relationships/image" Target="../media/image909.png"/><Relationship Id="rId211" Type="http://schemas.openxmlformats.org/officeDocument/2006/relationships/image" Target="../media/image839.png"/><Relationship Id="rId232" Type="http://schemas.openxmlformats.org/officeDocument/2006/relationships/customXml" Target="../ink/ink855.xml"/><Relationship Id="rId253" Type="http://schemas.openxmlformats.org/officeDocument/2006/relationships/image" Target="../media/image860.png"/><Relationship Id="rId274" Type="http://schemas.openxmlformats.org/officeDocument/2006/relationships/customXml" Target="../ink/ink876.xml"/><Relationship Id="rId295" Type="http://schemas.openxmlformats.org/officeDocument/2006/relationships/image" Target="../media/image881.png"/><Relationship Id="rId309" Type="http://schemas.openxmlformats.org/officeDocument/2006/relationships/image" Target="../media/image888.png"/><Relationship Id="rId27" Type="http://schemas.openxmlformats.org/officeDocument/2006/relationships/image" Target="../media/image747.png"/><Relationship Id="rId48" Type="http://schemas.openxmlformats.org/officeDocument/2006/relationships/customXml" Target="../ink/ink763.xml"/><Relationship Id="rId69" Type="http://schemas.openxmlformats.org/officeDocument/2006/relationships/image" Target="../media/image768.png"/><Relationship Id="rId113" Type="http://schemas.openxmlformats.org/officeDocument/2006/relationships/image" Target="../media/image790.png"/><Relationship Id="rId134" Type="http://schemas.openxmlformats.org/officeDocument/2006/relationships/customXml" Target="../ink/ink806.xml"/><Relationship Id="rId320" Type="http://schemas.openxmlformats.org/officeDocument/2006/relationships/customXml" Target="../ink/ink899.xml"/><Relationship Id="rId80" Type="http://schemas.openxmlformats.org/officeDocument/2006/relationships/customXml" Target="../ink/ink779.xml"/><Relationship Id="rId155" Type="http://schemas.openxmlformats.org/officeDocument/2006/relationships/image" Target="../media/image811.png"/><Relationship Id="rId176" Type="http://schemas.openxmlformats.org/officeDocument/2006/relationships/customXml" Target="../ink/ink827.xml"/><Relationship Id="rId197" Type="http://schemas.openxmlformats.org/officeDocument/2006/relationships/image" Target="../media/image832.png"/><Relationship Id="rId341" Type="http://schemas.openxmlformats.org/officeDocument/2006/relationships/image" Target="../media/image904.png"/><Relationship Id="rId201" Type="http://schemas.openxmlformats.org/officeDocument/2006/relationships/image" Target="../media/image834.png"/><Relationship Id="rId222" Type="http://schemas.openxmlformats.org/officeDocument/2006/relationships/customXml" Target="../ink/ink850.xml"/><Relationship Id="rId243" Type="http://schemas.openxmlformats.org/officeDocument/2006/relationships/image" Target="../media/image855.png"/><Relationship Id="rId264" Type="http://schemas.openxmlformats.org/officeDocument/2006/relationships/customXml" Target="../ink/ink871.xml"/><Relationship Id="rId285" Type="http://schemas.openxmlformats.org/officeDocument/2006/relationships/image" Target="../media/image876.png"/><Relationship Id="rId17" Type="http://schemas.openxmlformats.org/officeDocument/2006/relationships/image" Target="../media/image742.png"/><Relationship Id="rId38" Type="http://schemas.openxmlformats.org/officeDocument/2006/relationships/customXml" Target="../ink/ink758.xml"/><Relationship Id="rId59" Type="http://schemas.openxmlformats.org/officeDocument/2006/relationships/image" Target="../media/image763.png"/><Relationship Id="rId103" Type="http://schemas.openxmlformats.org/officeDocument/2006/relationships/image" Target="../media/image785.png"/><Relationship Id="rId124" Type="http://schemas.openxmlformats.org/officeDocument/2006/relationships/customXml" Target="../ink/ink801.xml"/><Relationship Id="rId310" Type="http://schemas.openxmlformats.org/officeDocument/2006/relationships/customXml" Target="../ink/ink894.xml"/><Relationship Id="rId70" Type="http://schemas.openxmlformats.org/officeDocument/2006/relationships/customXml" Target="../ink/ink774.xml"/><Relationship Id="rId91" Type="http://schemas.openxmlformats.org/officeDocument/2006/relationships/image" Target="../media/image779.png"/><Relationship Id="rId145" Type="http://schemas.openxmlformats.org/officeDocument/2006/relationships/image" Target="../media/image806.png"/><Relationship Id="rId166" Type="http://schemas.openxmlformats.org/officeDocument/2006/relationships/customXml" Target="../ink/ink822.xml"/><Relationship Id="rId187" Type="http://schemas.openxmlformats.org/officeDocument/2006/relationships/image" Target="../media/image827.png"/><Relationship Id="rId331" Type="http://schemas.openxmlformats.org/officeDocument/2006/relationships/image" Target="../media/image899.png"/><Relationship Id="rId352" Type="http://schemas.openxmlformats.org/officeDocument/2006/relationships/customXml" Target="../ink/ink915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45.xml"/><Relationship Id="rId233" Type="http://schemas.openxmlformats.org/officeDocument/2006/relationships/image" Target="../media/image850.png"/><Relationship Id="rId254" Type="http://schemas.openxmlformats.org/officeDocument/2006/relationships/customXml" Target="../ink/ink866.xml"/><Relationship Id="rId28" Type="http://schemas.openxmlformats.org/officeDocument/2006/relationships/customXml" Target="../ink/ink753.xml"/><Relationship Id="rId49" Type="http://schemas.openxmlformats.org/officeDocument/2006/relationships/image" Target="../media/image758.png"/><Relationship Id="rId114" Type="http://schemas.openxmlformats.org/officeDocument/2006/relationships/customXml" Target="../ink/ink796.xml"/><Relationship Id="rId275" Type="http://schemas.openxmlformats.org/officeDocument/2006/relationships/image" Target="../media/image871.png"/><Relationship Id="rId296" Type="http://schemas.openxmlformats.org/officeDocument/2006/relationships/customXml" Target="../ink/ink887.xml"/><Relationship Id="rId300" Type="http://schemas.openxmlformats.org/officeDocument/2006/relationships/customXml" Target="../ink/ink889.xml"/><Relationship Id="rId60" Type="http://schemas.openxmlformats.org/officeDocument/2006/relationships/customXml" Target="../ink/ink769.xml"/><Relationship Id="rId81" Type="http://schemas.openxmlformats.org/officeDocument/2006/relationships/image" Target="../media/image774.png"/><Relationship Id="rId135" Type="http://schemas.openxmlformats.org/officeDocument/2006/relationships/image" Target="../media/image801.png"/><Relationship Id="rId156" Type="http://schemas.openxmlformats.org/officeDocument/2006/relationships/customXml" Target="../ink/ink817.xml"/><Relationship Id="rId177" Type="http://schemas.openxmlformats.org/officeDocument/2006/relationships/image" Target="../media/image822.png"/><Relationship Id="rId198" Type="http://schemas.openxmlformats.org/officeDocument/2006/relationships/customXml" Target="../ink/ink838.xml"/><Relationship Id="rId321" Type="http://schemas.openxmlformats.org/officeDocument/2006/relationships/image" Target="../media/image894.png"/><Relationship Id="rId342" Type="http://schemas.openxmlformats.org/officeDocument/2006/relationships/customXml" Target="../ink/ink910.xml"/><Relationship Id="rId202" Type="http://schemas.openxmlformats.org/officeDocument/2006/relationships/customXml" Target="../ink/ink840.xml"/><Relationship Id="rId223" Type="http://schemas.openxmlformats.org/officeDocument/2006/relationships/image" Target="../media/image845.png"/><Relationship Id="rId244" Type="http://schemas.openxmlformats.org/officeDocument/2006/relationships/customXml" Target="../ink/ink861.xml"/><Relationship Id="rId18" Type="http://schemas.openxmlformats.org/officeDocument/2006/relationships/customXml" Target="../ink/ink748.xml"/><Relationship Id="rId39" Type="http://schemas.openxmlformats.org/officeDocument/2006/relationships/image" Target="../media/image753.png"/><Relationship Id="rId265" Type="http://schemas.openxmlformats.org/officeDocument/2006/relationships/image" Target="../media/image866.png"/><Relationship Id="rId286" Type="http://schemas.openxmlformats.org/officeDocument/2006/relationships/customXml" Target="../ink/ink882.xml"/><Relationship Id="rId50" Type="http://schemas.openxmlformats.org/officeDocument/2006/relationships/customXml" Target="../ink/ink764.xml"/><Relationship Id="rId104" Type="http://schemas.openxmlformats.org/officeDocument/2006/relationships/customXml" Target="../ink/ink791.xml"/><Relationship Id="rId125" Type="http://schemas.openxmlformats.org/officeDocument/2006/relationships/image" Target="../media/image796.png"/><Relationship Id="rId146" Type="http://schemas.openxmlformats.org/officeDocument/2006/relationships/customXml" Target="../ink/ink812.xml"/><Relationship Id="rId167" Type="http://schemas.openxmlformats.org/officeDocument/2006/relationships/image" Target="../media/image817.png"/><Relationship Id="rId188" Type="http://schemas.openxmlformats.org/officeDocument/2006/relationships/customXml" Target="../ink/ink833.xml"/><Relationship Id="rId311" Type="http://schemas.openxmlformats.org/officeDocument/2006/relationships/image" Target="../media/image889.png"/><Relationship Id="rId332" Type="http://schemas.openxmlformats.org/officeDocument/2006/relationships/customXml" Target="../ink/ink905.xml"/><Relationship Id="rId353" Type="http://schemas.openxmlformats.org/officeDocument/2006/relationships/image" Target="../media/image910.png"/><Relationship Id="rId71" Type="http://schemas.openxmlformats.org/officeDocument/2006/relationships/image" Target="../media/image769.png"/><Relationship Id="rId92" Type="http://schemas.openxmlformats.org/officeDocument/2006/relationships/customXml" Target="../ink/ink785.xml"/><Relationship Id="rId213" Type="http://schemas.openxmlformats.org/officeDocument/2006/relationships/image" Target="../media/image840.png"/><Relationship Id="rId234" Type="http://schemas.openxmlformats.org/officeDocument/2006/relationships/customXml" Target="../ink/ink856.xml"/><Relationship Id="rId2" Type="http://schemas.openxmlformats.org/officeDocument/2006/relationships/customXml" Target="../ink/ink740.xml"/><Relationship Id="rId29" Type="http://schemas.openxmlformats.org/officeDocument/2006/relationships/image" Target="../media/image748.png"/><Relationship Id="rId255" Type="http://schemas.openxmlformats.org/officeDocument/2006/relationships/image" Target="../media/image861.png"/><Relationship Id="rId276" Type="http://schemas.openxmlformats.org/officeDocument/2006/relationships/customXml" Target="../ink/ink877.xml"/><Relationship Id="rId297" Type="http://schemas.openxmlformats.org/officeDocument/2006/relationships/image" Target="../media/image882.png"/><Relationship Id="rId40" Type="http://schemas.openxmlformats.org/officeDocument/2006/relationships/customXml" Target="../ink/ink759.xml"/><Relationship Id="rId115" Type="http://schemas.openxmlformats.org/officeDocument/2006/relationships/image" Target="../media/image791.png"/><Relationship Id="rId136" Type="http://schemas.openxmlformats.org/officeDocument/2006/relationships/customXml" Target="../ink/ink807.xml"/><Relationship Id="rId157" Type="http://schemas.openxmlformats.org/officeDocument/2006/relationships/image" Target="../media/image812.png"/><Relationship Id="rId178" Type="http://schemas.openxmlformats.org/officeDocument/2006/relationships/customXml" Target="../ink/ink828.xml"/><Relationship Id="rId301" Type="http://schemas.openxmlformats.org/officeDocument/2006/relationships/image" Target="../media/image884.png"/><Relationship Id="rId322" Type="http://schemas.openxmlformats.org/officeDocument/2006/relationships/customXml" Target="../ink/ink900.xml"/><Relationship Id="rId343" Type="http://schemas.openxmlformats.org/officeDocument/2006/relationships/image" Target="../media/image905.png"/><Relationship Id="rId61" Type="http://schemas.openxmlformats.org/officeDocument/2006/relationships/image" Target="../media/image764.png"/><Relationship Id="rId82" Type="http://schemas.openxmlformats.org/officeDocument/2006/relationships/customXml" Target="../ink/ink780.xml"/><Relationship Id="rId199" Type="http://schemas.openxmlformats.org/officeDocument/2006/relationships/image" Target="../media/image833.png"/><Relationship Id="rId203" Type="http://schemas.openxmlformats.org/officeDocument/2006/relationships/image" Target="../media/image835.png"/><Relationship Id="rId19" Type="http://schemas.openxmlformats.org/officeDocument/2006/relationships/image" Target="../media/image743.png"/><Relationship Id="rId224" Type="http://schemas.openxmlformats.org/officeDocument/2006/relationships/customXml" Target="../ink/ink851.xml"/><Relationship Id="rId245" Type="http://schemas.openxmlformats.org/officeDocument/2006/relationships/image" Target="../media/image856.png"/><Relationship Id="rId266" Type="http://schemas.openxmlformats.org/officeDocument/2006/relationships/customXml" Target="../ink/ink872.xml"/><Relationship Id="rId287" Type="http://schemas.openxmlformats.org/officeDocument/2006/relationships/image" Target="../media/image877.png"/><Relationship Id="rId30" Type="http://schemas.openxmlformats.org/officeDocument/2006/relationships/customXml" Target="../ink/ink754.xml"/><Relationship Id="rId105" Type="http://schemas.openxmlformats.org/officeDocument/2006/relationships/image" Target="../media/image786.png"/><Relationship Id="rId126" Type="http://schemas.openxmlformats.org/officeDocument/2006/relationships/customXml" Target="../ink/ink802.xml"/><Relationship Id="rId147" Type="http://schemas.openxmlformats.org/officeDocument/2006/relationships/image" Target="../media/image807.png"/><Relationship Id="rId168" Type="http://schemas.openxmlformats.org/officeDocument/2006/relationships/customXml" Target="../ink/ink823.xml"/><Relationship Id="rId312" Type="http://schemas.openxmlformats.org/officeDocument/2006/relationships/customXml" Target="../ink/ink895.xml"/><Relationship Id="rId333" Type="http://schemas.openxmlformats.org/officeDocument/2006/relationships/image" Target="../media/image900.png"/><Relationship Id="rId354" Type="http://schemas.openxmlformats.org/officeDocument/2006/relationships/customXml" Target="../ink/ink916.xml"/><Relationship Id="rId51" Type="http://schemas.openxmlformats.org/officeDocument/2006/relationships/image" Target="../media/image759.png"/><Relationship Id="rId72" Type="http://schemas.openxmlformats.org/officeDocument/2006/relationships/customXml" Target="../ink/ink775.xml"/><Relationship Id="rId93" Type="http://schemas.openxmlformats.org/officeDocument/2006/relationships/image" Target="../media/image780.png"/><Relationship Id="rId189" Type="http://schemas.openxmlformats.org/officeDocument/2006/relationships/image" Target="../media/image828.png"/><Relationship Id="rId3" Type="http://schemas.openxmlformats.org/officeDocument/2006/relationships/image" Target="../media/image735.png"/><Relationship Id="rId214" Type="http://schemas.openxmlformats.org/officeDocument/2006/relationships/customXml" Target="../ink/ink846.xml"/><Relationship Id="rId235" Type="http://schemas.openxmlformats.org/officeDocument/2006/relationships/image" Target="../media/image851.png"/><Relationship Id="rId256" Type="http://schemas.openxmlformats.org/officeDocument/2006/relationships/customXml" Target="../ink/ink867.xml"/><Relationship Id="rId277" Type="http://schemas.openxmlformats.org/officeDocument/2006/relationships/image" Target="../media/image872.png"/><Relationship Id="rId298" Type="http://schemas.openxmlformats.org/officeDocument/2006/relationships/customXml" Target="../ink/ink888.xml"/><Relationship Id="rId116" Type="http://schemas.openxmlformats.org/officeDocument/2006/relationships/customXml" Target="../ink/ink797.xml"/><Relationship Id="rId137" Type="http://schemas.openxmlformats.org/officeDocument/2006/relationships/image" Target="../media/image802.png"/><Relationship Id="rId158" Type="http://schemas.openxmlformats.org/officeDocument/2006/relationships/customXml" Target="../ink/ink818.xml"/><Relationship Id="rId302" Type="http://schemas.openxmlformats.org/officeDocument/2006/relationships/customXml" Target="../ink/ink890.xml"/><Relationship Id="rId323" Type="http://schemas.openxmlformats.org/officeDocument/2006/relationships/image" Target="../media/image895.png"/><Relationship Id="rId344" Type="http://schemas.openxmlformats.org/officeDocument/2006/relationships/customXml" Target="../ink/ink911.xml"/><Relationship Id="rId20" Type="http://schemas.openxmlformats.org/officeDocument/2006/relationships/customXml" Target="../ink/ink749.xml"/><Relationship Id="rId41" Type="http://schemas.openxmlformats.org/officeDocument/2006/relationships/image" Target="../media/image754.png"/><Relationship Id="rId62" Type="http://schemas.openxmlformats.org/officeDocument/2006/relationships/customXml" Target="../ink/ink770.xml"/><Relationship Id="rId83" Type="http://schemas.openxmlformats.org/officeDocument/2006/relationships/image" Target="../media/image775.png"/><Relationship Id="rId179" Type="http://schemas.openxmlformats.org/officeDocument/2006/relationships/image" Target="../media/image823.png"/><Relationship Id="rId190" Type="http://schemas.openxmlformats.org/officeDocument/2006/relationships/customXml" Target="../ink/ink834.xml"/><Relationship Id="rId204" Type="http://schemas.openxmlformats.org/officeDocument/2006/relationships/customXml" Target="../ink/ink841.xml"/><Relationship Id="rId225" Type="http://schemas.openxmlformats.org/officeDocument/2006/relationships/image" Target="../media/image846.png"/><Relationship Id="rId246" Type="http://schemas.openxmlformats.org/officeDocument/2006/relationships/customXml" Target="../ink/ink862.xml"/><Relationship Id="rId267" Type="http://schemas.openxmlformats.org/officeDocument/2006/relationships/image" Target="../media/image867.png"/><Relationship Id="rId288" Type="http://schemas.openxmlformats.org/officeDocument/2006/relationships/customXml" Target="../ink/ink883.xml"/><Relationship Id="rId106" Type="http://schemas.openxmlformats.org/officeDocument/2006/relationships/customXml" Target="../ink/ink792.xml"/><Relationship Id="rId127" Type="http://schemas.openxmlformats.org/officeDocument/2006/relationships/image" Target="../media/image797.png"/><Relationship Id="rId313" Type="http://schemas.openxmlformats.org/officeDocument/2006/relationships/image" Target="../media/image890.png"/><Relationship Id="rId10" Type="http://schemas.openxmlformats.org/officeDocument/2006/relationships/customXml" Target="../ink/ink744.xml"/><Relationship Id="rId31" Type="http://schemas.openxmlformats.org/officeDocument/2006/relationships/image" Target="../media/image749.png"/><Relationship Id="rId52" Type="http://schemas.openxmlformats.org/officeDocument/2006/relationships/customXml" Target="../ink/ink765.xml"/><Relationship Id="rId73" Type="http://schemas.openxmlformats.org/officeDocument/2006/relationships/image" Target="../media/image770.png"/><Relationship Id="rId94" Type="http://schemas.openxmlformats.org/officeDocument/2006/relationships/customXml" Target="../ink/ink786.xml"/><Relationship Id="rId148" Type="http://schemas.openxmlformats.org/officeDocument/2006/relationships/customXml" Target="../ink/ink813.xml"/><Relationship Id="rId169" Type="http://schemas.openxmlformats.org/officeDocument/2006/relationships/image" Target="../media/image818.png"/><Relationship Id="rId334" Type="http://schemas.openxmlformats.org/officeDocument/2006/relationships/customXml" Target="../ink/ink906.xml"/><Relationship Id="rId355" Type="http://schemas.openxmlformats.org/officeDocument/2006/relationships/image" Target="../media/image911.png"/><Relationship Id="rId4" Type="http://schemas.openxmlformats.org/officeDocument/2006/relationships/customXml" Target="../ink/ink741.xml"/><Relationship Id="rId180" Type="http://schemas.openxmlformats.org/officeDocument/2006/relationships/customXml" Target="../ink/ink829.xml"/><Relationship Id="rId215" Type="http://schemas.openxmlformats.org/officeDocument/2006/relationships/image" Target="../media/image841.png"/><Relationship Id="rId236" Type="http://schemas.openxmlformats.org/officeDocument/2006/relationships/customXml" Target="../ink/ink857.xml"/><Relationship Id="rId257" Type="http://schemas.openxmlformats.org/officeDocument/2006/relationships/image" Target="../media/image862.png"/><Relationship Id="rId278" Type="http://schemas.openxmlformats.org/officeDocument/2006/relationships/customXml" Target="../ink/ink878.xml"/><Relationship Id="rId303" Type="http://schemas.openxmlformats.org/officeDocument/2006/relationships/image" Target="../media/image885.png"/><Relationship Id="rId42" Type="http://schemas.openxmlformats.org/officeDocument/2006/relationships/customXml" Target="../ink/ink760.xml"/><Relationship Id="rId84" Type="http://schemas.openxmlformats.org/officeDocument/2006/relationships/customXml" Target="../ink/ink781.xml"/><Relationship Id="rId138" Type="http://schemas.openxmlformats.org/officeDocument/2006/relationships/customXml" Target="../ink/ink808.xml"/><Relationship Id="rId345" Type="http://schemas.openxmlformats.org/officeDocument/2006/relationships/image" Target="../media/image906.png"/><Relationship Id="rId191" Type="http://schemas.openxmlformats.org/officeDocument/2006/relationships/image" Target="../media/image829.png"/><Relationship Id="rId205" Type="http://schemas.openxmlformats.org/officeDocument/2006/relationships/image" Target="../media/image836.png"/><Relationship Id="rId247" Type="http://schemas.openxmlformats.org/officeDocument/2006/relationships/image" Target="../media/image857.png"/><Relationship Id="rId107" Type="http://schemas.openxmlformats.org/officeDocument/2006/relationships/image" Target="../media/image787.png"/><Relationship Id="rId289" Type="http://schemas.openxmlformats.org/officeDocument/2006/relationships/image" Target="../media/image878.png"/><Relationship Id="rId11" Type="http://schemas.openxmlformats.org/officeDocument/2006/relationships/image" Target="../media/image739.png"/><Relationship Id="rId53" Type="http://schemas.openxmlformats.org/officeDocument/2006/relationships/image" Target="../media/image760.png"/><Relationship Id="rId149" Type="http://schemas.openxmlformats.org/officeDocument/2006/relationships/image" Target="../media/image808.png"/><Relationship Id="rId314" Type="http://schemas.openxmlformats.org/officeDocument/2006/relationships/customXml" Target="../ink/ink896.xml"/><Relationship Id="rId95" Type="http://schemas.openxmlformats.org/officeDocument/2006/relationships/image" Target="../media/image781.png"/><Relationship Id="rId160" Type="http://schemas.openxmlformats.org/officeDocument/2006/relationships/customXml" Target="../ink/ink819.xml"/><Relationship Id="rId216" Type="http://schemas.openxmlformats.org/officeDocument/2006/relationships/customXml" Target="../ink/ink847.xml"/><Relationship Id="rId258" Type="http://schemas.openxmlformats.org/officeDocument/2006/relationships/customXml" Target="../ink/ink868.xml"/><Relationship Id="rId22" Type="http://schemas.openxmlformats.org/officeDocument/2006/relationships/customXml" Target="../ink/ink750.xml"/><Relationship Id="rId64" Type="http://schemas.openxmlformats.org/officeDocument/2006/relationships/customXml" Target="../ink/ink771.xml"/><Relationship Id="rId118" Type="http://schemas.openxmlformats.org/officeDocument/2006/relationships/customXml" Target="../ink/ink798.xml"/><Relationship Id="rId325" Type="http://schemas.openxmlformats.org/officeDocument/2006/relationships/image" Target="../media/image896.png"/><Relationship Id="rId171" Type="http://schemas.openxmlformats.org/officeDocument/2006/relationships/image" Target="../media/image819.png"/><Relationship Id="rId227" Type="http://schemas.openxmlformats.org/officeDocument/2006/relationships/image" Target="../media/image847.png"/><Relationship Id="rId269" Type="http://schemas.openxmlformats.org/officeDocument/2006/relationships/image" Target="../media/image868.png"/><Relationship Id="rId33" Type="http://schemas.openxmlformats.org/officeDocument/2006/relationships/image" Target="../media/image750.png"/><Relationship Id="rId129" Type="http://schemas.openxmlformats.org/officeDocument/2006/relationships/image" Target="../media/image798.png"/><Relationship Id="rId280" Type="http://schemas.openxmlformats.org/officeDocument/2006/relationships/customXml" Target="../ink/ink879.xml"/><Relationship Id="rId336" Type="http://schemas.openxmlformats.org/officeDocument/2006/relationships/customXml" Target="../ink/ink907.xml"/><Relationship Id="rId75" Type="http://schemas.openxmlformats.org/officeDocument/2006/relationships/image" Target="../media/image771.png"/><Relationship Id="rId140" Type="http://schemas.openxmlformats.org/officeDocument/2006/relationships/customXml" Target="../ink/ink809.xml"/><Relationship Id="rId182" Type="http://schemas.openxmlformats.org/officeDocument/2006/relationships/customXml" Target="../ink/ink830.xml"/><Relationship Id="rId6" Type="http://schemas.openxmlformats.org/officeDocument/2006/relationships/customXml" Target="../ink/ink742.xml"/><Relationship Id="rId238" Type="http://schemas.openxmlformats.org/officeDocument/2006/relationships/customXml" Target="../ink/ink858.xml"/><Relationship Id="rId291" Type="http://schemas.openxmlformats.org/officeDocument/2006/relationships/image" Target="../media/image879.png"/><Relationship Id="rId305" Type="http://schemas.openxmlformats.org/officeDocument/2006/relationships/image" Target="../media/image886.png"/><Relationship Id="rId347" Type="http://schemas.openxmlformats.org/officeDocument/2006/relationships/image" Target="../media/image907.png"/><Relationship Id="rId44" Type="http://schemas.openxmlformats.org/officeDocument/2006/relationships/customXml" Target="../ink/ink761.xml"/><Relationship Id="rId86" Type="http://schemas.openxmlformats.org/officeDocument/2006/relationships/customXml" Target="../ink/ink782.xml"/><Relationship Id="rId151" Type="http://schemas.openxmlformats.org/officeDocument/2006/relationships/image" Target="../media/image809.png"/><Relationship Id="rId193" Type="http://schemas.openxmlformats.org/officeDocument/2006/relationships/image" Target="../media/image830.png"/><Relationship Id="rId207" Type="http://schemas.openxmlformats.org/officeDocument/2006/relationships/image" Target="../media/image837.png"/><Relationship Id="rId249" Type="http://schemas.openxmlformats.org/officeDocument/2006/relationships/image" Target="../media/image858.png"/><Relationship Id="rId13" Type="http://schemas.openxmlformats.org/officeDocument/2006/relationships/image" Target="../media/image740.png"/><Relationship Id="rId109" Type="http://schemas.openxmlformats.org/officeDocument/2006/relationships/image" Target="../media/image788.png"/><Relationship Id="rId260" Type="http://schemas.openxmlformats.org/officeDocument/2006/relationships/customXml" Target="../ink/ink869.xml"/><Relationship Id="rId316" Type="http://schemas.openxmlformats.org/officeDocument/2006/relationships/customXml" Target="../ink/ink897.xml"/><Relationship Id="rId55" Type="http://schemas.openxmlformats.org/officeDocument/2006/relationships/image" Target="../media/image761.png"/><Relationship Id="rId97" Type="http://schemas.openxmlformats.org/officeDocument/2006/relationships/image" Target="../media/image782.png"/><Relationship Id="rId120" Type="http://schemas.openxmlformats.org/officeDocument/2006/relationships/customXml" Target="../ink/ink799.xml"/><Relationship Id="rId162" Type="http://schemas.openxmlformats.org/officeDocument/2006/relationships/customXml" Target="../ink/ink820.xml"/><Relationship Id="rId218" Type="http://schemas.openxmlformats.org/officeDocument/2006/relationships/customXml" Target="../ink/ink848.xml"/><Relationship Id="rId271" Type="http://schemas.openxmlformats.org/officeDocument/2006/relationships/image" Target="../media/image869.png"/><Relationship Id="rId24" Type="http://schemas.openxmlformats.org/officeDocument/2006/relationships/customXml" Target="../ink/ink751.xml"/><Relationship Id="rId66" Type="http://schemas.openxmlformats.org/officeDocument/2006/relationships/customXml" Target="../ink/ink772.xml"/><Relationship Id="rId131" Type="http://schemas.openxmlformats.org/officeDocument/2006/relationships/image" Target="../media/image799.png"/><Relationship Id="rId327" Type="http://schemas.openxmlformats.org/officeDocument/2006/relationships/image" Target="../media/image897.png"/><Relationship Id="rId173" Type="http://schemas.openxmlformats.org/officeDocument/2006/relationships/image" Target="../media/image820.png"/><Relationship Id="rId229" Type="http://schemas.openxmlformats.org/officeDocument/2006/relationships/image" Target="../media/image848.png"/><Relationship Id="rId240" Type="http://schemas.openxmlformats.org/officeDocument/2006/relationships/customXml" Target="../ink/ink859.xml"/><Relationship Id="rId35" Type="http://schemas.openxmlformats.org/officeDocument/2006/relationships/image" Target="../media/image751.png"/><Relationship Id="rId77" Type="http://schemas.openxmlformats.org/officeDocument/2006/relationships/image" Target="../media/image772.png"/><Relationship Id="rId100" Type="http://schemas.openxmlformats.org/officeDocument/2006/relationships/customXml" Target="../ink/ink789.xml"/><Relationship Id="rId282" Type="http://schemas.openxmlformats.org/officeDocument/2006/relationships/customXml" Target="../ink/ink880.xml"/><Relationship Id="rId338" Type="http://schemas.openxmlformats.org/officeDocument/2006/relationships/customXml" Target="../ink/ink908.xml"/><Relationship Id="rId8" Type="http://schemas.openxmlformats.org/officeDocument/2006/relationships/customXml" Target="../ink/ink743.xml"/><Relationship Id="rId142" Type="http://schemas.openxmlformats.org/officeDocument/2006/relationships/customXml" Target="../ink/ink810.xml"/><Relationship Id="rId184" Type="http://schemas.openxmlformats.org/officeDocument/2006/relationships/customXml" Target="../ink/ink831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69.png"/><Relationship Id="rId299" Type="http://schemas.openxmlformats.org/officeDocument/2006/relationships/image" Target="../media/image1060.png"/><Relationship Id="rId21" Type="http://schemas.openxmlformats.org/officeDocument/2006/relationships/image" Target="../media/image921.png"/><Relationship Id="rId63" Type="http://schemas.openxmlformats.org/officeDocument/2006/relationships/image" Target="../media/image942.png"/><Relationship Id="rId159" Type="http://schemas.openxmlformats.org/officeDocument/2006/relationships/image" Target="../media/image990.png"/><Relationship Id="rId324" Type="http://schemas.openxmlformats.org/officeDocument/2006/relationships/customXml" Target="../ink/ink1078.xml"/><Relationship Id="rId170" Type="http://schemas.openxmlformats.org/officeDocument/2006/relationships/customXml" Target="../ink/ink1001.xml"/><Relationship Id="rId226" Type="http://schemas.openxmlformats.org/officeDocument/2006/relationships/customXml" Target="../ink/ink1029.xml"/><Relationship Id="rId268" Type="http://schemas.openxmlformats.org/officeDocument/2006/relationships/customXml" Target="../ink/ink1050.xml"/><Relationship Id="rId32" Type="http://schemas.openxmlformats.org/officeDocument/2006/relationships/customXml" Target="../ink/ink932.xml"/><Relationship Id="rId74" Type="http://schemas.openxmlformats.org/officeDocument/2006/relationships/customXml" Target="../ink/ink953.xml"/><Relationship Id="rId128" Type="http://schemas.openxmlformats.org/officeDocument/2006/relationships/customXml" Target="../ink/ink980.xml"/><Relationship Id="rId335" Type="http://schemas.openxmlformats.org/officeDocument/2006/relationships/image" Target="../media/image1078.png"/><Relationship Id="rId5" Type="http://schemas.openxmlformats.org/officeDocument/2006/relationships/image" Target="../media/image913.png"/><Relationship Id="rId181" Type="http://schemas.openxmlformats.org/officeDocument/2006/relationships/image" Target="../media/image1001.png"/><Relationship Id="rId237" Type="http://schemas.openxmlformats.org/officeDocument/2006/relationships/image" Target="../media/image1029.png"/><Relationship Id="rId279" Type="http://schemas.openxmlformats.org/officeDocument/2006/relationships/image" Target="../media/image1050.png"/><Relationship Id="rId43" Type="http://schemas.openxmlformats.org/officeDocument/2006/relationships/image" Target="../media/image932.png"/><Relationship Id="rId139" Type="http://schemas.openxmlformats.org/officeDocument/2006/relationships/image" Target="../media/image980.png"/><Relationship Id="rId290" Type="http://schemas.openxmlformats.org/officeDocument/2006/relationships/customXml" Target="../ink/ink1061.xml"/><Relationship Id="rId304" Type="http://schemas.openxmlformats.org/officeDocument/2006/relationships/customXml" Target="../ink/ink1068.xml"/><Relationship Id="rId346" Type="http://schemas.openxmlformats.org/officeDocument/2006/relationships/customXml" Target="../ink/ink1089.xml"/><Relationship Id="rId85" Type="http://schemas.openxmlformats.org/officeDocument/2006/relationships/image" Target="../media/image953.png"/><Relationship Id="rId150" Type="http://schemas.openxmlformats.org/officeDocument/2006/relationships/customXml" Target="../ink/ink991.xml"/><Relationship Id="rId192" Type="http://schemas.openxmlformats.org/officeDocument/2006/relationships/customXml" Target="../ink/ink1012.xml"/><Relationship Id="rId206" Type="http://schemas.openxmlformats.org/officeDocument/2006/relationships/customXml" Target="../ink/ink1019.xml"/><Relationship Id="rId248" Type="http://schemas.openxmlformats.org/officeDocument/2006/relationships/customXml" Target="../ink/ink1040.xml"/><Relationship Id="rId12" Type="http://schemas.openxmlformats.org/officeDocument/2006/relationships/customXml" Target="../ink/ink922.xml"/><Relationship Id="rId108" Type="http://schemas.openxmlformats.org/officeDocument/2006/relationships/customXml" Target="../ink/ink970.xml"/><Relationship Id="rId315" Type="http://schemas.openxmlformats.org/officeDocument/2006/relationships/image" Target="../media/image1068.png"/><Relationship Id="rId54" Type="http://schemas.openxmlformats.org/officeDocument/2006/relationships/customXml" Target="../ink/ink943.xml"/><Relationship Id="rId96" Type="http://schemas.openxmlformats.org/officeDocument/2006/relationships/customXml" Target="../ink/ink964.xml"/><Relationship Id="rId161" Type="http://schemas.openxmlformats.org/officeDocument/2006/relationships/image" Target="../media/image991.png"/><Relationship Id="rId217" Type="http://schemas.openxmlformats.org/officeDocument/2006/relationships/image" Target="../media/image1019.png"/><Relationship Id="rId259" Type="http://schemas.openxmlformats.org/officeDocument/2006/relationships/image" Target="../media/image1040.png"/><Relationship Id="rId23" Type="http://schemas.openxmlformats.org/officeDocument/2006/relationships/image" Target="../media/image922.png"/><Relationship Id="rId119" Type="http://schemas.openxmlformats.org/officeDocument/2006/relationships/image" Target="../media/image970.png"/><Relationship Id="rId270" Type="http://schemas.openxmlformats.org/officeDocument/2006/relationships/customXml" Target="../ink/ink1051.xml"/><Relationship Id="rId326" Type="http://schemas.openxmlformats.org/officeDocument/2006/relationships/customXml" Target="../ink/ink1079.xml"/><Relationship Id="rId65" Type="http://schemas.openxmlformats.org/officeDocument/2006/relationships/image" Target="../media/image943.png"/><Relationship Id="rId130" Type="http://schemas.openxmlformats.org/officeDocument/2006/relationships/customXml" Target="../ink/ink981.xml"/><Relationship Id="rId172" Type="http://schemas.openxmlformats.org/officeDocument/2006/relationships/customXml" Target="../ink/ink1002.xml"/><Relationship Id="rId228" Type="http://schemas.openxmlformats.org/officeDocument/2006/relationships/customXml" Target="../ink/ink1030.xml"/><Relationship Id="rId281" Type="http://schemas.openxmlformats.org/officeDocument/2006/relationships/image" Target="../media/image1051.png"/><Relationship Id="rId337" Type="http://schemas.openxmlformats.org/officeDocument/2006/relationships/image" Target="../media/image1079.png"/><Relationship Id="rId34" Type="http://schemas.openxmlformats.org/officeDocument/2006/relationships/customXml" Target="../ink/ink933.xml"/><Relationship Id="rId76" Type="http://schemas.openxmlformats.org/officeDocument/2006/relationships/customXml" Target="../ink/ink954.xml"/><Relationship Id="rId141" Type="http://schemas.openxmlformats.org/officeDocument/2006/relationships/image" Target="../media/image981.png"/><Relationship Id="rId7" Type="http://schemas.openxmlformats.org/officeDocument/2006/relationships/image" Target="../media/image914.png"/><Relationship Id="rId183" Type="http://schemas.openxmlformats.org/officeDocument/2006/relationships/image" Target="../media/image1002.png"/><Relationship Id="rId239" Type="http://schemas.openxmlformats.org/officeDocument/2006/relationships/image" Target="../media/image1030.png"/><Relationship Id="rId250" Type="http://schemas.openxmlformats.org/officeDocument/2006/relationships/customXml" Target="../ink/ink1041.xml"/><Relationship Id="rId292" Type="http://schemas.openxmlformats.org/officeDocument/2006/relationships/customXml" Target="../ink/ink1062.xml"/><Relationship Id="rId306" Type="http://schemas.openxmlformats.org/officeDocument/2006/relationships/customXml" Target="../ink/ink1069.xml"/><Relationship Id="rId45" Type="http://schemas.openxmlformats.org/officeDocument/2006/relationships/image" Target="../media/image933.png"/><Relationship Id="rId87" Type="http://schemas.openxmlformats.org/officeDocument/2006/relationships/image" Target="../media/image954.png"/><Relationship Id="rId110" Type="http://schemas.openxmlformats.org/officeDocument/2006/relationships/customXml" Target="../ink/ink971.xml"/><Relationship Id="rId348" Type="http://schemas.openxmlformats.org/officeDocument/2006/relationships/customXml" Target="../ink/ink1090.xml"/><Relationship Id="rId152" Type="http://schemas.openxmlformats.org/officeDocument/2006/relationships/customXml" Target="../ink/ink992.xml"/><Relationship Id="rId194" Type="http://schemas.openxmlformats.org/officeDocument/2006/relationships/customXml" Target="../ink/ink1013.xml"/><Relationship Id="rId208" Type="http://schemas.openxmlformats.org/officeDocument/2006/relationships/customXml" Target="../ink/ink1020.xml"/><Relationship Id="rId261" Type="http://schemas.openxmlformats.org/officeDocument/2006/relationships/image" Target="../media/image1041.png"/><Relationship Id="rId14" Type="http://schemas.openxmlformats.org/officeDocument/2006/relationships/customXml" Target="../ink/ink923.xml"/><Relationship Id="rId56" Type="http://schemas.openxmlformats.org/officeDocument/2006/relationships/customXml" Target="../ink/ink944.xml"/><Relationship Id="rId317" Type="http://schemas.openxmlformats.org/officeDocument/2006/relationships/image" Target="../media/image1069.png"/><Relationship Id="rId8" Type="http://schemas.openxmlformats.org/officeDocument/2006/relationships/customXml" Target="../ink/ink920.xml"/><Relationship Id="rId98" Type="http://schemas.openxmlformats.org/officeDocument/2006/relationships/customXml" Target="../ink/ink965.xml"/><Relationship Id="rId121" Type="http://schemas.openxmlformats.org/officeDocument/2006/relationships/image" Target="../media/image971.png"/><Relationship Id="rId142" Type="http://schemas.openxmlformats.org/officeDocument/2006/relationships/customXml" Target="../ink/ink987.xml"/><Relationship Id="rId163" Type="http://schemas.openxmlformats.org/officeDocument/2006/relationships/image" Target="../media/image992.png"/><Relationship Id="rId184" Type="http://schemas.openxmlformats.org/officeDocument/2006/relationships/customXml" Target="../ink/ink1008.xml"/><Relationship Id="rId219" Type="http://schemas.openxmlformats.org/officeDocument/2006/relationships/image" Target="../media/image1020.png"/><Relationship Id="rId230" Type="http://schemas.openxmlformats.org/officeDocument/2006/relationships/customXml" Target="../ink/ink1031.xml"/><Relationship Id="rId251" Type="http://schemas.openxmlformats.org/officeDocument/2006/relationships/image" Target="../media/image1036.png"/><Relationship Id="rId25" Type="http://schemas.openxmlformats.org/officeDocument/2006/relationships/image" Target="../media/image923.png"/><Relationship Id="rId46" Type="http://schemas.openxmlformats.org/officeDocument/2006/relationships/customXml" Target="../ink/ink939.xml"/><Relationship Id="rId67" Type="http://schemas.openxmlformats.org/officeDocument/2006/relationships/image" Target="../media/image944.png"/><Relationship Id="rId272" Type="http://schemas.openxmlformats.org/officeDocument/2006/relationships/customXml" Target="../ink/ink1052.xml"/><Relationship Id="rId293" Type="http://schemas.openxmlformats.org/officeDocument/2006/relationships/image" Target="../media/image1057.png"/><Relationship Id="rId307" Type="http://schemas.openxmlformats.org/officeDocument/2006/relationships/image" Target="../media/image1064.png"/><Relationship Id="rId328" Type="http://schemas.openxmlformats.org/officeDocument/2006/relationships/customXml" Target="../ink/ink1080.xml"/><Relationship Id="rId349" Type="http://schemas.openxmlformats.org/officeDocument/2006/relationships/image" Target="../media/image1085.png"/><Relationship Id="rId88" Type="http://schemas.openxmlformats.org/officeDocument/2006/relationships/customXml" Target="../ink/ink960.xml"/><Relationship Id="rId111" Type="http://schemas.openxmlformats.org/officeDocument/2006/relationships/image" Target="../media/image966.png"/><Relationship Id="rId132" Type="http://schemas.openxmlformats.org/officeDocument/2006/relationships/customXml" Target="../ink/ink982.xml"/><Relationship Id="rId153" Type="http://schemas.openxmlformats.org/officeDocument/2006/relationships/image" Target="../media/image987.png"/><Relationship Id="rId174" Type="http://schemas.openxmlformats.org/officeDocument/2006/relationships/customXml" Target="../ink/ink1003.xml"/><Relationship Id="rId195" Type="http://schemas.openxmlformats.org/officeDocument/2006/relationships/image" Target="../media/image1008.png"/><Relationship Id="rId209" Type="http://schemas.openxmlformats.org/officeDocument/2006/relationships/image" Target="../media/image1015.png"/><Relationship Id="rId220" Type="http://schemas.openxmlformats.org/officeDocument/2006/relationships/customXml" Target="../ink/ink1026.xml"/><Relationship Id="rId241" Type="http://schemas.openxmlformats.org/officeDocument/2006/relationships/image" Target="../media/image1031.png"/><Relationship Id="rId15" Type="http://schemas.openxmlformats.org/officeDocument/2006/relationships/image" Target="../media/image918.png"/><Relationship Id="rId36" Type="http://schemas.openxmlformats.org/officeDocument/2006/relationships/customXml" Target="../ink/ink934.xml"/><Relationship Id="rId57" Type="http://schemas.openxmlformats.org/officeDocument/2006/relationships/image" Target="../media/image939.png"/><Relationship Id="rId262" Type="http://schemas.openxmlformats.org/officeDocument/2006/relationships/customXml" Target="../ink/ink1047.xml"/><Relationship Id="rId283" Type="http://schemas.openxmlformats.org/officeDocument/2006/relationships/image" Target="../media/image1052.png"/><Relationship Id="rId318" Type="http://schemas.openxmlformats.org/officeDocument/2006/relationships/customXml" Target="../ink/ink1075.xml"/><Relationship Id="rId339" Type="http://schemas.openxmlformats.org/officeDocument/2006/relationships/image" Target="../media/image1080.png"/><Relationship Id="rId78" Type="http://schemas.openxmlformats.org/officeDocument/2006/relationships/customXml" Target="../ink/ink955.xml"/><Relationship Id="rId99" Type="http://schemas.openxmlformats.org/officeDocument/2006/relationships/image" Target="../media/image960.png"/><Relationship Id="rId101" Type="http://schemas.openxmlformats.org/officeDocument/2006/relationships/image" Target="../media/image961.png"/><Relationship Id="rId122" Type="http://schemas.openxmlformats.org/officeDocument/2006/relationships/customXml" Target="../ink/ink977.xml"/><Relationship Id="rId143" Type="http://schemas.openxmlformats.org/officeDocument/2006/relationships/image" Target="../media/image982.png"/><Relationship Id="rId164" Type="http://schemas.openxmlformats.org/officeDocument/2006/relationships/customXml" Target="../ink/ink998.xml"/><Relationship Id="rId185" Type="http://schemas.openxmlformats.org/officeDocument/2006/relationships/image" Target="../media/image1003.png"/><Relationship Id="rId9" Type="http://schemas.openxmlformats.org/officeDocument/2006/relationships/image" Target="../media/image915.png"/><Relationship Id="rId210" Type="http://schemas.openxmlformats.org/officeDocument/2006/relationships/customXml" Target="../ink/ink1021.xml"/><Relationship Id="rId26" Type="http://schemas.openxmlformats.org/officeDocument/2006/relationships/customXml" Target="../ink/ink929.xml"/><Relationship Id="rId231" Type="http://schemas.openxmlformats.org/officeDocument/2006/relationships/image" Target="../media/image1026.png"/><Relationship Id="rId252" Type="http://schemas.openxmlformats.org/officeDocument/2006/relationships/customXml" Target="../ink/ink1042.xml"/><Relationship Id="rId273" Type="http://schemas.openxmlformats.org/officeDocument/2006/relationships/image" Target="../media/image1047.png"/><Relationship Id="rId294" Type="http://schemas.openxmlformats.org/officeDocument/2006/relationships/customXml" Target="../ink/ink1063.xml"/><Relationship Id="rId308" Type="http://schemas.openxmlformats.org/officeDocument/2006/relationships/customXml" Target="../ink/ink1070.xml"/><Relationship Id="rId329" Type="http://schemas.openxmlformats.org/officeDocument/2006/relationships/image" Target="../media/image1075.png"/><Relationship Id="rId47" Type="http://schemas.openxmlformats.org/officeDocument/2006/relationships/image" Target="../media/image934.png"/><Relationship Id="rId68" Type="http://schemas.openxmlformats.org/officeDocument/2006/relationships/customXml" Target="../ink/ink950.xml"/><Relationship Id="rId89" Type="http://schemas.openxmlformats.org/officeDocument/2006/relationships/image" Target="../media/image955.png"/><Relationship Id="rId112" Type="http://schemas.openxmlformats.org/officeDocument/2006/relationships/customXml" Target="../ink/ink972.xml"/><Relationship Id="rId133" Type="http://schemas.openxmlformats.org/officeDocument/2006/relationships/image" Target="../media/image977.png"/><Relationship Id="rId154" Type="http://schemas.openxmlformats.org/officeDocument/2006/relationships/customXml" Target="../ink/ink993.xml"/><Relationship Id="rId175" Type="http://schemas.openxmlformats.org/officeDocument/2006/relationships/image" Target="../media/image998.png"/><Relationship Id="rId340" Type="http://schemas.openxmlformats.org/officeDocument/2006/relationships/customXml" Target="../ink/ink1086.xml"/><Relationship Id="rId196" Type="http://schemas.openxmlformats.org/officeDocument/2006/relationships/customXml" Target="../ink/ink1014.xml"/><Relationship Id="rId200" Type="http://schemas.openxmlformats.org/officeDocument/2006/relationships/customXml" Target="../ink/ink1016.xml"/><Relationship Id="rId16" Type="http://schemas.openxmlformats.org/officeDocument/2006/relationships/customXml" Target="../ink/ink924.xml"/><Relationship Id="rId221" Type="http://schemas.openxmlformats.org/officeDocument/2006/relationships/image" Target="../media/image1021.png"/><Relationship Id="rId242" Type="http://schemas.openxmlformats.org/officeDocument/2006/relationships/customXml" Target="../ink/ink1037.xml"/><Relationship Id="rId263" Type="http://schemas.openxmlformats.org/officeDocument/2006/relationships/image" Target="../media/image1042.png"/><Relationship Id="rId284" Type="http://schemas.openxmlformats.org/officeDocument/2006/relationships/customXml" Target="../ink/ink1058.xml"/><Relationship Id="rId319" Type="http://schemas.openxmlformats.org/officeDocument/2006/relationships/image" Target="../media/image1070.png"/><Relationship Id="rId37" Type="http://schemas.openxmlformats.org/officeDocument/2006/relationships/image" Target="../media/image929.png"/><Relationship Id="rId58" Type="http://schemas.openxmlformats.org/officeDocument/2006/relationships/customXml" Target="../ink/ink945.xml"/><Relationship Id="rId79" Type="http://schemas.openxmlformats.org/officeDocument/2006/relationships/image" Target="../media/image950.png"/><Relationship Id="rId102" Type="http://schemas.openxmlformats.org/officeDocument/2006/relationships/customXml" Target="../ink/ink967.xml"/><Relationship Id="rId123" Type="http://schemas.openxmlformats.org/officeDocument/2006/relationships/image" Target="../media/image972.png"/><Relationship Id="rId144" Type="http://schemas.openxmlformats.org/officeDocument/2006/relationships/customXml" Target="../ink/ink988.xml"/><Relationship Id="rId330" Type="http://schemas.openxmlformats.org/officeDocument/2006/relationships/customXml" Target="../ink/ink1081.xml"/><Relationship Id="rId90" Type="http://schemas.openxmlformats.org/officeDocument/2006/relationships/customXml" Target="../ink/ink961.xml"/><Relationship Id="rId165" Type="http://schemas.openxmlformats.org/officeDocument/2006/relationships/image" Target="../media/image993.png"/><Relationship Id="rId186" Type="http://schemas.openxmlformats.org/officeDocument/2006/relationships/customXml" Target="../ink/ink1009.xml"/><Relationship Id="rId211" Type="http://schemas.openxmlformats.org/officeDocument/2006/relationships/image" Target="../media/image1016.png"/><Relationship Id="rId232" Type="http://schemas.openxmlformats.org/officeDocument/2006/relationships/customXml" Target="../ink/ink1032.xml"/><Relationship Id="rId253" Type="http://schemas.openxmlformats.org/officeDocument/2006/relationships/image" Target="../media/image1037.png"/><Relationship Id="rId274" Type="http://schemas.openxmlformats.org/officeDocument/2006/relationships/customXml" Target="../ink/ink1053.xml"/><Relationship Id="rId295" Type="http://schemas.openxmlformats.org/officeDocument/2006/relationships/image" Target="../media/image1058.png"/><Relationship Id="rId309" Type="http://schemas.openxmlformats.org/officeDocument/2006/relationships/image" Target="../media/image1065.png"/><Relationship Id="rId27" Type="http://schemas.openxmlformats.org/officeDocument/2006/relationships/image" Target="../media/image924.png"/><Relationship Id="rId48" Type="http://schemas.openxmlformats.org/officeDocument/2006/relationships/customXml" Target="../ink/ink940.xml"/><Relationship Id="rId69" Type="http://schemas.openxmlformats.org/officeDocument/2006/relationships/image" Target="../media/image945.png"/><Relationship Id="rId113" Type="http://schemas.openxmlformats.org/officeDocument/2006/relationships/image" Target="../media/image967.png"/><Relationship Id="rId134" Type="http://schemas.openxmlformats.org/officeDocument/2006/relationships/customXml" Target="../ink/ink983.xml"/><Relationship Id="rId320" Type="http://schemas.openxmlformats.org/officeDocument/2006/relationships/customXml" Target="../ink/ink1076.xml"/><Relationship Id="rId80" Type="http://schemas.openxmlformats.org/officeDocument/2006/relationships/customXml" Target="../ink/ink956.xml"/><Relationship Id="rId155" Type="http://schemas.openxmlformats.org/officeDocument/2006/relationships/image" Target="../media/image988.png"/><Relationship Id="rId176" Type="http://schemas.openxmlformats.org/officeDocument/2006/relationships/customXml" Target="../ink/ink1004.xml"/><Relationship Id="rId197" Type="http://schemas.openxmlformats.org/officeDocument/2006/relationships/image" Target="../media/image1009.png"/><Relationship Id="rId341" Type="http://schemas.openxmlformats.org/officeDocument/2006/relationships/image" Target="../media/image1081.png"/><Relationship Id="rId201" Type="http://schemas.openxmlformats.org/officeDocument/2006/relationships/image" Target="../media/image1011.png"/><Relationship Id="rId222" Type="http://schemas.openxmlformats.org/officeDocument/2006/relationships/customXml" Target="../ink/ink1027.xml"/><Relationship Id="rId243" Type="http://schemas.openxmlformats.org/officeDocument/2006/relationships/image" Target="../media/image1032.png"/><Relationship Id="rId264" Type="http://schemas.openxmlformats.org/officeDocument/2006/relationships/customXml" Target="../ink/ink1048.xml"/><Relationship Id="rId285" Type="http://schemas.openxmlformats.org/officeDocument/2006/relationships/image" Target="../media/image1053.png"/><Relationship Id="rId17" Type="http://schemas.openxmlformats.org/officeDocument/2006/relationships/image" Target="../media/image919.png"/><Relationship Id="rId38" Type="http://schemas.openxmlformats.org/officeDocument/2006/relationships/customXml" Target="../ink/ink935.xml"/><Relationship Id="rId59" Type="http://schemas.openxmlformats.org/officeDocument/2006/relationships/image" Target="../media/image940.png"/><Relationship Id="rId103" Type="http://schemas.openxmlformats.org/officeDocument/2006/relationships/image" Target="../media/image962.png"/><Relationship Id="rId124" Type="http://schemas.openxmlformats.org/officeDocument/2006/relationships/customXml" Target="../ink/ink978.xml"/><Relationship Id="rId310" Type="http://schemas.openxmlformats.org/officeDocument/2006/relationships/customXml" Target="../ink/ink1071.xml"/><Relationship Id="rId70" Type="http://schemas.openxmlformats.org/officeDocument/2006/relationships/customXml" Target="../ink/ink951.xml"/><Relationship Id="rId91" Type="http://schemas.openxmlformats.org/officeDocument/2006/relationships/image" Target="../media/image956.png"/><Relationship Id="rId145" Type="http://schemas.openxmlformats.org/officeDocument/2006/relationships/image" Target="../media/image983.png"/><Relationship Id="rId166" Type="http://schemas.openxmlformats.org/officeDocument/2006/relationships/customXml" Target="../ink/ink999.xml"/><Relationship Id="rId187" Type="http://schemas.openxmlformats.org/officeDocument/2006/relationships/image" Target="../media/image1004.png"/><Relationship Id="rId331" Type="http://schemas.openxmlformats.org/officeDocument/2006/relationships/image" Target="../media/image107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22.xml"/><Relationship Id="rId233" Type="http://schemas.openxmlformats.org/officeDocument/2006/relationships/image" Target="../media/image1027.png"/><Relationship Id="rId254" Type="http://schemas.openxmlformats.org/officeDocument/2006/relationships/customXml" Target="../ink/ink1043.xml"/><Relationship Id="rId28" Type="http://schemas.openxmlformats.org/officeDocument/2006/relationships/customXml" Target="../ink/ink930.xml"/><Relationship Id="rId49" Type="http://schemas.openxmlformats.org/officeDocument/2006/relationships/image" Target="../media/image935.png"/><Relationship Id="rId114" Type="http://schemas.openxmlformats.org/officeDocument/2006/relationships/customXml" Target="../ink/ink973.xml"/><Relationship Id="rId275" Type="http://schemas.openxmlformats.org/officeDocument/2006/relationships/image" Target="../media/image1048.png"/><Relationship Id="rId296" Type="http://schemas.openxmlformats.org/officeDocument/2006/relationships/customXml" Target="../ink/ink1064.xml"/><Relationship Id="rId300" Type="http://schemas.openxmlformats.org/officeDocument/2006/relationships/customXml" Target="../ink/ink1066.xml"/><Relationship Id="rId60" Type="http://schemas.openxmlformats.org/officeDocument/2006/relationships/customXml" Target="../ink/ink946.xml"/><Relationship Id="rId81" Type="http://schemas.openxmlformats.org/officeDocument/2006/relationships/image" Target="../media/image951.png"/><Relationship Id="rId135" Type="http://schemas.openxmlformats.org/officeDocument/2006/relationships/image" Target="../media/image978.png"/><Relationship Id="rId156" Type="http://schemas.openxmlformats.org/officeDocument/2006/relationships/customXml" Target="../ink/ink994.xml"/><Relationship Id="rId177" Type="http://schemas.openxmlformats.org/officeDocument/2006/relationships/image" Target="../media/image999.png"/><Relationship Id="rId198" Type="http://schemas.openxmlformats.org/officeDocument/2006/relationships/customXml" Target="../ink/ink1015.xml"/><Relationship Id="rId321" Type="http://schemas.openxmlformats.org/officeDocument/2006/relationships/image" Target="../media/image1071.png"/><Relationship Id="rId342" Type="http://schemas.openxmlformats.org/officeDocument/2006/relationships/customXml" Target="../ink/ink1087.xml"/><Relationship Id="rId202" Type="http://schemas.openxmlformats.org/officeDocument/2006/relationships/customXml" Target="../ink/ink1017.xml"/><Relationship Id="rId223" Type="http://schemas.openxmlformats.org/officeDocument/2006/relationships/image" Target="../media/image1022.png"/><Relationship Id="rId244" Type="http://schemas.openxmlformats.org/officeDocument/2006/relationships/customXml" Target="../ink/ink1038.xml"/><Relationship Id="rId18" Type="http://schemas.openxmlformats.org/officeDocument/2006/relationships/customXml" Target="../ink/ink925.xml"/><Relationship Id="rId39" Type="http://schemas.openxmlformats.org/officeDocument/2006/relationships/image" Target="../media/image930.png"/><Relationship Id="rId265" Type="http://schemas.openxmlformats.org/officeDocument/2006/relationships/image" Target="../media/image1043.png"/><Relationship Id="rId286" Type="http://schemas.openxmlformats.org/officeDocument/2006/relationships/customXml" Target="../ink/ink1059.xml"/><Relationship Id="rId50" Type="http://schemas.openxmlformats.org/officeDocument/2006/relationships/customXml" Target="../ink/ink941.xml"/><Relationship Id="rId104" Type="http://schemas.openxmlformats.org/officeDocument/2006/relationships/customXml" Target="../ink/ink968.xml"/><Relationship Id="rId125" Type="http://schemas.openxmlformats.org/officeDocument/2006/relationships/image" Target="../media/image973.png"/><Relationship Id="rId146" Type="http://schemas.openxmlformats.org/officeDocument/2006/relationships/customXml" Target="../ink/ink989.xml"/><Relationship Id="rId167" Type="http://schemas.openxmlformats.org/officeDocument/2006/relationships/image" Target="../media/image994.png"/><Relationship Id="rId188" Type="http://schemas.openxmlformats.org/officeDocument/2006/relationships/customXml" Target="../ink/ink1010.xml"/><Relationship Id="rId311" Type="http://schemas.openxmlformats.org/officeDocument/2006/relationships/image" Target="../media/image1066.png"/><Relationship Id="rId332" Type="http://schemas.openxmlformats.org/officeDocument/2006/relationships/customXml" Target="../ink/ink1082.xml"/><Relationship Id="rId71" Type="http://schemas.openxmlformats.org/officeDocument/2006/relationships/image" Target="../media/image946.png"/><Relationship Id="rId92" Type="http://schemas.openxmlformats.org/officeDocument/2006/relationships/customXml" Target="../ink/ink962.xml"/><Relationship Id="rId213" Type="http://schemas.openxmlformats.org/officeDocument/2006/relationships/image" Target="../media/image1017.png"/><Relationship Id="rId234" Type="http://schemas.openxmlformats.org/officeDocument/2006/relationships/customXml" Target="../ink/ink1033.xml"/><Relationship Id="rId2" Type="http://schemas.openxmlformats.org/officeDocument/2006/relationships/customXml" Target="../ink/ink917.xml"/><Relationship Id="rId29" Type="http://schemas.openxmlformats.org/officeDocument/2006/relationships/image" Target="../media/image925.png"/><Relationship Id="rId255" Type="http://schemas.openxmlformats.org/officeDocument/2006/relationships/image" Target="../media/image1038.png"/><Relationship Id="rId276" Type="http://schemas.openxmlformats.org/officeDocument/2006/relationships/customXml" Target="../ink/ink1054.xml"/><Relationship Id="rId297" Type="http://schemas.openxmlformats.org/officeDocument/2006/relationships/image" Target="../media/image1059.png"/><Relationship Id="rId40" Type="http://schemas.openxmlformats.org/officeDocument/2006/relationships/customXml" Target="../ink/ink936.xml"/><Relationship Id="rId115" Type="http://schemas.openxmlformats.org/officeDocument/2006/relationships/image" Target="../media/image968.png"/><Relationship Id="rId136" Type="http://schemas.openxmlformats.org/officeDocument/2006/relationships/customXml" Target="../ink/ink984.xml"/><Relationship Id="rId157" Type="http://schemas.openxmlformats.org/officeDocument/2006/relationships/image" Target="../media/image989.png"/><Relationship Id="rId178" Type="http://schemas.openxmlformats.org/officeDocument/2006/relationships/customXml" Target="../ink/ink1005.xml"/><Relationship Id="rId301" Type="http://schemas.openxmlformats.org/officeDocument/2006/relationships/image" Target="../media/image1061.png"/><Relationship Id="rId322" Type="http://schemas.openxmlformats.org/officeDocument/2006/relationships/customXml" Target="../ink/ink1077.xml"/><Relationship Id="rId343" Type="http://schemas.openxmlformats.org/officeDocument/2006/relationships/image" Target="../media/image1082.png"/><Relationship Id="rId61" Type="http://schemas.openxmlformats.org/officeDocument/2006/relationships/image" Target="../media/image941.png"/><Relationship Id="rId82" Type="http://schemas.openxmlformats.org/officeDocument/2006/relationships/customXml" Target="../ink/ink957.xml"/><Relationship Id="rId199" Type="http://schemas.openxmlformats.org/officeDocument/2006/relationships/image" Target="../media/image1010.png"/><Relationship Id="rId203" Type="http://schemas.openxmlformats.org/officeDocument/2006/relationships/image" Target="../media/image1012.png"/><Relationship Id="rId19" Type="http://schemas.openxmlformats.org/officeDocument/2006/relationships/image" Target="../media/image920.png"/><Relationship Id="rId224" Type="http://schemas.openxmlformats.org/officeDocument/2006/relationships/customXml" Target="../ink/ink1028.xml"/><Relationship Id="rId245" Type="http://schemas.openxmlformats.org/officeDocument/2006/relationships/image" Target="../media/image1033.png"/><Relationship Id="rId266" Type="http://schemas.openxmlformats.org/officeDocument/2006/relationships/customXml" Target="../ink/ink1049.xml"/><Relationship Id="rId287" Type="http://schemas.openxmlformats.org/officeDocument/2006/relationships/image" Target="../media/image1054.png"/><Relationship Id="rId30" Type="http://schemas.openxmlformats.org/officeDocument/2006/relationships/customXml" Target="../ink/ink931.xml"/><Relationship Id="rId105" Type="http://schemas.openxmlformats.org/officeDocument/2006/relationships/image" Target="../media/image963.png"/><Relationship Id="rId126" Type="http://schemas.openxmlformats.org/officeDocument/2006/relationships/customXml" Target="../ink/ink979.xml"/><Relationship Id="rId147" Type="http://schemas.openxmlformats.org/officeDocument/2006/relationships/image" Target="../media/image984.png"/><Relationship Id="rId168" Type="http://schemas.openxmlformats.org/officeDocument/2006/relationships/customXml" Target="../ink/ink1000.xml"/><Relationship Id="rId312" Type="http://schemas.openxmlformats.org/officeDocument/2006/relationships/customXml" Target="../ink/ink1072.xml"/><Relationship Id="rId333" Type="http://schemas.openxmlformats.org/officeDocument/2006/relationships/image" Target="../media/image1077.png"/><Relationship Id="rId51" Type="http://schemas.openxmlformats.org/officeDocument/2006/relationships/image" Target="../media/image936.png"/><Relationship Id="rId72" Type="http://schemas.openxmlformats.org/officeDocument/2006/relationships/customXml" Target="../ink/ink952.xml"/><Relationship Id="rId93" Type="http://schemas.openxmlformats.org/officeDocument/2006/relationships/image" Target="../media/image957.png"/><Relationship Id="rId189" Type="http://schemas.openxmlformats.org/officeDocument/2006/relationships/image" Target="../media/image1005.png"/><Relationship Id="rId3" Type="http://schemas.openxmlformats.org/officeDocument/2006/relationships/image" Target="../media/image912.png"/><Relationship Id="rId214" Type="http://schemas.openxmlformats.org/officeDocument/2006/relationships/customXml" Target="../ink/ink1023.xml"/><Relationship Id="rId235" Type="http://schemas.openxmlformats.org/officeDocument/2006/relationships/image" Target="../media/image1028.png"/><Relationship Id="rId256" Type="http://schemas.openxmlformats.org/officeDocument/2006/relationships/customXml" Target="../ink/ink1044.xml"/><Relationship Id="rId277" Type="http://schemas.openxmlformats.org/officeDocument/2006/relationships/image" Target="../media/image1049.png"/><Relationship Id="rId298" Type="http://schemas.openxmlformats.org/officeDocument/2006/relationships/customXml" Target="../ink/ink1065.xml"/><Relationship Id="rId116" Type="http://schemas.openxmlformats.org/officeDocument/2006/relationships/customXml" Target="../ink/ink974.xml"/><Relationship Id="rId137" Type="http://schemas.openxmlformats.org/officeDocument/2006/relationships/image" Target="../media/image979.png"/><Relationship Id="rId158" Type="http://schemas.openxmlformats.org/officeDocument/2006/relationships/customXml" Target="../ink/ink995.xml"/><Relationship Id="rId302" Type="http://schemas.openxmlformats.org/officeDocument/2006/relationships/customXml" Target="../ink/ink1067.xml"/><Relationship Id="rId323" Type="http://schemas.openxmlformats.org/officeDocument/2006/relationships/image" Target="../media/image1072.png"/><Relationship Id="rId344" Type="http://schemas.openxmlformats.org/officeDocument/2006/relationships/customXml" Target="../ink/ink1088.xml"/><Relationship Id="rId20" Type="http://schemas.openxmlformats.org/officeDocument/2006/relationships/customXml" Target="../ink/ink926.xml"/><Relationship Id="rId41" Type="http://schemas.openxmlformats.org/officeDocument/2006/relationships/image" Target="../media/image931.png"/><Relationship Id="rId62" Type="http://schemas.openxmlformats.org/officeDocument/2006/relationships/customXml" Target="../ink/ink947.xml"/><Relationship Id="rId83" Type="http://schemas.openxmlformats.org/officeDocument/2006/relationships/image" Target="../media/image952.png"/><Relationship Id="rId179" Type="http://schemas.openxmlformats.org/officeDocument/2006/relationships/image" Target="../media/image1000.png"/><Relationship Id="rId190" Type="http://schemas.openxmlformats.org/officeDocument/2006/relationships/customXml" Target="../ink/ink1011.xml"/><Relationship Id="rId204" Type="http://schemas.openxmlformats.org/officeDocument/2006/relationships/customXml" Target="../ink/ink1018.xml"/><Relationship Id="rId225" Type="http://schemas.openxmlformats.org/officeDocument/2006/relationships/image" Target="../media/image1023.png"/><Relationship Id="rId246" Type="http://schemas.openxmlformats.org/officeDocument/2006/relationships/customXml" Target="../ink/ink1039.xml"/><Relationship Id="rId267" Type="http://schemas.openxmlformats.org/officeDocument/2006/relationships/image" Target="../media/image1044.png"/><Relationship Id="rId288" Type="http://schemas.openxmlformats.org/officeDocument/2006/relationships/customXml" Target="../ink/ink1060.xml"/><Relationship Id="rId106" Type="http://schemas.openxmlformats.org/officeDocument/2006/relationships/customXml" Target="../ink/ink969.xml"/><Relationship Id="rId127" Type="http://schemas.openxmlformats.org/officeDocument/2006/relationships/image" Target="../media/image974.png"/><Relationship Id="rId313" Type="http://schemas.openxmlformats.org/officeDocument/2006/relationships/image" Target="../media/image1067.png"/><Relationship Id="rId10" Type="http://schemas.openxmlformats.org/officeDocument/2006/relationships/customXml" Target="../ink/ink921.xml"/><Relationship Id="rId31" Type="http://schemas.openxmlformats.org/officeDocument/2006/relationships/image" Target="../media/image926.png"/><Relationship Id="rId52" Type="http://schemas.openxmlformats.org/officeDocument/2006/relationships/customXml" Target="../ink/ink942.xml"/><Relationship Id="rId73" Type="http://schemas.openxmlformats.org/officeDocument/2006/relationships/image" Target="../media/image947.png"/><Relationship Id="rId94" Type="http://schemas.openxmlformats.org/officeDocument/2006/relationships/customXml" Target="../ink/ink963.xml"/><Relationship Id="rId148" Type="http://schemas.openxmlformats.org/officeDocument/2006/relationships/customXml" Target="../ink/ink990.xml"/><Relationship Id="rId169" Type="http://schemas.openxmlformats.org/officeDocument/2006/relationships/image" Target="../media/image995.png"/><Relationship Id="rId334" Type="http://schemas.openxmlformats.org/officeDocument/2006/relationships/customXml" Target="../ink/ink1083.xml"/><Relationship Id="rId4" Type="http://schemas.openxmlformats.org/officeDocument/2006/relationships/customXml" Target="../ink/ink918.xml"/><Relationship Id="rId180" Type="http://schemas.openxmlformats.org/officeDocument/2006/relationships/customXml" Target="../ink/ink1006.xml"/><Relationship Id="rId215" Type="http://schemas.openxmlformats.org/officeDocument/2006/relationships/image" Target="../media/image1018.png"/><Relationship Id="rId236" Type="http://schemas.openxmlformats.org/officeDocument/2006/relationships/customXml" Target="../ink/ink1034.xml"/><Relationship Id="rId257" Type="http://schemas.openxmlformats.org/officeDocument/2006/relationships/image" Target="../media/image1039.png"/><Relationship Id="rId278" Type="http://schemas.openxmlformats.org/officeDocument/2006/relationships/customXml" Target="../ink/ink1055.xml"/><Relationship Id="rId303" Type="http://schemas.openxmlformats.org/officeDocument/2006/relationships/image" Target="../media/image1062.png"/><Relationship Id="rId42" Type="http://schemas.openxmlformats.org/officeDocument/2006/relationships/customXml" Target="../ink/ink937.xml"/><Relationship Id="rId84" Type="http://schemas.openxmlformats.org/officeDocument/2006/relationships/customXml" Target="../ink/ink958.xml"/><Relationship Id="rId138" Type="http://schemas.openxmlformats.org/officeDocument/2006/relationships/customXml" Target="../ink/ink985.xml"/><Relationship Id="rId345" Type="http://schemas.openxmlformats.org/officeDocument/2006/relationships/image" Target="../media/image1083.png"/><Relationship Id="rId191" Type="http://schemas.openxmlformats.org/officeDocument/2006/relationships/image" Target="../media/image1006.png"/><Relationship Id="rId205" Type="http://schemas.openxmlformats.org/officeDocument/2006/relationships/image" Target="../media/image1013.png"/><Relationship Id="rId247" Type="http://schemas.openxmlformats.org/officeDocument/2006/relationships/image" Target="../media/image1034.png"/><Relationship Id="rId107" Type="http://schemas.openxmlformats.org/officeDocument/2006/relationships/image" Target="../media/image964.png"/><Relationship Id="rId289" Type="http://schemas.openxmlformats.org/officeDocument/2006/relationships/image" Target="../media/image1055.png"/><Relationship Id="rId11" Type="http://schemas.openxmlformats.org/officeDocument/2006/relationships/image" Target="../media/image916.png"/><Relationship Id="rId53" Type="http://schemas.openxmlformats.org/officeDocument/2006/relationships/image" Target="../media/image937.png"/><Relationship Id="rId149" Type="http://schemas.openxmlformats.org/officeDocument/2006/relationships/image" Target="../media/image985.png"/><Relationship Id="rId314" Type="http://schemas.openxmlformats.org/officeDocument/2006/relationships/customXml" Target="../ink/ink1073.xml"/><Relationship Id="rId95" Type="http://schemas.openxmlformats.org/officeDocument/2006/relationships/image" Target="../media/image958.png"/><Relationship Id="rId160" Type="http://schemas.openxmlformats.org/officeDocument/2006/relationships/customXml" Target="../ink/ink996.xml"/><Relationship Id="rId216" Type="http://schemas.openxmlformats.org/officeDocument/2006/relationships/customXml" Target="../ink/ink1024.xml"/><Relationship Id="rId258" Type="http://schemas.openxmlformats.org/officeDocument/2006/relationships/customXml" Target="../ink/ink1045.xml"/><Relationship Id="rId22" Type="http://schemas.openxmlformats.org/officeDocument/2006/relationships/customXml" Target="../ink/ink927.xml"/><Relationship Id="rId64" Type="http://schemas.openxmlformats.org/officeDocument/2006/relationships/customXml" Target="../ink/ink948.xml"/><Relationship Id="rId118" Type="http://schemas.openxmlformats.org/officeDocument/2006/relationships/customXml" Target="../ink/ink975.xml"/><Relationship Id="rId325" Type="http://schemas.openxmlformats.org/officeDocument/2006/relationships/image" Target="../media/image1073.png"/><Relationship Id="rId171" Type="http://schemas.openxmlformats.org/officeDocument/2006/relationships/image" Target="../media/image996.png"/><Relationship Id="rId227" Type="http://schemas.openxmlformats.org/officeDocument/2006/relationships/image" Target="../media/image1024.png"/><Relationship Id="rId269" Type="http://schemas.openxmlformats.org/officeDocument/2006/relationships/image" Target="../media/image1045.png"/><Relationship Id="rId33" Type="http://schemas.openxmlformats.org/officeDocument/2006/relationships/image" Target="../media/image927.png"/><Relationship Id="rId129" Type="http://schemas.openxmlformats.org/officeDocument/2006/relationships/image" Target="../media/image975.png"/><Relationship Id="rId280" Type="http://schemas.openxmlformats.org/officeDocument/2006/relationships/customXml" Target="../ink/ink1056.xml"/><Relationship Id="rId336" Type="http://schemas.openxmlformats.org/officeDocument/2006/relationships/customXml" Target="../ink/ink1084.xml"/><Relationship Id="rId75" Type="http://schemas.openxmlformats.org/officeDocument/2006/relationships/image" Target="../media/image948.png"/><Relationship Id="rId140" Type="http://schemas.openxmlformats.org/officeDocument/2006/relationships/customXml" Target="../ink/ink986.xml"/><Relationship Id="rId182" Type="http://schemas.openxmlformats.org/officeDocument/2006/relationships/customXml" Target="../ink/ink1007.xml"/><Relationship Id="rId6" Type="http://schemas.openxmlformats.org/officeDocument/2006/relationships/customXml" Target="../ink/ink919.xml"/><Relationship Id="rId238" Type="http://schemas.openxmlformats.org/officeDocument/2006/relationships/customXml" Target="../ink/ink1035.xml"/><Relationship Id="rId291" Type="http://schemas.openxmlformats.org/officeDocument/2006/relationships/image" Target="../media/image1056.png"/><Relationship Id="rId305" Type="http://schemas.openxmlformats.org/officeDocument/2006/relationships/image" Target="../media/image1063.png"/><Relationship Id="rId347" Type="http://schemas.openxmlformats.org/officeDocument/2006/relationships/image" Target="../media/image1084.png"/><Relationship Id="rId44" Type="http://schemas.openxmlformats.org/officeDocument/2006/relationships/customXml" Target="../ink/ink938.xml"/><Relationship Id="rId86" Type="http://schemas.openxmlformats.org/officeDocument/2006/relationships/customXml" Target="../ink/ink959.xml"/><Relationship Id="rId151" Type="http://schemas.openxmlformats.org/officeDocument/2006/relationships/image" Target="../media/image986.png"/><Relationship Id="rId193" Type="http://schemas.openxmlformats.org/officeDocument/2006/relationships/image" Target="../media/image1007.png"/><Relationship Id="rId207" Type="http://schemas.openxmlformats.org/officeDocument/2006/relationships/image" Target="../media/image1014.png"/><Relationship Id="rId249" Type="http://schemas.openxmlformats.org/officeDocument/2006/relationships/image" Target="../media/image1035.png"/><Relationship Id="rId13" Type="http://schemas.openxmlformats.org/officeDocument/2006/relationships/image" Target="../media/image917.png"/><Relationship Id="rId109" Type="http://schemas.openxmlformats.org/officeDocument/2006/relationships/image" Target="../media/image965.png"/><Relationship Id="rId260" Type="http://schemas.openxmlformats.org/officeDocument/2006/relationships/customXml" Target="../ink/ink1046.xml"/><Relationship Id="rId316" Type="http://schemas.openxmlformats.org/officeDocument/2006/relationships/customXml" Target="../ink/ink1074.xml"/><Relationship Id="rId55" Type="http://schemas.openxmlformats.org/officeDocument/2006/relationships/image" Target="../media/image938.png"/><Relationship Id="rId97" Type="http://schemas.openxmlformats.org/officeDocument/2006/relationships/image" Target="../media/image959.png"/><Relationship Id="rId120" Type="http://schemas.openxmlformats.org/officeDocument/2006/relationships/customXml" Target="../ink/ink976.xml"/><Relationship Id="rId162" Type="http://schemas.openxmlformats.org/officeDocument/2006/relationships/customXml" Target="../ink/ink997.xml"/><Relationship Id="rId218" Type="http://schemas.openxmlformats.org/officeDocument/2006/relationships/customXml" Target="../ink/ink1025.xml"/><Relationship Id="rId271" Type="http://schemas.openxmlformats.org/officeDocument/2006/relationships/image" Target="../media/image1046.png"/><Relationship Id="rId24" Type="http://schemas.openxmlformats.org/officeDocument/2006/relationships/customXml" Target="../ink/ink928.xml"/><Relationship Id="rId66" Type="http://schemas.openxmlformats.org/officeDocument/2006/relationships/customXml" Target="../ink/ink949.xml"/><Relationship Id="rId131" Type="http://schemas.openxmlformats.org/officeDocument/2006/relationships/image" Target="../media/image976.png"/><Relationship Id="rId327" Type="http://schemas.openxmlformats.org/officeDocument/2006/relationships/image" Target="../media/image1074.png"/><Relationship Id="rId173" Type="http://schemas.openxmlformats.org/officeDocument/2006/relationships/image" Target="../media/image997.png"/><Relationship Id="rId229" Type="http://schemas.openxmlformats.org/officeDocument/2006/relationships/image" Target="../media/image1025.png"/><Relationship Id="rId240" Type="http://schemas.openxmlformats.org/officeDocument/2006/relationships/customXml" Target="../ink/ink1036.xml"/><Relationship Id="rId35" Type="http://schemas.openxmlformats.org/officeDocument/2006/relationships/image" Target="../media/image928.png"/><Relationship Id="rId77" Type="http://schemas.openxmlformats.org/officeDocument/2006/relationships/image" Target="../media/image949.png"/><Relationship Id="rId100" Type="http://schemas.openxmlformats.org/officeDocument/2006/relationships/customXml" Target="../ink/ink966.xml"/><Relationship Id="rId282" Type="http://schemas.openxmlformats.org/officeDocument/2006/relationships/customXml" Target="../ink/ink1057.xml"/><Relationship Id="rId338" Type="http://schemas.openxmlformats.org/officeDocument/2006/relationships/customXml" Target="../ink/ink1085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43.png"/><Relationship Id="rId299" Type="http://schemas.openxmlformats.org/officeDocument/2006/relationships/image" Target="../media/image1234.png"/><Relationship Id="rId21" Type="http://schemas.openxmlformats.org/officeDocument/2006/relationships/image" Target="../media/image1095.png"/><Relationship Id="rId63" Type="http://schemas.openxmlformats.org/officeDocument/2006/relationships/image" Target="../media/image1116.png"/><Relationship Id="rId159" Type="http://schemas.openxmlformats.org/officeDocument/2006/relationships/image" Target="../media/image1164.png"/><Relationship Id="rId324" Type="http://schemas.openxmlformats.org/officeDocument/2006/relationships/customXml" Target="../ink/ink1252.xml"/><Relationship Id="rId366" Type="http://schemas.openxmlformats.org/officeDocument/2006/relationships/customXml" Target="../ink/ink1273.xml"/><Relationship Id="rId170" Type="http://schemas.openxmlformats.org/officeDocument/2006/relationships/customXml" Target="../ink/ink1175.xml"/><Relationship Id="rId226" Type="http://schemas.openxmlformats.org/officeDocument/2006/relationships/customXml" Target="../ink/ink1203.xml"/><Relationship Id="rId268" Type="http://schemas.openxmlformats.org/officeDocument/2006/relationships/customXml" Target="../ink/ink1224.xml"/><Relationship Id="rId32" Type="http://schemas.openxmlformats.org/officeDocument/2006/relationships/customXml" Target="../ink/ink1106.xml"/><Relationship Id="rId74" Type="http://schemas.openxmlformats.org/officeDocument/2006/relationships/customXml" Target="../ink/ink1127.xml"/><Relationship Id="rId128" Type="http://schemas.openxmlformats.org/officeDocument/2006/relationships/customXml" Target="../ink/ink1154.xml"/><Relationship Id="rId335" Type="http://schemas.openxmlformats.org/officeDocument/2006/relationships/image" Target="../media/image1252.png"/><Relationship Id="rId377" Type="http://schemas.openxmlformats.org/officeDocument/2006/relationships/image" Target="../media/image1273.png"/><Relationship Id="rId5" Type="http://schemas.openxmlformats.org/officeDocument/2006/relationships/image" Target="../media/image1087.png"/><Relationship Id="rId181" Type="http://schemas.openxmlformats.org/officeDocument/2006/relationships/image" Target="../media/image1175.png"/><Relationship Id="rId237" Type="http://schemas.openxmlformats.org/officeDocument/2006/relationships/image" Target="../media/image1203.png"/><Relationship Id="rId402" Type="http://schemas.openxmlformats.org/officeDocument/2006/relationships/customXml" Target="../ink/ink1291.xml"/><Relationship Id="rId279" Type="http://schemas.openxmlformats.org/officeDocument/2006/relationships/image" Target="../media/image1224.png"/><Relationship Id="rId43" Type="http://schemas.openxmlformats.org/officeDocument/2006/relationships/image" Target="../media/image1106.png"/><Relationship Id="rId139" Type="http://schemas.openxmlformats.org/officeDocument/2006/relationships/image" Target="../media/image1154.png"/><Relationship Id="rId290" Type="http://schemas.openxmlformats.org/officeDocument/2006/relationships/customXml" Target="../ink/ink1235.xml"/><Relationship Id="rId304" Type="http://schemas.openxmlformats.org/officeDocument/2006/relationships/customXml" Target="../ink/ink1242.xml"/><Relationship Id="rId346" Type="http://schemas.openxmlformats.org/officeDocument/2006/relationships/customXml" Target="../ink/ink1263.xml"/><Relationship Id="rId388" Type="http://schemas.openxmlformats.org/officeDocument/2006/relationships/customXml" Target="../ink/ink1284.xml"/><Relationship Id="rId85" Type="http://schemas.openxmlformats.org/officeDocument/2006/relationships/image" Target="../media/image1127.png"/><Relationship Id="rId150" Type="http://schemas.openxmlformats.org/officeDocument/2006/relationships/customXml" Target="../ink/ink1165.xml"/><Relationship Id="rId192" Type="http://schemas.openxmlformats.org/officeDocument/2006/relationships/customXml" Target="../ink/ink1186.xml"/><Relationship Id="rId206" Type="http://schemas.openxmlformats.org/officeDocument/2006/relationships/customXml" Target="../ink/ink1193.xml"/><Relationship Id="rId413" Type="http://schemas.openxmlformats.org/officeDocument/2006/relationships/image" Target="../media/image1291.png"/><Relationship Id="rId248" Type="http://schemas.openxmlformats.org/officeDocument/2006/relationships/customXml" Target="../ink/ink1214.xml"/><Relationship Id="rId12" Type="http://schemas.openxmlformats.org/officeDocument/2006/relationships/customXml" Target="../ink/ink1096.xml"/><Relationship Id="rId108" Type="http://schemas.openxmlformats.org/officeDocument/2006/relationships/customXml" Target="../ink/ink1144.xml"/><Relationship Id="rId315" Type="http://schemas.openxmlformats.org/officeDocument/2006/relationships/image" Target="../media/image1242.png"/><Relationship Id="rId357" Type="http://schemas.openxmlformats.org/officeDocument/2006/relationships/image" Target="../media/image1263.png"/><Relationship Id="rId54" Type="http://schemas.openxmlformats.org/officeDocument/2006/relationships/customXml" Target="../ink/ink1117.xml"/><Relationship Id="rId96" Type="http://schemas.openxmlformats.org/officeDocument/2006/relationships/customXml" Target="../ink/ink1138.xml"/><Relationship Id="rId161" Type="http://schemas.openxmlformats.org/officeDocument/2006/relationships/image" Target="../media/image1165.png"/><Relationship Id="rId217" Type="http://schemas.openxmlformats.org/officeDocument/2006/relationships/image" Target="../media/image1193.png"/><Relationship Id="rId399" Type="http://schemas.openxmlformats.org/officeDocument/2006/relationships/image" Target="../media/image1284.png"/><Relationship Id="rId259" Type="http://schemas.openxmlformats.org/officeDocument/2006/relationships/image" Target="../media/image1214.png"/><Relationship Id="rId424" Type="http://schemas.openxmlformats.org/officeDocument/2006/relationships/customXml" Target="../ink/ink1302.xml"/><Relationship Id="rId23" Type="http://schemas.openxmlformats.org/officeDocument/2006/relationships/image" Target="../media/image1096.png"/><Relationship Id="rId119" Type="http://schemas.openxmlformats.org/officeDocument/2006/relationships/image" Target="../media/image1144.png"/><Relationship Id="rId270" Type="http://schemas.openxmlformats.org/officeDocument/2006/relationships/customXml" Target="../ink/ink1225.xml"/><Relationship Id="rId326" Type="http://schemas.openxmlformats.org/officeDocument/2006/relationships/customXml" Target="../ink/ink1253.xml"/><Relationship Id="rId65" Type="http://schemas.openxmlformats.org/officeDocument/2006/relationships/image" Target="../media/image1117.png"/><Relationship Id="rId130" Type="http://schemas.openxmlformats.org/officeDocument/2006/relationships/customXml" Target="../ink/ink1155.xml"/><Relationship Id="rId368" Type="http://schemas.openxmlformats.org/officeDocument/2006/relationships/customXml" Target="../ink/ink1274.xml"/><Relationship Id="rId172" Type="http://schemas.openxmlformats.org/officeDocument/2006/relationships/customXml" Target="../ink/ink1176.xml"/><Relationship Id="rId228" Type="http://schemas.openxmlformats.org/officeDocument/2006/relationships/customXml" Target="../ink/ink1204.xml"/><Relationship Id="rId281" Type="http://schemas.openxmlformats.org/officeDocument/2006/relationships/image" Target="../media/image1225.png"/><Relationship Id="rId337" Type="http://schemas.openxmlformats.org/officeDocument/2006/relationships/image" Target="../media/image1253.png"/><Relationship Id="rId34" Type="http://schemas.openxmlformats.org/officeDocument/2006/relationships/customXml" Target="../ink/ink1107.xml"/><Relationship Id="rId76" Type="http://schemas.openxmlformats.org/officeDocument/2006/relationships/customXml" Target="../ink/ink1128.xml"/><Relationship Id="rId141" Type="http://schemas.openxmlformats.org/officeDocument/2006/relationships/image" Target="../media/image1155.png"/><Relationship Id="rId379" Type="http://schemas.openxmlformats.org/officeDocument/2006/relationships/image" Target="../media/image1274.png"/><Relationship Id="rId7" Type="http://schemas.openxmlformats.org/officeDocument/2006/relationships/image" Target="../media/image1088.png"/><Relationship Id="rId183" Type="http://schemas.openxmlformats.org/officeDocument/2006/relationships/image" Target="../media/image1176.png"/><Relationship Id="rId239" Type="http://schemas.openxmlformats.org/officeDocument/2006/relationships/image" Target="../media/image1204.png"/><Relationship Id="rId390" Type="http://schemas.openxmlformats.org/officeDocument/2006/relationships/customXml" Target="../ink/ink1285.xml"/><Relationship Id="rId404" Type="http://schemas.openxmlformats.org/officeDocument/2006/relationships/customXml" Target="../ink/ink1292.xml"/><Relationship Id="rId250" Type="http://schemas.openxmlformats.org/officeDocument/2006/relationships/customXml" Target="../ink/ink1215.xml"/><Relationship Id="rId292" Type="http://schemas.openxmlformats.org/officeDocument/2006/relationships/customXml" Target="../ink/ink1236.xml"/><Relationship Id="rId306" Type="http://schemas.openxmlformats.org/officeDocument/2006/relationships/customXml" Target="../ink/ink1243.xml"/><Relationship Id="rId45" Type="http://schemas.openxmlformats.org/officeDocument/2006/relationships/image" Target="../media/image1107.png"/><Relationship Id="rId87" Type="http://schemas.openxmlformats.org/officeDocument/2006/relationships/image" Target="../media/image1128.png"/><Relationship Id="rId110" Type="http://schemas.openxmlformats.org/officeDocument/2006/relationships/customXml" Target="../ink/ink1145.xml"/><Relationship Id="rId348" Type="http://schemas.openxmlformats.org/officeDocument/2006/relationships/customXml" Target="../ink/ink1264.xml"/><Relationship Id="rId152" Type="http://schemas.openxmlformats.org/officeDocument/2006/relationships/customXml" Target="../ink/ink1166.xml"/><Relationship Id="rId194" Type="http://schemas.openxmlformats.org/officeDocument/2006/relationships/customXml" Target="../ink/ink1187.xml"/><Relationship Id="rId208" Type="http://schemas.openxmlformats.org/officeDocument/2006/relationships/customXml" Target="../ink/ink1194.xml"/><Relationship Id="rId415" Type="http://schemas.openxmlformats.org/officeDocument/2006/relationships/image" Target="../media/image1292.png"/><Relationship Id="rId261" Type="http://schemas.openxmlformats.org/officeDocument/2006/relationships/image" Target="../media/image1215.png"/><Relationship Id="rId14" Type="http://schemas.openxmlformats.org/officeDocument/2006/relationships/customXml" Target="../ink/ink1097.xml"/><Relationship Id="rId56" Type="http://schemas.openxmlformats.org/officeDocument/2006/relationships/customXml" Target="../ink/ink1118.xml"/><Relationship Id="rId317" Type="http://schemas.openxmlformats.org/officeDocument/2006/relationships/image" Target="../media/image1243.png"/><Relationship Id="rId359" Type="http://schemas.openxmlformats.org/officeDocument/2006/relationships/image" Target="../media/image1264.png"/><Relationship Id="rId98" Type="http://schemas.openxmlformats.org/officeDocument/2006/relationships/customXml" Target="../ink/ink1139.xml"/><Relationship Id="rId121" Type="http://schemas.openxmlformats.org/officeDocument/2006/relationships/image" Target="../media/image1145.png"/><Relationship Id="rId163" Type="http://schemas.openxmlformats.org/officeDocument/2006/relationships/image" Target="../media/image1166.png"/><Relationship Id="rId219" Type="http://schemas.openxmlformats.org/officeDocument/2006/relationships/image" Target="../media/image1194.png"/><Relationship Id="rId370" Type="http://schemas.openxmlformats.org/officeDocument/2006/relationships/customXml" Target="../ink/ink1275.xml"/><Relationship Id="rId426" Type="http://schemas.openxmlformats.org/officeDocument/2006/relationships/customXml" Target="../ink/ink1303.xml"/><Relationship Id="rId230" Type="http://schemas.openxmlformats.org/officeDocument/2006/relationships/customXml" Target="../ink/ink1205.xml"/><Relationship Id="rId25" Type="http://schemas.openxmlformats.org/officeDocument/2006/relationships/image" Target="../media/image1097.png"/><Relationship Id="rId67" Type="http://schemas.openxmlformats.org/officeDocument/2006/relationships/image" Target="../media/image1118.png"/><Relationship Id="rId272" Type="http://schemas.openxmlformats.org/officeDocument/2006/relationships/customXml" Target="../ink/ink1226.xml"/><Relationship Id="rId328" Type="http://schemas.openxmlformats.org/officeDocument/2006/relationships/customXml" Target="../ink/ink1254.xml"/><Relationship Id="rId132" Type="http://schemas.openxmlformats.org/officeDocument/2006/relationships/customXml" Target="../ink/ink1156.xml"/><Relationship Id="rId174" Type="http://schemas.openxmlformats.org/officeDocument/2006/relationships/customXml" Target="../ink/ink1177.xml"/><Relationship Id="rId381" Type="http://schemas.openxmlformats.org/officeDocument/2006/relationships/image" Target="../media/image1275.png"/><Relationship Id="rId241" Type="http://schemas.openxmlformats.org/officeDocument/2006/relationships/image" Target="../media/image1205.png"/><Relationship Id="rId36" Type="http://schemas.openxmlformats.org/officeDocument/2006/relationships/customXml" Target="../ink/ink1108.xml"/><Relationship Id="rId283" Type="http://schemas.openxmlformats.org/officeDocument/2006/relationships/image" Target="../media/image1226.png"/><Relationship Id="rId339" Type="http://schemas.openxmlformats.org/officeDocument/2006/relationships/image" Target="../media/image1254.png"/><Relationship Id="rId78" Type="http://schemas.openxmlformats.org/officeDocument/2006/relationships/customXml" Target="../ink/ink1129.xml"/><Relationship Id="rId101" Type="http://schemas.openxmlformats.org/officeDocument/2006/relationships/image" Target="../media/image1135.png"/><Relationship Id="rId143" Type="http://schemas.openxmlformats.org/officeDocument/2006/relationships/image" Target="../media/image1156.png"/><Relationship Id="rId185" Type="http://schemas.openxmlformats.org/officeDocument/2006/relationships/image" Target="../media/image1177.png"/><Relationship Id="rId350" Type="http://schemas.openxmlformats.org/officeDocument/2006/relationships/customXml" Target="../ink/ink1265.xml"/><Relationship Id="rId406" Type="http://schemas.openxmlformats.org/officeDocument/2006/relationships/customXml" Target="../ink/ink1293.xml"/><Relationship Id="rId9" Type="http://schemas.openxmlformats.org/officeDocument/2006/relationships/image" Target="../media/image1089.png"/><Relationship Id="rId210" Type="http://schemas.openxmlformats.org/officeDocument/2006/relationships/customXml" Target="../ink/ink1195.xml"/><Relationship Id="rId392" Type="http://schemas.openxmlformats.org/officeDocument/2006/relationships/customXml" Target="../ink/ink1286.xml"/><Relationship Id="rId252" Type="http://schemas.openxmlformats.org/officeDocument/2006/relationships/customXml" Target="../ink/ink1216.xml"/><Relationship Id="rId294" Type="http://schemas.openxmlformats.org/officeDocument/2006/relationships/customXml" Target="../ink/ink1237.xml"/><Relationship Id="rId308" Type="http://schemas.openxmlformats.org/officeDocument/2006/relationships/customXml" Target="../ink/ink1244.xml"/><Relationship Id="rId47" Type="http://schemas.openxmlformats.org/officeDocument/2006/relationships/image" Target="../media/image1108.png"/><Relationship Id="rId89" Type="http://schemas.openxmlformats.org/officeDocument/2006/relationships/image" Target="../media/image1129.png"/><Relationship Id="rId112" Type="http://schemas.openxmlformats.org/officeDocument/2006/relationships/customXml" Target="../ink/ink1146.xml"/><Relationship Id="rId154" Type="http://schemas.openxmlformats.org/officeDocument/2006/relationships/customXml" Target="../ink/ink1167.xml"/><Relationship Id="rId361" Type="http://schemas.openxmlformats.org/officeDocument/2006/relationships/image" Target="../media/image1265.png"/><Relationship Id="rId196" Type="http://schemas.openxmlformats.org/officeDocument/2006/relationships/customXml" Target="../ink/ink1188.xml"/><Relationship Id="rId417" Type="http://schemas.openxmlformats.org/officeDocument/2006/relationships/image" Target="../media/image1293.png"/><Relationship Id="rId16" Type="http://schemas.openxmlformats.org/officeDocument/2006/relationships/customXml" Target="../ink/ink1098.xml"/><Relationship Id="rId221" Type="http://schemas.openxmlformats.org/officeDocument/2006/relationships/image" Target="../media/image1195.png"/><Relationship Id="rId263" Type="http://schemas.openxmlformats.org/officeDocument/2006/relationships/image" Target="../media/image1216.png"/><Relationship Id="rId319" Type="http://schemas.openxmlformats.org/officeDocument/2006/relationships/image" Target="../media/image1244.png"/><Relationship Id="rId58" Type="http://schemas.openxmlformats.org/officeDocument/2006/relationships/customXml" Target="../ink/ink1119.xml"/><Relationship Id="rId123" Type="http://schemas.openxmlformats.org/officeDocument/2006/relationships/image" Target="../media/image1146.png"/><Relationship Id="rId330" Type="http://schemas.openxmlformats.org/officeDocument/2006/relationships/customXml" Target="../ink/ink1255.xml"/><Relationship Id="rId165" Type="http://schemas.openxmlformats.org/officeDocument/2006/relationships/image" Target="../media/image1167.png"/><Relationship Id="rId372" Type="http://schemas.openxmlformats.org/officeDocument/2006/relationships/customXml" Target="../ink/ink1276.xml"/><Relationship Id="rId232" Type="http://schemas.openxmlformats.org/officeDocument/2006/relationships/customXml" Target="../ink/ink1206.xml"/><Relationship Id="rId274" Type="http://schemas.openxmlformats.org/officeDocument/2006/relationships/customXml" Target="../ink/ink1227.xml"/><Relationship Id="rId27" Type="http://schemas.openxmlformats.org/officeDocument/2006/relationships/image" Target="../media/image1098.png"/><Relationship Id="rId69" Type="http://schemas.openxmlformats.org/officeDocument/2006/relationships/image" Target="../media/image1119.png"/><Relationship Id="rId134" Type="http://schemas.openxmlformats.org/officeDocument/2006/relationships/customXml" Target="../ink/ink1157.xml"/><Relationship Id="rId80" Type="http://schemas.openxmlformats.org/officeDocument/2006/relationships/customXml" Target="../ink/ink1130.xml"/><Relationship Id="rId176" Type="http://schemas.openxmlformats.org/officeDocument/2006/relationships/customXml" Target="../ink/ink1178.xml"/><Relationship Id="rId341" Type="http://schemas.openxmlformats.org/officeDocument/2006/relationships/image" Target="../media/image1255.png"/><Relationship Id="rId383" Type="http://schemas.openxmlformats.org/officeDocument/2006/relationships/image" Target="../media/image1276.png"/><Relationship Id="rId201" Type="http://schemas.openxmlformats.org/officeDocument/2006/relationships/image" Target="../media/image1185.png"/><Relationship Id="rId243" Type="http://schemas.openxmlformats.org/officeDocument/2006/relationships/image" Target="../media/image1206.png"/><Relationship Id="rId285" Type="http://schemas.openxmlformats.org/officeDocument/2006/relationships/image" Target="../media/image1227.png"/><Relationship Id="rId38" Type="http://schemas.openxmlformats.org/officeDocument/2006/relationships/customXml" Target="../ink/ink1109.xml"/><Relationship Id="rId103" Type="http://schemas.openxmlformats.org/officeDocument/2006/relationships/image" Target="../media/image1136.png"/><Relationship Id="rId310" Type="http://schemas.openxmlformats.org/officeDocument/2006/relationships/customXml" Target="../ink/ink1245.xml"/><Relationship Id="rId70" Type="http://schemas.openxmlformats.org/officeDocument/2006/relationships/customXml" Target="../ink/ink1125.xml"/><Relationship Id="rId91" Type="http://schemas.openxmlformats.org/officeDocument/2006/relationships/image" Target="../media/image1130.png"/><Relationship Id="rId145" Type="http://schemas.openxmlformats.org/officeDocument/2006/relationships/image" Target="../media/image1157.png"/><Relationship Id="rId166" Type="http://schemas.openxmlformats.org/officeDocument/2006/relationships/customXml" Target="../ink/ink1173.xml"/><Relationship Id="rId187" Type="http://schemas.openxmlformats.org/officeDocument/2006/relationships/image" Target="../media/image1178.png"/><Relationship Id="rId331" Type="http://schemas.openxmlformats.org/officeDocument/2006/relationships/image" Target="../media/image1250.png"/><Relationship Id="rId352" Type="http://schemas.openxmlformats.org/officeDocument/2006/relationships/customXml" Target="../ink/ink1266.xml"/><Relationship Id="rId373" Type="http://schemas.openxmlformats.org/officeDocument/2006/relationships/image" Target="../media/image1271.png"/><Relationship Id="rId394" Type="http://schemas.openxmlformats.org/officeDocument/2006/relationships/customXml" Target="../ink/ink1287.xml"/><Relationship Id="rId408" Type="http://schemas.openxmlformats.org/officeDocument/2006/relationships/customXml" Target="../ink/ink1294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96.xml"/><Relationship Id="rId233" Type="http://schemas.openxmlformats.org/officeDocument/2006/relationships/image" Target="../media/image1201.png"/><Relationship Id="rId254" Type="http://schemas.openxmlformats.org/officeDocument/2006/relationships/customXml" Target="../ink/ink1217.xml"/><Relationship Id="rId28" Type="http://schemas.openxmlformats.org/officeDocument/2006/relationships/customXml" Target="../ink/ink1104.xml"/><Relationship Id="rId49" Type="http://schemas.openxmlformats.org/officeDocument/2006/relationships/image" Target="../media/image1109.png"/><Relationship Id="rId114" Type="http://schemas.openxmlformats.org/officeDocument/2006/relationships/customXml" Target="../ink/ink1147.xml"/><Relationship Id="rId275" Type="http://schemas.openxmlformats.org/officeDocument/2006/relationships/image" Target="../media/image1222.png"/><Relationship Id="rId296" Type="http://schemas.openxmlformats.org/officeDocument/2006/relationships/customXml" Target="../ink/ink1238.xml"/><Relationship Id="rId300" Type="http://schemas.openxmlformats.org/officeDocument/2006/relationships/customXml" Target="../ink/ink1240.xml"/><Relationship Id="rId60" Type="http://schemas.openxmlformats.org/officeDocument/2006/relationships/customXml" Target="../ink/ink1120.xml"/><Relationship Id="rId81" Type="http://schemas.openxmlformats.org/officeDocument/2006/relationships/image" Target="../media/image1125.png"/><Relationship Id="rId135" Type="http://schemas.openxmlformats.org/officeDocument/2006/relationships/image" Target="../media/image1152.png"/><Relationship Id="rId156" Type="http://schemas.openxmlformats.org/officeDocument/2006/relationships/customXml" Target="../ink/ink1168.xml"/><Relationship Id="rId177" Type="http://schemas.openxmlformats.org/officeDocument/2006/relationships/image" Target="../media/image1173.png"/><Relationship Id="rId198" Type="http://schemas.openxmlformats.org/officeDocument/2006/relationships/customXml" Target="../ink/ink1189.xml"/><Relationship Id="rId321" Type="http://schemas.openxmlformats.org/officeDocument/2006/relationships/image" Target="../media/image1245.png"/><Relationship Id="rId342" Type="http://schemas.openxmlformats.org/officeDocument/2006/relationships/customXml" Target="../ink/ink1261.xml"/><Relationship Id="rId363" Type="http://schemas.openxmlformats.org/officeDocument/2006/relationships/image" Target="../media/image1266.png"/><Relationship Id="rId384" Type="http://schemas.openxmlformats.org/officeDocument/2006/relationships/customXml" Target="../ink/ink1282.xml"/><Relationship Id="rId419" Type="http://schemas.openxmlformats.org/officeDocument/2006/relationships/image" Target="../media/image1294.png"/><Relationship Id="rId202" Type="http://schemas.openxmlformats.org/officeDocument/2006/relationships/customXml" Target="../ink/ink1191.xml"/><Relationship Id="rId223" Type="http://schemas.openxmlformats.org/officeDocument/2006/relationships/image" Target="../media/image1196.png"/><Relationship Id="rId244" Type="http://schemas.openxmlformats.org/officeDocument/2006/relationships/customXml" Target="../ink/ink1212.xml"/><Relationship Id="rId18" Type="http://schemas.openxmlformats.org/officeDocument/2006/relationships/customXml" Target="../ink/ink1099.xml"/><Relationship Id="rId39" Type="http://schemas.openxmlformats.org/officeDocument/2006/relationships/image" Target="../media/image1104.png"/><Relationship Id="rId265" Type="http://schemas.openxmlformats.org/officeDocument/2006/relationships/image" Target="../media/image1217.png"/><Relationship Id="rId286" Type="http://schemas.openxmlformats.org/officeDocument/2006/relationships/customXml" Target="../ink/ink1233.xml"/><Relationship Id="rId50" Type="http://schemas.openxmlformats.org/officeDocument/2006/relationships/customXml" Target="../ink/ink1115.xml"/><Relationship Id="rId104" Type="http://schemas.openxmlformats.org/officeDocument/2006/relationships/customXml" Target="../ink/ink1142.xml"/><Relationship Id="rId125" Type="http://schemas.openxmlformats.org/officeDocument/2006/relationships/image" Target="../media/image1147.png"/><Relationship Id="rId146" Type="http://schemas.openxmlformats.org/officeDocument/2006/relationships/customXml" Target="../ink/ink1163.xml"/><Relationship Id="rId167" Type="http://schemas.openxmlformats.org/officeDocument/2006/relationships/image" Target="../media/image1168.png"/><Relationship Id="rId188" Type="http://schemas.openxmlformats.org/officeDocument/2006/relationships/customXml" Target="../ink/ink1184.xml"/><Relationship Id="rId311" Type="http://schemas.openxmlformats.org/officeDocument/2006/relationships/image" Target="../media/image1240.png"/><Relationship Id="rId332" Type="http://schemas.openxmlformats.org/officeDocument/2006/relationships/customXml" Target="../ink/ink1256.xml"/><Relationship Id="rId353" Type="http://schemas.openxmlformats.org/officeDocument/2006/relationships/image" Target="../media/image1261.png"/><Relationship Id="rId374" Type="http://schemas.openxmlformats.org/officeDocument/2006/relationships/customXml" Target="../ink/ink1277.xml"/><Relationship Id="rId395" Type="http://schemas.openxmlformats.org/officeDocument/2006/relationships/image" Target="../media/image1282.png"/><Relationship Id="rId409" Type="http://schemas.openxmlformats.org/officeDocument/2006/relationships/image" Target="../media/image1289.png"/><Relationship Id="rId71" Type="http://schemas.openxmlformats.org/officeDocument/2006/relationships/image" Target="../media/image1120.png"/><Relationship Id="rId92" Type="http://schemas.openxmlformats.org/officeDocument/2006/relationships/customXml" Target="../ink/ink1136.xml"/><Relationship Id="rId213" Type="http://schemas.openxmlformats.org/officeDocument/2006/relationships/image" Target="../media/image1191.png"/><Relationship Id="rId234" Type="http://schemas.openxmlformats.org/officeDocument/2006/relationships/customXml" Target="../ink/ink1207.xml"/><Relationship Id="rId420" Type="http://schemas.openxmlformats.org/officeDocument/2006/relationships/customXml" Target="../ink/ink1300.xml"/><Relationship Id="rId2" Type="http://schemas.openxmlformats.org/officeDocument/2006/relationships/customXml" Target="../ink/ink1091.xml"/><Relationship Id="rId29" Type="http://schemas.openxmlformats.org/officeDocument/2006/relationships/image" Target="../media/image1099.png"/><Relationship Id="rId255" Type="http://schemas.openxmlformats.org/officeDocument/2006/relationships/image" Target="../media/image1212.png"/><Relationship Id="rId276" Type="http://schemas.openxmlformats.org/officeDocument/2006/relationships/customXml" Target="../ink/ink1228.xml"/><Relationship Id="rId297" Type="http://schemas.openxmlformats.org/officeDocument/2006/relationships/image" Target="../media/image1233.png"/><Relationship Id="rId40" Type="http://schemas.openxmlformats.org/officeDocument/2006/relationships/customXml" Target="../ink/ink1110.xml"/><Relationship Id="rId115" Type="http://schemas.openxmlformats.org/officeDocument/2006/relationships/image" Target="../media/image1142.png"/><Relationship Id="rId136" Type="http://schemas.openxmlformats.org/officeDocument/2006/relationships/customXml" Target="../ink/ink1158.xml"/><Relationship Id="rId157" Type="http://schemas.openxmlformats.org/officeDocument/2006/relationships/image" Target="../media/image1163.png"/><Relationship Id="rId178" Type="http://schemas.openxmlformats.org/officeDocument/2006/relationships/customXml" Target="../ink/ink1179.xml"/><Relationship Id="rId301" Type="http://schemas.openxmlformats.org/officeDocument/2006/relationships/image" Target="../media/image1235.png"/><Relationship Id="rId322" Type="http://schemas.openxmlformats.org/officeDocument/2006/relationships/customXml" Target="../ink/ink1251.xml"/><Relationship Id="rId343" Type="http://schemas.openxmlformats.org/officeDocument/2006/relationships/image" Target="../media/image1256.png"/><Relationship Id="rId364" Type="http://schemas.openxmlformats.org/officeDocument/2006/relationships/customXml" Target="../ink/ink1272.xml"/><Relationship Id="rId61" Type="http://schemas.openxmlformats.org/officeDocument/2006/relationships/image" Target="../media/image1115.png"/><Relationship Id="rId82" Type="http://schemas.openxmlformats.org/officeDocument/2006/relationships/customXml" Target="../ink/ink1131.xml"/><Relationship Id="rId199" Type="http://schemas.openxmlformats.org/officeDocument/2006/relationships/image" Target="../media/image1184.png"/><Relationship Id="rId203" Type="http://schemas.openxmlformats.org/officeDocument/2006/relationships/image" Target="../media/image1186.png"/><Relationship Id="rId385" Type="http://schemas.openxmlformats.org/officeDocument/2006/relationships/image" Target="../media/image1277.png"/><Relationship Id="rId19" Type="http://schemas.openxmlformats.org/officeDocument/2006/relationships/image" Target="../media/image1094.png"/><Relationship Id="rId224" Type="http://schemas.openxmlformats.org/officeDocument/2006/relationships/customXml" Target="../ink/ink1202.xml"/><Relationship Id="rId245" Type="http://schemas.openxmlformats.org/officeDocument/2006/relationships/image" Target="../media/image1207.png"/><Relationship Id="rId266" Type="http://schemas.openxmlformats.org/officeDocument/2006/relationships/customXml" Target="../ink/ink1223.xml"/><Relationship Id="rId287" Type="http://schemas.openxmlformats.org/officeDocument/2006/relationships/image" Target="../media/image1228.png"/><Relationship Id="rId410" Type="http://schemas.openxmlformats.org/officeDocument/2006/relationships/customXml" Target="../ink/ink1295.xml"/><Relationship Id="rId30" Type="http://schemas.openxmlformats.org/officeDocument/2006/relationships/customXml" Target="../ink/ink1105.xml"/><Relationship Id="rId105" Type="http://schemas.openxmlformats.org/officeDocument/2006/relationships/image" Target="../media/image1137.png"/><Relationship Id="rId126" Type="http://schemas.openxmlformats.org/officeDocument/2006/relationships/customXml" Target="../ink/ink1153.xml"/><Relationship Id="rId147" Type="http://schemas.openxmlformats.org/officeDocument/2006/relationships/image" Target="../media/image1158.png"/><Relationship Id="rId168" Type="http://schemas.openxmlformats.org/officeDocument/2006/relationships/customXml" Target="../ink/ink1174.xml"/><Relationship Id="rId312" Type="http://schemas.openxmlformats.org/officeDocument/2006/relationships/customXml" Target="../ink/ink1246.xml"/><Relationship Id="rId333" Type="http://schemas.openxmlformats.org/officeDocument/2006/relationships/image" Target="../media/image1251.png"/><Relationship Id="rId354" Type="http://schemas.openxmlformats.org/officeDocument/2006/relationships/customXml" Target="../ink/ink1267.xml"/><Relationship Id="rId51" Type="http://schemas.openxmlformats.org/officeDocument/2006/relationships/image" Target="../media/image1110.png"/><Relationship Id="rId72" Type="http://schemas.openxmlformats.org/officeDocument/2006/relationships/customXml" Target="../ink/ink1126.xml"/><Relationship Id="rId93" Type="http://schemas.openxmlformats.org/officeDocument/2006/relationships/image" Target="../media/image1131.png"/><Relationship Id="rId189" Type="http://schemas.openxmlformats.org/officeDocument/2006/relationships/image" Target="../media/image1179.png"/><Relationship Id="rId375" Type="http://schemas.openxmlformats.org/officeDocument/2006/relationships/image" Target="../media/image1272.png"/><Relationship Id="rId396" Type="http://schemas.openxmlformats.org/officeDocument/2006/relationships/customXml" Target="../ink/ink1288.xml"/><Relationship Id="rId3" Type="http://schemas.openxmlformats.org/officeDocument/2006/relationships/image" Target="../media/image1086.png"/><Relationship Id="rId214" Type="http://schemas.openxmlformats.org/officeDocument/2006/relationships/customXml" Target="../ink/ink1197.xml"/><Relationship Id="rId235" Type="http://schemas.openxmlformats.org/officeDocument/2006/relationships/image" Target="../media/image1202.png"/><Relationship Id="rId256" Type="http://schemas.openxmlformats.org/officeDocument/2006/relationships/customXml" Target="../ink/ink1218.xml"/><Relationship Id="rId277" Type="http://schemas.openxmlformats.org/officeDocument/2006/relationships/image" Target="../media/image1223.png"/><Relationship Id="rId298" Type="http://schemas.openxmlformats.org/officeDocument/2006/relationships/customXml" Target="../ink/ink1239.xml"/><Relationship Id="rId400" Type="http://schemas.openxmlformats.org/officeDocument/2006/relationships/customXml" Target="../ink/ink1290.xml"/><Relationship Id="rId421" Type="http://schemas.openxmlformats.org/officeDocument/2006/relationships/image" Target="../media/image1295.png"/><Relationship Id="rId116" Type="http://schemas.openxmlformats.org/officeDocument/2006/relationships/customXml" Target="../ink/ink1148.xml"/><Relationship Id="rId137" Type="http://schemas.openxmlformats.org/officeDocument/2006/relationships/image" Target="../media/image1153.png"/><Relationship Id="rId158" Type="http://schemas.openxmlformats.org/officeDocument/2006/relationships/customXml" Target="../ink/ink1169.xml"/><Relationship Id="rId302" Type="http://schemas.openxmlformats.org/officeDocument/2006/relationships/customXml" Target="../ink/ink1241.xml"/><Relationship Id="rId323" Type="http://schemas.openxmlformats.org/officeDocument/2006/relationships/image" Target="../media/image1246.png"/><Relationship Id="rId344" Type="http://schemas.openxmlformats.org/officeDocument/2006/relationships/customXml" Target="../ink/ink1262.xml"/><Relationship Id="rId20" Type="http://schemas.openxmlformats.org/officeDocument/2006/relationships/customXml" Target="../ink/ink1100.xml"/><Relationship Id="rId41" Type="http://schemas.openxmlformats.org/officeDocument/2006/relationships/image" Target="../media/image1105.png"/><Relationship Id="rId62" Type="http://schemas.openxmlformats.org/officeDocument/2006/relationships/customXml" Target="../ink/ink1121.xml"/><Relationship Id="rId83" Type="http://schemas.openxmlformats.org/officeDocument/2006/relationships/image" Target="../media/image1126.png"/><Relationship Id="rId179" Type="http://schemas.openxmlformats.org/officeDocument/2006/relationships/image" Target="../media/image1174.png"/><Relationship Id="rId365" Type="http://schemas.openxmlformats.org/officeDocument/2006/relationships/image" Target="../media/image1267.png"/><Relationship Id="rId386" Type="http://schemas.openxmlformats.org/officeDocument/2006/relationships/customXml" Target="../ink/ink1283.xml"/><Relationship Id="rId190" Type="http://schemas.openxmlformats.org/officeDocument/2006/relationships/customXml" Target="../ink/ink1185.xml"/><Relationship Id="rId204" Type="http://schemas.openxmlformats.org/officeDocument/2006/relationships/customXml" Target="../ink/ink1192.xml"/><Relationship Id="rId225" Type="http://schemas.openxmlformats.org/officeDocument/2006/relationships/image" Target="../media/image1197.png"/><Relationship Id="rId246" Type="http://schemas.openxmlformats.org/officeDocument/2006/relationships/customXml" Target="../ink/ink1213.xml"/><Relationship Id="rId267" Type="http://schemas.openxmlformats.org/officeDocument/2006/relationships/image" Target="../media/image1218.png"/><Relationship Id="rId288" Type="http://schemas.openxmlformats.org/officeDocument/2006/relationships/customXml" Target="../ink/ink1234.xml"/><Relationship Id="rId411" Type="http://schemas.openxmlformats.org/officeDocument/2006/relationships/image" Target="../media/image1290.png"/><Relationship Id="rId106" Type="http://schemas.openxmlformats.org/officeDocument/2006/relationships/customXml" Target="../ink/ink1143.xml"/><Relationship Id="rId127" Type="http://schemas.openxmlformats.org/officeDocument/2006/relationships/image" Target="../media/image1148.png"/><Relationship Id="rId313" Type="http://schemas.openxmlformats.org/officeDocument/2006/relationships/image" Target="../media/image1241.png"/><Relationship Id="rId10" Type="http://schemas.openxmlformats.org/officeDocument/2006/relationships/customXml" Target="../ink/ink1095.xml"/><Relationship Id="rId31" Type="http://schemas.openxmlformats.org/officeDocument/2006/relationships/image" Target="../media/image1100.png"/><Relationship Id="rId52" Type="http://schemas.openxmlformats.org/officeDocument/2006/relationships/customXml" Target="../ink/ink1116.xml"/><Relationship Id="rId73" Type="http://schemas.openxmlformats.org/officeDocument/2006/relationships/image" Target="../media/image1121.png"/><Relationship Id="rId94" Type="http://schemas.openxmlformats.org/officeDocument/2006/relationships/customXml" Target="../ink/ink1137.xml"/><Relationship Id="rId148" Type="http://schemas.openxmlformats.org/officeDocument/2006/relationships/customXml" Target="../ink/ink1164.xml"/><Relationship Id="rId169" Type="http://schemas.openxmlformats.org/officeDocument/2006/relationships/image" Target="../media/image1169.png"/><Relationship Id="rId334" Type="http://schemas.openxmlformats.org/officeDocument/2006/relationships/customXml" Target="../ink/ink1257.xml"/><Relationship Id="rId355" Type="http://schemas.openxmlformats.org/officeDocument/2006/relationships/image" Target="../media/image1262.png"/><Relationship Id="rId376" Type="http://schemas.openxmlformats.org/officeDocument/2006/relationships/customXml" Target="../ink/ink1278.xml"/><Relationship Id="rId397" Type="http://schemas.openxmlformats.org/officeDocument/2006/relationships/image" Target="../media/image1283.png"/><Relationship Id="rId4" Type="http://schemas.openxmlformats.org/officeDocument/2006/relationships/customXml" Target="../ink/ink1092.xml"/><Relationship Id="rId180" Type="http://schemas.openxmlformats.org/officeDocument/2006/relationships/customXml" Target="../ink/ink1180.xml"/><Relationship Id="rId215" Type="http://schemas.openxmlformats.org/officeDocument/2006/relationships/image" Target="../media/image1192.png"/><Relationship Id="rId236" Type="http://schemas.openxmlformats.org/officeDocument/2006/relationships/customXml" Target="../ink/ink1208.xml"/><Relationship Id="rId257" Type="http://schemas.openxmlformats.org/officeDocument/2006/relationships/image" Target="../media/image1213.png"/><Relationship Id="rId278" Type="http://schemas.openxmlformats.org/officeDocument/2006/relationships/customXml" Target="../ink/ink1229.xml"/><Relationship Id="rId401" Type="http://schemas.openxmlformats.org/officeDocument/2006/relationships/image" Target="../media/image1285.png"/><Relationship Id="rId422" Type="http://schemas.openxmlformats.org/officeDocument/2006/relationships/customXml" Target="../ink/ink1301.xml"/><Relationship Id="rId303" Type="http://schemas.openxmlformats.org/officeDocument/2006/relationships/image" Target="../media/image1236.png"/><Relationship Id="rId42" Type="http://schemas.openxmlformats.org/officeDocument/2006/relationships/customXml" Target="../ink/ink1111.xml"/><Relationship Id="rId84" Type="http://schemas.openxmlformats.org/officeDocument/2006/relationships/customXml" Target="../ink/ink1132.xml"/><Relationship Id="rId138" Type="http://schemas.openxmlformats.org/officeDocument/2006/relationships/customXml" Target="../ink/ink1159.xml"/><Relationship Id="rId345" Type="http://schemas.openxmlformats.org/officeDocument/2006/relationships/image" Target="../media/image1257.png"/><Relationship Id="rId387" Type="http://schemas.openxmlformats.org/officeDocument/2006/relationships/image" Target="../media/image1278.png"/><Relationship Id="rId191" Type="http://schemas.openxmlformats.org/officeDocument/2006/relationships/image" Target="../media/image1180.png"/><Relationship Id="rId205" Type="http://schemas.openxmlformats.org/officeDocument/2006/relationships/image" Target="../media/image1187.png"/><Relationship Id="rId247" Type="http://schemas.openxmlformats.org/officeDocument/2006/relationships/image" Target="../media/image1208.png"/><Relationship Id="rId412" Type="http://schemas.openxmlformats.org/officeDocument/2006/relationships/customXml" Target="../ink/ink1296.xml"/><Relationship Id="rId107" Type="http://schemas.openxmlformats.org/officeDocument/2006/relationships/image" Target="../media/image1138.png"/><Relationship Id="rId289" Type="http://schemas.openxmlformats.org/officeDocument/2006/relationships/image" Target="../media/image1229.png"/><Relationship Id="rId11" Type="http://schemas.openxmlformats.org/officeDocument/2006/relationships/image" Target="../media/image1090.png"/><Relationship Id="rId53" Type="http://schemas.openxmlformats.org/officeDocument/2006/relationships/image" Target="../media/image1111.png"/><Relationship Id="rId149" Type="http://schemas.openxmlformats.org/officeDocument/2006/relationships/image" Target="../media/image1159.png"/><Relationship Id="rId314" Type="http://schemas.openxmlformats.org/officeDocument/2006/relationships/customXml" Target="../ink/ink1247.xml"/><Relationship Id="rId356" Type="http://schemas.openxmlformats.org/officeDocument/2006/relationships/customXml" Target="../ink/ink1268.xml"/><Relationship Id="rId398" Type="http://schemas.openxmlformats.org/officeDocument/2006/relationships/customXml" Target="../ink/ink1289.xml"/><Relationship Id="rId95" Type="http://schemas.openxmlformats.org/officeDocument/2006/relationships/image" Target="../media/image1132.png"/><Relationship Id="rId160" Type="http://schemas.openxmlformats.org/officeDocument/2006/relationships/customXml" Target="../ink/ink1170.xml"/><Relationship Id="rId216" Type="http://schemas.openxmlformats.org/officeDocument/2006/relationships/customXml" Target="../ink/ink1198.xml"/><Relationship Id="rId423" Type="http://schemas.openxmlformats.org/officeDocument/2006/relationships/image" Target="../media/image1296.png"/><Relationship Id="rId258" Type="http://schemas.openxmlformats.org/officeDocument/2006/relationships/customXml" Target="../ink/ink1219.xml"/><Relationship Id="rId22" Type="http://schemas.openxmlformats.org/officeDocument/2006/relationships/customXml" Target="../ink/ink1101.xml"/><Relationship Id="rId64" Type="http://schemas.openxmlformats.org/officeDocument/2006/relationships/customXml" Target="../ink/ink1122.xml"/><Relationship Id="rId118" Type="http://schemas.openxmlformats.org/officeDocument/2006/relationships/customXml" Target="../ink/ink1149.xml"/><Relationship Id="rId325" Type="http://schemas.openxmlformats.org/officeDocument/2006/relationships/image" Target="../media/image1247.png"/><Relationship Id="rId367" Type="http://schemas.openxmlformats.org/officeDocument/2006/relationships/image" Target="../media/image1268.png"/><Relationship Id="rId171" Type="http://schemas.openxmlformats.org/officeDocument/2006/relationships/image" Target="../media/image1170.png"/><Relationship Id="rId227" Type="http://schemas.openxmlformats.org/officeDocument/2006/relationships/image" Target="../media/image1198.png"/><Relationship Id="rId269" Type="http://schemas.openxmlformats.org/officeDocument/2006/relationships/image" Target="../media/image1219.png"/><Relationship Id="rId33" Type="http://schemas.openxmlformats.org/officeDocument/2006/relationships/image" Target="../media/image1101.png"/><Relationship Id="rId129" Type="http://schemas.openxmlformats.org/officeDocument/2006/relationships/image" Target="../media/image1149.png"/><Relationship Id="rId280" Type="http://schemas.openxmlformats.org/officeDocument/2006/relationships/customXml" Target="../ink/ink1230.xml"/><Relationship Id="rId336" Type="http://schemas.openxmlformats.org/officeDocument/2006/relationships/customXml" Target="../ink/ink1258.xml"/><Relationship Id="rId75" Type="http://schemas.openxmlformats.org/officeDocument/2006/relationships/image" Target="../media/image1122.png"/><Relationship Id="rId140" Type="http://schemas.openxmlformats.org/officeDocument/2006/relationships/customXml" Target="../ink/ink1160.xml"/><Relationship Id="rId182" Type="http://schemas.openxmlformats.org/officeDocument/2006/relationships/customXml" Target="../ink/ink1181.xml"/><Relationship Id="rId378" Type="http://schemas.openxmlformats.org/officeDocument/2006/relationships/customXml" Target="../ink/ink1279.xml"/><Relationship Id="rId403" Type="http://schemas.openxmlformats.org/officeDocument/2006/relationships/image" Target="../media/image1286.png"/><Relationship Id="rId6" Type="http://schemas.openxmlformats.org/officeDocument/2006/relationships/customXml" Target="../ink/ink1093.xml"/><Relationship Id="rId238" Type="http://schemas.openxmlformats.org/officeDocument/2006/relationships/customXml" Target="../ink/ink1209.xml"/><Relationship Id="rId291" Type="http://schemas.openxmlformats.org/officeDocument/2006/relationships/image" Target="../media/image1230.png"/><Relationship Id="rId305" Type="http://schemas.openxmlformats.org/officeDocument/2006/relationships/image" Target="../media/image1237.png"/><Relationship Id="rId347" Type="http://schemas.openxmlformats.org/officeDocument/2006/relationships/image" Target="../media/image1258.png"/><Relationship Id="rId44" Type="http://schemas.openxmlformats.org/officeDocument/2006/relationships/customXml" Target="../ink/ink1112.xml"/><Relationship Id="rId86" Type="http://schemas.openxmlformats.org/officeDocument/2006/relationships/customXml" Target="../ink/ink1133.xml"/><Relationship Id="rId151" Type="http://schemas.openxmlformats.org/officeDocument/2006/relationships/image" Target="../media/image1160.png"/><Relationship Id="rId389" Type="http://schemas.openxmlformats.org/officeDocument/2006/relationships/image" Target="../media/image1279.png"/><Relationship Id="rId193" Type="http://schemas.openxmlformats.org/officeDocument/2006/relationships/image" Target="../media/image1181.png"/><Relationship Id="rId207" Type="http://schemas.openxmlformats.org/officeDocument/2006/relationships/image" Target="../media/image1188.png"/><Relationship Id="rId249" Type="http://schemas.openxmlformats.org/officeDocument/2006/relationships/image" Target="../media/image1209.png"/><Relationship Id="rId414" Type="http://schemas.openxmlformats.org/officeDocument/2006/relationships/customXml" Target="../ink/ink1297.xml"/><Relationship Id="rId13" Type="http://schemas.openxmlformats.org/officeDocument/2006/relationships/image" Target="../media/image1091.png"/><Relationship Id="rId109" Type="http://schemas.openxmlformats.org/officeDocument/2006/relationships/image" Target="../media/image1139.png"/><Relationship Id="rId260" Type="http://schemas.openxmlformats.org/officeDocument/2006/relationships/customXml" Target="../ink/ink1220.xml"/><Relationship Id="rId316" Type="http://schemas.openxmlformats.org/officeDocument/2006/relationships/customXml" Target="../ink/ink1248.xml"/><Relationship Id="rId55" Type="http://schemas.openxmlformats.org/officeDocument/2006/relationships/image" Target="../media/image1112.png"/><Relationship Id="rId97" Type="http://schemas.openxmlformats.org/officeDocument/2006/relationships/image" Target="../media/image1133.png"/><Relationship Id="rId120" Type="http://schemas.openxmlformats.org/officeDocument/2006/relationships/customXml" Target="../ink/ink1150.xml"/><Relationship Id="rId358" Type="http://schemas.openxmlformats.org/officeDocument/2006/relationships/customXml" Target="../ink/ink1269.xml"/><Relationship Id="rId162" Type="http://schemas.openxmlformats.org/officeDocument/2006/relationships/customXml" Target="../ink/ink1171.xml"/><Relationship Id="rId218" Type="http://schemas.openxmlformats.org/officeDocument/2006/relationships/customXml" Target="../ink/ink1199.xml"/><Relationship Id="rId425" Type="http://schemas.openxmlformats.org/officeDocument/2006/relationships/image" Target="../media/image1297.png"/><Relationship Id="rId271" Type="http://schemas.openxmlformats.org/officeDocument/2006/relationships/image" Target="../media/image1220.png"/><Relationship Id="rId24" Type="http://schemas.openxmlformats.org/officeDocument/2006/relationships/customXml" Target="../ink/ink1102.xml"/><Relationship Id="rId66" Type="http://schemas.openxmlformats.org/officeDocument/2006/relationships/customXml" Target="../ink/ink1123.xml"/><Relationship Id="rId131" Type="http://schemas.openxmlformats.org/officeDocument/2006/relationships/image" Target="../media/image1150.png"/><Relationship Id="rId327" Type="http://schemas.openxmlformats.org/officeDocument/2006/relationships/image" Target="../media/image1248.png"/><Relationship Id="rId369" Type="http://schemas.openxmlformats.org/officeDocument/2006/relationships/image" Target="../media/image1269.png"/><Relationship Id="rId173" Type="http://schemas.openxmlformats.org/officeDocument/2006/relationships/image" Target="../media/image1171.png"/><Relationship Id="rId229" Type="http://schemas.openxmlformats.org/officeDocument/2006/relationships/image" Target="../media/image1199.png"/><Relationship Id="rId380" Type="http://schemas.openxmlformats.org/officeDocument/2006/relationships/customXml" Target="../ink/ink1280.xml"/><Relationship Id="rId240" Type="http://schemas.openxmlformats.org/officeDocument/2006/relationships/customXml" Target="../ink/ink1210.xml"/><Relationship Id="rId35" Type="http://schemas.openxmlformats.org/officeDocument/2006/relationships/image" Target="../media/image1102.png"/><Relationship Id="rId77" Type="http://schemas.openxmlformats.org/officeDocument/2006/relationships/image" Target="../media/image1123.png"/><Relationship Id="rId100" Type="http://schemas.openxmlformats.org/officeDocument/2006/relationships/customXml" Target="../ink/ink1140.xml"/><Relationship Id="rId282" Type="http://schemas.openxmlformats.org/officeDocument/2006/relationships/customXml" Target="../ink/ink1231.xml"/><Relationship Id="rId338" Type="http://schemas.openxmlformats.org/officeDocument/2006/relationships/customXml" Target="../ink/ink1259.xml"/><Relationship Id="rId8" Type="http://schemas.openxmlformats.org/officeDocument/2006/relationships/customXml" Target="../ink/ink1094.xml"/><Relationship Id="rId142" Type="http://schemas.openxmlformats.org/officeDocument/2006/relationships/customXml" Target="../ink/ink1161.xml"/><Relationship Id="rId184" Type="http://schemas.openxmlformats.org/officeDocument/2006/relationships/customXml" Target="../ink/ink1182.xml"/><Relationship Id="rId391" Type="http://schemas.openxmlformats.org/officeDocument/2006/relationships/image" Target="../media/image1280.png"/><Relationship Id="rId405" Type="http://schemas.openxmlformats.org/officeDocument/2006/relationships/image" Target="../media/image1287.png"/><Relationship Id="rId251" Type="http://schemas.openxmlformats.org/officeDocument/2006/relationships/image" Target="../media/image1210.png"/><Relationship Id="rId46" Type="http://schemas.openxmlformats.org/officeDocument/2006/relationships/customXml" Target="../ink/ink1113.xml"/><Relationship Id="rId293" Type="http://schemas.openxmlformats.org/officeDocument/2006/relationships/image" Target="../media/image1231.png"/><Relationship Id="rId307" Type="http://schemas.openxmlformats.org/officeDocument/2006/relationships/image" Target="../media/image1238.png"/><Relationship Id="rId349" Type="http://schemas.openxmlformats.org/officeDocument/2006/relationships/image" Target="../media/image1259.png"/><Relationship Id="rId88" Type="http://schemas.openxmlformats.org/officeDocument/2006/relationships/customXml" Target="../ink/ink1134.xml"/><Relationship Id="rId111" Type="http://schemas.openxmlformats.org/officeDocument/2006/relationships/image" Target="../media/image1140.png"/><Relationship Id="rId153" Type="http://schemas.openxmlformats.org/officeDocument/2006/relationships/image" Target="../media/image1161.png"/><Relationship Id="rId195" Type="http://schemas.openxmlformats.org/officeDocument/2006/relationships/image" Target="../media/image1182.png"/><Relationship Id="rId209" Type="http://schemas.openxmlformats.org/officeDocument/2006/relationships/image" Target="../media/image1189.png"/><Relationship Id="rId360" Type="http://schemas.openxmlformats.org/officeDocument/2006/relationships/customXml" Target="../ink/ink1270.xml"/><Relationship Id="rId416" Type="http://schemas.openxmlformats.org/officeDocument/2006/relationships/customXml" Target="../ink/ink1298.xml"/><Relationship Id="rId220" Type="http://schemas.openxmlformats.org/officeDocument/2006/relationships/customXml" Target="../ink/ink1200.xml"/><Relationship Id="rId15" Type="http://schemas.openxmlformats.org/officeDocument/2006/relationships/image" Target="../media/image1092.png"/><Relationship Id="rId57" Type="http://schemas.openxmlformats.org/officeDocument/2006/relationships/image" Target="../media/image1113.png"/><Relationship Id="rId262" Type="http://schemas.openxmlformats.org/officeDocument/2006/relationships/customXml" Target="../ink/ink1221.xml"/><Relationship Id="rId318" Type="http://schemas.openxmlformats.org/officeDocument/2006/relationships/customXml" Target="../ink/ink1249.xml"/><Relationship Id="rId99" Type="http://schemas.openxmlformats.org/officeDocument/2006/relationships/image" Target="../media/image1134.png"/><Relationship Id="rId122" Type="http://schemas.openxmlformats.org/officeDocument/2006/relationships/customXml" Target="../ink/ink1151.xml"/><Relationship Id="rId164" Type="http://schemas.openxmlformats.org/officeDocument/2006/relationships/customXml" Target="../ink/ink1172.xml"/><Relationship Id="rId371" Type="http://schemas.openxmlformats.org/officeDocument/2006/relationships/image" Target="../media/image1270.png"/><Relationship Id="rId427" Type="http://schemas.openxmlformats.org/officeDocument/2006/relationships/image" Target="../media/image1298.png"/><Relationship Id="rId26" Type="http://schemas.openxmlformats.org/officeDocument/2006/relationships/customXml" Target="../ink/ink1103.xml"/><Relationship Id="rId231" Type="http://schemas.openxmlformats.org/officeDocument/2006/relationships/image" Target="../media/image1200.png"/><Relationship Id="rId273" Type="http://schemas.openxmlformats.org/officeDocument/2006/relationships/image" Target="../media/image1221.png"/><Relationship Id="rId329" Type="http://schemas.openxmlformats.org/officeDocument/2006/relationships/image" Target="../media/image1249.png"/><Relationship Id="rId68" Type="http://schemas.openxmlformats.org/officeDocument/2006/relationships/customXml" Target="../ink/ink1124.xml"/><Relationship Id="rId133" Type="http://schemas.openxmlformats.org/officeDocument/2006/relationships/image" Target="../media/image1151.png"/><Relationship Id="rId175" Type="http://schemas.openxmlformats.org/officeDocument/2006/relationships/image" Target="../media/image1172.png"/><Relationship Id="rId340" Type="http://schemas.openxmlformats.org/officeDocument/2006/relationships/customXml" Target="../ink/ink1260.xml"/><Relationship Id="rId200" Type="http://schemas.openxmlformats.org/officeDocument/2006/relationships/customXml" Target="../ink/ink1190.xml"/><Relationship Id="rId382" Type="http://schemas.openxmlformats.org/officeDocument/2006/relationships/customXml" Target="../ink/ink1281.xml"/><Relationship Id="rId242" Type="http://schemas.openxmlformats.org/officeDocument/2006/relationships/customXml" Target="../ink/ink1211.xml"/><Relationship Id="rId284" Type="http://schemas.openxmlformats.org/officeDocument/2006/relationships/customXml" Target="../ink/ink1232.xml"/><Relationship Id="rId37" Type="http://schemas.openxmlformats.org/officeDocument/2006/relationships/image" Target="../media/image1103.png"/><Relationship Id="rId79" Type="http://schemas.openxmlformats.org/officeDocument/2006/relationships/image" Target="../media/image1124.png"/><Relationship Id="rId102" Type="http://schemas.openxmlformats.org/officeDocument/2006/relationships/customXml" Target="../ink/ink1141.xml"/><Relationship Id="rId144" Type="http://schemas.openxmlformats.org/officeDocument/2006/relationships/customXml" Target="../ink/ink1162.xml"/><Relationship Id="rId90" Type="http://schemas.openxmlformats.org/officeDocument/2006/relationships/customXml" Target="../ink/ink1135.xml"/><Relationship Id="rId186" Type="http://schemas.openxmlformats.org/officeDocument/2006/relationships/customXml" Target="../ink/ink1183.xml"/><Relationship Id="rId351" Type="http://schemas.openxmlformats.org/officeDocument/2006/relationships/image" Target="../media/image1260.png"/><Relationship Id="rId393" Type="http://schemas.openxmlformats.org/officeDocument/2006/relationships/image" Target="../media/image1281.png"/><Relationship Id="rId407" Type="http://schemas.openxmlformats.org/officeDocument/2006/relationships/image" Target="../media/image1288.png"/><Relationship Id="rId211" Type="http://schemas.openxmlformats.org/officeDocument/2006/relationships/image" Target="../media/image1190.png"/><Relationship Id="rId253" Type="http://schemas.openxmlformats.org/officeDocument/2006/relationships/image" Target="../media/image1211.png"/><Relationship Id="rId295" Type="http://schemas.openxmlformats.org/officeDocument/2006/relationships/image" Target="../media/image1232.png"/><Relationship Id="rId309" Type="http://schemas.openxmlformats.org/officeDocument/2006/relationships/image" Target="../media/image1239.png"/><Relationship Id="rId48" Type="http://schemas.openxmlformats.org/officeDocument/2006/relationships/customXml" Target="../ink/ink1114.xml"/><Relationship Id="rId113" Type="http://schemas.openxmlformats.org/officeDocument/2006/relationships/image" Target="../media/image1141.png"/><Relationship Id="rId320" Type="http://schemas.openxmlformats.org/officeDocument/2006/relationships/customXml" Target="../ink/ink1250.xml"/><Relationship Id="rId155" Type="http://schemas.openxmlformats.org/officeDocument/2006/relationships/image" Target="../media/image1162.png"/><Relationship Id="rId197" Type="http://schemas.openxmlformats.org/officeDocument/2006/relationships/image" Target="../media/image1183.png"/><Relationship Id="rId362" Type="http://schemas.openxmlformats.org/officeDocument/2006/relationships/customXml" Target="../ink/ink1271.xml"/><Relationship Id="rId418" Type="http://schemas.openxmlformats.org/officeDocument/2006/relationships/customXml" Target="../ink/ink1299.xml"/><Relationship Id="rId222" Type="http://schemas.openxmlformats.org/officeDocument/2006/relationships/customXml" Target="../ink/ink1201.xml"/><Relationship Id="rId264" Type="http://schemas.openxmlformats.org/officeDocument/2006/relationships/customXml" Target="../ink/ink1222.xml"/><Relationship Id="rId17" Type="http://schemas.openxmlformats.org/officeDocument/2006/relationships/image" Target="../media/image1093.png"/><Relationship Id="rId59" Type="http://schemas.openxmlformats.org/officeDocument/2006/relationships/image" Target="../media/image1114.png"/><Relationship Id="rId124" Type="http://schemas.openxmlformats.org/officeDocument/2006/relationships/customXml" Target="../ink/ink115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56.png"/><Relationship Id="rId299" Type="http://schemas.openxmlformats.org/officeDocument/2006/relationships/customXml" Target="../ink/ink1453.xml"/><Relationship Id="rId21" Type="http://schemas.openxmlformats.org/officeDocument/2006/relationships/image" Target="../media/image1308.png"/><Relationship Id="rId63" Type="http://schemas.openxmlformats.org/officeDocument/2006/relationships/image" Target="../media/image1329.png"/><Relationship Id="rId159" Type="http://schemas.openxmlformats.org/officeDocument/2006/relationships/image" Target="../media/image1377.png"/><Relationship Id="rId324" Type="http://schemas.openxmlformats.org/officeDocument/2006/relationships/image" Target="../media/image1456.png"/><Relationship Id="rId366" Type="http://schemas.openxmlformats.org/officeDocument/2006/relationships/image" Target="../media/image1476.png"/><Relationship Id="rId170" Type="http://schemas.openxmlformats.org/officeDocument/2006/relationships/customXml" Target="../ink/ink1388.xml"/><Relationship Id="rId226" Type="http://schemas.openxmlformats.org/officeDocument/2006/relationships/image" Target="../media/image1407.png"/><Relationship Id="rId268" Type="http://schemas.openxmlformats.org/officeDocument/2006/relationships/image" Target="../media/image1428.png"/><Relationship Id="rId32" Type="http://schemas.openxmlformats.org/officeDocument/2006/relationships/customXml" Target="../ink/ink1319.xml"/><Relationship Id="rId74" Type="http://schemas.openxmlformats.org/officeDocument/2006/relationships/customXml" Target="../ink/ink1340.xml"/><Relationship Id="rId128" Type="http://schemas.openxmlformats.org/officeDocument/2006/relationships/customXml" Target="../ink/ink1367.xml"/><Relationship Id="rId335" Type="http://schemas.openxmlformats.org/officeDocument/2006/relationships/customXml" Target="../ink/ink1471.xml"/><Relationship Id="rId5" Type="http://schemas.openxmlformats.org/officeDocument/2006/relationships/image" Target="../media/image1300.png"/><Relationship Id="rId181" Type="http://schemas.openxmlformats.org/officeDocument/2006/relationships/image" Target="../media/image1388.png"/><Relationship Id="rId237" Type="http://schemas.openxmlformats.org/officeDocument/2006/relationships/customXml" Target="../ink/ink1422.xml"/><Relationship Id="rId279" Type="http://schemas.openxmlformats.org/officeDocument/2006/relationships/customXml" Target="../ink/ink1443.xml"/><Relationship Id="rId43" Type="http://schemas.openxmlformats.org/officeDocument/2006/relationships/image" Target="../media/image1319.png"/><Relationship Id="rId139" Type="http://schemas.openxmlformats.org/officeDocument/2006/relationships/image" Target="../media/image1367.png"/><Relationship Id="rId290" Type="http://schemas.openxmlformats.org/officeDocument/2006/relationships/image" Target="../media/image1439.png"/><Relationship Id="rId304" Type="http://schemas.openxmlformats.org/officeDocument/2006/relationships/image" Target="../media/image1446.png"/><Relationship Id="rId346" Type="http://schemas.openxmlformats.org/officeDocument/2006/relationships/image" Target="../media/image1467.png"/><Relationship Id="rId85" Type="http://schemas.openxmlformats.org/officeDocument/2006/relationships/image" Target="../media/image1340.png"/><Relationship Id="rId150" Type="http://schemas.openxmlformats.org/officeDocument/2006/relationships/customXml" Target="../ink/ink1378.xml"/><Relationship Id="rId192" Type="http://schemas.openxmlformats.org/officeDocument/2006/relationships/customXml" Target="../ink/ink1399.xml"/><Relationship Id="rId206" Type="http://schemas.openxmlformats.org/officeDocument/2006/relationships/image" Target="../media/image1397.png"/><Relationship Id="rId248" Type="http://schemas.openxmlformats.org/officeDocument/2006/relationships/image" Target="../media/image1418.png"/><Relationship Id="rId12" Type="http://schemas.openxmlformats.org/officeDocument/2006/relationships/customXml" Target="../ink/ink1309.xml"/><Relationship Id="rId108" Type="http://schemas.openxmlformats.org/officeDocument/2006/relationships/customXml" Target="../ink/ink1357.xml"/><Relationship Id="rId315" Type="http://schemas.openxmlformats.org/officeDocument/2006/relationships/customXml" Target="../ink/ink1461.xml"/><Relationship Id="rId357" Type="http://schemas.openxmlformats.org/officeDocument/2006/relationships/customXml" Target="../ink/ink1483.xml"/><Relationship Id="rId54" Type="http://schemas.openxmlformats.org/officeDocument/2006/relationships/customXml" Target="../ink/ink1330.xml"/><Relationship Id="rId96" Type="http://schemas.openxmlformats.org/officeDocument/2006/relationships/customXml" Target="../ink/ink1351.xml"/><Relationship Id="rId161" Type="http://schemas.openxmlformats.org/officeDocument/2006/relationships/image" Target="../media/image1378.png"/><Relationship Id="rId217" Type="http://schemas.openxmlformats.org/officeDocument/2006/relationships/customXml" Target="../ink/ink1412.xml"/><Relationship Id="rId259" Type="http://schemas.openxmlformats.org/officeDocument/2006/relationships/customXml" Target="../ink/ink1433.xml"/><Relationship Id="rId23" Type="http://schemas.openxmlformats.org/officeDocument/2006/relationships/image" Target="../media/image1309.png"/><Relationship Id="rId119" Type="http://schemas.openxmlformats.org/officeDocument/2006/relationships/image" Target="../media/image1357.png"/><Relationship Id="rId270" Type="http://schemas.openxmlformats.org/officeDocument/2006/relationships/image" Target="../media/image1429.png"/><Relationship Id="rId326" Type="http://schemas.openxmlformats.org/officeDocument/2006/relationships/image" Target="../media/image1457.png"/><Relationship Id="rId65" Type="http://schemas.openxmlformats.org/officeDocument/2006/relationships/image" Target="../media/image1330.png"/><Relationship Id="rId130" Type="http://schemas.openxmlformats.org/officeDocument/2006/relationships/customXml" Target="../ink/ink1368.xml"/><Relationship Id="rId368" Type="http://schemas.openxmlformats.org/officeDocument/2006/relationships/image" Target="../media/image1477.png"/><Relationship Id="rId172" Type="http://schemas.openxmlformats.org/officeDocument/2006/relationships/customXml" Target="../ink/ink1389.xml"/><Relationship Id="rId228" Type="http://schemas.openxmlformats.org/officeDocument/2006/relationships/image" Target="../media/image1408.png"/><Relationship Id="rId281" Type="http://schemas.openxmlformats.org/officeDocument/2006/relationships/customXml" Target="../ink/ink1444.xml"/><Relationship Id="rId337" Type="http://schemas.openxmlformats.org/officeDocument/2006/relationships/customXml" Target="../ink/ink1472.xml"/><Relationship Id="rId34" Type="http://schemas.openxmlformats.org/officeDocument/2006/relationships/customXml" Target="../ink/ink1320.xml"/><Relationship Id="rId76" Type="http://schemas.openxmlformats.org/officeDocument/2006/relationships/customXml" Target="../ink/ink1341.xml"/><Relationship Id="rId141" Type="http://schemas.openxmlformats.org/officeDocument/2006/relationships/image" Target="../media/image1368.png"/><Relationship Id="rId7" Type="http://schemas.openxmlformats.org/officeDocument/2006/relationships/image" Target="../media/image1301.png"/><Relationship Id="rId183" Type="http://schemas.openxmlformats.org/officeDocument/2006/relationships/image" Target="../media/image1389.png"/><Relationship Id="rId239" Type="http://schemas.openxmlformats.org/officeDocument/2006/relationships/customXml" Target="../ink/ink1423.xml"/><Relationship Id="rId250" Type="http://schemas.openxmlformats.org/officeDocument/2006/relationships/image" Target="../media/image1419.png"/><Relationship Id="rId292" Type="http://schemas.openxmlformats.org/officeDocument/2006/relationships/image" Target="../media/image1440.png"/><Relationship Id="rId306" Type="http://schemas.openxmlformats.org/officeDocument/2006/relationships/image" Target="../media/image1447.png"/><Relationship Id="rId45" Type="http://schemas.openxmlformats.org/officeDocument/2006/relationships/image" Target="../media/image1320.png"/><Relationship Id="rId87" Type="http://schemas.openxmlformats.org/officeDocument/2006/relationships/image" Target="../media/image1341.png"/><Relationship Id="rId110" Type="http://schemas.openxmlformats.org/officeDocument/2006/relationships/customXml" Target="../ink/ink1358.xml"/><Relationship Id="rId348" Type="http://schemas.openxmlformats.org/officeDocument/2006/relationships/image" Target="../media/image1468.png"/><Relationship Id="rId152" Type="http://schemas.openxmlformats.org/officeDocument/2006/relationships/customXml" Target="../ink/ink1379.xml"/><Relationship Id="rId194" Type="http://schemas.openxmlformats.org/officeDocument/2006/relationships/customXml" Target="../ink/ink1400.xml"/><Relationship Id="rId208" Type="http://schemas.openxmlformats.org/officeDocument/2006/relationships/image" Target="../media/image1398.png"/><Relationship Id="rId261" Type="http://schemas.openxmlformats.org/officeDocument/2006/relationships/customXml" Target="../ink/ink1434.xml"/><Relationship Id="rId14" Type="http://schemas.openxmlformats.org/officeDocument/2006/relationships/customXml" Target="../ink/ink1310.xml"/><Relationship Id="rId56" Type="http://schemas.openxmlformats.org/officeDocument/2006/relationships/customXml" Target="../ink/ink1331.xml"/><Relationship Id="rId317" Type="http://schemas.openxmlformats.org/officeDocument/2006/relationships/customXml" Target="../ink/ink1462.xml"/><Relationship Id="rId359" Type="http://schemas.openxmlformats.org/officeDocument/2006/relationships/customXml" Target="../ink/ink1484.xml"/><Relationship Id="rId98" Type="http://schemas.openxmlformats.org/officeDocument/2006/relationships/customXml" Target="../ink/ink1352.xml"/><Relationship Id="rId121" Type="http://schemas.openxmlformats.org/officeDocument/2006/relationships/image" Target="../media/image1358.png"/><Relationship Id="rId163" Type="http://schemas.openxmlformats.org/officeDocument/2006/relationships/image" Target="../media/image1379.png"/><Relationship Id="rId219" Type="http://schemas.openxmlformats.org/officeDocument/2006/relationships/customXml" Target="../ink/ink1413.xml"/><Relationship Id="rId230" Type="http://schemas.openxmlformats.org/officeDocument/2006/relationships/image" Target="../media/image1409.png"/><Relationship Id="rId25" Type="http://schemas.openxmlformats.org/officeDocument/2006/relationships/image" Target="../media/image1310.png"/><Relationship Id="rId67" Type="http://schemas.openxmlformats.org/officeDocument/2006/relationships/image" Target="../media/image1331.png"/><Relationship Id="rId272" Type="http://schemas.openxmlformats.org/officeDocument/2006/relationships/image" Target="../media/image1430.png"/><Relationship Id="rId328" Type="http://schemas.openxmlformats.org/officeDocument/2006/relationships/image" Target="../media/image1458.png"/><Relationship Id="rId132" Type="http://schemas.openxmlformats.org/officeDocument/2006/relationships/customXml" Target="../ink/ink1369.xml"/><Relationship Id="rId174" Type="http://schemas.openxmlformats.org/officeDocument/2006/relationships/customXml" Target="../ink/ink1390.xml"/><Relationship Id="rId220" Type="http://schemas.openxmlformats.org/officeDocument/2006/relationships/image" Target="../media/image1404.png"/><Relationship Id="rId241" Type="http://schemas.openxmlformats.org/officeDocument/2006/relationships/customXml" Target="../ink/ink1424.xml"/><Relationship Id="rId15" Type="http://schemas.openxmlformats.org/officeDocument/2006/relationships/image" Target="../media/image1305.png"/><Relationship Id="rId36" Type="http://schemas.openxmlformats.org/officeDocument/2006/relationships/customXml" Target="../ink/ink1321.xml"/><Relationship Id="rId57" Type="http://schemas.openxmlformats.org/officeDocument/2006/relationships/image" Target="../media/image1326.png"/><Relationship Id="rId262" Type="http://schemas.openxmlformats.org/officeDocument/2006/relationships/image" Target="../media/image1425.png"/><Relationship Id="rId283" Type="http://schemas.openxmlformats.org/officeDocument/2006/relationships/customXml" Target="../ink/ink1445.xml"/><Relationship Id="rId318" Type="http://schemas.openxmlformats.org/officeDocument/2006/relationships/image" Target="../media/image1453.png"/><Relationship Id="rId339" Type="http://schemas.openxmlformats.org/officeDocument/2006/relationships/customXml" Target="../ink/ink1473.xml"/><Relationship Id="rId78" Type="http://schemas.openxmlformats.org/officeDocument/2006/relationships/customXml" Target="../ink/ink1342.xml"/><Relationship Id="rId99" Type="http://schemas.openxmlformats.org/officeDocument/2006/relationships/image" Target="../media/image1347.png"/><Relationship Id="rId101" Type="http://schemas.openxmlformats.org/officeDocument/2006/relationships/image" Target="../media/image1348.png"/><Relationship Id="rId122" Type="http://schemas.openxmlformats.org/officeDocument/2006/relationships/customXml" Target="../ink/ink1364.xml"/><Relationship Id="rId143" Type="http://schemas.openxmlformats.org/officeDocument/2006/relationships/image" Target="../media/image1369.png"/><Relationship Id="rId164" Type="http://schemas.openxmlformats.org/officeDocument/2006/relationships/customXml" Target="../ink/ink1385.xml"/><Relationship Id="rId185" Type="http://schemas.openxmlformats.org/officeDocument/2006/relationships/image" Target="../media/image1390.png"/><Relationship Id="rId350" Type="http://schemas.openxmlformats.org/officeDocument/2006/relationships/image" Target="../media/image1469.png"/><Relationship Id="rId9" Type="http://schemas.openxmlformats.org/officeDocument/2006/relationships/image" Target="../media/image1302.png"/><Relationship Id="rId210" Type="http://schemas.openxmlformats.org/officeDocument/2006/relationships/image" Target="../media/image1399.png"/><Relationship Id="rId26" Type="http://schemas.openxmlformats.org/officeDocument/2006/relationships/customXml" Target="../ink/ink1316.xml"/><Relationship Id="rId231" Type="http://schemas.openxmlformats.org/officeDocument/2006/relationships/customXml" Target="../ink/ink1419.xml"/><Relationship Id="rId252" Type="http://schemas.openxmlformats.org/officeDocument/2006/relationships/image" Target="../media/image1420.png"/><Relationship Id="rId273" Type="http://schemas.openxmlformats.org/officeDocument/2006/relationships/customXml" Target="../ink/ink1440.xml"/><Relationship Id="rId294" Type="http://schemas.openxmlformats.org/officeDocument/2006/relationships/image" Target="../media/image1441.png"/><Relationship Id="rId308" Type="http://schemas.openxmlformats.org/officeDocument/2006/relationships/image" Target="../media/image1448.png"/><Relationship Id="rId329" Type="http://schemas.openxmlformats.org/officeDocument/2006/relationships/customXml" Target="../ink/ink1468.xml"/><Relationship Id="rId47" Type="http://schemas.openxmlformats.org/officeDocument/2006/relationships/image" Target="../media/image1321.png"/><Relationship Id="rId68" Type="http://schemas.openxmlformats.org/officeDocument/2006/relationships/customXml" Target="../ink/ink1337.xml"/><Relationship Id="rId89" Type="http://schemas.openxmlformats.org/officeDocument/2006/relationships/image" Target="../media/image1342.png"/><Relationship Id="rId112" Type="http://schemas.openxmlformats.org/officeDocument/2006/relationships/customXml" Target="../ink/ink1359.xml"/><Relationship Id="rId133" Type="http://schemas.openxmlformats.org/officeDocument/2006/relationships/image" Target="../media/image1364.png"/><Relationship Id="rId154" Type="http://schemas.openxmlformats.org/officeDocument/2006/relationships/customXml" Target="../ink/ink1380.xml"/><Relationship Id="rId175" Type="http://schemas.openxmlformats.org/officeDocument/2006/relationships/image" Target="../media/image1385.png"/><Relationship Id="rId340" Type="http://schemas.openxmlformats.org/officeDocument/2006/relationships/image" Target="../media/image1464.png"/><Relationship Id="rId361" Type="http://schemas.openxmlformats.org/officeDocument/2006/relationships/customXml" Target="../ink/ink1485.xml"/><Relationship Id="rId196" Type="http://schemas.openxmlformats.org/officeDocument/2006/relationships/customXml" Target="../ink/ink1401.xml"/><Relationship Id="rId200" Type="http://schemas.openxmlformats.org/officeDocument/2006/relationships/customXml" Target="../ink/ink1403.xml"/><Relationship Id="rId16" Type="http://schemas.openxmlformats.org/officeDocument/2006/relationships/customXml" Target="../ink/ink1311.xml"/><Relationship Id="rId221" Type="http://schemas.openxmlformats.org/officeDocument/2006/relationships/customXml" Target="../ink/ink1414.xml"/><Relationship Id="rId242" Type="http://schemas.openxmlformats.org/officeDocument/2006/relationships/image" Target="../media/image1415.png"/><Relationship Id="rId263" Type="http://schemas.openxmlformats.org/officeDocument/2006/relationships/customXml" Target="../ink/ink1435.xml"/><Relationship Id="rId284" Type="http://schemas.openxmlformats.org/officeDocument/2006/relationships/image" Target="../media/image1436.png"/><Relationship Id="rId319" Type="http://schemas.openxmlformats.org/officeDocument/2006/relationships/customXml" Target="../ink/ink1463.xml"/><Relationship Id="rId37" Type="http://schemas.openxmlformats.org/officeDocument/2006/relationships/image" Target="../media/image1316.png"/><Relationship Id="rId58" Type="http://schemas.openxmlformats.org/officeDocument/2006/relationships/customXml" Target="../ink/ink1332.xml"/><Relationship Id="rId79" Type="http://schemas.openxmlformats.org/officeDocument/2006/relationships/image" Target="../media/image1337.png"/><Relationship Id="rId102" Type="http://schemas.openxmlformats.org/officeDocument/2006/relationships/customXml" Target="../ink/ink1354.xml"/><Relationship Id="rId123" Type="http://schemas.openxmlformats.org/officeDocument/2006/relationships/image" Target="../media/image1359.png"/><Relationship Id="rId144" Type="http://schemas.openxmlformats.org/officeDocument/2006/relationships/customXml" Target="../ink/ink1375.xml"/><Relationship Id="rId330" Type="http://schemas.openxmlformats.org/officeDocument/2006/relationships/image" Target="../media/image1459.png"/><Relationship Id="rId90" Type="http://schemas.openxmlformats.org/officeDocument/2006/relationships/customXml" Target="../ink/ink1348.xml"/><Relationship Id="rId165" Type="http://schemas.openxmlformats.org/officeDocument/2006/relationships/image" Target="../media/image1380.png"/><Relationship Id="rId186" Type="http://schemas.openxmlformats.org/officeDocument/2006/relationships/customXml" Target="../ink/ink1396.xml"/><Relationship Id="rId351" Type="http://schemas.openxmlformats.org/officeDocument/2006/relationships/customXml" Target="../ink/ink1479.xml"/><Relationship Id="rId211" Type="http://schemas.openxmlformats.org/officeDocument/2006/relationships/customXml" Target="../ink/ink1409.xml"/><Relationship Id="rId232" Type="http://schemas.openxmlformats.org/officeDocument/2006/relationships/image" Target="../media/image1410.png"/><Relationship Id="rId253" Type="http://schemas.openxmlformats.org/officeDocument/2006/relationships/customXml" Target="../ink/ink1430.xml"/><Relationship Id="rId274" Type="http://schemas.openxmlformats.org/officeDocument/2006/relationships/image" Target="../media/image1431.png"/><Relationship Id="rId295" Type="http://schemas.openxmlformats.org/officeDocument/2006/relationships/customXml" Target="../ink/ink1451.xml"/><Relationship Id="rId309" Type="http://schemas.openxmlformats.org/officeDocument/2006/relationships/customXml" Target="../ink/ink1458.xml"/><Relationship Id="rId27" Type="http://schemas.openxmlformats.org/officeDocument/2006/relationships/image" Target="../media/image1311.png"/><Relationship Id="rId48" Type="http://schemas.openxmlformats.org/officeDocument/2006/relationships/customXml" Target="../ink/ink1327.xml"/><Relationship Id="rId69" Type="http://schemas.openxmlformats.org/officeDocument/2006/relationships/image" Target="../media/image1332.png"/><Relationship Id="rId113" Type="http://schemas.openxmlformats.org/officeDocument/2006/relationships/image" Target="../media/image1354.png"/><Relationship Id="rId134" Type="http://schemas.openxmlformats.org/officeDocument/2006/relationships/customXml" Target="../ink/ink1370.xml"/><Relationship Id="rId320" Type="http://schemas.openxmlformats.org/officeDocument/2006/relationships/image" Target="../media/image1454.png"/><Relationship Id="rId80" Type="http://schemas.openxmlformats.org/officeDocument/2006/relationships/customXml" Target="../ink/ink1343.xml"/><Relationship Id="rId155" Type="http://schemas.openxmlformats.org/officeDocument/2006/relationships/image" Target="../media/image1375.png"/><Relationship Id="rId176" Type="http://schemas.openxmlformats.org/officeDocument/2006/relationships/customXml" Target="../ink/ink1391.xml"/><Relationship Id="rId197" Type="http://schemas.openxmlformats.org/officeDocument/2006/relationships/image" Target="../media/image1394.png"/><Relationship Id="rId341" Type="http://schemas.openxmlformats.org/officeDocument/2006/relationships/customXml" Target="../ink/ink1474.xml"/><Relationship Id="rId362" Type="http://schemas.openxmlformats.org/officeDocument/2006/relationships/image" Target="../media/image1474.png"/><Relationship Id="rId201" Type="http://schemas.openxmlformats.org/officeDocument/2006/relationships/image" Target="../media/image1395.png"/><Relationship Id="rId222" Type="http://schemas.openxmlformats.org/officeDocument/2006/relationships/image" Target="../media/image1405.png"/><Relationship Id="rId243" Type="http://schemas.openxmlformats.org/officeDocument/2006/relationships/customXml" Target="../ink/ink1425.xml"/><Relationship Id="rId264" Type="http://schemas.openxmlformats.org/officeDocument/2006/relationships/image" Target="../media/image1426.png"/><Relationship Id="rId285" Type="http://schemas.openxmlformats.org/officeDocument/2006/relationships/customXml" Target="../ink/ink1446.xml"/><Relationship Id="rId17" Type="http://schemas.openxmlformats.org/officeDocument/2006/relationships/image" Target="../media/image1306.png"/><Relationship Id="rId38" Type="http://schemas.openxmlformats.org/officeDocument/2006/relationships/customXml" Target="../ink/ink1322.xml"/><Relationship Id="rId59" Type="http://schemas.openxmlformats.org/officeDocument/2006/relationships/image" Target="../media/image1327.png"/><Relationship Id="rId103" Type="http://schemas.openxmlformats.org/officeDocument/2006/relationships/image" Target="../media/image1349.png"/><Relationship Id="rId124" Type="http://schemas.openxmlformats.org/officeDocument/2006/relationships/customXml" Target="../ink/ink1365.xml"/><Relationship Id="rId310" Type="http://schemas.openxmlformats.org/officeDocument/2006/relationships/image" Target="../media/image1449.png"/><Relationship Id="rId70" Type="http://schemas.openxmlformats.org/officeDocument/2006/relationships/customXml" Target="../ink/ink1338.xml"/><Relationship Id="rId91" Type="http://schemas.openxmlformats.org/officeDocument/2006/relationships/image" Target="../media/image1343.png"/><Relationship Id="rId145" Type="http://schemas.openxmlformats.org/officeDocument/2006/relationships/image" Target="../media/image1370.png"/><Relationship Id="rId166" Type="http://schemas.openxmlformats.org/officeDocument/2006/relationships/customXml" Target="../ink/ink1386.xml"/><Relationship Id="rId187" Type="http://schemas.openxmlformats.org/officeDocument/2006/relationships/image" Target="../media/image1391.png"/><Relationship Id="rId331" Type="http://schemas.openxmlformats.org/officeDocument/2006/relationships/customXml" Target="../ink/ink1469.xml"/><Relationship Id="rId352" Type="http://schemas.openxmlformats.org/officeDocument/2006/relationships/image" Target="../media/image1470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400.png"/><Relationship Id="rId233" Type="http://schemas.openxmlformats.org/officeDocument/2006/relationships/customXml" Target="../ink/ink1420.xml"/><Relationship Id="rId254" Type="http://schemas.openxmlformats.org/officeDocument/2006/relationships/image" Target="../media/image1421.png"/><Relationship Id="rId28" Type="http://schemas.openxmlformats.org/officeDocument/2006/relationships/customXml" Target="../ink/ink1317.xml"/><Relationship Id="rId49" Type="http://schemas.openxmlformats.org/officeDocument/2006/relationships/image" Target="../media/image1322.png"/><Relationship Id="rId114" Type="http://schemas.openxmlformats.org/officeDocument/2006/relationships/customXml" Target="../ink/ink1360.xml"/><Relationship Id="rId275" Type="http://schemas.openxmlformats.org/officeDocument/2006/relationships/customXml" Target="../ink/ink1441.xml"/><Relationship Id="rId296" Type="http://schemas.openxmlformats.org/officeDocument/2006/relationships/image" Target="../media/image1442.png"/><Relationship Id="rId300" Type="http://schemas.openxmlformats.org/officeDocument/2006/relationships/image" Target="../media/image1444.png"/><Relationship Id="rId60" Type="http://schemas.openxmlformats.org/officeDocument/2006/relationships/customXml" Target="../ink/ink1333.xml"/><Relationship Id="rId81" Type="http://schemas.openxmlformats.org/officeDocument/2006/relationships/image" Target="../media/image1338.png"/><Relationship Id="rId135" Type="http://schemas.openxmlformats.org/officeDocument/2006/relationships/image" Target="../media/image1365.png"/><Relationship Id="rId156" Type="http://schemas.openxmlformats.org/officeDocument/2006/relationships/customXml" Target="../ink/ink1381.xml"/><Relationship Id="rId177" Type="http://schemas.openxmlformats.org/officeDocument/2006/relationships/image" Target="../media/image1386.png"/><Relationship Id="rId198" Type="http://schemas.openxmlformats.org/officeDocument/2006/relationships/customXml" Target="../ink/ink1402.xml"/><Relationship Id="rId321" Type="http://schemas.openxmlformats.org/officeDocument/2006/relationships/customXml" Target="../ink/ink1464.xml"/><Relationship Id="rId342" Type="http://schemas.openxmlformats.org/officeDocument/2006/relationships/image" Target="../media/image1465.png"/><Relationship Id="rId363" Type="http://schemas.openxmlformats.org/officeDocument/2006/relationships/customXml" Target="../ink/ink1486.xml"/><Relationship Id="rId202" Type="http://schemas.openxmlformats.org/officeDocument/2006/relationships/customXml" Target="../ink/ink1404.xml"/><Relationship Id="rId223" Type="http://schemas.openxmlformats.org/officeDocument/2006/relationships/customXml" Target="../ink/ink1415.xml"/><Relationship Id="rId244" Type="http://schemas.openxmlformats.org/officeDocument/2006/relationships/image" Target="../media/image1416.png"/><Relationship Id="rId18" Type="http://schemas.openxmlformats.org/officeDocument/2006/relationships/customXml" Target="../ink/ink1312.xml"/><Relationship Id="rId39" Type="http://schemas.openxmlformats.org/officeDocument/2006/relationships/image" Target="../media/image1317.png"/><Relationship Id="rId265" Type="http://schemas.openxmlformats.org/officeDocument/2006/relationships/customXml" Target="../ink/ink1436.xml"/><Relationship Id="rId286" Type="http://schemas.openxmlformats.org/officeDocument/2006/relationships/image" Target="../media/image1437.png"/><Relationship Id="rId50" Type="http://schemas.openxmlformats.org/officeDocument/2006/relationships/customXml" Target="../ink/ink1328.xml"/><Relationship Id="rId104" Type="http://schemas.openxmlformats.org/officeDocument/2006/relationships/customXml" Target="../ink/ink1355.xml"/><Relationship Id="rId125" Type="http://schemas.openxmlformats.org/officeDocument/2006/relationships/image" Target="../media/image1360.png"/><Relationship Id="rId146" Type="http://schemas.openxmlformats.org/officeDocument/2006/relationships/customXml" Target="../ink/ink1376.xml"/><Relationship Id="rId167" Type="http://schemas.openxmlformats.org/officeDocument/2006/relationships/image" Target="../media/image1381.png"/><Relationship Id="rId188" Type="http://schemas.openxmlformats.org/officeDocument/2006/relationships/customXml" Target="../ink/ink1397.xml"/><Relationship Id="rId311" Type="http://schemas.openxmlformats.org/officeDocument/2006/relationships/customXml" Target="../ink/ink1459.xml"/><Relationship Id="rId332" Type="http://schemas.openxmlformats.org/officeDocument/2006/relationships/image" Target="../media/image1460.png"/><Relationship Id="rId353" Type="http://schemas.openxmlformats.org/officeDocument/2006/relationships/customXml" Target="../ink/ink1480.xml"/><Relationship Id="rId71" Type="http://schemas.openxmlformats.org/officeDocument/2006/relationships/image" Target="../media/image1333.png"/><Relationship Id="rId92" Type="http://schemas.openxmlformats.org/officeDocument/2006/relationships/customXml" Target="../ink/ink1349.xml"/><Relationship Id="rId213" Type="http://schemas.openxmlformats.org/officeDocument/2006/relationships/customXml" Target="../ink/ink1410.xml"/><Relationship Id="rId234" Type="http://schemas.openxmlformats.org/officeDocument/2006/relationships/image" Target="../media/image1411.png"/><Relationship Id="rId2" Type="http://schemas.openxmlformats.org/officeDocument/2006/relationships/customXml" Target="../ink/ink1304.xml"/><Relationship Id="rId29" Type="http://schemas.openxmlformats.org/officeDocument/2006/relationships/image" Target="../media/image1312.png"/><Relationship Id="rId255" Type="http://schemas.openxmlformats.org/officeDocument/2006/relationships/customXml" Target="../ink/ink1431.xml"/><Relationship Id="rId276" Type="http://schemas.openxmlformats.org/officeDocument/2006/relationships/image" Target="../media/image1432.png"/><Relationship Id="rId297" Type="http://schemas.openxmlformats.org/officeDocument/2006/relationships/customXml" Target="../ink/ink1452.xml"/><Relationship Id="rId40" Type="http://schemas.openxmlformats.org/officeDocument/2006/relationships/customXml" Target="../ink/ink1323.xml"/><Relationship Id="rId115" Type="http://schemas.openxmlformats.org/officeDocument/2006/relationships/image" Target="../media/image1355.png"/><Relationship Id="rId136" Type="http://schemas.openxmlformats.org/officeDocument/2006/relationships/customXml" Target="../ink/ink1371.xml"/><Relationship Id="rId157" Type="http://schemas.openxmlformats.org/officeDocument/2006/relationships/image" Target="../media/image1376.png"/><Relationship Id="rId178" Type="http://schemas.openxmlformats.org/officeDocument/2006/relationships/customXml" Target="../ink/ink1392.xml"/><Relationship Id="rId301" Type="http://schemas.openxmlformats.org/officeDocument/2006/relationships/customXml" Target="../ink/ink1454.xml"/><Relationship Id="rId322" Type="http://schemas.openxmlformats.org/officeDocument/2006/relationships/image" Target="../media/image1455.png"/><Relationship Id="rId343" Type="http://schemas.openxmlformats.org/officeDocument/2006/relationships/customXml" Target="../ink/ink1475.xml"/><Relationship Id="rId364" Type="http://schemas.openxmlformats.org/officeDocument/2006/relationships/image" Target="../media/image1475.png"/><Relationship Id="rId61" Type="http://schemas.openxmlformats.org/officeDocument/2006/relationships/image" Target="../media/image1328.png"/><Relationship Id="rId82" Type="http://schemas.openxmlformats.org/officeDocument/2006/relationships/customXml" Target="../ink/ink1344.xml"/><Relationship Id="rId199" Type="http://schemas.openxmlformats.org/officeDocument/2006/relationships/image" Target="../media/image993.png"/><Relationship Id="rId203" Type="http://schemas.openxmlformats.org/officeDocument/2006/relationships/image" Target="../media/image1396.png"/><Relationship Id="rId19" Type="http://schemas.openxmlformats.org/officeDocument/2006/relationships/image" Target="../media/image1307.png"/><Relationship Id="rId224" Type="http://schemas.openxmlformats.org/officeDocument/2006/relationships/image" Target="../media/image1406.png"/><Relationship Id="rId245" Type="http://schemas.openxmlformats.org/officeDocument/2006/relationships/customXml" Target="../ink/ink1426.xml"/><Relationship Id="rId266" Type="http://schemas.openxmlformats.org/officeDocument/2006/relationships/image" Target="../media/image1427.png"/><Relationship Id="rId287" Type="http://schemas.openxmlformats.org/officeDocument/2006/relationships/customXml" Target="../ink/ink1447.xml"/><Relationship Id="rId30" Type="http://schemas.openxmlformats.org/officeDocument/2006/relationships/customXml" Target="../ink/ink1318.xml"/><Relationship Id="rId105" Type="http://schemas.openxmlformats.org/officeDocument/2006/relationships/image" Target="../media/image1350.png"/><Relationship Id="rId126" Type="http://schemas.openxmlformats.org/officeDocument/2006/relationships/customXml" Target="../ink/ink1366.xml"/><Relationship Id="rId147" Type="http://schemas.openxmlformats.org/officeDocument/2006/relationships/image" Target="../media/image1371.png"/><Relationship Id="rId168" Type="http://schemas.openxmlformats.org/officeDocument/2006/relationships/customXml" Target="../ink/ink1387.xml"/><Relationship Id="rId312" Type="http://schemas.openxmlformats.org/officeDocument/2006/relationships/image" Target="../media/image1450.png"/><Relationship Id="rId333" Type="http://schemas.openxmlformats.org/officeDocument/2006/relationships/customXml" Target="../ink/ink1470.xml"/><Relationship Id="rId354" Type="http://schemas.openxmlformats.org/officeDocument/2006/relationships/image" Target="../media/image1471.png"/><Relationship Id="rId51" Type="http://schemas.openxmlformats.org/officeDocument/2006/relationships/image" Target="../media/image1323.png"/><Relationship Id="rId72" Type="http://schemas.openxmlformats.org/officeDocument/2006/relationships/customXml" Target="../ink/ink1339.xml"/><Relationship Id="rId93" Type="http://schemas.openxmlformats.org/officeDocument/2006/relationships/image" Target="../media/image1344.png"/><Relationship Id="rId189" Type="http://schemas.openxmlformats.org/officeDocument/2006/relationships/image" Target="../media/image1392.png"/><Relationship Id="rId3" Type="http://schemas.openxmlformats.org/officeDocument/2006/relationships/image" Target="../media/image1299.png"/><Relationship Id="rId214" Type="http://schemas.openxmlformats.org/officeDocument/2006/relationships/image" Target="../media/image1401.png"/><Relationship Id="rId235" Type="http://schemas.openxmlformats.org/officeDocument/2006/relationships/customXml" Target="../ink/ink1421.xml"/><Relationship Id="rId256" Type="http://schemas.openxmlformats.org/officeDocument/2006/relationships/image" Target="../media/image1422.png"/><Relationship Id="rId277" Type="http://schemas.openxmlformats.org/officeDocument/2006/relationships/customXml" Target="../ink/ink1442.xml"/><Relationship Id="rId298" Type="http://schemas.openxmlformats.org/officeDocument/2006/relationships/image" Target="../media/image1443.png"/><Relationship Id="rId116" Type="http://schemas.openxmlformats.org/officeDocument/2006/relationships/customXml" Target="../ink/ink1361.xml"/><Relationship Id="rId137" Type="http://schemas.openxmlformats.org/officeDocument/2006/relationships/image" Target="../media/image1366.png"/><Relationship Id="rId158" Type="http://schemas.openxmlformats.org/officeDocument/2006/relationships/customXml" Target="../ink/ink1382.xml"/><Relationship Id="rId302" Type="http://schemas.openxmlformats.org/officeDocument/2006/relationships/image" Target="../media/image1445.png"/><Relationship Id="rId323" Type="http://schemas.openxmlformats.org/officeDocument/2006/relationships/customXml" Target="../ink/ink1465.xml"/><Relationship Id="rId344" Type="http://schemas.openxmlformats.org/officeDocument/2006/relationships/image" Target="../media/image1466.png"/><Relationship Id="rId20" Type="http://schemas.openxmlformats.org/officeDocument/2006/relationships/customXml" Target="../ink/ink1313.xml"/><Relationship Id="rId41" Type="http://schemas.openxmlformats.org/officeDocument/2006/relationships/image" Target="../media/image1318.png"/><Relationship Id="rId62" Type="http://schemas.openxmlformats.org/officeDocument/2006/relationships/customXml" Target="../ink/ink1334.xml"/><Relationship Id="rId83" Type="http://schemas.openxmlformats.org/officeDocument/2006/relationships/image" Target="../media/image1339.png"/><Relationship Id="rId179" Type="http://schemas.openxmlformats.org/officeDocument/2006/relationships/image" Target="../media/image1387.png"/><Relationship Id="rId365" Type="http://schemas.openxmlformats.org/officeDocument/2006/relationships/customXml" Target="../ink/ink1487.xml"/><Relationship Id="rId190" Type="http://schemas.openxmlformats.org/officeDocument/2006/relationships/customXml" Target="../ink/ink1398.xml"/><Relationship Id="rId204" Type="http://schemas.openxmlformats.org/officeDocument/2006/relationships/customXml" Target="../ink/ink1405.xml"/><Relationship Id="rId225" Type="http://schemas.openxmlformats.org/officeDocument/2006/relationships/customXml" Target="../ink/ink1416.xml"/><Relationship Id="rId246" Type="http://schemas.openxmlformats.org/officeDocument/2006/relationships/image" Target="../media/image1417.png"/><Relationship Id="rId267" Type="http://schemas.openxmlformats.org/officeDocument/2006/relationships/customXml" Target="../ink/ink1437.xml"/><Relationship Id="rId288" Type="http://schemas.openxmlformats.org/officeDocument/2006/relationships/image" Target="../media/image1438.png"/><Relationship Id="rId106" Type="http://schemas.openxmlformats.org/officeDocument/2006/relationships/customXml" Target="../ink/ink1356.xml"/><Relationship Id="rId127" Type="http://schemas.openxmlformats.org/officeDocument/2006/relationships/image" Target="../media/image1361.png"/><Relationship Id="rId313" Type="http://schemas.openxmlformats.org/officeDocument/2006/relationships/customXml" Target="../ink/ink1460.xml"/><Relationship Id="rId10" Type="http://schemas.openxmlformats.org/officeDocument/2006/relationships/customXml" Target="../ink/ink1308.xml"/><Relationship Id="rId31" Type="http://schemas.openxmlformats.org/officeDocument/2006/relationships/image" Target="../media/image1313.png"/><Relationship Id="rId52" Type="http://schemas.openxmlformats.org/officeDocument/2006/relationships/customXml" Target="../ink/ink1329.xml"/><Relationship Id="rId73" Type="http://schemas.openxmlformats.org/officeDocument/2006/relationships/image" Target="../media/image1334.png"/><Relationship Id="rId94" Type="http://schemas.openxmlformats.org/officeDocument/2006/relationships/customXml" Target="../ink/ink1350.xml"/><Relationship Id="rId148" Type="http://schemas.openxmlformats.org/officeDocument/2006/relationships/customXml" Target="../ink/ink1377.xml"/><Relationship Id="rId169" Type="http://schemas.openxmlformats.org/officeDocument/2006/relationships/image" Target="../media/image1382.png"/><Relationship Id="rId334" Type="http://schemas.openxmlformats.org/officeDocument/2006/relationships/image" Target="../media/image1461.png"/><Relationship Id="rId355" Type="http://schemas.openxmlformats.org/officeDocument/2006/relationships/customXml" Target="../ink/ink1481.xml"/><Relationship Id="rId4" Type="http://schemas.openxmlformats.org/officeDocument/2006/relationships/customXml" Target="../ink/ink1305.xml"/><Relationship Id="rId180" Type="http://schemas.openxmlformats.org/officeDocument/2006/relationships/customXml" Target="../ink/ink1393.xml"/><Relationship Id="rId215" Type="http://schemas.openxmlformats.org/officeDocument/2006/relationships/customXml" Target="../ink/ink1411.xml"/><Relationship Id="rId236" Type="http://schemas.openxmlformats.org/officeDocument/2006/relationships/image" Target="../media/image1412.png"/><Relationship Id="rId257" Type="http://schemas.openxmlformats.org/officeDocument/2006/relationships/customXml" Target="../ink/ink1432.xml"/><Relationship Id="rId278" Type="http://schemas.openxmlformats.org/officeDocument/2006/relationships/image" Target="../media/image1433.png"/><Relationship Id="rId303" Type="http://schemas.openxmlformats.org/officeDocument/2006/relationships/customXml" Target="../ink/ink1455.xml"/><Relationship Id="rId42" Type="http://schemas.openxmlformats.org/officeDocument/2006/relationships/customXml" Target="../ink/ink1324.xml"/><Relationship Id="rId84" Type="http://schemas.openxmlformats.org/officeDocument/2006/relationships/customXml" Target="../ink/ink1345.xml"/><Relationship Id="rId138" Type="http://schemas.openxmlformats.org/officeDocument/2006/relationships/customXml" Target="../ink/ink1372.xml"/><Relationship Id="rId345" Type="http://schemas.openxmlformats.org/officeDocument/2006/relationships/customXml" Target="../ink/ink1476.xml"/><Relationship Id="rId191" Type="http://schemas.openxmlformats.org/officeDocument/2006/relationships/image" Target="../media/image1393.png"/><Relationship Id="rId205" Type="http://schemas.openxmlformats.org/officeDocument/2006/relationships/customXml" Target="../ink/ink1406.xml"/><Relationship Id="rId247" Type="http://schemas.openxmlformats.org/officeDocument/2006/relationships/customXml" Target="../ink/ink1427.xml"/><Relationship Id="rId107" Type="http://schemas.openxmlformats.org/officeDocument/2006/relationships/image" Target="../media/image1351.png"/><Relationship Id="rId289" Type="http://schemas.openxmlformats.org/officeDocument/2006/relationships/customXml" Target="../ink/ink1448.xml"/><Relationship Id="rId11" Type="http://schemas.openxmlformats.org/officeDocument/2006/relationships/image" Target="../media/image1303.png"/><Relationship Id="rId53" Type="http://schemas.openxmlformats.org/officeDocument/2006/relationships/image" Target="../media/image1324.png"/><Relationship Id="rId149" Type="http://schemas.openxmlformats.org/officeDocument/2006/relationships/image" Target="../media/image1372.png"/><Relationship Id="rId314" Type="http://schemas.openxmlformats.org/officeDocument/2006/relationships/image" Target="../media/image1451.png"/><Relationship Id="rId356" Type="http://schemas.openxmlformats.org/officeDocument/2006/relationships/customXml" Target="../ink/ink1482.xml"/><Relationship Id="rId95" Type="http://schemas.openxmlformats.org/officeDocument/2006/relationships/image" Target="../media/image1345.png"/><Relationship Id="rId160" Type="http://schemas.openxmlformats.org/officeDocument/2006/relationships/customXml" Target="../ink/ink1383.xml"/><Relationship Id="rId216" Type="http://schemas.openxmlformats.org/officeDocument/2006/relationships/image" Target="../media/image1402.png"/><Relationship Id="rId258" Type="http://schemas.openxmlformats.org/officeDocument/2006/relationships/image" Target="../media/image1423.png"/><Relationship Id="rId22" Type="http://schemas.openxmlformats.org/officeDocument/2006/relationships/customXml" Target="../ink/ink1314.xml"/><Relationship Id="rId64" Type="http://schemas.openxmlformats.org/officeDocument/2006/relationships/customXml" Target="../ink/ink1335.xml"/><Relationship Id="rId118" Type="http://schemas.openxmlformats.org/officeDocument/2006/relationships/customXml" Target="../ink/ink1362.xml"/><Relationship Id="rId325" Type="http://schemas.openxmlformats.org/officeDocument/2006/relationships/customXml" Target="../ink/ink1466.xml"/><Relationship Id="rId367" Type="http://schemas.openxmlformats.org/officeDocument/2006/relationships/customXml" Target="../ink/ink1488.xml"/><Relationship Id="rId171" Type="http://schemas.openxmlformats.org/officeDocument/2006/relationships/image" Target="../media/image1383.png"/><Relationship Id="rId227" Type="http://schemas.openxmlformats.org/officeDocument/2006/relationships/customXml" Target="../ink/ink1417.xml"/><Relationship Id="rId269" Type="http://schemas.openxmlformats.org/officeDocument/2006/relationships/customXml" Target="../ink/ink1438.xml"/><Relationship Id="rId33" Type="http://schemas.openxmlformats.org/officeDocument/2006/relationships/image" Target="../media/image1314.png"/><Relationship Id="rId129" Type="http://schemas.openxmlformats.org/officeDocument/2006/relationships/image" Target="../media/image1362.png"/><Relationship Id="rId280" Type="http://schemas.openxmlformats.org/officeDocument/2006/relationships/image" Target="../media/image1434.png"/><Relationship Id="rId336" Type="http://schemas.openxmlformats.org/officeDocument/2006/relationships/image" Target="../media/image1462.png"/><Relationship Id="rId75" Type="http://schemas.openxmlformats.org/officeDocument/2006/relationships/image" Target="../media/image1335.png"/><Relationship Id="rId140" Type="http://schemas.openxmlformats.org/officeDocument/2006/relationships/customXml" Target="../ink/ink1373.xml"/><Relationship Id="rId182" Type="http://schemas.openxmlformats.org/officeDocument/2006/relationships/customXml" Target="../ink/ink1394.xml"/><Relationship Id="rId6" Type="http://schemas.openxmlformats.org/officeDocument/2006/relationships/customXml" Target="../ink/ink1306.xml"/><Relationship Id="rId238" Type="http://schemas.openxmlformats.org/officeDocument/2006/relationships/image" Target="../media/image1413.png"/><Relationship Id="rId291" Type="http://schemas.openxmlformats.org/officeDocument/2006/relationships/customXml" Target="../ink/ink1449.xml"/><Relationship Id="rId305" Type="http://schemas.openxmlformats.org/officeDocument/2006/relationships/customXml" Target="../ink/ink1456.xml"/><Relationship Id="rId347" Type="http://schemas.openxmlformats.org/officeDocument/2006/relationships/customXml" Target="../ink/ink1477.xml"/><Relationship Id="rId44" Type="http://schemas.openxmlformats.org/officeDocument/2006/relationships/customXml" Target="../ink/ink1325.xml"/><Relationship Id="rId86" Type="http://schemas.openxmlformats.org/officeDocument/2006/relationships/customXml" Target="../ink/ink1346.xml"/><Relationship Id="rId151" Type="http://schemas.openxmlformats.org/officeDocument/2006/relationships/image" Target="../media/image1373.png"/><Relationship Id="rId193" Type="http://schemas.openxmlformats.org/officeDocument/2006/relationships/image" Target="../media/image70.png"/><Relationship Id="rId207" Type="http://schemas.openxmlformats.org/officeDocument/2006/relationships/customXml" Target="../ink/ink1407.xml"/><Relationship Id="rId249" Type="http://schemas.openxmlformats.org/officeDocument/2006/relationships/customXml" Target="../ink/ink1428.xml"/><Relationship Id="rId13" Type="http://schemas.openxmlformats.org/officeDocument/2006/relationships/image" Target="../media/image1304.png"/><Relationship Id="rId109" Type="http://schemas.openxmlformats.org/officeDocument/2006/relationships/image" Target="../media/image1352.png"/><Relationship Id="rId260" Type="http://schemas.openxmlformats.org/officeDocument/2006/relationships/image" Target="../media/image1424.png"/><Relationship Id="rId316" Type="http://schemas.openxmlformats.org/officeDocument/2006/relationships/image" Target="../media/image1452.png"/><Relationship Id="rId55" Type="http://schemas.openxmlformats.org/officeDocument/2006/relationships/image" Target="../media/image1325.png"/><Relationship Id="rId97" Type="http://schemas.openxmlformats.org/officeDocument/2006/relationships/image" Target="../media/image1346.png"/><Relationship Id="rId120" Type="http://schemas.openxmlformats.org/officeDocument/2006/relationships/customXml" Target="../ink/ink1363.xml"/><Relationship Id="rId358" Type="http://schemas.openxmlformats.org/officeDocument/2006/relationships/image" Target="../media/image1472.png"/><Relationship Id="rId162" Type="http://schemas.openxmlformats.org/officeDocument/2006/relationships/customXml" Target="../ink/ink1384.xml"/><Relationship Id="rId218" Type="http://schemas.openxmlformats.org/officeDocument/2006/relationships/image" Target="../media/image1403.png"/><Relationship Id="rId271" Type="http://schemas.openxmlformats.org/officeDocument/2006/relationships/customXml" Target="../ink/ink1439.xml"/><Relationship Id="rId24" Type="http://schemas.openxmlformats.org/officeDocument/2006/relationships/customXml" Target="../ink/ink1315.xml"/><Relationship Id="rId66" Type="http://schemas.openxmlformats.org/officeDocument/2006/relationships/customXml" Target="../ink/ink1336.xml"/><Relationship Id="rId131" Type="http://schemas.openxmlformats.org/officeDocument/2006/relationships/image" Target="../media/image1363.png"/><Relationship Id="rId327" Type="http://schemas.openxmlformats.org/officeDocument/2006/relationships/customXml" Target="../ink/ink1467.xml"/><Relationship Id="rId173" Type="http://schemas.openxmlformats.org/officeDocument/2006/relationships/image" Target="../media/image1384.png"/><Relationship Id="rId229" Type="http://schemas.openxmlformats.org/officeDocument/2006/relationships/customXml" Target="../ink/ink1418.xml"/><Relationship Id="rId240" Type="http://schemas.openxmlformats.org/officeDocument/2006/relationships/image" Target="../media/image1414.png"/><Relationship Id="rId35" Type="http://schemas.openxmlformats.org/officeDocument/2006/relationships/image" Target="../media/image1315.png"/><Relationship Id="rId77" Type="http://schemas.openxmlformats.org/officeDocument/2006/relationships/image" Target="../media/image1336.png"/><Relationship Id="rId100" Type="http://schemas.openxmlformats.org/officeDocument/2006/relationships/customXml" Target="../ink/ink1353.xml"/><Relationship Id="rId282" Type="http://schemas.openxmlformats.org/officeDocument/2006/relationships/image" Target="../media/image1435.png"/><Relationship Id="rId338" Type="http://schemas.openxmlformats.org/officeDocument/2006/relationships/image" Target="../media/image1463.png"/><Relationship Id="rId8" Type="http://schemas.openxmlformats.org/officeDocument/2006/relationships/customXml" Target="../ink/ink1307.xml"/><Relationship Id="rId142" Type="http://schemas.openxmlformats.org/officeDocument/2006/relationships/customXml" Target="../ink/ink1374.xml"/><Relationship Id="rId184" Type="http://schemas.openxmlformats.org/officeDocument/2006/relationships/customXml" Target="../ink/ink1395.xml"/><Relationship Id="rId251" Type="http://schemas.openxmlformats.org/officeDocument/2006/relationships/customXml" Target="../ink/ink1429.xml"/><Relationship Id="rId46" Type="http://schemas.openxmlformats.org/officeDocument/2006/relationships/customXml" Target="../ink/ink1326.xml"/><Relationship Id="rId293" Type="http://schemas.openxmlformats.org/officeDocument/2006/relationships/customXml" Target="../ink/ink1450.xml"/><Relationship Id="rId307" Type="http://schemas.openxmlformats.org/officeDocument/2006/relationships/customXml" Target="../ink/ink1457.xml"/><Relationship Id="rId349" Type="http://schemas.openxmlformats.org/officeDocument/2006/relationships/customXml" Target="../ink/ink1478.xml"/><Relationship Id="rId88" Type="http://schemas.openxmlformats.org/officeDocument/2006/relationships/customXml" Target="../ink/ink1347.xml"/><Relationship Id="rId111" Type="http://schemas.openxmlformats.org/officeDocument/2006/relationships/image" Target="../media/image1353.png"/><Relationship Id="rId153" Type="http://schemas.openxmlformats.org/officeDocument/2006/relationships/image" Target="../media/image1374.png"/><Relationship Id="rId195" Type="http://schemas.openxmlformats.org/officeDocument/2006/relationships/image" Target="../media/image307.png"/><Relationship Id="rId209" Type="http://schemas.openxmlformats.org/officeDocument/2006/relationships/customXml" Target="../ink/ink1408.xml"/><Relationship Id="rId360" Type="http://schemas.openxmlformats.org/officeDocument/2006/relationships/image" Target="../media/image1473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5.png"/><Relationship Id="rId21" Type="http://schemas.openxmlformats.org/officeDocument/2006/relationships/image" Target="../media/image1487.png"/><Relationship Id="rId42" Type="http://schemas.openxmlformats.org/officeDocument/2006/relationships/customXml" Target="../ink/ink1509.xml"/><Relationship Id="rId63" Type="http://schemas.openxmlformats.org/officeDocument/2006/relationships/image" Target="../media/image1508.png"/><Relationship Id="rId84" Type="http://schemas.openxmlformats.org/officeDocument/2006/relationships/customXml" Target="../ink/ink1530.xml"/><Relationship Id="rId138" Type="http://schemas.openxmlformats.org/officeDocument/2006/relationships/customXml" Target="../ink/ink1557.xml"/><Relationship Id="rId159" Type="http://schemas.openxmlformats.org/officeDocument/2006/relationships/image" Target="../media/image1556.png"/><Relationship Id="rId170" Type="http://schemas.openxmlformats.org/officeDocument/2006/relationships/customXml" Target="../ink/ink1573.xml"/><Relationship Id="rId191" Type="http://schemas.openxmlformats.org/officeDocument/2006/relationships/image" Target="../media/image1572.png"/><Relationship Id="rId205" Type="http://schemas.openxmlformats.org/officeDocument/2006/relationships/image" Target="../media/image1579.png"/><Relationship Id="rId107" Type="http://schemas.openxmlformats.org/officeDocument/2006/relationships/image" Target="../media/image1530.png"/><Relationship Id="rId11" Type="http://schemas.openxmlformats.org/officeDocument/2006/relationships/image" Target="../media/image1482.png"/><Relationship Id="rId32" Type="http://schemas.openxmlformats.org/officeDocument/2006/relationships/customXml" Target="../ink/ink1504.xml"/><Relationship Id="rId53" Type="http://schemas.openxmlformats.org/officeDocument/2006/relationships/image" Target="../media/image1503.png"/><Relationship Id="rId74" Type="http://schemas.openxmlformats.org/officeDocument/2006/relationships/customXml" Target="../ink/ink1525.xml"/><Relationship Id="rId128" Type="http://schemas.openxmlformats.org/officeDocument/2006/relationships/customXml" Target="../ink/ink1552.xml"/><Relationship Id="rId149" Type="http://schemas.openxmlformats.org/officeDocument/2006/relationships/image" Target="../media/image1551.png"/><Relationship Id="rId5" Type="http://schemas.openxmlformats.org/officeDocument/2006/relationships/image" Target="../media/image1479.png"/><Relationship Id="rId95" Type="http://schemas.openxmlformats.org/officeDocument/2006/relationships/image" Target="../media/image1524.png"/><Relationship Id="rId160" Type="http://schemas.openxmlformats.org/officeDocument/2006/relationships/customXml" Target="../ink/ink1568.xml"/><Relationship Id="rId181" Type="http://schemas.openxmlformats.org/officeDocument/2006/relationships/image" Target="../media/image1567.png"/><Relationship Id="rId22" Type="http://schemas.openxmlformats.org/officeDocument/2006/relationships/customXml" Target="../ink/ink1499.xml"/><Relationship Id="rId43" Type="http://schemas.openxmlformats.org/officeDocument/2006/relationships/image" Target="../media/image1498.png"/><Relationship Id="rId64" Type="http://schemas.openxmlformats.org/officeDocument/2006/relationships/customXml" Target="../ink/ink1520.xml"/><Relationship Id="rId118" Type="http://schemas.openxmlformats.org/officeDocument/2006/relationships/customXml" Target="../ink/ink1547.xml"/><Relationship Id="rId139" Type="http://schemas.openxmlformats.org/officeDocument/2006/relationships/image" Target="../media/image1546.png"/><Relationship Id="rId85" Type="http://schemas.openxmlformats.org/officeDocument/2006/relationships/image" Target="../media/image1519.png"/><Relationship Id="rId150" Type="http://schemas.openxmlformats.org/officeDocument/2006/relationships/customXml" Target="../ink/ink1563.xml"/><Relationship Id="rId171" Type="http://schemas.openxmlformats.org/officeDocument/2006/relationships/image" Target="../media/image1562.png"/><Relationship Id="rId192" Type="http://schemas.openxmlformats.org/officeDocument/2006/relationships/customXml" Target="../ink/ink1584.xml"/><Relationship Id="rId206" Type="http://schemas.openxmlformats.org/officeDocument/2006/relationships/customXml" Target="../ink/ink1591.xml"/><Relationship Id="rId12" Type="http://schemas.openxmlformats.org/officeDocument/2006/relationships/customXml" Target="../ink/ink1494.xml"/><Relationship Id="rId33" Type="http://schemas.openxmlformats.org/officeDocument/2006/relationships/image" Target="../media/image1493.png"/><Relationship Id="rId108" Type="http://schemas.openxmlformats.org/officeDocument/2006/relationships/customXml" Target="../ink/ink1542.xml"/><Relationship Id="rId129" Type="http://schemas.openxmlformats.org/officeDocument/2006/relationships/image" Target="../media/image1541.png"/><Relationship Id="rId54" Type="http://schemas.openxmlformats.org/officeDocument/2006/relationships/customXml" Target="../ink/ink1515.xml"/><Relationship Id="rId75" Type="http://schemas.openxmlformats.org/officeDocument/2006/relationships/image" Target="../media/image1514.png"/><Relationship Id="rId96" Type="http://schemas.openxmlformats.org/officeDocument/2006/relationships/customXml" Target="../ink/ink1536.xml"/><Relationship Id="rId140" Type="http://schemas.openxmlformats.org/officeDocument/2006/relationships/customXml" Target="../ink/ink1558.xml"/><Relationship Id="rId161" Type="http://schemas.openxmlformats.org/officeDocument/2006/relationships/image" Target="../media/image1557.png"/><Relationship Id="rId182" Type="http://schemas.openxmlformats.org/officeDocument/2006/relationships/customXml" Target="../ink/ink1579.xml"/><Relationship Id="rId6" Type="http://schemas.openxmlformats.org/officeDocument/2006/relationships/customXml" Target="../ink/ink1491.xml"/><Relationship Id="rId23" Type="http://schemas.openxmlformats.org/officeDocument/2006/relationships/image" Target="../media/image1488.png"/><Relationship Id="rId119" Type="http://schemas.openxmlformats.org/officeDocument/2006/relationships/image" Target="../media/image1536.png"/><Relationship Id="rId44" Type="http://schemas.openxmlformats.org/officeDocument/2006/relationships/customXml" Target="../ink/ink1510.xml"/><Relationship Id="rId65" Type="http://schemas.openxmlformats.org/officeDocument/2006/relationships/image" Target="../media/image1509.png"/><Relationship Id="rId86" Type="http://schemas.openxmlformats.org/officeDocument/2006/relationships/customXml" Target="../ink/ink1531.xml"/><Relationship Id="rId130" Type="http://schemas.openxmlformats.org/officeDocument/2006/relationships/customXml" Target="../ink/ink1553.xml"/><Relationship Id="rId151" Type="http://schemas.openxmlformats.org/officeDocument/2006/relationships/image" Target="../media/image1552.png"/><Relationship Id="rId172" Type="http://schemas.openxmlformats.org/officeDocument/2006/relationships/customXml" Target="../ink/ink1574.xml"/><Relationship Id="rId193" Type="http://schemas.openxmlformats.org/officeDocument/2006/relationships/image" Target="../media/image1573.png"/><Relationship Id="rId207" Type="http://schemas.openxmlformats.org/officeDocument/2006/relationships/image" Target="../media/image1580.png"/><Relationship Id="rId13" Type="http://schemas.openxmlformats.org/officeDocument/2006/relationships/image" Target="../media/image1483.png"/><Relationship Id="rId109" Type="http://schemas.openxmlformats.org/officeDocument/2006/relationships/image" Target="../media/image1531.png"/><Relationship Id="rId34" Type="http://schemas.openxmlformats.org/officeDocument/2006/relationships/customXml" Target="../ink/ink1505.xml"/><Relationship Id="rId55" Type="http://schemas.openxmlformats.org/officeDocument/2006/relationships/image" Target="../media/image1504.png"/><Relationship Id="rId76" Type="http://schemas.openxmlformats.org/officeDocument/2006/relationships/customXml" Target="../ink/ink1526.xml"/><Relationship Id="rId97" Type="http://schemas.openxmlformats.org/officeDocument/2006/relationships/image" Target="../media/image1525.png"/><Relationship Id="rId120" Type="http://schemas.openxmlformats.org/officeDocument/2006/relationships/customXml" Target="../ink/ink1548.xml"/><Relationship Id="rId141" Type="http://schemas.openxmlformats.org/officeDocument/2006/relationships/image" Target="../media/image1547.png"/><Relationship Id="rId7" Type="http://schemas.openxmlformats.org/officeDocument/2006/relationships/image" Target="../media/image1480.png"/><Relationship Id="rId162" Type="http://schemas.openxmlformats.org/officeDocument/2006/relationships/customXml" Target="../ink/ink1569.xml"/><Relationship Id="rId183" Type="http://schemas.openxmlformats.org/officeDocument/2006/relationships/image" Target="../media/image1568.png"/><Relationship Id="rId24" Type="http://schemas.openxmlformats.org/officeDocument/2006/relationships/customXml" Target="../ink/ink1500.xml"/><Relationship Id="rId45" Type="http://schemas.openxmlformats.org/officeDocument/2006/relationships/image" Target="../media/image1499.png"/><Relationship Id="rId66" Type="http://schemas.openxmlformats.org/officeDocument/2006/relationships/customXml" Target="../ink/ink1521.xml"/><Relationship Id="rId87" Type="http://schemas.openxmlformats.org/officeDocument/2006/relationships/image" Target="../media/image1520.png"/><Relationship Id="rId110" Type="http://schemas.openxmlformats.org/officeDocument/2006/relationships/customXml" Target="../ink/ink1543.xml"/><Relationship Id="rId131" Type="http://schemas.openxmlformats.org/officeDocument/2006/relationships/image" Target="../media/image1542.png"/><Relationship Id="rId152" Type="http://schemas.openxmlformats.org/officeDocument/2006/relationships/customXml" Target="../ink/ink1564.xml"/><Relationship Id="rId173" Type="http://schemas.openxmlformats.org/officeDocument/2006/relationships/image" Target="../media/image1563.png"/><Relationship Id="rId194" Type="http://schemas.openxmlformats.org/officeDocument/2006/relationships/customXml" Target="../ink/ink1585.xml"/><Relationship Id="rId208" Type="http://schemas.openxmlformats.org/officeDocument/2006/relationships/customXml" Target="../ink/ink1592.xml"/><Relationship Id="rId19" Type="http://schemas.openxmlformats.org/officeDocument/2006/relationships/image" Target="../media/image1486.png"/><Relationship Id="rId14" Type="http://schemas.openxmlformats.org/officeDocument/2006/relationships/customXml" Target="../ink/ink1495.xml"/><Relationship Id="rId30" Type="http://schemas.openxmlformats.org/officeDocument/2006/relationships/customXml" Target="../ink/ink1503.xml"/><Relationship Id="rId35" Type="http://schemas.openxmlformats.org/officeDocument/2006/relationships/image" Target="../media/image1494.png"/><Relationship Id="rId56" Type="http://schemas.openxmlformats.org/officeDocument/2006/relationships/customXml" Target="../ink/ink1516.xml"/><Relationship Id="rId77" Type="http://schemas.openxmlformats.org/officeDocument/2006/relationships/image" Target="../media/image1515.png"/><Relationship Id="rId100" Type="http://schemas.openxmlformats.org/officeDocument/2006/relationships/customXml" Target="../ink/ink1538.xml"/><Relationship Id="rId105" Type="http://schemas.openxmlformats.org/officeDocument/2006/relationships/image" Target="../media/image1529.png"/><Relationship Id="rId126" Type="http://schemas.openxmlformats.org/officeDocument/2006/relationships/customXml" Target="../ink/ink1551.xml"/><Relationship Id="rId147" Type="http://schemas.openxmlformats.org/officeDocument/2006/relationships/image" Target="../media/image1550.png"/><Relationship Id="rId168" Type="http://schemas.openxmlformats.org/officeDocument/2006/relationships/customXml" Target="../ink/ink1572.xml"/><Relationship Id="rId8" Type="http://schemas.openxmlformats.org/officeDocument/2006/relationships/customXml" Target="../ink/ink1492.xml"/><Relationship Id="rId51" Type="http://schemas.openxmlformats.org/officeDocument/2006/relationships/image" Target="../media/image1502.png"/><Relationship Id="rId72" Type="http://schemas.openxmlformats.org/officeDocument/2006/relationships/customXml" Target="../ink/ink1524.xml"/><Relationship Id="rId93" Type="http://schemas.openxmlformats.org/officeDocument/2006/relationships/image" Target="../media/image1523.png"/><Relationship Id="rId98" Type="http://schemas.openxmlformats.org/officeDocument/2006/relationships/customXml" Target="../ink/ink1537.xml"/><Relationship Id="rId121" Type="http://schemas.openxmlformats.org/officeDocument/2006/relationships/image" Target="../media/image1537.png"/><Relationship Id="rId142" Type="http://schemas.openxmlformats.org/officeDocument/2006/relationships/customXml" Target="../ink/ink1559.xml"/><Relationship Id="rId163" Type="http://schemas.openxmlformats.org/officeDocument/2006/relationships/image" Target="../media/image1558.png"/><Relationship Id="rId184" Type="http://schemas.openxmlformats.org/officeDocument/2006/relationships/customXml" Target="../ink/ink1580.xml"/><Relationship Id="rId189" Type="http://schemas.openxmlformats.org/officeDocument/2006/relationships/image" Target="../media/image1571.png"/><Relationship Id="rId3" Type="http://schemas.openxmlformats.org/officeDocument/2006/relationships/image" Target="../media/image1478.png"/><Relationship Id="rId214" Type="http://schemas.openxmlformats.org/officeDocument/2006/relationships/customXml" Target="../ink/ink1595.xml"/><Relationship Id="rId25" Type="http://schemas.openxmlformats.org/officeDocument/2006/relationships/image" Target="../media/image1489.png"/><Relationship Id="rId46" Type="http://schemas.openxmlformats.org/officeDocument/2006/relationships/customXml" Target="../ink/ink1511.xml"/><Relationship Id="rId67" Type="http://schemas.openxmlformats.org/officeDocument/2006/relationships/image" Target="../media/image1510.png"/><Relationship Id="rId116" Type="http://schemas.openxmlformats.org/officeDocument/2006/relationships/customXml" Target="../ink/ink1546.xml"/><Relationship Id="rId137" Type="http://schemas.openxmlformats.org/officeDocument/2006/relationships/image" Target="../media/image1545.png"/><Relationship Id="rId158" Type="http://schemas.openxmlformats.org/officeDocument/2006/relationships/customXml" Target="../ink/ink1567.xml"/><Relationship Id="rId20" Type="http://schemas.openxmlformats.org/officeDocument/2006/relationships/customXml" Target="../ink/ink1498.xml"/><Relationship Id="rId41" Type="http://schemas.openxmlformats.org/officeDocument/2006/relationships/image" Target="../media/image1497.png"/><Relationship Id="rId62" Type="http://schemas.openxmlformats.org/officeDocument/2006/relationships/customXml" Target="../ink/ink1519.xml"/><Relationship Id="rId83" Type="http://schemas.openxmlformats.org/officeDocument/2006/relationships/image" Target="../media/image1518.png"/><Relationship Id="rId88" Type="http://schemas.openxmlformats.org/officeDocument/2006/relationships/customXml" Target="../ink/ink1532.xml"/><Relationship Id="rId111" Type="http://schemas.openxmlformats.org/officeDocument/2006/relationships/image" Target="../media/image1532.png"/><Relationship Id="rId132" Type="http://schemas.openxmlformats.org/officeDocument/2006/relationships/customXml" Target="../ink/ink1554.xml"/><Relationship Id="rId153" Type="http://schemas.openxmlformats.org/officeDocument/2006/relationships/image" Target="../media/image1553.png"/><Relationship Id="rId174" Type="http://schemas.openxmlformats.org/officeDocument/2006/relationships/customXml" Target="../ink/ink1575.xml"/><Relationship Id="rId179" Type="http://schemas.openxmlformats.org/officeDocument/2006/relationships/image" Target="../media/image1566.png"/><Relationship Id="rId195" Type="http://schemas.openxmlformats.org/officeDocument/2006/relationships/image" Target="../media/image1574.png"/><Relationship Id="rId209" Type="http://schemas.openxmlformats.org/officeDocument/2006/relationships/image" Target="../media/image1581.png"/><Relationship Id="rId190" Type="http://schemas.openxmlformats.org/officeDocument/2006/relationships/customXml" Target="../ink/ink1583.xml"/><Relationship Id="rId204" Type="http://schemas.openxmlformats.org/officeDocument/2006/relationships/customXml" Target="../ink/ink1590.xml"/><Relationship Id="rId15" Type="http://schemas.openxmlformats.org/officeDocument/2006/relationships/image" Target="../media/image1484.png"/><Relationship Id="rId36" Type="http://schemas.openxmlformats.org/officeDocument/2006/relationships/customXml" Target="../ink/ink1506.xml"/><Relationship Id="rId57" Type="http://schemas.openxmlformats.org/officeDocument/2006/relationships/image" Target="../media/image1505.png"/><Relationship Id="rId106" Type="http://schemas.openxmlformats.org/officeDocument/2006/relationships/customXml" Target="../ink/ink1541.xml"/><Relationship Id="rId127" Type="http://schemas.openxmlformats.org/officeDocument/2006/relationships/image" Target="../media/image1540.png"/><Relationship Id="rId10" Type="http://schemas.openxmlformats.org/officeDocument/2006/relationships/customXml" Target="../ink/ink1493.xml"/><Relationship Id="rId31" Type="http://schemas.openxmlformats.org/officeDocument/2006/relationships/image" Target="../media/image1492.png"/><Relationship Id="rId52" Type="http://schemas.openxmlformats.org/officeDocument/2006/relationships/customXml" Target="../ink/ink1514.xml"/><Relationship Id="rId73" Type="http://schemas.openxmlformats.org/officeDocument/2006/relationships/image" Target="../media/image1513.png"/><Relationship Id="rId78" Type="http://schemas.openxmlformats.org/officeDocument/2006/relationships/customXml" Target="../ink/ink1527.xml"/><Relationship Id="rId94" Type="http://schemas.openxmlformats.org/officeDocument/2006/relationships/customXml" Target="../ink/ink1535.xml"/><Relationship Id="rId99" Type="http://schemas.openxmlformats.org/officeDocument/2006/relationships/image" Target="../media/image1526.png"/><Relationship Id="rId101" Type="http://schemas.openxmlformats.org/officeDocument/2006/relationships/image" Target="../media/image1527.png"/><Relationship Id="rId122" Type="http://schemas.openxmlformats.org/officeDocument/2006/relationships/customXml" Target="../ink/ink1549.xml"/><Relationship Id="rId143" Type="http://schemas.openxmlformats.org/officeDocument/2006/relationships/image" Target="../media/image1548.png"/><Relationship Id="rId148" Type="http://schemas.openxmlformats.org/officeDocument/2006/relationships/customXml" Target="../ink/ink1562.xml"/><Relationship Id="rId164" Type="http://schemas.openxmlformats.org/officeDocument/2006/relationships/customXml" Target="../ink/ink1570.xml"/><Relationship Id="rId169" Type="http://schemas.openxmlformats.org/officeDocument/2006/relationships/image" Target="../media/image1561.png"/><Relationship Id="rId185" Type="http://schemas.openxmlformats.org/officeDocument/2006/relationships/image" Target="../media/image1569.png"/><Relationship Id="rId4" Type="http://schemas.openxmlformats.org/officeDocument/2006/relationships/customXml" Target="../ink/ink1490.xml"/><Relationship Id="rId9" Type="http://schemas.openxmlformats.org/officeDocument/2006/relationships/image" Target="../media/image1481.png"/><Relationship Id="rId180" Type="http://schemas.openxmlformats.org/officeDocument/2006/relationships/customXml" Target="../ink/ink1578.xml"/><Relationship Id="rId210" Type="http://schemas.openxmlformats.org/officeDocument/2006/relationships/customXml" Target="../ink/ink1593.xml"/><Relationship Id="rId215" Type="http://schemas.openxmlformats.org/officeDocument/2006/relationships/image" Target="../media/image1584.png"/><Relationship Id="rId26" Type="http://schemas.openxmlformats.org/officeDocument/2006/relationships/customXml" Target="../ink/ink1501.xml"/><Relationship Id="rId47" Type="http://schemas.openxmlformats.org/officeDocument/2006/relationships/image" Target="../media/image1500.png"/><Relationship Id="rId68" Type="http://schemas.openxmlformats.org/officeDocument/2006/relationships/customXml" Target="../ink/ink1522.xml"/><Relationship Id="rId89" Type="http://schemas.openxmlformats.org/officeDocument/2006/relationships/image" Target="../media/image1521.png"/><Relationship Id="rId112" Type="http://schemas.openxmlformats.org/officeDocument/2006/relationships/customXml" Target="../ink/ink1544.xml"/><Relationship Id="rId133" Type="http://schemas.openxmlformats.org/officeDocument/2006/relationships/image" Target="../media/image1543.png"/><Relationship Id="rId154" Type="http://schemas.openxmlformats.org/officeDocument/2006/relationships/customXml" Target="../ink/ink1565.xml"/><Relationship Id="rId175" Type="http://schemas.openxmlformats.org/officeDocument/2006/relationships/image" Target="../media/image1564.png"/><Relationship Id="rId196" Type="http://schemas.openxmlformats.org/officeDocument/2006/relationships/customXml" Target="../ink/ink1586.xml"/><Relationship Id="rId200" Type="http://schemas.openxmlformats.org/officeDocument/2006/relationships/customXml" Target="../ink/ink1588.xml"/><Relationship Id="rId16" Type="http://schemas.openxmlformats.org/officeDocument/2006/relationships/customXml" Target="../ink/ink1496.xml"/><Relationship Id="rId37" Type="http://schemas.openxmlformats.org/officeDocument/2006/relationships/image" Target="../media/image1495.png"/><Relationship Id="rId58" Type="http://schemas.openxmlformats.org/officeDocument/2006/relationships/customXml" Target="../ink/ink1517.xml"/><Relationship Id="rId79" Type="http://schemas.openxmlformats.org/officeDocument/2006/relationships/image" Target="../media/image1516.png"/><Relationship Id="rId102" Type="http://schemas.openxmlformats.org/officeDocument/2006/relationships/customXml" Target="../ink/ink1539.xml"/><Relationship Id="rId123" Type="http://schemas.openxmlformats.org/officeDocument/2006/relationships/image" Target="../media/image1538.png"/><Relationship Id="rId144" Type="http://schemas.openxmlformats.org/officeDocument/2006/relationships/customXml" Target="../ink/ink1560.xml"/><Relationship Id="rId90" Type="http://schemas.openxmlformats.org/officeDocument/2006/relationships/customXml" Target="../ink/ink1533.xml"/><Relationship Id="rId165" Type="http://schemas.openxmlformats.org/officeDocument/2006/relationships/image" Target="../media/image1559.png"/><Relationship Id="rId186" Type="http://schemas.openxmlformats.org/officeDocument/2006/relationships/customXml" Target="../ink/ink1581.xml"/><Relationship Id="rId211" Type="http://schemas.openxmlformats.org/officeDocument/2006/relationships/image" Target="../media/image1582.png"/><Relationship Id="rId27" Type="http://schemas.openxmlformats.org/officeDocument/2006/relationships/image" Target="../media/image1490.png"/><Relationship Id="rId48" Type="http://schemas.openxmlformats.org/officeDocument/2006/relationships/customXml" Target="../ink/ink1512.xml"/><Relationship Id="rId69" Type="http://schemas.openxmlformats.org/officeDocument/2006/relationships/image" Target="../media/image1511.png"/><Relationship Id="rId113" Type="http://schemas.openxmlformats.org/officeDocument/2006/relationships/image" Target="../media/image1533.png"/><Relationship Id="rId134" Type="http://schemas.openxmlformats.org/officeDocument/2006/relationships/customXml" Target="../ink/ink1555.xml"/><Relationship Id="rId80" Type="http://schemas.openxmlformats.org/officeDocument/2006/relationships/customXml" Target="../ink/ink1528.xml"/><Relationship Id="rId155" Type="http://schemas.openxmlformats.org/officeDocument/2006/relationships/image" Target="../media/image1554.png"/><Relationship Id="rId176" Type="http://schemas.openxmlformats.org/officeDocument/2006/relationships/customXml" Target="../ink/ink1576.xml"/><Relationship Id="rId197" Type="http://schemas.openxmlformats.org/officeDocument/2006/relationships/image" Target="../media/image1575.png"/><Relationship Id="rId201" Type="http://schemas.openxmlformats.org/officeDocument/2006/relationships/image" Target="../media/image1577.png"/><Relationship Id="rId17" Type="http://schemas.openxmlformats.org/officeDocument/2006/relationships/image" Target="../media/image1485.png"/><Relationship Id="rId38" Type="http://schemas.openxmlformats.org/officeDocument/2006/relationships/customXml" Target="../ink/ink1507.xml"/><Relationship Id="rId59" Type="http://schemas.openxmlformats.org/officeDocument/2006/relationships/image" Target="../media/image1506.png"/><Relationship Id="rId103" Type="http://schemas.openxmlformats.org/officeDocument/2006/relationships/image" Target="../media/image1528.png"/><Relationship Id="rId124" Type="http://schemas.openxmlformats.org/officeDocument/2006/relationships/customXml" Target="../ink/ink1550.xml"/><Relationship Id="rId70" Type="http://schemas.openxmlformats.org/officeDocument/2006/relationships/customXml" Target="../ink/ink1523.xml"/><Relationship Id="rId91" Type="http://schemas.openxmlformats.org/officeDocument/2006/relationships/image" Target="../media/image1522.png"/><Relationship Id="rId145" Type="http://schemas.openxmlformats.org/officeDocument/2006/relationships/image" Target="../media/image1549.png"/><Relationship Id="rId166" Type="http://schemas.openxmlformats.org/officeDocument/2006/relationships/customXml" Target="../ink/ink1571.xml"/><Relationship Id="rId187" Type="http://schemas.openxmlformats.org/officeDocument/2006/relationships/image" Target="../media/image157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94.xml"/><Relationship Id="rId28" Type="http://schemas.openxmlformats.org/officeDocument/2006/relationships/customXml" Target="../ink/ink1502.xml"/><Relationship Id="rId49" Type="http://schemas.openxmlformats.org/officeDocument/2006/relationships/image" Target="../media/image1501.png"/><Relationship Id="rId114" Type="http://schemas.openxmlformats.org/officeDocument/2006/relationships/customXml" Target="../ink/ink1545.xml"/><Relationship Id="rId60" Type="http://schemas.openxmlformats.org/officeDocument/2006/relationships/customXml" Target="../ink/ink1518.xml"/><Relationship Id="rId81" Type="http://schemas.openxmlformats.org/officeDocument/2006/relationships/image" Target="../media/image1517.png"/><Relationship Id="rId135" Type="http://schemas.openxmlformats.org/officeDocument/2006/relationships/image" Target="../media/image1544.png"/><Relationship Id="rId156" Type="http://schemas.openxmlformats.org/officeDocument/2006/relationships/customXml" Target="../ink/ink1566.xml"/><Relationship Id="rId177" Type="http://schemas.openxmlformats.org/officeDocument/2006/relationships/image" Target="../media/image1565.png"/><Relationship Id="rId198" Type="http://schemas.openxmlformats.org/officeDocument/2006/relationships/customXml" Target="../ink/ink1587.xml"/><Relationship Id="rId202" Type="http://schemas.openxmlformats.org/officeDocument/2006/relationships/customXml" Target="../ink/ink1589.xml"/><Relationship Id="rId18" Type="http://schemas.openxmlformats.org/officeDocument/2006/relationships/customXml" Target="../ink/ink1497.xml"/><Relationship Id="rId39" Type="http://schemas.openxmlformats.org/officeDocument/2006/relationships/image" Target="../media/image1496.png"/><Relationship Id="rId50" Type="http://schemas.openxmlformats.org/officeDocument/2006/relationships/customXml" Target="../ink/ink1513.xml"/><Relationship Id="rId104" Type="http://schemas.openxmlformats.org/officeDocument/2006/relationships/customXml" Target="../ink/ink1540.xml"/><Relationship Id="rId125" Type="http://schemas.openxmlformats.org/officeDocument/2006/relationships/image" Target="../media/image1539.png"/><Relationship Id="rId146" Type="http://schemas.openxmlformats.org/officeDocument/2006/relationships/customXml" Target="../ink/ink1561.xml"/><Relationship Id="rId167" Type="http://schemas.openxmlformats.org/officeDocument/2006/relationships/image" Target="../media/image1560.png"/><Relationship Id="rId188" Type="http://schemas.openxmlformats.org/officeDocument/2006/relationships/customXml" Target="../ink/ink1582.xml"/><Relationship Id="rId71" Type="http://schemas.openxmlformats.org/officeDocument/2006/relationships/image" Target="../media/image1512.png"/><Relationship Id="rId92" Type="http://schemas.openxmlformats.org/officeDocument/2006/relationships/customXml" Target="../ink/ink1534.xml"/><Relationship Id="rId213" Type="http://schemas.openxmlformats.org/officeDocument/2006/relationships/image" Target="../media/image1583.png"/><Relationship Id="rId2" Type="http://schemas.openxmlformats.org/officeDocument/2006/relationships/customXml" Target="../ink/ink1489.xml"/><Relationship Id="rId29" Type="http://schemas.openxmlformats.org/officeDocument/2006/relationships/image" Target="../media/image1491.png"/><Relationship Id="rId40" Type="http://schemas.openxmlformats.org/officeDocument/2006/relationships/customXml" Target="../ink/ink1508.xml"/><Relationship Id="rId115" Type="http://schemas.openxmlformats.org/officeDocument/2006/relationships/image" Target="../media/image1534.png"/><Relationship Id="rId136" Type="http://schemas.openxmlformats.org/officeDocument/2006/relationships/customXml" Target="../ink/ink1556.xml"/><Relationship Id="rId157" Type="http://schemas.openxmlformats.org/officeDocument/2006/relationships/image" Target="../media/image1555.png"/><Relationship Id="rId178" Type="http://schemas.openxmlformats.org/officeDocument/2006/relationships/customXml" Target="../ink/ink1577.xml"/><Relationship Id="rId61" Type="http://schemas.openxmlformats.org/officeDocument/2006/relationships/image" Target="../media/image1507.png"/><Relationship Id="rId82" Type="http://schemas.openxmlformats.org/officeDocument/2006/relationships/customXml" Target="../ink/ink1529.xml"/><Relationship Id="rId199" Type="http://schemas.openxmlformats.org/officeDocument/2006/relationships/image" Target="../media/image1576.png"/><Relationship Id="rId203" Type="http://schemas.openxmlformats.org/officeDocument/2006/relationships/image" Target="../media/image1578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41.png"/><Relationship Id="rId299" Type="http://schemas.openxmlformats.org/officeDocument/2006/relationships/image" Target="../media/image1732.png"/><Relationship Id="rId21" Type="http://schemas.openxmlformats.org/officeDocument/2006/relationships/image" Target="../media/image1594.png"/><Relationship Id="rId63" Type="http://schemas.openxmlformats.org/officeDocument/2006/relationships/image" Target="../media/image1614.png"/><Relationship Id="rId159" Type="http://schemas.openxmlformats.org/officeDocument/2006/relationships/image" Target="../media/image1662.png"/><Relationship Id="rId170" Type="http://schemas.openxmlformats.org/officeDocument/2006/relationships/customXml" Target="../ink/ink1680.xml"/><Relationship Id="rId226" Type="http://schemas.openxmlformats.org/officeDocument/2006/relationships/customXml" Target="../ink/ink1708.xml"/><Relationship Id="rId268" Type="http://schemas.openxmlformats.org/officeDocument/2006/relationships/customXml" Target="../ink/ink1729.xml"/><Relationship Id="rId32" Type="http://schemas.openxmlformats.org/officeDocument/2006/relationships/customXml" Target="../ink/ink1611.xml"/><Relationship Id="rId74" Type="http://schemas.openxmlformats.org/officeDocument/2006/relationships/customXml" Target="../ink/ink1632.xml"/><Relationship Id="rId128" Type="http://schemas.openxmlformats.org/officeDocument/2006/relationships/customXml" Target="../ink/ink1659.xml"/><Relationship Id="rId5" Type="http://schemas.openxmlformats.org/officeDocument/2006/relationships/image" Target="../media/image1586.png"/><Relationship Id="rId181" Type="http://schemas.openxmlformats.org/officeDocument/2006/relationships/image" Target="../media/image1673.png"/><Relationship Id="rId237" Type="http://schemas.openxmlformats.org/officeDocument/2006/relationships/image" Target="../media/image1701.png"/><Relationship Id="rId279" Type="http://schemas.openxmlformats.org/officeDocument/2006/relationships/image" Target="../media/image1722.png"/><Relationship Id="rId43" Type="http://schemas.openxmlformats.org/officeDocument/2006/relationships/image" Target="../media/image1605.png"/><Relationship Id="rId139" Type="http://schemas.openxmlformats.org/officeDocument/2006/relationships/image" Target="../media/image1652.png"/><Relationship Id="rId290" Type="http://schemas.openxmlformats.org/officeDocument/2006/relationships/customXml" Target="../ink/ink1740.xml"/><Relationship Id="rId304" Type="http://schemas.openxmlformats.org/officeDocument/2006/relationships/customXml" Target="../ink/ink1747.xml"/><Relationship Id="rId85" Type="http://schemas.openxmlformats.org/officeDocument/2006/relationships/image" Target="../media/image1625.png"/><Relationship Id="rId150" Type="http://schemas.openxmlformats.org/officeDocument/2006/relationships/customXml" Target="../ink/ink1670.xml"/><Relationship Id="rId192" Type="http://schemas.openxmlformats.org/officeDocument/2006/relationships/customXml" Target="../ink/ink1691.xml"/><Relationship Id="rId206" Type="http://schemas.openxmlformats.org/officeDocument/2006/relationships/customXml" Target="../ink/ink1698.xml"/><Relationship Id="rId248" Type="http://schemas.openxmlformats.org/officeDocument/2006/relationships/customXml" Target="../ink/ink1719.xml"/><Relationship Id="rId12" Type="http://schemas.openxmlformats.org/officeDocument/2006/relationships/customXml" Target="../ink/ink1601.xml"/><Relationship Id="rId108" Type="http://schemas.openxmlformats.org/officeDocument/2006/relationships/customXml" Target="../ink/ink1649.xml"/><Relationship Id="rId315" Type="http://schemas.openxmlformats.org/officeDocument/2006/relationships/image" Target="../media/image1740.png"/><Relationship Id="rId54" Type="http://schemas.openxmlformats.org/officeDocument/2006/relationships/customXml" Target="../ink/ink1622.xml"/><Relationship Id="rId96" Type="http://schemas.openxmlformats.org/officeDocument/2006/relationships/customXml" Target="../ink/ink1643.xml"/><Relationship Id="rId161" Type="http://schemas.openxmlformats.org/officeDocument/2006/relationships/image" Target="../media/image1663.png"/><Relationship Id="rId217" Type="http://schemas.openxmlformats.org/officeDocument/2006/relationships/image" Target="../media/image1691.png"/><Relationship Id="rId259" Type="http://schemas.openxmlformats.org/officeDocument/2006/relationships/image" Target="../media/image1712.png"/><Relationship Id="rId23" Type="http://schemas.openxmlformats.org/officeDocument/2006/relationships/image" Target="../media/image1595.png"/><Relationship Id="rId119" Type="http://schemas.openxmlformats.org/officeDocument/2006/relationships/image" Target="../media/image1642.png"/><Relationship Id="rId270" Type="http://schemas.openxmlformats.org/officeDocument/2006/relationships/customXml" Target="../ink/ink1730.xml"/><Relationship Id="rId65" Type="http://schemas.openxmlformats.org/officeDocument/2006/relationships/image" Target="../media/image1615.png"/><Relationship Id="rId130" Type="http://schemas.openxmlformats.org/officeDocument/2006/relationships/customXml" Target="../ink/ink1660.xml"/><Relationship Id="rId172" Type="http://schemas.openxmlformats.org/officeDocument/2006/relationships/customXml" Target="../ink/ink1681.xml"/><Relationship Id="rId193" Type="http://schemas.openxmlformats.org/officeDocument/2006/relationships/image" Target="../media/image1679.png"/><Relationship Id="rId207" Type="http://schemas.openxmlformats.org/officeDocument/2006/relationships/image" Target="../media/image1686.png"/><Relationship Id="rId228" Type="http://schemas.openxmlformats.org/officeDocument/2006/relationships/customXml" Target="../ink/ink1709.xml"/><Relationship Id="rId249" Type="http://schemas.openxmlformats.org/officeDocument/2006/relationships/image" Target="../media/image1707.png"/><Relationship Id="rId13" Type="http://schemas.openxmlformats.org/officeDocument/2006/relationships/image" Target="../media/image1590.png"/><Relationship Id="rId109" Type="http://schemas.openxmlformats.org/officeDocument/2006/relationships/image" Target="../media/image1637.png"/><Relationship Id="rId260" Type="http://schemas.openxmlformats.org/officeDocument/2006/relationships/customXml" Target="../ink/ink1725.xml"/><Relationship Id="rId281" Type="http://schemas.openxmlformats.org/officeDocument/2006/relationships/image" Target="../media/image1723.png"/><Relationship Id="rId34" Type="http://schemas.openxmlformats.org/officeDocument/2006/relationships/customXml" Target="../ink/ink1612.xml"/><Relationship Id="rId55" Type="http://schemas.openxmlformats.org/officeDocument/2006/relationships/image" Target="../media/image1611.png"/><Relationship Id="rId76" Type="http://schemas.openxmlformats.org/officeDocument/2006/relationships/customXml" Target="../ink/ink1633.xml"/><Relationship Id="rId97" Type="http://schemas.openxmlformats.org/officeDocument/2006/relationships/image" Target="../media/image1631.png"/><Relationship Id="rId120" Type="http://schemas.openxmlformats.org/officeDocument/2006/relationships/customXml" Target="../ink/ink1655.xml"/><Relationship Id="rId141" Type="http://schemas.openxmlformats.org/officeDocument/2006/relationships/image" Target="../media/image1653.png"/><Relationship Id="rId7" Type="http://schemas.openxmlformats.org/officeDocument/2006/relationships/image" Target="../media/image1587.png"/><Relationship Id="rId162" Type="http://schemas.openxmlformats.org/officeDocument/2006/relationships/customXml" Target="../ink/ink1676.xml"/><Relationship Id="rId183" Type="http://schemas.openxmlformats.org/officeDocument/2006/relationships/image" Target="../media/image1674.png"/><Relationship Id="rId218" Type="http://schemas.openxmlformats.org/officeDocument/2006/relationships/customXml" Target="../ink/ink1704.xml"/><Relationship Id="rId239" Type="http://schemas.openxmlformats.org/officeDocument/2006/relationships/image" Target="../media/image1702.png"/><Relationship Id="rId250" Type="http://schemas.openxmlformats.org/officeDocument/2006/relationships/customXml" Target="../ink/ink1720.xml"/><Relationship Id="rId271" Type="http://schemas.openxmlformats.org/officeDocument/2006/relationships/image" Target="../media/image1718.png"/><Relationship Id="rId292" Type="http://schemas.openxmlformats.org/officeDocument/2006/relationships/customXml" Target="../ink/ink1741.xml"/><Relationship Id="rId306" Type="http://schemas.openxmlformats.org/officeDocument/2006/relationships/customXml" Target="../ink/ink1748.xml"/><Relationship Id="rId24" Type="http://schemas.openxmlformats.org/officeDocument/2006/relationships/customXml" Target="../ink/ink1607.xml"/><Relationship Id="rId45" Type="http://schemas.openxmlformats.org/officeDocument/2006/relationships/image" Target="../media/image1606.png"/><Relationship Id="rId66" Type="http://schemas.openxmlformats.org/officeDocument/2006/relationships/customXml" Target="../ink/ink1628.xml"/><Relationship Id="rId87" Type="http://schemas.openxmlformats.org/officeDocument/2006/relationships/image" Target="../media/image1626.png"/><Relationship Id="rId110" Type="http://schemas.openxmlformats.org/officeDocument/2006/relationships/customXml" Target="../ink/ink1650.xml"/><Relationship Id="rId131" Type="http://schemas.openxmlformats.org/officeDocument/2006/relationships/image" Target="../media/image1648.png"/><Relationship Id="rId152" Type="http://schemas.openxmlformats.org/officeDocument/2006/relationships/customXml" Target="../ink/ink1671.xml"/><Relationship Id="rId173" Type="http://schemas.openxmlformats.org/officeDocument/2006/relationships/image" Target="../media/image1669.png"/><Relationship Id="rId194" Type="http://schemas.openxmlformats.org/officeDocument/2006/relationships/customXml" Target="../ink/ink1692.xml"/><Relationship Id="rId208" Type="http://schemas.openxmlformats.org/officeDocument/2006/relationships/customXml" Target="../ink/ink1699.xml"/><Relationship Id="rId229" Type="http://schemas.openxmlformats.org/officeDocument/2006/relationships/image" Target="../media/image1697.png"/><Relationship Id="rId240" Type="http://schemas.openxmlformats.org/officeDocument/2006/relationships/customXml" Target="../ink/ink1715.xml"/><Relationship Id="rId261" Type="http://schemas.openxmlformats.org/officeDocument/2006/relationships/image" Target="../media/image1713.png"/><Relationship Id="rId14" Type="http://schemas.openxmlformats.org/officeDocument/2006/relationships/customXml" Target="../ink/ink1602.xml"/><Relationship Id="rId35" Type="http://schemas.openxmlformats.org/officeDocument/2006/relationships/image" Target="../media/image1601.png"/><Relationship Id="rId56" Type="http://schemas.openxmlformats.org/officeDocument/2006/relationships/customXml" Target="../ink/ink1623.xml"/><Relationship Id="rId77" Type="http://schemas.openxmlformats.org/officeDocument/2006/relationships/image" Target="../media/image1621.png"/><Relationship Id="rId100" Type="http://schemas.openxmlformats.org/officeDocument/2006/relationships/customXml" Target="../ink/ink1645.xml"/><Relationship Id="rId282" Type="http://schemas.openxmlformats.org/officeDocument/2006/relationships/customXml" Target="../ink/ink1736.xml"/><Relationship Id="rId8" Type="http://schemas.openxmlformats.org/officeDocument/2006/relationships/customXml" Target="../ink/ink1599.xml"/><Relationship Id="rId98" Type="http://schemas.openxmlformats.org/officeDocument/2006/relationships/customXml" Target="../ink/ink1644.xml"/><Relationship Id="rId121" Type="http://schemas.openxmlformats.org/officeDocument/2006/relationships/image" Target="../media/image1643.png"/><Relationship Id="rId142" Type="http://schemas.openxmlformats.org/officeDocument/2006/relationships/customXml" Target="../ink/ink1666.xml"/><Relationship Id="rId163" Type="http://schemas.openxmlformats.org/officeDocument/2006/relationships/image" Target="../media/image1664.png"/><Relationship Id="rId184" Type="http://schemas.openxmlformats.org/officeDocument/2006/relationships/customXml" Target="../ink/ink1687.xml"/><Relationship Id="rId219" Type="http://schemas.openxmlformats.org/officeDocument/2006/relationships/image" Target="../media/image1692.png"/><Relationship Id="rId230" Type="http://schemas.openxmlformats.org/officeDocument/2006/relationships/customXml" Target="../ink/ink1710.xml"/><Relationship Id="rId251" Type="http://schemas.openxmlformats.org/officeDocument/2006/relationships/image" Target="../media/image1708.png"/><Relationship Id="rId25" Type="http://schemas.openxmlformats.org/officeDocument/2006/relationships/image" Target="../media/image1596.png"/><Relationship Id="rId46" Type="http://schemas.openxmlformats.org/officeDocument/2006/relationships/customXml" Target="../ink/ink1618.xml"/><Relationship Id="rId67" Type="http://schemas.openxmlformats.org/officeDocument/2006/relationships/image" Target="../media/image1616.png"/><Relationship Id="rId272" Type="http://schemas.openxmlformats.org/officeDocument/2006/relationships/customXml" Target="../ink/ink1731.xml"/><Relationship Id="rId293" Type="http://schemas.openxmlformats.org/officeDocument/2006/relationships/image" Target="../media/image1729.png"/><Relationship Id="rId307" Type="http://schemas.openxmlformats.org/officeDocument/2006/relationships/image" Target="../media/image1736.png"/><Relationship Id="rId88" Type="http://schemas.openxmlformats.org/officeDocument/2006/relationships/customXml" Target="../ink/ink1639.xml"/><Relationship Id="rId111" Type="http://schemas.openxmlformats.org/officeDocument/2006/relationships/image" Target="../media/image1638.png"/><Relationship Id="rId132" Type="http://schemas.openxmlformats.org/officeDocument/2006/relationships/customXml" Target="../ink/ink1661.xml"/><Relationship Id="rId153" Type="http://schemas.openxmlformats.org/officeDocument/2006/relationships/image" Target="../media/image1659.png"/><Relationship Id="rId174" Type="http://schemas.openxmlformats.org/officeDocument/2006/relationships/customXml" Target="../ink/ink1682.xml"/><Relationship Id="rId195" Type="http://schemas.openxmlformats.org/officeDocument/2006/relationships/image" Target="../media/image1680.png"/><Relationship Id="rId209" Type="http://schemas.openxmlformats.org/officeDocument/2006/relationships/image" Target="../media/image1687.png"/><Relationship Id="rId220" Type="http://schemas.openxmlformats.org/officeDocument/2006/relationships/customXml" Target="../ink/ink1705.xml"/><Relationship Id="rId241" Type="http://schemas.openxmlformats.org/officeDocument/2006/relationships/image" Target="../media/image1703.png"/><Relationship Id="rId15" Type="http://schemas.openxmlformats.org/officeDocument/2006/relationships/image" Target="../media/image1591.png"/><Relationship Id="rId36" Type="http://schemas.openxmlformats.org/officeDocument/2006/relationships/customXml" Target="../ink/ink1613.xml"/><Relationship Id="rId57" Type="http://schemas.openxmlformats.org/officeDocument/2006/relationships/image" Target="../media/image1612.png"/><Relationship Id="rId262" Type="http://schemas.openxmlformats.org/officeDocument/2006/relationships/customXml" Target="../ink/ink1726.xml"/><Relationship Id="rId283" Type="http://schemas.openxmlformats.org/officeDocument/2006/relationships/image" Target="../media/image1724.png"/><Relationship Id="rId78" Type="http://schemas.openxmlformats.org/officeDocument/2006/relationships/customXml" Target="../ink/ink1634.xml"/><Relationship Id="rId99" Type="http://schemas.openxmlformats.org/officeDocument/2006/relationships/image" Target="../media/image1632.png"/><Relationship Id="rId101" Type="http://schemas.openxmlformats.org/officeDocument/2006/relationships/image" Target="../media/image1633.png"/><Relationship Id="rId122" Type="http://schemas.openxmlformats.org/officeDocument/2006/relationships/customXml" Target="../ink/ink1656.xml"/><Relationship Id="rId143" Type="http://schemas.openxmlformats.org/officeDocument/2006/relationships/image" Target="../media/image1654.png"/><Relationship Id="rId164" Type="http://schemas.openxmlformats.org/officeDocument/2006/relationships/customXml" Target="../ink/ink1677.xml"/><Relationship Id="rId185" Type="http://schemas.openxmlformats.org/officeDocument/2006/relationships/image" Target="../media/image1675.png"/><Relationship Id="rId9" Type="http://schemas.openxmlformats.org/officeDocument/2006/relationships/image" Target="../media/image1588.png"/><Relationship Id="rId210" Type="http://schemas.openxmlformats.org/officeDocument/2006/relationships/customXml" Target="../ink/ink1700.xml"/><Relationship Id="rId26" Type="http://schemas.openxmlformats.org/officeDocument/2006/relationships/customXml" Target="../ink/ink1608.xml"/><Relationship Id="rId231" Type="http://schemas.openxmlformats.org/officeDocument/2006/relationships/image" Target="../media/image1698.png"/><Relationship Id="rId252" Type="http://schemas.openxmlformats.org/officeDocument/2006/relationships/customXml" Target="../ink/ink1721.xml"/><Relationship Id="rId273" Type="http://schemas.openxmlformats.org/officeDocument/2006/relationships/image" Target="../media/image1719.png"/><Relationship Id="rId294" Type="http://schemas.openxmlformats.org/officeDocument/2006/relationships/customXml" Target="../ink/ink1742.xml"/><Relationship Id="rId308" Type="http://schemas.openxmlformats.org/officeDocument/2006/relationships/customXml" Target="../ink/ink1749.xml"/><Relationship Id="rId47" Type="http://schemas.openxmlformats.org/officeDocument/2006/relationships/image" Target="../media/image1607.png"/><Relationship Id="rId68" Type="http://schemas.openxmlformats.org/officeDocument/2006/relationships/customXml" Target="../ink/ink1629.xml"/><Relationship Id="rId89" Type="http://schemas.openxmlformats.org/officeDocument/2006/relationships/image" Target="../media/image1627.png"/><Relationship Id="rId112" Type="http://schemas.openxmlformats.org/officeDocument/2006/relationships/customXml" Target="../ink/ink1651.xml"/><Relationship Id="rId133" Type="http://schemas.openxmlformats.org/officeDocument/2006/relationships/image" Target="../media/image1649.png"/><Relationship Id="rId154" Type="http://schemas.openxmlformats.org/officeDocument/2006/relationships/customXml" Target="../ink/ink1672.xml"/><Relationship Id="rId175" Type="http://schemas.openxmlformats.org/officeDocument/2006/relationships/image" Target="../media/image1670.png"/><Relationship Id="rId196" Type="http://schemas.openxmlformats.org/officeDocument/2006/relationships/customXml" Target="../ink/ink1693.xml"/><Relationship Id="rId200" Type="http://schemas.openxmlformats.org/officeDocument/2006/relationships/customXml" Target="../ink/ink1695.xml"/><Relationship Id="rId16" Type="http://schemas.openxmlformats.org/officeDocument/2006/relationships/customXml" Target="../ink/ink1603.xml"/><Relationship Id="rId221" Type="http://schemas.openxmlformats.org/officeDocument/2006/relationships/image" Target="../media/image1693.png"/><Relationship Id="rId242" Type="http://schemas.openxmlformats.org/officeDocument/2006/relationships/customXml" Target="../ink/ink1716.xml"/><Relationship Id="rId263" Type="http://schemas.openxmlformats.org/officeDocument/2006/relationships/image" Target="../media/image1714.png"/><Relationship Id="rId284" Type="http://schemas.openxmlformats.org/officeDocument/2006/relationships/customXml" Target="../ink/ink1737.xml"/><Relationship Id="rId37" Type="http://schemas.openxmlformats.org/officeDocument/2006/relationships/image" Target="../media/image1602.png"/><Relationship Id="rId58" Type="http://schemas.openxmlformats.org/officeDocument/2006/relationships/customXml" Target="../ink/ink1624.xml"/><Relationship Id="rId79" Type="http://schemas.openxmlformats.org/officeDocument/2006/relationships/image" Target="../media/image1622.png"/><Relationship Id="rId102" Type="http://schemas.openxmlformats.org/officeDocument/2006/relationships/customXml" Target="../ink/ink1646.xml"/><Relationship Id="rId123" Type="http://schemas.openxmlformats.org/officeDocument/2006/relationships/image" Target="../media/image1644.png"/><Relationship Id="rId144" Type="http://schemas.openxmlformats.org/officeDocument/2006/relationships/customXml" Target="../ink/ink1667.xml"/><Relationship Id="rId90" Type="http://schemas.openxmlformats.org/officeDocument/2006/relationships/customXml" Target="../ink/ink1640.xml"/><Relationship Id="rId165" Type="http://schemas.openxmlformats.org/officeDocument/2006/relationships/image" Target="../media/image1665.png"/><Relationship Id="rId186" Type="http://schemas.openxmlformats.org/officeDocument/2006/relationships/customXml" Target="../ink/ink1688.xml"/><Relationship Id="rId211" Type="http://schemas.openxmlformats.org/officeDocument/2006/relationships/image" Target="../media/image1688.png"/><Relationship Id="rId232" Type="http://schemas.openxmlformats.org/officeDocument/2006/relationships/customXml" Target="../ink/ink1711.xml"/><Relationship Id="rId253" Type="http://schemas.openxmlformats.org/officeDocument/2006/relationships/image" Target="../media/image1709.png"/><Relationship Id="rId274" Type="http://schemas.openxmlformats.org/officeDocument/2006/relationships/customXml" Target="../ink/ink1732.xml"/><Relationship Id="rId295" Type="http://schemas.openxmlformats.org/officeDocument/2006/relationships/image" Target="../media/image1730.png"/><Relationship Id="rId309" Type="http://schemas.openxmlformats.org/officeDocument/2006/relationships/image" Target="../media/image1737.png"/><Relationship Id="rId27" Type="http://schemas.openxmlformats.org/officeDocument/2006/relationships/image" Target="../media/image1597.png"/><Relationship Id="rId48" Type="http://schemas.openxmlformats.org/officeDocument/2006/relationships/customXml" Target="../ink/ink1619.xml"/><Relationship Id="rId69" Type="http://schemas.openxmlformats.org/officeDocument/2006/relationships/image" Target="../media/image1617.png"/><Relationship Id="rId113" Type="http://schemas.openxmlformats.org/officeDocument/2006/relationships/image" Target="../media/image1639.png"/><Relationship Id="rId134" Type="http://schemas.openxmlformats.org/officeDocument/2006/relationships/customXml" Target="../ink/ink1662.xml"/><Relationship Id="rId80" Type="http://schemas.openxmlformats.org/officeDocument/2006/relationships/customXml" Target="../ink/ink1635.xml"/><Relationship Id="rId155" Type="http://schemas.openxmlformats.org/officeDocument/2006/relationships/image" Target="../media/image1660.png"/><Relationship Id="rId176" Type="http://schemas.openxmlformats.org/officeDocument/2006/relationships/customXml" Target="../ink/ink1683.xml"/><Relationship Id="rId197" Type="http://schemas.openxmlformats.org/officeDocument/2006/relationships/image" Target="../media/image1681.png"/><Relationship Id="rId201" Type="http://schemas.openxmlformats.org/officeDocument/2006/relationships/image" Target="../media/image1683.png"/><Relationship Id="rId222" Type="http://schemas.openxmlformats.org/officeDocument/2006/relationships/customXml" Target="../ink/ink1706.xml"/><Relationship Id="rId243" Type="http://schemas.openxmlformats.org/officeDocument/2006/relationships/image" Target="../media/image1704.png"/><Relationship Id="rId264" Type="http://schemas.openxmlformats.org/officeDocument/2006/relationships/customXml" Target="../ink/ink1727.xml"/><Relationship Id="rId285" Type="http://schemas.openxmlformats.org/officeDocument/2006/relationships/image" Target="../media/image1725.png"/><Relationship Id="rId17" Type="http://schemas.openxmlformats.org/officeDocument/2006/relationships/image" Target="../media/image1592.png"/><Relationship Id="rId38" Type="http://schemas.openxmlformats.org/officeDocument/2006/relationships/customXml" Target="../ink/ink1614.xml"/><Relationship Id="rId59" Type="http://schemas.openxmlformats.org/officeDocument/2006/relationships/image" Target="../media/image769.png"/><Relationship Id="rId103" Type="http://schemas.openxmlformats.org/officeDocument/2006/relationships/image" Target="../media/image1634.png"/><Relationship Id="rId124" Type="http://schemas.openxmlformats.org/officeDocument/2006/relationships/customXml" Target="../ink/ink1657.xml"/><Relationship Id="rId310" Type="http://schemas.openxmlformats.org/officeDocument/2006/relationships/customXml" Target="../ink/ink1750.xml"/><Relationship Id="rId70" Type="http://schemas.openxmlformats.org/officeDocument/2006/relationships/customXml" Target="../ink/ink1630.xml"/><Relationship Id="rId91" Type="http://schemas.openxmlformats.org/officeDocument/2006/relationships/image" Target="../media/image1628.png"/><Relationship Id="rId145" Type="http://schemas.openxmlformats.org/officeDocument/2006/relationships/image" Target="../media/image1655.png"/><Relationship Id="rId166" Type="http://schemas.openxmlformats.org/officeDocument/2006/relationships/customXml" Target="../ink/ink1678.xml"/><Relationship Id="rId187" Type="http://schemas.openxmlformats.org/officeDocument/2006/relationships/image" Target="../media/image167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01.xml"/><Relationship Id="rId233" Type="http://schemas.openxmlformats.org/officeDocument/2006/relationships/image" Target="../media/image1699.png"/><Relationship Id="rId254" Type="http://schemas.openxmlformats.org/officeDocument/2006/relationships/customXml" Target="../ink/ink1722.xml"/><Relationship Id="rId28" Type="http://schemas.openxmlformats.org/officeDocument/2006/relationships/customXml" Target="../ink/ink1609.xml"/><Relationship Id="rId49" Type="http://schemas.openxmlformats.org/officeDocument/2006/relationships/image" Target="../media/image1608.png"/><Relationship Id="rId114" Type="http://schemas.openxmlformats.org/officeDocument/2006/relationships/customXml" Target="../ink/ink1652.xml"/><Relationship Id="rId275" Type="http://schemas.openxmlformats.org/officeDocument/2006/relationships/image" Target="../media/image1720.png"/><Relationship Id="rId296" Type="http://schemas.openxmlformats.org/officeDocument/2006/relationships/customXml" Target="../ink/ink1743.xml"/><Relationship Id="rId300" Type="http://schemas.openxmlformats.org/officeDocument/2006/relationships/customXml" Target="../ink/ink1745.xml"/><Relationship Id="rId60" Type="http://schemas.openxmlformats.org/officeDocument/2006/relationships/customXml" Target="../ink/ink1625.xml"/><Relationship Id="rId81" Type="http://schemas.openxmlformats.org/officeDocument/2006/relationships/image" Target="../media/image1623.png"/><Relationship Id="rId135" Type="http://schemas.openxmlformats.org/officeDocument/2006/relationships/image" Target="../media/image1650.png"/><Relationship Id="rId156" Type="http://schemas.openxmlformats.org/officeDocument/2006/relationships/customXml" Target="../ink/ink1673.xml"/><Relationship Id="rId177" Type="http://schemas.openxmlformats.org/officeDocument/2006/relationships/image" Target="../media/image1671.png"/><Relationship Id="rId198" Type="http://schemas.openxmlformats.org/officeDocument/2006/relationships/customXml" Target="../ink/ink1694.xml"/><Relationship Id="rId202" Type="http://schemas.openxmlformats.org/officeDocument/2006/relationships/customXml" Target="../ink/ink1696.xml"/><Relationship Id="rId223" Type="http://schemas.openxmlformats.org/officeDocument/2006/relationships/image" Target="../media/image1694.png"/><Relationship Id="rId244" Type="http://schemas.openxmlformats.org/officeDocument/2006/relationships/customXml" Target="../ink/ink1717.xml"/><Relationship Id="rId18" Type="http://schemas.openxmlformats.org/officeDocument/2006/relationships/customXml" Target="../ink/ink1604.xml"/><Relationship Id="rId39" Type="http://schemas.openxmlformats.org/officeDocument/2006/relationships/image" Target="../media/image1603.png"/><Relationship Id="rId265" Type="http://schemas.openxmlformats.org/officeDocument/2006/relationships/image" Target="../media/image1715.png"/><Relationship Id="rId286" Type="http://schemas.openxmlformats.org/officeDocument/2006/relationships/customXml" Target="../ink/ink1738.xml"/><Relationship Id="rId50" Type="http://schemas.openxmlformats.org/officeDocument/2006/relationships/customXml" Target="../ink/ink1620.xml"/><Relationship Id="rId104" Type="http://schemas.openxmlformats.org/officeDocument/2006/relationships/customXml" Target="../ink/ink1647.xml"/><Relationship Id="rId125" Type="http://schemas.openxmlformats.org/officeDocument/2006/relationships/image" Target="../media/image1645.png"/><Relationship Id="rId146" Type="http://schemas.openxmlformats.org/officeDocument/2006/relationships/customXml" Target="../ink/ink1668.xml"/><Relationship Id="rId167" Type="http://schemas.openxmlformats.org/officeDocument/2006/relationships/image" Target="../media/image1666.png"/><Relationship Id="rId188" Type="http://schemas.openxmlformats.org/officeDocument/2006/relationships/customXml" Target="../ink/ink1689.xml"/><Relationship Id="rId311" Type="http://schemas.openxmlformats.org/officeDocument/2006/relationships/image" Target="../media/image1738.png"/><Relationship Id="rId71" Type="http://schemas.openxmlformats.org/officeDocument/2006/relationships/image" Target="../media/image1618.png"/><Relationship Id="rId92" Type="http://schemas.openxmlformats.org/officeDocument/2006/relationships/customXml" Target="../ink/ink1641.xml"/><Relationship Id="rId213" Type="http://schemas.openxmlformats.org/officeDocument/2006/relationships/image" Target="../media/image1689.png"/><Relationship Id="rId234" Type="http://schemas.openxmlformats.org/officeDocument/2006/relationships/customXml" Target="../ink/ink1712.xml"/><Relationship Id="rId2" Type="http://schemas.openxmlformats.org/officeDocument/2006/relationships/customXml" Target="../ink/ink1596.xml"/><Relationship Id="rId29" Type="http://schemas.openxmlformats.org/officeDocument/2006/relationships/image" Target="../media/image1598.png"/><Relationship Id="rId255" Type="http://schemas.openxmlformats.org/officeDocument/2006/relationships/image" Target="../media/image1710.png"/><Relationship Id="rId276" Type="http://schemas.openxmlformats.org/officeDocument/2006/relationships/customXml" Target="../ink/ink1733.xml"/><Relationship Id="rId297" Type="http://schemas.openxmlformats.org/officeDocument/2006/relationships/image" Target="../media/image1731.png"/><Relationship Id="rId40" Type="http://schemas.openxmlformats.org/officeDocument/2006/relationships/customXml" Target="../ink/ink1615.xml"/><Relationship Id="rId115" Type="http://schemas.openxmlformats.org/officeDocument/2006/relationships/image" Target="../media/image1640.png"/><Relationship Id="rId136" Type="http://schemas.openxmlformats.org/officeDocument/2006/relationships/customXml" Target="../ink/ink1663.xml"/><Relationship Id="rId157" Type="http://schemas.openxmlformats.org/officeDocument/2006/relationships/image" Target="../media/image1661.png"/><Relationship Id="rId178" Type="http://schemas.openxmlformats.org/officeDocument/2006/relationships/customXml" Target="../ink/ink1684.xml"/><Relationship Id="rId301" Type="http://schemas.openxmlformats.org/officeDocument/2006/relationships/image" Target="../media/image1733.png"/><Relationship Id="rId61" Type="http://schemas.openxmlformats.org/officeDocument/2006/relationships/image" Target="../media/image1613.png"/><Relationship Id="rId82" Type="http://schemas.openxmlformats.org/officeDocument/2006/relationships/customXml" Target="../ink/ink1636.xml"/><Relationship Id="rId199" Type="http://schemas.openxmlformats.org/officeDocument/2006/relationships/image" Target="../media/image1682.png"/><Relationship Id="rId203" Type="http://schemas.openxmlformats.org/officeDocument/2006/relationships/image" Target="../media/image1684.png"/><Relationship Id="rId19" Type="http://schemas.openxmlformats.org/officeDocument/2006/relationships/image" Target="../media/image1593.png"/><Relationship Id="rId224" Type="http://schemas.openxmlformats.org/officeDocument/2006/relationships/customXml" Target="../ink/ink1707.xml"/><Relationship Id="rId245" Type="http://schemas.openxmlformats.org/officeDocument/2006/relationships/image" Target="../media/image1705.png"/><Relationship Id="rId266" Type="http://schemas.openxmlformats.org/officeDocument/2006/relationships/customXml" Target="../ink/ink1728.xml"/><Relationship Id="rId287" Type="http://schemas.openxmlformats.org/officeDocument/2006/relationships/image" Target="../media/image1726.png"/><Relationship Id="rId30" Type="http://schemas.openxmlformats.org/officeDocument/2006/relationships/customXml" Target="../ink/ink1610.xml"/><Relationship Id="rId105" Type="http://schemas.openxmlformats.org/officeDocument/2006/relationships/image" Target="../media/image1635.png"/><Relationship Id="rId126" Type="http://schemas.openxmlformats.org/officeDocument/2006/relationships/customXml" Target="../ink/ink1658.xml"/><Relationship Id="rId147" Type="http://schemas.openxmlformats.org/officeDocument/2006/relationships/image" Target="../media/image1656.png"/><Relationship Id="rId168" Type="http://schemas.openxmlformats.org/officeDocument/2006/relationships/customXml" Target="../ink/ink1679.xml"/><Relationship Id="rId312" Type="http://schemas.openxmlformats.org/officeDocument/2006/relationships/customXml" Target="../ink/ink1751.xml"/><Relationship Id="rId51" Type="http://schemas.openxmlformats.org/officeDocument/2006/relationships/image" Target="../media/image1609.png"/><Relationship Id="rId72" Type="http://schemas.openxmlformats.org/officeDocument/2006/relationships/customXml" Target="../ink/ink1631.xml"/><Relationship Id="rId93" Type="http://schemas.openxmlformats.org/officeDocument/2006/relationships/image" Target="../media/image1629.png"/><Relationship Id="rId189" Type="http://schemas.openxmlformats.org/officeDocument/2006/relationships/image" Target="../media/image1677.png"/><Relationship Id="rId3" Type="http://schemas.openxmlformats.org/officeDocument/2006/relationships/image" Target="../media/image1585.png"/><Relationship Id="rId214" Type="http://schemas.openxmlformats.org/officeDocument/2006/relationships/customXml" Target="../ink/ink1702.xml"/><Relationship Id="rId235" Type="http://schemas.openxmlformats.org/officeDocument/2006/relationships/image" Target="../media/image1700.png"/><Relationship Id="rId256" Type="http://schemas.openxmlformats.org/officeDocument/2006/relationships/customXml" Target="../ink/ink1723.xml"/><Relationship Id="rId277" Type="http://schemas.openxmlformats.org/officeDocument/2006/relationships/image" Target="../media/image1721.png"/><Relationship Id="rId298" Type="http://schemas.openxmlformats.org/officeDocument/2006/relationships/customXml" Target="../ink/ink1744.xml"/><Relationship Id="rId116" Type="http://schemas.openxmlformats.org/officeDocument/2006/relationships/customXml" Target="../ink/ink1653.xml"/><Relationship Id="rId137" Type="http://schemas.openxmlformats.org/officeDocument/2006/relationships/image" Target="../media/image1651.png"/><Relationship Id="rId158" Type="http://schemas.openxmlformats.org/officeDocument/2006/relationships/customXml" Target="../ink/ink1674.xml"/><Relationship Id="rId302" Type="http://schemas.openxmlformats.org/officeDocument/2006/relationships/customXml" Target="../ink/ink1746.xml"/><Relationship Id="rId20" Type="http://schemas.openxmlformats.org/officeDocument/2006/relationships/customXml" Target="../ink/ink1605.xml"/><Relationship Id="rId41" Type="http://schemas.openxmlformats.org/officeDocument/2006/relationships/image" Target="../media/image1604.png"/><Relationship Id="rId62" Type="http://schemas.openxmlformats.org/officeDocument/2006/relationships/customXml" Target="../ink/ink1626.xml"/><Relationship Id="rId83" Type="http://schemas.openxmlformats.org/officeDocument/2006/relationships/image" Target="../media/image1624.png"/><Relationship Id="rId179" Type="http://schemas.openxmlformats.org/officeDocument/2006/relationships/image" Target="../media/image1672.png"/><Relationship Id="rId190" Type="http://schemas.openxmlformats.org/officeDocument/2006/relationships/customXml" Target="../ink/ink1690.xml"/><Relationship Id="rId204" Type="http://schemas.openxmlformats.org/officeDocument/2006/relationships/customXml" Target="../ink/ink1697.xml"/><Relationship Id="rId225" Type="http://schemas.openxmlformats.org/officeDocument/2006/relationships/image" Target="../media/image1695.png"/><Relationship Id="rId246" Type="http://schemas.openxmlformats.org/officeDocument/2006/relationships/customXml" Target="../ink/ink1718.xml"/><Relationship Id="rId267" Type="http://schemas.openxmlformats.org/officeDocument/2006/relationships/image" Target="../media/image1716.png"/><Relationship Id="rId288" Type="http://schemas.openxmlformats.org/officeDocument/2006/relationships/customXml" Target="../ink/ink1739.xml"/><Relationship Id="rId106" Type="http://schemas.openxmlformats.org/officeDocument/2006/relationships/customXml" Target="../ink/ink1648.xml"/><Relationship Id="rId127" Type="http://schemas.openxmlformats.org/officeDocument/2006/relationships/image" Target="../media/image1646.png"/><Relationship Id="rId313" Type="http://schemas.openxmlformats.org/officeDocument/2006/relationships/image" Target="../media/image1739.png"/><Relationship Id="rId10" Type="http://schemas.openxmlformats.org/officeDocument/2006/relationships/customXml" Target="../ink/ink1600.xml"/><Relationship Id="rId31" Type="http://schemas.openxmlformats.org/officeDocument/2006/relationships/image" Target="../media/image1599.png"/><Relationship Id="rId52" Type="http://schemas.openxmlformats.org/officeDocument/2006/relationships/customXml" Target="../ink/ink1621.xml"/><Relationship Id="rId73" Type="http://schemas.openxmlformats.org/officeDocument/2006/relationships/image" Target="../media/image1619.png"/><Relationship Id="rId94" Type="http://schemas.openxmlformats.org/officeDocument/2006/relationships/customXml" Target="../ink/ink1642.xml"/><Relationship Id="rId148" Type="http://schemas.openxmlformats.org/officeDocument/2006/relationships/customXml" Target="../ink/ink1669.xml"/><Relationship Id="rId169" Type="http://schemas.openxmlformats.org/officeDocument/2006/relationships/image" Target="../media/image1667.png"/><Relationship Id="rId4" Type="http://schemas.openxmlformats.org/officeDocument/2006/relationships/customXml" Target="../ink/ink1597.xml"/><Relationship Id="rId180" Type="http://schemas.openxmlformats.org/officeDocument/2006/relationships/customXml" Target="../ink/ink1685.xml"/><Relationship Id="rId215" Type="http://schemas.openxmlformats.org/officeDocument/2006/relationships/image" Target="../media/image1690.png"/><Relationship Id="rId236" Type="http://schemas.openxmlformats.org/officeDocument/2006/relationships/customXml" Target="../ink/ink1713.xml"/><Relationship Id="rId257" Type="http://schemas.openxmlformats.org/officeDocument/2006/relationships/image" Target="../media/image1711.png"/><Relationship Id="rId278" Type="http://schemas.openxmlformats.org/officeDocument/2006/relationships/customXml" Target="../ink/ink1734.xml"/><Relationship Id="rId303" Type="http://schemas.openxmlformats.org/officeDocument/2006/relationships/image" Target="../media/image1734.png"/><Relationship Id="rId42" Type="http://schemas.openxmlformats.org/officeDocument/2006/relationships/customXml" Target="../ink/ink1616.xml"/><Relationship Id="rId84" Type="http://schemas.openxmlformats.org/officeDocument/2006/relationships/customXml" Target="../ink/ink1637.xml"/><Relationship Id="rId138" Type="http://schemas.openxmlformats.org/officeDocument/2006/relationships/customXml" Target="../ink/ink1664.xml"/><Relationship Id="rId191" Type="http://schemas.openxmlformats.org/officeDocument/2006/relationships/image" Target="../media/image1678.png"/><Relationship Id="rId205" Type="http://schemas.openxmlformats.org/officeDocument/2006/relationships/image" Target="../media/image1685.png"/><Relationship Id="rId247" Type="http://schemas.openxmlformats.org/officeDocument/2006/relationships/image" Target="../media/image1706.png"/><Relationship Id="rId107" Type="http://schemas.openxmlformats.org/officeDocument/2006/relationships/image" Target="../media/image1636.png"/><Relationship Id="rId289" Type="http://schemas.openxmlformats.org/officeDocument/2006/relationships/image" Target="../media/image1727.png"/><Relationship Id="rId11" Type="http://schemas.openxmlformats.org/officeDocument/2006/relationships/image" Target="../media/image1589.png"/><Relationship Id="rId53" Type="http://schemas.openxmlformats.org/officeDocument/2006/relationships/image" Target="../media/image1610.png"/><Relationship Id="rId149" Type="http://schemas.openxmlformats.org/officeDocument/2006/relationships/image" Target="../media/image1657.png"/><Relationship Id="rId314" Type="http://schemas.openxmlformats.org/officeDocument/2006/relationships/customXml" Target="../ink/ink1752.xml"/><Relationship Id="rId95" Type="http://schemas.openxmlformats.org/officeDocument/2006/relationships/image" Target="../media/image1630.png"/><Relationship Id="rId160" Type="http://schemas.openxmlformats.org/officeDocument/2006/relationships/customXml" Target="../ink/ink1675.xml"/><Relationship Id="rId216" Type="http://schemas.openxmlformats.org/officeDocument/2006/relationships/customXml" Target="../ink/ink1703.xml"/><Relationship Id="rId258" Type="http://schemas.openxmlformats.org/officeDocument/2006/relationships/customXml" Target="../ink/ink1724.xml"/><Relationship Id="rId22" Type="http://schemas.openxmlformats.org/officeDocument/2006/relationships/customXml" Target="../ink/ink1606.xml"/><Relationship Id="rId64" Type="http://schemas.openxmlformats.org/officeDocument/2006/relationships/customXml" Target="../ink/ink1627.xml"/><Relationship Id="rId118" Type="http://schemas.openxmlformats.org/officeDocument/2006/relationships/customXml" Target="../ink/ink1654.xml"/><Relationship Id="rId171" Type="http://schemas.openxmlformats.org/officeDocument/2006/relationships/image" Target="../media/image1668.png"/><Relationship Id="rId227" Type="http://schemas.openxmlformats.org/officeDocument/2006/relationships/image" Target="../media/image1696.png"/><Relationship Id="rId269" Type="http://schemas.openxmlformats.org/officeDocument/2006/relationships/image" Target="../media/image1717.png"/><Relationship Id="rId33" Type="http://schemas.openxmlformats.org/officeDocument/2006/relationships/image" Target="../media/image1600.png"/><Relationship Id="rId129" Type="http://schemas.openxmlformats.org/officeDocument/2006/relationships/image" Target="../media/image1647.png"/><Relationship Id="rId280" Type="http://schemas.openxmlformats.org/officeDocument/2006/relationships/customXml" Target="../ink/ink1735.xml"/><Relationship Id="rId75" Type="http://schemas.openxmlformats.org/officeDocument/2006/relationships/image" Target="../media/image1620.png"/><Relationship Id="rId140" Type="http://schemas.openxmlformats.org/officeDocument/2006/relationships/customXml" Target="../ink/ink1665.xml"/><Relationship Id="rId182" Type="http://schemas.openxmlformats.org/officeDocument/2006/relationships/customXml" Target="../ink/ink1686.xml"/><Relationship Id="rId6" Type="http://schemas.openxmlformats.org/officeDocument/2006/relationships/customXml" Target="../ink/ink1598.xml"/><Relationship Id="rId238" Type="http://schemas.openxmlformats.org/officeDocument/2006/relationships/customXml" Target="../ink/ink1714.xml"/><Relationship Id="rId291" Type="http://schemas.openxmlformats.org/officeDocument/2006/relationships/image" Target="../media/image1728.png"/><Relationship Id="rId305" Type="http://schemas.openxmlformats.org/officeDocument/2006/relationships/image" Target="../media/image1735.png"/><Relationship Id="rId44" Type="http://schemas.openxmlformats.org/officeDocument/2006/relationships/customXml" Target="../ink/ink1617.xml"/><Relationship Id="rId86" Type="http://schemas.openxmlformats.org/officeDocument/2006/relationships/customXml" Target="../ink/ink1638.xml"/><Relationship Id="rId151" Type="http://schemas.openxmlformats.org/officeDocument/2006/relationships/image" Target="../media/image1658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98.png"/><Relationship Id="rId299" Type="http://schemas.openxmlformats.org/officeDocument/2006/relationships/customXml" Target="../ink/ink1902.xml"/><Relationship Id="rId21" Type="http://schemas.openxmlformats.org/officeDocument/2006/relationships/image" Target="../media/image1750.png"/><Relationship Id="rId63" Type="http://schemas.openxmlformats.org/officeDocument/2006/relationships/image" Target="../media/image1771.png"/><Relationship Id="rId159" Type="http://schemas.openxmlformats.org/officeDocument/2006/relationships/image" Target="../media/image1819.png"/><Relationship Id="rId170" Type="http://schemas.openxmlformats.org/officeDocument/2006/relationships/customXml" Target="../ink/ink1837.xml"/><Relationship Id="rId226" Type="http://schemas.openxmlformats.org/officeDocument/2006/relationships/customXml" Target="../ink/ink1865.xml"/><Relationship Id="rId268" Type="http://schemas.openxmlformats.org/officeDocument/2006/relationships/customXml" Target="../ink/ink1886.xml"/><Relationship Id="rId32" Type="http://schemas.openxmlformats.org/officeDocument/2006/relationships/customXml" Target="../ink/ink1768.xml"/><Relationship Id="rId74" Type="http://schemas.openxmlformats.org/officeDocument/2006/relationships/customXml" Target="../ink/ink1789.xml"/><Relationship Id="rId128" Type="http://schemas.openxmlformats.org/officeDocument/2006/relationships/customXml" Target="../ink/ink1816.xml"/><Relationship Id="rId5" Type="http://schemas.openxmlformats.org/officeDocument/2006/relationships/image" Target="../media/image1742.png"/><Relationship Id="rId181" Type="http://schemas.openxmlformats.org/officeDocument/2006/relationships/image" Target="../media/image1830.png"/><Relationship Id="rId237" Type="http://schemas.openxmlformats.org/officeDocument/2006/relationships/image" Target="../media/image1857.png"/><Relationship Id="rId279" Type="http://schemas.openxmlformats.org/officeDocument/2006/relationships/image" Target="../media/image1878.png"/><Relationship Id="rId43" Type="http://schemas.openxmlformats.org/officeDocument/2006/relationships/image" Target="../media/image1761.png"/><Relationship Id="rId139" Type="http://schemas.openxmlformats.org/officeDocument/2006/relationships/image" Target="../media/image1809.png"/><Relationship Id="rId290" Type="http://schemas.openxmlformats.org/officeDocument/2006/relationships/image" Target="../media/image1883.png"/><Relationship Id="rId304" Type="http://schemas.openxmlformats.org/officeDocument/2006/relationships/image" Target="../media/image1890.png"/><Relationship Id="rId85" Type="http://schemas.openxmlformats.org/officeDocument/2006/relationships/image" Target="../media/image1782.png"/><Relationship Id="rId150" Type="http://schemas.openxmlformats.org/officeDocument/2006/relationships/customXml" Target="../ink/ink1827.xml"/><Relationship Id="rId192" Type="http://schemas.openxmlformats.org/officeDocument/2006/relationships/customXml" Target="../ink/ink1848.xml"/><Relationship Id="rId206" Type="http://schemas.openxmlformats.org/officeDocument/2006/relationships/customXml" Target="../ink/ink1855.xml"/><Relationship Id="rId248" Type="http://schemas.openxmlformats.org/officeDocument/2006/relationships/customXml" Target="../ink/ink1876.xml"/><Relationship Id="rId12" Type="http://schemas.openxmlformats.org/officeDocument/2006/relationships/customXml" Target="../ink/ink1758.xml"/><Relationship Id="rId108" Type="http://schemas.openxmlformats.org/officeDocument/2006/relationships/customXml" Target="../ink/ink1806.xml"/><Relationship Id="rId54" Type="http://schemas.openxmlformats.org/officeDocument/2006/relationships/customXml" Target="../ink/ink1779.xml"/><Relationship Id="rId96" Type="http://schemas.openxmlformats.org/officeDocument/2006/relationships/customXml" Target="../ink/ink1800.xml"/><Relationship Id="rId161" Type="http://schemas.openxmlformats.org/officeDocument/2006/relationships/image" Target="../media/image1820.png"/><Relationship Id="rId217" Type="http://schemas.openxmlformats.org/officeDocument/2006/relationships/image" Target="../media/image1847.png"/><Relationship Id="rId259" Type="http://schemas.openxmlformats.org/officeDocument/2006/relationships/image" Target="../media/image1868.png"/><Relationship Id="rId23" Type="http://schemas.openxmlformats.org/officeDocument/2006/relationships/image" Target="../media/image1751.png"/><Relationship Id="rId119" Type="http://schemas.openxmlformats.org/officeDocument/2006/relationships/image" Target="../media/image1799.png"/><Relationship Id="rId270" Type="http://schemas.openxmlformats.org/officeDocument/2006/relationships/customXml" Target="../ink/ink1887.xml"/><Relationship Id="rId44" Type="http://schemas.openxmlformats.org/officeDocument/2006/relationships/customXml" Target="../ink/ink1774.xml"/><Relationship Id="rId65" Type="http://schemas.openxmlformats.org/officeDocument/2006/relationships/image" Target="../media/image1772.png"/><Relationship Id="rId86" Type="http://schemas.openxmlformats.org/officeDocument/2006/relationships/customXml" Target="../ink/ink1795.xml"/><Relationship Id="rId130" Type="http://schemas.openxmlformats.org/officeDocument/2006/relationships/customXml" Target="../ink/ink1817.xml"/><Relationship Id="rId151" Type="http://schemas.openxmlformats.org/officeDocument/2006/relationships/image" Target="../media/image1815.png"/><Relationship Id="rId172" Type="http://schemas.openxmlformats.org/officeDocument/2006/relationships/customXml" Target="../ink/ink1838.xml"/><Relationship Id="rId193" Type="http://schemas.openxmlformats.org/officeDocument/2006/relationships/image" Target="../media/image1836.png"/><Relationship Id="rId207" Type="http://schemas.openxmlformats.org/officeDocument/2006/relationships/image" Target="../media/image70.png"/><Relationship Id="rId228" Type="http://schemas.openxmlformats.org/officeDocument/2006/relationships/customXml" Target="../ink/ink1866.xml"/><Relationship Id="rId249" Type="http://schemas.openxmlformats.org/officeDocument/2006/relationships/image" Target="../media/image1863.png"/><Relationship Id="rId13" Type="http://schemas.openxmlformats.org/officeDocument/2006/relationships/image" Target="../media/image1746.png"/><Relationship Id="rId109" Type="http://schemas.openxmlformats.org/officeDocument/2006/relationships/image" Target="../media/image1794.png"/><Relationship Id="rId260" Type="http://schemas.openxmlformats.org/officeDocument/2006/relationships/customXml" Target="../ink/ink1882.xml"/><Relationship Id="rId281" Type="http://schemas.openxmlformats.org/officeDocument/2006/relationships/image" Target="../media/image1879.png"/><Relationship Id="rId34" Type="http://schemas.openxmlformats.org/officeDocument/2006/relationships/customXml" Target="../ink/ink1769.xml"/><Relationship Id="rId55" Type="http://schemas.openxmlformats.org/officeDocument/2006/relationships/image" Target="../media/image1767.png"/><Relationship Id="rId76" Type="http://schemas.openxmlformats.org/officeDocument/2006/relationships/customXml" Target="../ink/ink1790.xml"/><Relationship Id="rId97" Type="http://schemas.openxmlformats.org/officeDocument/2006/relationships/image" Target="../media/image1788.png"/><Relationship Id="rId120" Type="http://schemas.openxmlformats.org/officeDocument/2006/relationships/customXml" Target="../ink/ink1812.xml"/><Relationship Id="rId141" Type="http://schemas.openxmlformats.org/officeDocument/2006/relationships/image" Target="../media/image1810.png"/><Relationship Id="rId7" Type="http://schemas.openxmlformats.org/officeDocument/2006/relationships/image" Target="../media/image1743.png"/><Relationship Id="rId162" Type="http://schemas.openxmlformats.org/officeDocument/2006/relationships/customXml" Target="../ink/ink1833.xml"/><Relationship Id="rId183" Type="http://schemas.openxmlformats.org/officeDocument/2006/relationships/image" Target="../media/image1831.png"/><Relationship Id="rId218" Type="http://schemas.openxmlformats.org/officeDocument/2006/relationships/customXml" Target="../ink/ink1861.xml"/><Relationship Id="rId239" Type="http://schemas.openxmlformats.org/officeDocument/2006/relationships/image" Target="../media/image1858.png"/><Relationship Id="rId250" Type="http://schemas.openxmlformats.org/officeDocument/2006/relationships/customXml" Target="../ink/ink1877.xml"/><Relationship Id="rId271" Type="http://schemas.openxmlformats.org/officeDocument/2006/relationships/image" Target="../media/image1874.png"/><Relationship Id="rId292" Type="http://schemas.openxmlformats.org/officeDocument/2006/relationships/image" Target="../media/image1884.png"/><Relationship Id="rId306" Type="http://schemas.openxmlformats.org/officeDocument/2006/relationships/image" Target="../media/image1891.png"/><Relationship Id="rId24" Type="http://schemas.openxmlformats.org/officeDocument/2006/relationships/customXml" Target="../ink/ink1764.xml"/><Relationship Id="rId45" Type="http://schemas.openxmlformats.org/officeDocument/2006/relationships/image" Target="../media/image1762.png"/><Relationship Id="rId66" Type="http://schemas.openxmlformats.org/officeDocument/2006/relationships/customXml" Target="../ink/ink1785.xml"/><Relationship Id="rId87" Type="http://schemas.openxmlformats.org/officeDocument/2006/relationships/image" Target="../media/image1783.png"/><Relationship Id="rId110" Type="http://schemas.openxmlformats.org/officeDocument/2006/relationships/customXml" Target="../ink/ink1807.xml"/><Relationship Id="rId131" Type="http://schemas.openxmlformats.org/officeDocument/2006/relationships/image" Target="../media/image1805.png"/><Relationship Id="rId152" Type="http://schemas.openxmlformats.org/officeDocument/2006/relationships/customXml" Target="../ink/ink1828.xml"/><Relationship Id="rId173" Type="http://schemas.openxmlformats.org/officeDocument/2006/relationships/image" Target="../media/image1826.png"/><Relationship Id="rId194" Type="http://schemas.openxmlformats.org/officeDocument/2006/relationships/customXml" Target="../ink/ink1849.xml"/><Relationship Id="rId208" Type="http://schemas.openxmlformats.org/officeDocument/2006/relationships/customXml" Target="../ink/ink1856.xml"/><Relationship Id="rId229" Type="http://schemas.openxmlformats.org/officeDocument/2006/relationships/image" Target="../media/image1853.png"/><Relationship Id="rId240" Type="http://schemas.openxmlformats.org/officeDocument/2006/relationships/customXml" Target="../ink/ink1872.xml"/><Relationship Id="rId261" Type="http://schemas.openxmlformats.org/officeDocument/2006/relationships/image" Target="../media/image1869.png"/><Relationship Id="rId14" Type="http://schemas.openxmlformats.org/officeDocument/2006/relationships/customXml" Target="../ink/ink1759.xml"/><Relationship Id="rId35" Type="http://schemas.openxmlformats.org/officeDocument/2006/relationships/image" Target="../media/image1757.png"/><Relationship Id="rId56" Type="http://schemas.openxmlformats.org/officeDocument/2006/relationships/customXml" Target="../ink/ink1780.xml"/><Relationship Id="rId77" Type="http://schemas.openxmlformats.org/officeDocument/2006/relationships/image" Target="../media/image1778.png"/><Relationship Id="rId100" Type="http://schemas.openxmlformats.org/officeDocument/2006/relationships/customXml" Target="../ink/ink1802.xml"/><Relationship Id="rId282" Type="http://schemas.openxmlformats.org/officeDocument/2006/relationships/customXml" Target="../ink/ink1893.xml"/><Relationship Id="rId8" Type="http://schemas.openxmlformats.org/officeDocument/2006/relationships/customXml" Target="../ink/ink1756.xml"/><Relationship Id="rId98" Type="http://schemas.openxmlformats.org/officeDocument/2006/relationships/customXml" Target="../ink/ink1801.xml"/><Relationship Id="rId121" Type="http://schemas.openxmlformats.org/officeDocument/2006/relationships/image" Target="../media/image1800.png"/><Relationship Id="rId142" Type="http://schemas.openxmlformats.org/officeDocument/2006/relationships/customXml" Target="../ink/ink1823.xml"/><Relationship Id="rId163" Type="http://schemas.openxmlformats.org/officeDocument/2006/relationships/image" Target="../media/image1821.png"/><Relationship Id="rId184" Type="http://schemas.openxmlformats.org/officeDocument/2006/relationships/customXml" Target="../ink/ink1844.xml"/><Relationship Id="rId219" Type="http://schemas.openxmlformats.org/officeDocument/2006/relationships/image" Target="../media/image1848.png"/><Relationship Id="rId230" Type="http://schemas.openxmlformats.org/officeDocument/2006/relationships/customXml" Target="../ink/ink1867.xml"/><Relationship Id="rId251" Type="http://schemas.openxmlformats.org/officeDocument/2006/relationships/image" Target="../media/image1864.png"/><Relationship Id="rId25" Type="http://schemas.openxmlformats.org/officeDocument/2006/relationships/image" Target="../media/image1752.png"/><Relationship Id="rId46" Type="http://schemas.openxmlformats.org/officeDocument/2006/relationships/customXml" Target="../ink/ink1775.xml"/><Relationship Id="rId67" Type="http://schemas.openxmlformats.org/officeDocument/2006/relationships/image" Target="../media/image1773.png"/><Relationship Id="rId272" Type="http://schemas.openxmlformats.org/officeDocument/2006/relationships/customXml" Target="../ink/ink1888.xml"/><Relationship Id="rId293" Type="http://schemas.openxmlformats.org/officeDocument/2006/relationships/customXml" Target="../ink/ink1899.xml"/><Relationship Id="rId307" Type="http://schemas.openxmlformats.org/officeDocument/2006/relationships/customXml" Target="../ink/ink1906.xml"/><Relationship Id="rId88" Type="http://schemas.openxmlformats.org/officeDocument/2006/relationships/customXml" Target="../ink/ink1796.xml"/><Relationship Id="rId111" Type="http://schemas.openxmlformats.org/officeDocument/2006/relationships/image" Target="../media/image1795.png"/><Relationship Id="rId132" Type="http://schemas.openxmlformats.org/officeDocument/2006/relationships/customXml" Target="../ink/ink1818.xml"/><Relationship Id="rId153" Type="http://schemas.openxmlformats.org/officeDocument/2006/relationships/image" Target="../media/image1816.png"/><Relationship Id="rId174" Type="http://schemas.openxmlformats.org/officeDocument/2006/relationships/customXml" Target="../ink/ink1839.xml"/><Relationship Id="rId195" Type="http://schemas.openxmlformats.org/officeDocument/2006/relationships/image" Target="../media/image1837.png"/><Relationship Id="rId209" Type="http://schemas.openxmlformats.org/officeDocument/2006/relationships/image" Target="../media/image1843.png"/><Relationship Id="rId220" Type="http://schemas.openxmlformats.org/officeDocument/2006/relationships/customXml" Target="../ink/ink1862.xml"/><Relationship Id="rId241" Type="http://schemas.openxmlformats.org/officeDocument/2006/relationships/image" Target="../media/image1859.png"/><Relationship Id="rId15" Type="http://schemas.openxmlformats.org/officeDocument/2006/relationships/image" Target="../media/image1747.png"/><Relationship Id="rId36" Type="http://schemas.openxmlformats.org/officeDocument/2006/relationships/customXml" Target="../ink/ink1770.xml"/><Relationship Id="rId57" Type="http://schemas.openxmlformats.org/officeDocument/2006/relationships/image" Target="../media/image1768.png"/><Relationship Id="rId262" Type="http://schemas.openxmlformats.org/officeDocument/2006/relationships/customXml" Target="../ink/ink1883.xml"/><Relationship Id="rId283" Type="http://schemas.openxmlformats.org/officeDocument/2006/relationships/image" Target="../media/image1880.png"/><Relationship Id="rId78" Type="http://schemas.openxmlformats.org/officeDocument/2006/relationships/customXml" Target="../ink/ink1791.xml"/><Relationship Id="rId99" Type="http://schemas.openxmlformats.org/officeDocument/2006/relationships/image" Target="../media/image1789.png"/><Relationship Id="rId101" Type="http://schemas.openxmlformats.org/officeDocument/2006/relationships/image" Target="../media/image1790.png"/><Relationship Id="rId122" Type="http://schemas.openxmlformats.org/officeDocument/2006/relationships/customXml" Target="../ink/ink1813.xml"/><Relationship Id="rId143" Type="http://schemas.openxmlformats.org/officeDocument/2006/relationships/image" Target="../media/image1811.png"/><Relationship Id="rId164" Type="http://schemas.openxmlformats.org/officeDocument/2006/relationships/customXml" Target="../ink/ink1834.xml"/><Relationship Id="rId185" Type="http://schemas.openxmlformats.org/officeDocument/2006/relationships/image" Target="../media/image1832.png"/><Relationship Id="rId9" Type="http://schemas.openxmlformats.org/officeDocument/2006/relationships/image" Target="../media/image1744.png"/><Relationship Id="rId210" Type="http://schemas.openxmlformats.org/officeDocument/2006/relationships/customXml" Target="../ink/ink1857.xml"/><Relationship Id="rId26" Type="http://schemas.openxmlformats.org/officeDocument/2006/relationships/customXml" Target="../ink/ink1765.xml"/><Relationship Id="rId231" Type="http://schemas.openxmlformats.org/officeDocument/2006/relationships/image" Target="../media/image1854.png"/><Relationship Id="rId252" Type="http://schemas.openxmlformats.org/officeDocument/2006/relationships/customXml" Target="../ink/ink1878.xml"/><Relationship Id="rId273" Type="http://schemas.openxmlformats.org/officeDocument/2006/relationships/image" Target="../media/image1875.png"/><Relationship Id="rId294" Type="http://schemas.openxmlformats.org/officeDocument/2006/relationships/image" Target="../media/image1885.png"/><Relationship Id="rId308" Type="http://schemas.openxmlformats.org/officeDocument/2006/relationships/image" Target="../media/image1892.png"/><Relationship Id="rId47" Type="http://schemas.openxmlformats.org/officeDocument/2006/relationships/image" Target="../media/image1763.png"/><Relationship Id="rId68" Type="http://schemas.openxmlformats.org/officeDocument/2006/relationships/customXml" Target="../ink/ink1786.xml"/><Relationship Id="rId89" Type="http://schemas.openxmlformats.org/officeDocument/2006/relationships/image" Target="../media/image1784.png"/><Relationship Id="rId112" Type="http://schemas.openxmlformats.org/officeDocument/2006/relationships/customXml" Target="../ink/ink1808.xml"/><Relationship Id="rId133" Type="http://schemas.openxmlformats.org/officeDocument/2006/relationships/image" Target="../media/image1806.png"/><Relationship Id="rId154" Type="http://schemas.openxmlformats.org/officeDocument/2006/relationships/customXml" Target="../ink/ink1829.xml"/><Relationship Id="rId175" Type="http://schemas.openxmlformats.org/officeDocument/2006/relationships/image" Target="../media/image1827.png"/><Relationship Id="rId196" Type="http://schemas.openxmlformats.org/officeDocument/2006/relationships/customXml" Target="../ink/ink1850.xml"/><Relationship Id="rId200" Type="http://schemas.openxmlformats.org/officeDocument/2006/relationships/customXml" Target="../ink/ink1852.xml"/><Relationship Id="rId16" Type="http://schemas.openxmlformats.org/officeDocument/2006/relationships/customXml" Target="../ink/ink1760.xml"/><Relationship Id="rId221" Type="http://schemas.openxmlformats.org/officeDocument/2006/relationships/image" Target="../media/image1849.png"/><Relationship Id="rId242" Type="http://schemas.openxmlformats.org/officeDocument/2006/relationships/customXml" Target="../ink/ink1873.xml"/><Relationship Id="rId263" Type="http://schemas.openxmlformats.org/officeDocument/2006/relationships/image" Target="../media/image1870.png"/><Relationship Id="rId284" Type="http://schemas.openxmlformats.org/officeDocument/2006/relationships/customXml" Target="../ink/ink1894.xml"/><Relationship Id="rId37" Type="http://schemas.openxmlformats.org/officeDocument/2006/relationships/image" Target="../media/image1758.png"/><Relationship Id="rId58" Type="http://schemas.openxmlformats.org/officeDocument/2006/relationships/customXml" Target="../ink/ink1781.xml"/><Relationship Id="rId79" Type="http://schemas.openxmlformats.org/officeDocument/2006/relationships/image" Target="../media/image1779.png"/><Relationship Id="rId102" Type="http://schemas.openxmlformats.org/officeDocument/2006/relationships/customXml" Target="../ink/ink1803.xml"/><Relationship Id="rId123" Type="http://schemas.openxmlformats.org/officeDocument/2006/relationships/image" Target="../media/image1801.png"/><Relationship Id="rId144" Type="http://schemas.openxmlformats.org/officeDocument/2006/relationships/customXml" Target="../ink/ink1824.xml"/><Relationship Id="rId90" Type="http://schemas.openxmlformats.org/officeDocument/2006/relationships/customXml" Target="../ink/ink1797.xml"/><Relationship Id="rId165" Type="http://schemas.openxmlformats.org/officeDocument/2006/relationships/image" Target="../media/image1822.png"/><Relationship Id="rId186" Type="http://schemas.openxmlformats.org/officeDocument/2006/relationships/customXml" Target="../ink/ink1845.xml"/><Relationship Id="rId211" Type="http://schemas.openxmlformats.org/officeDocument/2006/relationships/image" Target="../media/image1844.png"/><Relationship Id="rId232" Type="http://schemas.openxmlformats.org/officeDocument/2006/relationships/customXml" Target="../ink/ink1868.xml"/><Relationship Id="rId253" Type="http://schemas.openxmlformats.org/officeDocument/2006/relationships/image" Target="../media/image1865.png"/><Relationship Id="rId274" Type="http://schemas.openxmlformats.org/officeDocument/2006/relationships/customXml" Target="../ink/ink1889.xml"/><Relationship Id="rId295" Type="http://schemas.openxmlformats.org/officeDocument/2006/relationships/customXml" Target="../ink/ink1900.xml"/><Relationship Id="rId309" Type="http://schemas.openxmlformats.org/officeDocument/2006/relationships/customXml" Target="../ink/ink1907.xml"/><Relationship Id="rId27" Type="http://schemas.openxmlformats.org/officeDocument/2006/relationships/image" Target="../media/image1753.png"/><Relationship Id="rId48" Type="http://schemas.openxmlformats.org/officeDocument/2006/relationships/customXml" Target="../ink/ink1776.xml"/><Relationship Id="rId69" Type="http://schemas.openxmlformats.org/officeDocument/2006/relationships/image" Target="../media/image1774.png"/><Relationship Id="rId113" Type="http://schemas.openxmlformats.org/officeDocument/2006/relationships/image" Target="../media/image1796.png"/><Relationship Id="rId134" Type="http://schemas.openxmlformats.org/officeDocument/2006/relationships/customXml" Target="../ink/ink1819.xml"/><Relationship Id="rId80" Type="http://schemas.openxmlformats.org/officeDocument/2006/relationships/customXml" Target="../ink/ink1792.xml"/><Relationship Id="rId155" Type="http://schemas.openxmlformats.org/officeDocument/2006/relationships/image" Target="../media/image1817.png"/><Relationship Id="rId176" Type="http://schemas.openxmlformats.org/officeDocument/2006/relationships/customXml" Target="../ink/ink1840.xml"/><Relationship Id="rId197" Type="http://schemas.openxmlformats.org/officeDocument/2006/relationships/image" Target="../media/image1838.png"/><Relationship Id="rId201" Type="http://schemas.openxmlformats.org/officeDocument/2006/relationships/image" Target="../media/image1840.png"/><Relationship Id="rId222" Type="http://schemas.openxmlformats.org/officeDocument/2006/relationships/customXml" Target="../ink/ink1863.xml"/><Relationship Id="rId243" Type="http://schemas.openxmlformats.org/officeDocument/2006/relationships/image" Target="../media/image1860.png"/><Relationship Id="rId264" Type="http://schemas.openxmlformats.org/officeDocument/2006/relationships/customXml" Target="../ink/ink1884.xml"/><Relationship Id="rId285" Type="http://schemas.openxmlformats.org/officeDocument/2006/relationships/customXml" Target="../ink/ink1895.xml"/><Relationship Id="rId17" Type="http://schemas.openxmlformats.org/officeDocument/2006/relationships/image" Target="../media/image1748.png"/><Relationship Id="rId38" Type="http://schemas.openxmlformats.org/officeDocument/2006/relationships/customXml" Target="../ink/ink1771.xml"/><Relationship Id="rId59" Type="http://schemas.openxmlformats.org/officeDocument/2006/relationships/image" Target="../media/image1769.png"/><Relationship Id="rId103" Type="http://schemas.openxmlformats.org/officeDocument/2006/relationships/image" Target="../media/image1791.png"/><Relationship Id="rId124" Type="http://schemas.openxmlformats.org/officeDocument/2006/relationships/customXml" Target="../ink/ink1814.xml"/><Relationship Id="rId310" Type="http://schemas.openxmlformats.org/officeDocument/2006/relationships/image" Target="../media/image1893.png"/><Relationship Id="rId70" Type="http://schemas.openxmlformats.org/officeDocument/2006/relationships/customXml" Target="../ink/ink1787.xml"/><Relationship Id="rId91" Type="http://schemas.openxmlformats.org/officeDocument/2006/relationships/image" Target="../media/image1785.png"/><Relationship Id="rId145" Type="http://schemas.openxmlformats.org/officeDocument/2006/relationships/image" Target="../media/image1812.png"/><Relationship Id="rId166" Type="http://schemas.openxmlformats.org/officeDocument/2006/relationships/customXml" Target="../ink/ink1835.xml"/><Relationship Id="rId187" Type="http://schemas.openxmlformats.org/officeDocument/2006/relationships/image" Target="../media/image183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858.xml"/><Relationship Id="rId233" Type="http://schemas.openxmlformats.org/officeDocument/2006/relationships/image" Target="../media/image1855.png"/><Relationship Id="rId254" Type="http://schemas.openxmlformats.org/officeDocument/2006/relationships/customXml" Target="../ink/ink1879.xml"/><Relationship Id="rId28" Type="http://schemas.openxmlformats.org/officeDocument/2006/relationships/customXml" Target="../ink/ink1766.xml"/><Relationship Id="rId49" Type="http://schemas.openxmlformats.org/officeDocument/2006/relationships/image" Target="../media/image1764.png"/><Relationship Id="rId114" Type="http://schemas.openxmlformats.org/officeDocument/2006/relationships/customXml" Target="../ink/ink1809.xml"/><Relationship Id="rId275" Type="http://schemas.openxmlformats.org/officeDocument/2006/relationships/image" Target="../media/image1876.png"/><Relationship Id="rId296" Type="http://schemas.openxmlformats.org/officeDocument/2006/relationships/image" Target="../media/image1886.png"/><Relationship Id="rId300" Type="http://schemas.openxmlformats.org/officeDocument/2006/relationships/image" Target="../media/image1888.png"/><Relationship Id="rId60" Type="http://schemas.openxmlformats.org/officeDocument/2006/relationships/customXml" Target="../ink/ink1782.xml"/><Relationship Id="rId81" Type="http://schemas.openxmlformats.org/officeDocument/2006/relationships/image" Target="../media/image1780.png"/><Relationship Id="rId135" Type="http://schemas.openxmlformats.org/officeDocument/2006/relationships/image" Target="../media/image1807.png"/><Relationship Id="rId156" Type="http://schemas.openxmlformats.org/officeDocument/2006/relationships/customXml" Target="../ink/ink1830.xml"/><Relationship Id="rId177" Type="http://schemas.openxmlformats.org/officeDocument/2006/relationships/image" Target="../media/image1828.png"/><Relationship Id="rId198" Type="http://schemas.openxmlformats.org/officeDocument/2006/relationships/customXml" Target="../ink/ink1851.xml"/><Relationship Id="rId202" Type="http://schemas.openxmlformats.org/officeDocument/2006/relationships/customXml" Target="../ink/ink1853.xml"/><Relationship Id="rId223" Type="http://schemas.openxmlformats.org/officeDocument/2006/relationships/image" Target="../media/image1850.png"/><Relationship Id="rId244" Type="http://schemas.openxmlformats.org/officeDocument/2006/relationships/customXml" Target="../ink/ink1874.xml"/><Relationship Id="rId18" Type="http://schemas.openxmlformats.org/officeDocument/2006/relationships/customXml" Target="../ink/ink1761.xml"/><Relationship Id="rId39" Type="http://schemas.openxmlformats.org/officeDocument/2006/relationships/image" Target="../media/image1759.png"/><Relationship Id="rId265" Type="http://schemas.openxmlformats.org/officeDocument/2006/relationships/image" Target="../media/image1871.png"/><Relationship Id="rId286" Type="http://schemas.openxmlformats.org/officeDocument/2006/relationships/image" Target="../media/image1881.png"/><Relationship Id="rId50" Type="http://schemas.openxmlformats.org/officeDocument/2006/relationships/customXml" Target="../ink/ink1777.xml"/><Relationship Id="rId104" Type="http://schemas.openxmlformats.org/officeDocument/2006/relationships/customXml" Target="../ink/ink1804.xml"/><Relationship Id="rId125" Type="http://schemas.openxmlformats.org/officeDocument/2006/relationships/image" Target="../media/image1802.png"/><Relationship Id="rId146" Type="http://schemas.openxmlformats.org/officeDocument/2006/relationships/customXml" Target="../ink/ink1825.xml"/><Relationship Id="rId167" Type="http://schemas.openxmlformats.org/officeDocument/2006/relationships/image" Target="../media/image1823.png"/><Relationship Id="rId188" Type="http://schemas.openxmlformats.org/officeDocument/2006/relationships/customXml" Target="../ink/ink1846.xml"/><Relationship Id="rId71" Type="http://schemas.openxmlformats.org/officeDocument/2006/relationships/image" Target="../media/image1775.png"/><Relationship Id="rId92" Type="http://schemas.openxmlformats.org/officeDocument/2006/relationships/customXml" Target="../ink/ink1798.xml"/><Relationship Id="rId213" Type="http://schemas.openxmlformats.org/officeDocument/2006/relationships/image" Target="../media/image1845.png"/><Relationship Id="rId234" Type="http://schemas.openxmlformats.org/officeDocument/2006/relationships/customXml" Target="../ink/ink1869.xml"/><Relationship Id="rId2" Type="http://schemas.openxmlformats.org/officeDocument/2006/relationships/customXml" Target="../ink/ink1753.xml"/><Relationship Id="rId29" Type="http://schemas.openxmlformats.org/officeDocument/2006/relationships/image" Target="../media/image1754.png"/><Relationship Id="rId255" Type="http://schemas.openxmlformats.org/officeDocument/2006/relationships/image" Target="../media/image1866.png"/><Relationship Id="rId276" Type="http://schemas.openxmlformats.org/officeDocument/2006/relationships/customXml" Target="../ink/ink1890.xml"/><Relationship Id="rId297" Type="http://schemas.openxmlformats.org/officeDocument/2006/relationships/customXml" Target="../ink/ink1901.xml"/><Relationship Id="rId40" Type="http://schemas.openxmlformats.org/officeDocument/2006/relationships/customXml" Target="../ink/ink1772.xml"/><Relationship Id="rId115" Type="http://schemas.openxmlformats.org/officeDocument/2006/relationships/image" Target="../media/image1797.png"/><Relationship Id="rId136" Type="http://schemas.openxmlformats.org/officeDocument/2006/relationships/customXml" Target="../ink/ink1820.xml"/><Relationship Id="rId157" Type="http://schemas.openxmlformats.org/officeDocument/2006/relationships/image" Target="../media/image1818.png"/><Relationship Id="rId178" Type="http://schemas.openxmlformats.org/officeDocument/2006/relationships/customXml" Target="../ink/ink1841.xml"/><Relationship Id="rId301" Type="http://schemas.openxmlformats.org/officeDocument/2006/relationships/customXml" Target="../ink/ink1903.xml"/><Relationship Id="rId61" Type="http://schemas.openxmlformats.org/officeDocument/2006/relationships/image" Target="../media/image1770.png"/><Relationship Id="rId82" Type="http://schemas.openxmlformats.org/officeDocument/2006/relationships/customXml" Target="../ink/ink1793.xml"/><Relationship Id="rId199" Type="http://schemas.openxmlformats.org/officeDocument/2006/relationships/image" Target="../media/image1839.png"/><Relationship Id="rId203" Type="http://schemas.openxmlformats.org/officeDocument/2006/relationships/image" Target="../media/image1841.png"/><Relationship Id="rId19" Type="http://schemas.openxmlformats.org/officeDocument/2006/relationships/image" Target="../media/image1749.png"/><Relationship Id="rId224" Type="http://schemas.openxmlformats.org/officeDocument/2006/relationships/customXml" Target="../ink/ink1864.xml"/><Relationship Id="rId245" Type="http://schemas.openxmlformats.org/officeDocument/2006/relationships/image" Target="../media/image1861.png"/><Relationship Id="rId266" Type="http://schemas.openxmlformats.org/officeDocument/2006/relationships/customXml" Target="../ink/ink1885.xml"/><Relationship Id="rId287" Type="http://schemas.openxmlformats.org/officeDocument/2006/relationships/customXml" Target="../ink/ink1896.xml"/><Relationship Id="rId30" Type="http://schemas.openxmlformats.org/officeDocument/2006/relationships/customXml" Target="../ink/ink1767.xml"/><Relationship Id="rId105" Type="http://schemas.openxmlformats.org/officeDocument/2006/relationships/image" Target="../media/image1792.png"/><Relationship Id="rId126" Type="http://schemas.openxmlformats.org/officeDocument/2006/relationships/customXml" Target="../ink/ink1815.xml"/><Relationship Id="rId147" Type="http://schemas.openxmlformats.org/officeDocument/2006/relationships/image" Target="../media/image1813.png"/><Relationship Id="rId168" Type="http://schemas.openxmlformats.org/officeDocument/2006/relationships/customXml" Target="../ink/ink1836.xml"/><Relationship Id="rId51" Type="http://schemas.openxmlformats.org/officeDocument/2006/relationships/image" Target="../media/image1765.png"/><Relationship Id="rId72" Type="http://schemas.openxmlformats.org/officeDocument/2006/relationships/customXml" Target="../ink/ink1788.xml"/><Relationship Id="rId93" Type="http://schemas.openxmlformats.org/officeDocument/2006/relationships/image" Target="../media/image1786.png"/><Relationship Id="rId189" Type="http://schemas.openxmlformats.org/officeDocument/2006/relationships/image" Target="../media/image1834.png"/><Relationship Id="rId3" Type="http://schemas.openxmlformats.org/officeDocument/2006/relationships/image" Target="../media/image1741.png"/><Relationship Id="rId214" Type="http://schemas.openxmlformats.org/officeDocument/2006/relationships/customXml" Target="../ink/ink1859.xml"/><Relationship Id="rId235" Type="http://schemas.openxmlformats.org/officeDocument/2006/relationships/image" Target="../media/image1856.png"/><Relationship Id="rId256" Type="http://schemas.openxmlformats.org/officeDocument/2006/relationships/customXml" Target="../ink/ink1880.xml"/><Relationship Id="rId277" Type="http://schemas.openxmlformats.org/officeDocument/2006/relationships/image" Target="../media/image1877.png"/><Relationship Id="rId298" Type="http://schemas.openxmlformats.org/officeDocument/2006/relationships/image" Target="../media/image1887.png"/><Relationship Id="rId116" Type="http://schemas.openxmlformats.org/officeDocument/2006/relationships/customXml" Target="../ink/ink1810.xml"/><Relationship Id="rId137" Type="http://schemas.openxmlformats.org/officeDocument/2006/relationships/image" Target="../media/image1808.png"/><Relationship Id="rId158" Type="http://schemas.openxmlformats.org/officeDocument/2006/relationships/customXml" Target="../ink/ink1831.xml"/><Relationship Id="rId302" Type="http://schemas.openxmlformats.org/officeDocument/2006/relationships/image" Target="../media/image1889.png"/><Relationship Id="rId20" Type="http://schemas.openxmlformats.org/officeDocument/2006/relationships/customXml" Target="../ink/ink1762.xml"/><Relationship Id="rId41" Type="http://schemas.openxmlformats.org/officeDocument/2006/relationships/image" Target="../media/image1760.png"/><Relationship Id="rId62" Type="http://schemas.openxmlformats.org/officeDocument/2006/relationships/customXml" Target="../ink/ink1783.xml"/><Relationship Id="rId83" Type="http://schemas.openxmlformats.org/officeDocument/2006/relationships/image" Target="../media/image1781.png"/><Relationship Id="rId179" Type="http://schemas.openxmlformats.org/officeDocument/2006/relationships/image" Target="../media/image1829.png"/><Relationship Id="rId190" Type="http://schemas.openxmlformats.org/officeDocument/2006/relationships/customXml" Target="../ink/ink1847.xml"/><Relationship Id="rId204" Type="http://schemas.openxmlformats.org/officeDocument/2006/relationships/customXml" Target="../ink/ink1854.xml"/><Relationship Id="rId225" Type="http://schemas.openxmlformats.org/officeDocument/2006/relationships/image" Target="../media/image1851.png"/><Relationship Id="rId246" Type="http://schemas.openxmlformats.org/officeDocument/2006/relationships/customXml" Target="../ink/ink1875.xml"/><Relationship Id="rId267" Type="http://schemas.openxmlformats.org/officeDocument/2006/relationships/image" Target="../media/image1872.png"/><Relationship Id="rId288" Type="http://schemas.openxmlformats.org/officeDocument/2006/relationships/image" Target="../media/image1882.png"/><Relationship Id="rId106" Type="http://schemas.openxmlformats.org/officeDocument/2006/relationships/customXml" Target="../ink/ink1805.xml"/><Relationship Id="rId127" Type="http://schemas.openxmlformats.org/officeDocument/2006/relationships/image" Target="../media/image1803.png"/><Relationship Id="rId10" Type="http://schemas.openxmlformats.org/officeDocument/2006/relationships/customXml" Target="../ink/ink1757.xml"/><Relationship Id="rId31" Type="http://schemas.openxmlformats.org/officeDocument/2006/relationships/image" Target="../media/image1755.png"/><Relationship Id="rId52" Type="http://schemas.openxmlformats.org/officeDocument/2006/relationships/customXml" Target="../ink/ink1778.xml"/><Relationship Id="rId73" Type="http://schemas.openxmlformats.org/officeDocument/2006/relationships/image" Target="../media/image1776.png"/><Relationship Id="rId94" Type="http://schemas.openxmlformats.org/officeDocument/2006/relationships/customXml" Target="../ink/ink1799.xml"/><Relationship Id="rId148" Type="http://schemas.openxmlformats.org/officeDocument/2006/relationships/customXml" Target="../ink/ink1826.xml"/><Relationship Id="rId169" Type="http://schemas.openxmlformats.org/officeDocument/2006/relationships/image" Target="../media/image1824.png"/><Relationship Id="rId4" Type="http://schemas.openxmlformats.org/officeDocument/2006/relationships/customXml" Target="../ink/ink1754.xml"/><Relationship Id="rId180" Type="http://schemas.openxmlformats.org/officeDocument/2006/relationships/customXml" Target="../ink/ink1842.xml"/><Relationship Id="rId215" Type="http://schemas.openxmlformats.org/officeDocument/2006/relationships/image" Target="../media/image1846.png"/><Relationship Id="rId236" Type="http://schemas.openxmlformats.org/officeDocument/2006/relationships/customXml" Target="../ink/ink1870.xml"/><Relationship Id="rId257" Type="http://schemas.openxmlformats.org/officeDocument/2006/relationships/image" Target="../media/image1867.png"/><Relationship Id="rId278" Type="http://schemas.openxmlformats.org/officeDocument/2006/relationships/customXml" Target="../ink/ink1891.xml"/><Relationship Id="rId303" Type="http://schemas.openxmlformats.org/officeDocument/2006/relationships/customXml" Target="../ink/ink1904.xml"/><Relationship Id="rId42" Type="http://schemas.openxmlformats.org/officeDocument/2006/relationships/customXml" Target="../ink/ink1773.xml"/><Relationship Id="rId84" Type="http://schemas.openxmlformats.org/officeDocument/2006/relationships/customXml" Target="../ink/ink1794.xml"/><Relationship Id="rId138" Type="http://schemas.openxmlformats.org/officeDocument/2006/relationships/customXml" Target="../ink/ink1821.xml"/><Relationship Id="rId191" Type="http://schemas.openxmlformats.org/officeDocument/2006/relationships/image" Target="../media/image1835.png"/><Relationship Id="rId205" Type="http://schemas.openxmlformats.org/officeDocument/2006/relationships/image" Target="../media/image1842.png"/><Relationship Id="rId247" Type="http://schemas.openxmlformats.org/officeDocument/2006/relationships/image" Target="../media/image1862.png"/><Relationship Id="rId107" Type="http://schemas.openxmlformats.org/officeDocument/2006/relationships/image" Target="../media/image1793.png"/><Relationship Id="rId289" Type="http://schemas.openxmlformats.org/officeDocument/2006/relationships/customXml" Target="../ink/ink1897.xml"/><Relationship Id="rId11" Type="http://schemas.openxmlformats.org/officeDocument/2006/relationships/image" Target="../media/image1745.png"/><Relationship Id="rId53" Type="http://schemas.openxmlformats.org/officeDocument/2006/relationships/image" Target="../media/image1766.png"/><Relationship Id="rId149" Type="http://schemas.openxmlformats.org/officeDocument/2006/relationships/image" Target="../media/image1814.png"/><Relationship Id="rId95" Type="http://schemas.openxmlformats.org/officeDocument/2006/relationships/image" Target="../media/image1787.png"/><Relationship Id="rId160" Type="http://schemas.openxmlformats.org/officeDocument/2006/relationships/customXml" Target="../ink/ink1832.xml"/><Relationship Id="rId216" Type="http://schemas.openxmlformats.org/officeDocument/2006/relationships/customXml" Target="../ink/ink1860.xml"/><Relationship Id="rId258" Type="http://schemas.openxmlformats.org/officeDocument/2006/relationships/customXml" Target="../ink/ink1881.xml"/><Relationship Id="rId22" Type="http://schemas.openxmlformats.org/officeDocument/2006/relationships/customXml" Target="../ink/ink1763.xml"/><Relationship Id="rId64" Type="http://schemas.openxmlformats.org/officeDocument/2006/relationships/customXml" Target="../ink/ink1784.xml"/><Relationship Id="rId118" Type="http://schemas.openxmlformats.org/officeDocument/2006/relationships/customXml" Target="../ink/ink1811.xml"/><Relationship Id="rId171" Type="http://schemas.openxmlformats.org/officeDocument/2006/relationships/image" Target="../media/image1825.png"/><Relationship Id="rId227" Type="http://schemas.openxmlformats.org/officeDocument/2006/relationships/image" Target="../media/image1852.png"/><Relationship Id="rId269" Type="http://schemas.openxmlformats.org/officeDocument/2006/relationships/image" Target="../media/image1873.png"/><Relationship Id="rId33" Type="http://schemas.openxmlformats.org/officeDocument/2006/relationships/image" Target="../media/image1756.png"/><Relationship Id="rId129" Type="http://schemas.openxmlformats.org/officeDocument/2006/relationships/image" Target="../media/image1804.png"/><Relationship Id="rId280" Type="http://schemas.openxmlformats.org/officeDocument/2006/relationships/customXml" Target="../ink/ink1892.xml"/><Relationship Id="rId75" Type="http://schemas.openxmlformats.org/officeDocument/2006/relationships/image" Target="../media/image1777.png"/><Relationship Id="rId140" Type="http://schemas.openxmlformats.org/officeDocument/2006/relationships/customXml" Target="../ink/ink1822.xml"/><Relationship Id="rId182" Type="http://schemas.openxmlformats.org/officeDocument/2006/relationships/customXml" Target="../ink/ink1843.xml"/><Relationship Id="rId6" Type="http://schemas.openxmlformats.org/officeDocument/2006/relationships/customXml" Target="../ink/ink1755.xml"/><Relationship Id="rId238" Type="http://schemas.openxmlformats.org/officeDocument/2006/relationships/customXml" Target="../ink/ink1871.xml"/><Relationship Id="rId291" Type="http://schemas.openxmlformats.org/officeDocument/2006/relationships/customXml" Target="../ink/ink1898.xml"/><Relationship Id="rId305" Type="http://schemas.openxmlformats.org/officeDocument/2006/relationships/customXml" Target="../ink/ink1905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50.png"/><Relationship Id="rId299" Type="http://schemas.openxmlformats.org/officeDocument/2006/relationships/image" Target="../media/image2040.png"/><Relationship Id="rId21" Type="http://schemas.openxmlformats.org/officeDocument/2006/relationships/image" Target="../media/image1903.png"/><Relationship Id="rId63" Type="http://schemas.openxmlformats.org/officeDocument/2006/relationships/image" Target="../media/image1924.png"/><Relationship Id="rId159" Type="http://schemas.openxmlformats.org/officeDocument/2006/relationships/image" Target="../media/image1970.png"/><Relationship Id="rId170" Type="http://schemas.openxmlformats.org/officeDocument/2006/relationships/customXml" Target="../ink/ink1992.xml"/><Relationship Id="rId226" Type="http://schemas.openxmlformats.org/officeDocument/2006/relationships/customXml" Target="../ink/ink2020.xml"/><Relationship Id="rId268" Type="http://schemas.openxmlformats.org/officeDocument/2006/relationships/customXml" Target="../ink/ink2041.xml"/><Relationship Id="rId32" Type="http://schemas.openxmlformats.org/officeDocument/2006/relationships/customXml" Target="../ink/ink1923.xml"/><Relationship Id="rId74" Type="http://schemas.openxmlformats.org/officeDocument/2006/relationships/customXml" Target="../ink/ink1944.xml"/><Relationship Id="rId128" Type="http://schemas.openxmlformats.org/officeDocument/2006/relationships/customXml" Target="../ink/ink1971.xml"/><Relationship Id="rId5" Type="http://schemas.openxmlformats.org/officeDocument/2006/relationships/image" Target="../media/image1895.png"/><Relationship Id="rId181" Type="http://schemas.openxmlformats.org/officeDocument/2006/relationships/image" Target="../media/image1981.png"/><Relationship Id="rId237" Type="http://schemas.openxmlformats.org/officeDocument/2006/relationships/image" Target="../media/image2009.png"/><Relationship Id="rId279" Type="http://schemas.openxmlformats.org/officeDocument/2006/relationships/image" Target="../media/image2030.png"/><Relationship Id="rId43" Type="http://schemas.openxmlformats.org/officeDocument/2006/relationships/image" Target="../media/image1914.png"/><Relationship Id="rId139" Type="http://schemas.openxmlformats.org/officeDocument/2006/relationships/image" Target="../media/image1960.png"/><Relationship Id="rId290" Type="http://schemas.openxmlformats.org/officeDocument/2006/relationships/customXml" Target="../ink/ink2052.xml"/><Relationship Id="rId85" Type="http://schemas.openxmlformats.org/officeDocument/2006/relationships/image" Target="../media/image1935.png"/><Relationship Id="rId150" Type="http://schemas.openxmlformats.org/officeDocument/2006/relationships/customXml" Target="../ink/ink1982.xml"/><Relationship Id="rId192" Type="http://schemas.openxmlformats.org/officeDocument/2006/relationships/customXml" Target="../ink/ink2003.xml"/><Relationship Id="rId206" Type="http://schemas.openxmlformats.org/officeDocument/2006/relationships/customXml" Target="../ink/ink2010.xml"/><Relationship Id="rId248" Type="http://schemas.openxmlformats.org/officeDocument/2006/relationships/customXml" Target="../ink/ink2031.xml"/><Relationship Id="rId12" Type="http://schemas.openxmlformats.org/officeDocument/2006/relationships/customXml" Target="../ink/ink1913.xml"/><Relationship Id="rId108" Type="http://schemas.openxmlformats.org/officeDocument/2006/relationships/customXml" Target="../ink/ink1961.xml"/><Relationship Id="rId54" Type="http://schemas.openxmlformats.org/officeDocument/2006/relationships/customXml" Target="../ink/ink1934.xml"/><Relationship Id="rId96" Type="http://schemas.openxmlformats.org/officeDocument/2006/relationships/customXml" Target="../ink/ink1955.xml"/><Relationship Id="rId161" Type="http://schemas.openxmlformats.org/officeDocument/2006/relationships/image" Target="../media/image1971.png"/><Relationship Id="rId217" Type="http://schemas.openxmlformats.org/officeDocument/2006/relationships/image" Target="../media/image1999.png"/><Relationship Id="rId6" Type="http://schemas.openxmlformats.org/officeDocument/2006/relationships/customXml" Target="../ink/ink1910.xml"/><Relationship Id="rId238" Type="http://schemas.openxmlformats.org/officeDocument/2006/relationships/customXml" Target="../ink/ink2026.xml"/><Relationship Id="rId259" Type="http://schemas.openxmlformats.org/officeDocument/2006/relationships/image" Target="../media/image2020.png"/><Relationship Id="rId23" Type="http://schemas.openxmlformats.org/officeDocument/2006/relationships/image" Target="../media/image1904.png"/><Relationship Id="rId119" Type="http://schemas.openxmlformats.org/officeDocument/2006/relationships/image" Target="../media/image1951.png"/><Relationship Id="rId270" Type="http://schemas.openxmlformats.org/officeDocument/2006/relationships/customXml" Target="../ink/ink2042.xml"/><Relationship Id="rId291" Type="http://schemas.openxmlformats.org/officeDocument/2006/relationships/image" Target="../media/image2036.png"/><Relationship Id="rId44" Type="http://schemas.openxmlformats.org/officeDocument/2006/relationships/customXml" Target="../ink/ink1929.xml"/><Relationship Id="rId65" Type="http://schemas.openxmlformats.org/officeDocument/2006/relationships/image" Target="../media/image1925.png"/><Relationship Id="rId86" Type="http://schemas.openxmlformats.org/officeDocument/2006/relationships/customXml" Target="../ink/ink1950.xml"/><Relationship Id="rId130" Type="http://schemas.openxmlformats.org/officeDocument/2006/relationships/customXml" Target="../ink/ink1972.xml"/><Relationship Id="rId151" Type="http://schemas.openxmlformats.org/officeDocument/2006/relationships/image" Target="../media/image1966.png"/><Relationship Id="rId172" Type="http://schemas.openxmlformats.org/officeDocument/2006/relationships/customXml" Target="../ink/ink1993.xml"/><Relationship Id="rId193" Type="http://schemas.openxmlformats.org/officeDocument/2006/relationships/image" Target="../media/image1987.png"/><Relationship Id="rId207" Type="http://schemas.openxmlformats.org/officeDocument/2006/relationships/image" Target="../media/image1994.png"/><Relationship Id="rId228" Type="http://schemas.openxmlformats.org/officeDocument/2006/relationships/customXml" Target="../ink/ink2021.xml"/><Relationship Id="rId249" Type="http://schemas.openxmlformats.org/officeDocument/2006/relationships/image" Target="../media/image2015.png"/><Relationship Id="rId13" Type="http://schemas.openxmlformats.org/officeDocument/2006/relationships/image" Target="../media/image1899.png"/><Relationship Id="rId109" Type="http://schemas.openxmlformats.org/officeDocument/2006/relationships/image" Target="../media/image1946.png"/><Relationship Id="rId260" Type="http://schemas.openxmlformats.org/officeDocument/2006/relationships/customXml" Target="../ink/ink2037.xml"/><Relationship Id="rId281" Type="http://schemas.openxmlformats.org/officeDocument/2006/relationships/image" Target="../media/image2031.png"/><Relationship Id="rId34" Type="http://schemas.openxmlformats.org/officeDocument/2006/relationships/customXml" Target="../ink/ink1924.xml"/><Relationship Id="rId55" Type="http://schemas.openxmlformats.org/officeDocument/2006/relationships/image" Target="../media/image1920.png"/><Relationship Id="rId76" Type="http://schemas.openxmlformats.org/officeDocument/2006/relationships/customXml" Target="../ink/ink1945.xml"/><Relationship Id="rId97" Type="http://schemas.openxmlformats.org/officeDocument/2006/relationships/image" Target="../media/image1941.png"/><Relationship Id="rId120" Type="http://schemas.openxmlformats.org/officeDocument/2006/relationships/customXml" Target="../ink/ink1967.xml"/><Relationship Id="rId141" Type="http://schemas.openxmlformats.org/officeDocument/2006/relationships/image" Target="../media/image1961.png"/><Relationship Id="rId7" Type="http://schemas.openxmlformats.org/officeDocument/2006/relationships/image" Target="../media/image1896.png"/><Relationship Id="rId162" Type="http://schemas.openxmlformats.org/officeDocument/2006/relationships/customXml" Target="../ink/ink1988.xml"/><Relationship Id="rId183" Type="http://schemas.openxmlformats.org/officeDocument/2006/relationships/image" Target="../media/image1982.png"/><Relationship Id="rId218" Type="http://schemas.openxmlformats.org/officeDocument/2006/relationships/customXml" Target="../ink/ink2016.xml"/><Relationship Id="rId239" Type="http://schemas.openxmlformats.org/officeDocument/2006/relationships/image" Target="../media/image2010.png"/><Relationship Id="rId250" Type="http://schemas.openxmlformats.org/officeDocument/2006/relationships/customXml" Target="../ink/ink2032.xml"/><Relationship Id="rId271" Type="http://schemas.openxmlformats.org/officeDocument/2006/relationships/image" Target="../media/image2026.png"/><Relationship Id="rId292" Type="http://schemas.openxmlformats.org/officeDocument/2006/relationships/customXml" Target="../ink/ink2053.xml"/><Relationship Id="rId24" Type="http://schemas.openxmlformats.org/officeDocument/2006/relationships/customXml" Target="../ink/ink1919.xml"/><Relationship Id="rId45" Type="http://schemas.openxmlformats.org/officeDocument/2006/relationships/image" Target="../media/image1915.png"/><Relationship Id="rId66" Type="http://schemas.openxmlformats.org/officeDocument/2006/relationships/customXml" Target="../ink/ink1940.xml"/><Relationship Id="rId87" Type="http://schemas.openxmlformats.org/officeDocument/2006/relationships/image" Target="../media/image1936.png"/><Relationship Id="rId110" Type="http://schemas.openxmlformats.org/officeDocument/2006/relationships/customXml" Target="../ink/ink1962.xml"/><Relationship Id="rId131" Type="http://schemas.openxmlformats.org/officeDocument/2006/relationships/image" Target="../media/image70.png"/><Relationship Id="rId152" Type="http://schemas.openxmlformats.org/officeDocument/2006/relationships/customXml" Target="../ink/ink1983.xml"/><Relationship Id="rId173" Type="http://schemas.openxmlformats.org/officeDocument/2006/relationships/image" Target="../media/image1977.png"/><Relationship Id="rId194" Type="http://schemas.openxmlformats.org/officeDocument/2006/relationships/customXml" Target="../ink/ink2004.xml"/><Relationship Id="rId208" Type="http://schemas.openxmlformats.org/officeDocument/2006/relationships/customXml" Target="../ink/ink2011.xml"/><Relationship Id="rId229" Type="http://schemas.openxmlformats.org/officeDocument/2006/relationships/image" Target="../media/image2005.png"/><Relationship Id="rId240" Type="http://schemas.openxmlformats.org/officeDocument/2006/relationships/customXml" Target="../ink/ink2027.xml"/><Relationship Id="rId261" Type="http://schemas.openxmlformats.org/officeDocument/2006/relationships/image" Target="../media/image2021.png"/><Relationship Id="rId14" Type="http://schemas.openxmlformats.org/officeDocument/2006/relationships/customXml" Target="../ink/ink1914.xml"/><Relationship Id="rId35" Type="http://schemas.openxmlformats.org/officeDocument/2006/relationships/image" Target="../media/image1910.png"/><Relationship Id="rId56" Type="http://schemas.openxmlformats.org/officeDocument/2006/relationships/customXml" Target="../ink/ink1935.xml"/><Relationship Id="rId77" Type="http://schemas.openxmlformats.org/officeDocument/2006/relationships/image" Target="../media/image1931.png"/><Relationship Id="rId100" Type="http://schemas.openxmlformats.org/officeDocument/2006/relationships/customXml" Target="../ink/ink1957.xml"/><Relationship Id="rId282" Type="http://schemas.openxmlformats.org/officeDocument/2006/relationships/customXml" Target="../ink/ink2048.xml"/><Relationship Id="rId8" Type="http://schemas.openxmlformats.org/officeDocument/2006/relationships/customXml" Target="../ink/ink1911.xml"/><Relationship Id="rId98" Type="http://schemas.openxmlformats.org/officeDocument/2006/relationships/customXml" Target="../ink/ink1956.xml"/><Relationship Id="rId121" Type="http://schemas.openxmlformats.org/officeDocument/2006/relationships/image" Target="../media/image1952.png"/><Relationship Id="rId142" Type="http://schemas.openxmlformats.org/officeDocument/2006/relationships/customXml" Target="../ink/ink1978.xml"/><Relationship Id="rId163" Type="http://schemas.openxmlformats.org/officeDocument/2006/relationships/image" Target="../media/image1972.png"/><Relationship Id="rId184" Type="http://schemas.openxmlformats.org/officeDocument/2006/relationships/customXml" Target="../ink/ink1999.xml"/><Relationship Id="rId219" Type="http://schemas.openxmlformats.org/officeDocument/2006/relationships/image" Target="../media/image2000.png"/><Relationship Id="rId230" Type="http://schemas.openxmlformats.org/officeDocument/2006/relationships/customXml" Target="../ink/ink2022.xml"/><Relationship Id="rId251" Type="http://schemas.openxmlformats.org/officeDocument/2006/relationships/image" Target="../media/image2016.png"/><Relationship Id="rId25" Type="http://schemas.openxmlformats.org/officeDocument/2006/relationships/image" Target="../media/image1905.png"/><Relationship Id="rId46" Type="http://schemas.openxmlformats.org/officeDocument/2006/relationships/customXml" Target="../ink/ink1930.xml"/><Relationship Id="rId67" Type="http://schemas.openxmlformats.org/officeDocument/2006/relationships/image" Target="../media/image1926.png"/><Relationship Id="rId272" Type="http://schemas.openxmlformats.org/officeDocument/2006/relationships/customXml" Target="../ink/ink2043.xml"/><Relationship Id="rId293" Type="http://schemas.openxmlformats.org/officeDocument/2006/relationships/image" Target="../media/image2037.png"/><Relationship Id="rId88" Type="http://schemas.openxmlformats.org/officeDocument/2006/relationships/customXml" Target="../ink/ink1951.xml"/><Relationship Id="rId111" Type="http://schemas.openxmlformats.org/officeDocument/2006/relationships/image" Target="../media/image1947.png"/><Relationship Id="rId132" Type="http://schemas.openxmlformats.org/officeDocument/2006/relationships/customXml" Target="../ink/ink1973.xml"/><Relationship Id="rId153" Type="http://schemas.openxmlformats.org/officeDocument/2006/relationships/image" Target="../media/image1967.png"/><Relationship Id="rId174" Type="http://schemas.openxmlformats.org/officeDocument/2006/relationships/customXml" Target="../ink/ink1994.xml"/><Relationship Id="rId195" Type="http://schemas.openxmlformats.org/officeDocument/2006/relationships/image" Target="../media/image1988.png"/><Relationship Id="rId209" Type="http://schemas.openxmlformats.org/officeDocument/2006/relationships/image" Target="../media/image1995.png"/><Relationship Id="rId220" Type="http://schemas.openxmlformats.org/officeDocument/2006/relationships/customXml" Target="../ink/ink2017.xml"/><Relationship Id="rId241" Type="http://schemas.openxmlformats.org/officeDocument/2006/relationships/image" Target="../media/image2011.png"/><Relationship Id="rId15" Type="http://schemas.openxmlformats.org/officeDocument/2006/relationships/image" Target="../media/image1900.png"/><Relationship Id="rId36" Type="http://schemas.openxmlformats.org/officeDocument/2006/relationships/customXml" Target="../ink/ink1925.xml"/><Relationship Id="rId57" Type="http://schemas.openxmlformats.org/officeDocument/2006/relationships/image" Target="../media/image1921.png"/><Relationship Id="rId262" Type="http://schemas.openxmlformats.org/officeDocument/2006/relationships/customXml" Target="../ink/ink2038.xml"/><Relationship Id="rId283" Type="http://schemas.openxmlformats.org/officeDocument/2006/relationships/image" Target="../media/image2032.png"/><Relationship Id="rId78" Type="http://schemas.openxmlformats.org/officeDocument/2006/relationships/customXml" Target="../ink/ink1946.xml"/><Relationship Id="rId99" Type="http://schemas.openxmlformats.org/officeDocument/2006/relationships/image" Target="../media/image1942.png"/><Relationship Id="rId101" Type="http://schemas.openxmlformats.org/officeDocument/2006/relationships/image" Target="../media/image1943.png"/><Relationship Id="rId122" Type="http://schemas.openxmlformats.org/officeDocument/2006/relationships/customXml" Target="../ink/ink1968.xml"/><Relationship Id="rId143" Type="http://schemas.openxmlformats.org/officeDocument/2006/relationships/image" Target="../media/image1962.png"/><Relationship Id="rId164" Type="http://schemas.openxmlformats.org/officeDocument/2006/relationships/customXml" Target="../ink/ink1989.xml"/><Relationship Id="rId185" Type="http://schemas.openxmlformats.org/officeDocument/2006/relationships/image" Target="../media/image1983.png"/><Relationship Id="rId9" Type="http://schemas.openxmlformats.org/officeDocument/2006/relationships/image" Target="../media/image1897.png"/><Relationship Id="rId210" Type="http://schemas.openxmlformats.org/officeDocument/2006/relationships/customXml" Target="../ink/ink2012.xml"/><Relationship Id="rId26" Type="http://schemas.openxmlformats.org/officeDocument/2006/relationships/customXml" Target="../ink/ink1920.xml"/><Relationship Id="rId231" Type="http://schemas.openxmlformats.org/officeDocument/2006/relationships/image" Target="../media/image2006.png"/><Relationship Id="rId252" Type="http://schemas.openxmlformats.org/officeDocument/2006/relationships/customXml" Target="../ink/ink2033.xml"/><Relationship Id="rId273" Type="http://schemas.openxmlformats.org/officeDocument/2006/relationships/image" Target="../media/image2027.png"/><Relationship Id="rId294" Type="http://schemas.openxmlformats.org/officeDocument/2006/relationships/customXml" Target="../ink/ink2054.xml"/><Relationship Id="rId47" Type="http://schemas.openxmlformats.org/officeDocument/2006/relationships/image" Target="../media/image1916.png"/><Relationship Id="rId68" Type="http://schemas.openxmlformats.org/officeDocument/2006/relationships/customXml" Target="../ink/ink1941.xml"/><Relationship Id="rId89" Type="http://schemas.openxmlformats.org/officeDocument/2006/relationships/image" Target="../media/image1937.png"/><Relationship Id="rId112" Type="http://schemas.openxmlformats.org/officeDocument/2006/relationships/customXml" Target="../ink/ink1963.xml"/><Relationship Id="rId133" Type="http://schemas.openxmlformats.org/officeDocument/2006/relationships/image" Target="../media/image1957.png"/><Relationship Id="rId154" Type="http://schemas.openxmlformats.org/officeDocument/2006/relationships/customXml" Target="../ink/ink1984.xml"/><Relationship Id="rId175" Type="http://schemas.openxmlformats.org/officeDocument/2006/relationships/image" Target="../media/image1978.png"/><Relationship Id="rId196" Type="http://schemas.openxmlformats.org/officeDocument/2006/relationships/customXml" Target="../ink/ink2005.xml"/><Relationship Id="rId200" Type="http://schemas.openxmlformats.org/officeDocument/2006/relationships/customXml" Target="../ink/ink2007.xml"/><Relationship Id="rId16" Type="http://schemas.openxmlformats.org/officeDocument/2006/relationships/customXml" Target="../ink/ink1915.xml"/><Relationship Id="rId221" Type="http://schemas.openxmlformats.org/officeDocument/2006/relationships/image" Target="../media/image2001.png"/><Relationship Id="rId242" Type="http://schemas.openxmlformats.org/officeDocument/2006/relationships/customXml" Target="../ink/ink2028.xml"/><Relationship Id="rId263" Type="http://schemas.openxmlformats.org/officeDocument/2006/relationships/image" Target="../media/image2022.png"/><Relationship Id="rId284" Type="http://schemas.openxmlformats.org/officeDocument/2006/relationships/customXml" Target="../ink/ink2049.xml"/><Relationship Id="rId37" Type="http://schemas.openxmlformats.org/officeDocument/2006/relationships/image" Target="../media/image1911.png"/><Relationship Id="rId58" Type="http://schemas.openxmlformats.org/officeDocument/2006/relationships/customXml" Target="../ink/ink1936.xml"/><Relationship Id="rId79" Type="http://schemas.openxmlformats.org/officeDocument/2006/relationships/image" Target="../media/image1932.png"/><Relationship Id="rId102" Type="http://schemas.openxmlformats.org/officeDocument/2006/relationships/customXml" Target="../ink/ink1958.xml"/><Relationship Id="rId123" Type="http://schemas.openxmlformats.org/officeDocument/2006/relationships/image" Target="../media/image1953.png"/><Relationship Id="rId144" Type="http://schemas.openxmlformats.org/officeDocument/2006/relationships/customXml" Target="../ink/ink1979.xml"/><Relationship Id="rId90" Type="http://schemas.openxmlformats.org/officeDocument/2006/relationships/customXml" Target="../ink/ink1952.xml"/><Relationship Id="rId165" Type="http://schemas.openxmlformats.org/officeDocument/2006/relationships/image" Target="../media/image1973.png"/><Relationship Id="rId186" Type="http://schemas.openxmlformats.org/officeDocument/2006/relationships/customXml" Target="../ink/ink2000.xml"/><Relationship Id="rId211" Type="http://schemas.openxmlformats.org/officeDocument/2006/relationships/image" Target="../media/image1996.png"/><Relationship Id="rId232" Type="http://schemas.openxmlformats.org/officeDocument/2006/relationships/customXml" Target="../ink/ink2023.xml"/><Relationship Id="rId253" Type="http://schemas.openxmlformats.org/officeDocument/2006/relationships/image" Target="../media/image2017.png"/><Relationship Id="rId274" Type="http://schemas.openxmlformats.org/officeDocument/2006/relationships/customXml" Target="../ink/ink2044.xml"/><Relationship Id="rId295" Type="http://schemas.openxmlformats.org/officeDocument/2006/relationships/image" Target="../media/image2038.png"/><Relationship Id="rId27" Type="http://schemas.openxmlformats.org/officeDocument/2006/relationships/image" Target="../media/image1906.png"/><Relationship Id="rId48" Type="http://schemas.openxmlformats.org/officeDocument/2006/relationships/customXml" Target="../ink/ink1931.xml"/><Relationship Id="rId69" Type="http://schemas.openxmlformats.org/officeDocument/2006/relationships/image" Target="../media/image1927.png"/><Relationship Id="rId113" Type="http://schemas.openxmlformats.org/officeDocument/2006/relationships/image" Target="../media/image1948.png"/><Relationship Id="rId134" Type="http://schemas.openxmlformats.org/officeDocument/2006/relationships/customXml" Target="../ink/ink1974.xml"/><Relationship Id="rId80" Type="http://schemas.openxmlformats.org/officeDocument/2006/relationships/customXml" Target="../ink/ink1947.xml"/><Relationship Id="rId155" Type="http://schemas.openxmlformats.org/officeDocument/2006/relationships/image" Target="../media/image1968.png"/><Relationship Id="rId176" Type="http://schemas.openxmlformats.org/officeDocument/2006/relationships/customXml" Target="../ink/ink1995.xml"/><Relationship Id="rId197" Type="http://schemas.openxmlformats.org/officeDocument/2006/relationships/image" Target="../media/image1989.png"/><Relationship Id="rId201" Type="http://schemas.openxmlformats.org/officeDocument/2006/relationships/image" Target="../media/image1991.png"/><Relationship Id="rId222" Type="http://schemas.openxmlformats.org/officeDocument/2006/relationships/customXml" Target="../ink/ink2018.xml"/><Relationship Id="rId243" Type="http://schemas.openxmlformats.org/officeDocument/2006/relationships/image" Target="../media/image2012.png"/><Relationship Id="rId264" Type="http://schemas.openxmlformats.org/officeDocument/2006/relationships/customXml" Target="../ink/ink2039.xml"/><Relationship Id="rId285" Type="http://schemas.openxmlformats.org/officeDocument/2006/relationships/image" Target="../media/image2033.png"/><Relationship Id="rId17" Type="http://schemas.openxmlformats.org/officeDocument/2006/relationships/image" Target="../media/image1901.png"/><Relationship Id="rId38" Type="http://schemas.openxmlformats.org/officeDocument/2006/relationships/customXml" Target="../ink/ink1926.xml"/><Relationship Id="rId59" Type="http://schemas.openxmlformats.org/officeDocument/2006/relationships/image" Target="../media/image1922.png"/><Relationship Id="rId103" Type="http://schemas.openxmlformats.org/officeDocument/2006/relationships/image" Target="../media/image993.png"/><Relationship Id="rId124" Type="http://schemas.openxmlformats.org/officeDocument/2006/relationships/customXml" Target="../ink/ink1969.xml"/><Relationship Id="rId70" Type="http://schemas.openxmlformats.org/officeDocument/2006/relationships/customXml" Target="../ink/ink1942.xml"/><Relationship Id="rId91" Type="http://schemas.openxmlformats.org/officeDocument/2006/relationships/image" Target="../media/image1938.png"/><Relationship Id="rId145" Type="http://schemas.openxmlformats.org/officeDocument/2006/relationships/image" Target="../media/image1963.png"/><Relationship Id="rId166" Type="http://schemas.openxmlformats.org/officeDocument/2006/relationships/customXml" Target="../ink/ink1990.xml"/><Relationship Id="rId187" Type="http://schemas.openxmlformats.org/officeDocument/2006/relationships/image" Target="../media/image198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013.xml"/><Relationship Id="rId233" Type="http://schemas.openxmlformats.org/officeDocument/2006/relationships/image" Target="../media/image2007.png"/><Relationship Id="rId254" Type="http://schemas.openxmlformats.org/officeDocument/2006/relationships/customXml" Target="../ink/ink2034.xml"/><Relationship Id="rId28" Type="http://schemas.openxmlformats.org/officeDocument/2006/relationships/customXml" Target="../ink/ink1921.xml"/><Relationship Id="rId49" Type="http://schemas.openxmlformats.org/officeDocument/2006/relationships/image" Target="../media/image1917.png"/><Relationship Id="rId114" Type="http://schemas.openxmlformats.org/officeDocument/2006/relationships/customXml" Target="../ink/ink1964.xml"/><Relationship Id="rId275" Type="http://schemas.openxmlformats.org/officeDocument/2006/relationships/image" Target="../media/image2028.png"/><Relationship Id="rId296" Type="http://schemas.openxmlformats.org/officeDocument/2006/relationships/customXml" Target="../ink/ink2055.xml"/><Relationship Id="rId300" Type="http://schemas.openxmlformats.org/officeDocument/2006/relationships/customXml" Target="../ink/ink2057.xml"/><Relationship Id="rId60" Type="http://schemas.openxmlformats.org/officeDocument/2006/relationships/customXml" Target="../ink/ink1937.xml"/><Relationship Id="rId81" Type="http://schemas.openxmlformats.org/officeDocument/2006/relationships/image" Target="../media/image1933.png"/><Relationship Id="rId135" Type="http://schemas.openxmlformats.org/officeDocument/2006/relationships/image" Target="../media/image1958.png"/><Relationship Id="rId156" Type="http://schemas.openxmlformats.org/officeDocument/2006/relationships/customXml" Target="../ink/ink1985.xml"/><Relationship Id="rId177" Type="http://schemas.openxmlformats.org/officeDocument/2006/relationships/image" Target="../media/image1979.png"/><Relationship Id="rId198" Type="http://schemas.openxmlformats.org/officeDocument/2006/relationships/customXml" Target="../ink/ink2006.xml"/><Relationship Id="rId202" Type="http://schemas.openxmlformats.org/officeDocument/2006/relationships/customXml" Target="../ink/ink2008.xml"/><Relationship Id="rId223" Type="http://schemas.openxmlformats.org/officeDocument/2006/relationships/image" Target="../media/image2002.png"/><Relationship Id="rId244" Type="http://schemas.openxmlformats.org/officeDocument/2006/relationships/customXml" Target="../ink/ink2029.xml"/><Relationship Id="rId18" Type="http://schemas.openxmlformats.org/officeDocument/2006/relationships/customXml" Target="../ink/ink1916.xml"/><Relationship Id="rId39" Type="http://schemas.openxmlformats.org/officeDocument/2006/relationships/image" Target="../media/image1912.png"/><Relationship Id="rId265" Type="http://schemas.openxmlformats.org/officeDocument/2006/relationships/image" Target="../media/image2023.png"/><Relationship Id="rId286" Type="http://schemas.openxmlformats.org/officeDocument/2006/relationships/customXml" Target="../ink/ink2050.xml"/><Relationship Id="rId50" Type="http://schemas.openxmlformats.org/officeDocument/2006/relationships/customXml" Target="../ink/ink1932.xml"/><Relationship Id="rId104" Type="http://schemas.openxmlformats.org/officeDocument/2006/relationships/customXml" Target="../ink/ink1959.xml"/><Relationship Id="rId125" Type="http://schemas.openxmlformats.org/officeDocument/2006/relationships/image" Target="../media/image1954.png"/><Relationship Id="rId146" Type="http://schemas.openxmlformats.org/officeDocument/2006/relationships/customXml" Target="../ink/ink1980.xml"/><Relationship Id="rId167" Type="http://schemas.openxmlformats.org/officeDocument/2006/relationships/image" Target="../media/image1974.png"/><Relationship Id="rId188" Type="http://schemas.openxmlformats.org/officeDocument/2006/relationships/customXml" Target="../ink/ink2001.xml"/><Relationship Id="rId71" Type="http://schemas.openxmlformats.org/officeDocument/2006/relationships/image" Target="../media/image1928.png"/><Relationship Id="rId92" Type="http://schemas.openxmlformats.org/officeDocument/2006/relationships/customXml" Target="../ink/ink1953.xml"/><Relationship Id="rId213" Type="http://schemas.openxmlformats.org/officeDocument/2006/relationships/image" Target="../media/image1997.png"/><Relationship Id="rId234" Type="http://schemas.openxmlformats.org/officeDocument/2006/relationships/customXml" Target="../ink/ink2024.xml"/><Relationship Id="rId2" Type="http://schemas.openxmlformats.org/officeDocument/2006/relationships/customXml" Target="../ink/ink1908.xml"/><Relationship Id="rId29" Type="http://schemas.openxmlformats.org/officeDocument/2006/relationships/image" Target="../media/image1907.png"/><Relationship Id="rId255" Type="http://schemas.openxmlformats.org/officeDocument/2006/relationships/image" Target="../media/image2018.png"/><Relationship Id="rId276" Type="http://schemas.openxmlformats.org/officeDocument/2006/relationships/customXml" Target="../ink/ink2045.xml"/><Relationship Id="rId297" Type="http://schemas.openxmlformats.org/officeDocument/2006/relationships/image" Target="../media/image2039.png"/><Relationship Id="rId40" Type="http://schemas.openxmlformats.org/officeDocument/2006/relationships/customXml" Target="../ink/ink1927.xml"/><Relationship Id="rId115" Type="http://schemas.openxmlformats.org/officeDocument/2006/relationships/image" Target="../media/image1949.png"/><Relationship Id="rId136" Type="http://schemas.openxmlformats.org/officeDocument/2006/relationships/customXml" Target="../ink/ink1975.xml"/><Relationship Id="rId157" Type="http://schemas.openxmlformats.org/officeDocument/2006/relationships/image" Target="../media/image1969.png"/><Relationship Id="rId178" Type="http://schemas.openxmlformats.org/officeDocument/2006/relationships/customXml" Target="../ink/ink1996.xml"/><Relationship Id="rId301" Type="http://schemas.openxmlformats.org/officeDocument/2006/relationships/image" Target="../media/image307.png"/><Relationship Id="rId61" Type="http://schemas.openxmlformats.org/officeDocument/2006/relationships/image" Target="../media/image1923.png"/><Relationship Id="rId82" Type="http://schemas.openxmlformats.org/officeDocument/2006/relationships/customXml" Target="../ink/ink1948.xml"/><Relationship Id="rId199" Type="http://schemas.openxmlformats.org/officeDocument/2006/relationships/image" Target="../media/image1990.png"/><Relationship Id="rId203" Type="http://schemas.openxmlformats.org/officeDocument/2006/relationships/image" Target="../media/image1992.png"/><Relationship Id="rId19" Type="http://schemas.openxmlformats.org/officeDocument/2006/relationships/image" Target="../media/image1902.png"/><Relationship Id="rId224" Type="http://schemas.openxmlformats.org/officeDocument/2006/relationships/customXml" Target="../ink/ink2019.xml"/><Relationship Id="rId245" Type="http://schemas.openxmlformats.org/officeDocument/2006/relationships/image" Target="../media/image2013.png"/><Relationship Id="rId266" Type="http://schemas.openxmlformats.org/officeDocument/2006/relationships/customXml" Target="../ink/ink2040.xml"/><Relationship Id="rId287" Type="http://schemas.openxmlformats.org/officeDocument/2006/relationships/image" Target="../media/image2034.png"/><Relationship Id="rId30" Type="http://schemas.openxmlformats.org/officeDocument/2006/relationships/customXml" Target="../ink/ink1922.xml"/><Relationship Id="rId105" Type="http://schemas.openxmlformats.org/officeDocument/2006/relationships/image" Target="../media/image1944.png"/><Relationship Id="rId126" Type="http://schemas.openxmlformats.org/officeDocument/2006/relationships/customXml" Target="../ink/ink1970.xml"/><Relationship Id="rId147" Type="http://schemas.openxmlformats.org/officeDocument/2006/relationships/image" Target="../media/image1964.png"/><Relationship Id="rId168" Type="http://schemas.openxmlformats.org/officeDocument/2006/relationships/customXml" Target="../ink/ink1991.xml"/><Relationship Id="rId51" Type="http://schemas.openxmlformats.org/officeDocument/2006/relationships/image" Target="../media/image1918.png"/><Relationship Id="rId72" Type="http://schemas.openxmlformats.org/officeDocument/2006/relationships/customXml" Target="../ink/ink1943.xml"/><Relationship Id="rId93" Type="http://schemas.openxmlformats.org/officeDocument/2006/relationships/image" Target="../media/image1939.png"/><Relationship Id="rId189" Type="http://schemas.openxmlformats.org/officeDocument/2006/relationships/image" Target="../media/image1985.png"/><Relationship Id="rId3" Type="http://schemas.openxmlformats.org/officeDocument/2006/relationships/image" Target="../media/image1894.png"/><Relationship Id="rId214" Type="http://schemas.openxmlformats.org/officeDocument/2006/relationships/customXml" Target="../ink/ink2014.xml"/><Relationship Id="rId235" Type="http://schemas.openxmlformats.org/officeDocument/2006/relationships/image" Target="../media/image2008.png"/><Relationship Id="rId256" Type="http://schemas.openxmlformats.org/officeDocument/2006/relationships/customXml" Target="../ink/ink2035.xml"/><Relationship Id="rId277" Type="http://schemas.openxmlformats.org/officeDocument/2006/relationships/image" Target="../media/image2029.png"/><Relationship Id="rId298" Type="http://schemas.openxmlformats.org/officeDocument/2006/relationships/customXml" Target="../ink/ink2056.xml"/><Relationship Id="rId116" Type="http://schemas.openxmlformats.org/officeDocument/2006/relationships/customXml" Target="../ink/ink1965.xml"/><Relationship Id="rId137" Type="http://schemas.openxmlformats.org/officeDocument/2006/relationships/image" Target="../media/image1959.png"/><Relationship Id="rId158" Type="http://schemas.openxmlformats.org/officeDocument/2006/relationships/customXml" Target="../ink/ink1986.xml"/><Relationship Id="rId20" Type="http://schemas.openxmlformats.org/officeDocument/2006/relationships/customXml" Target="../ink/ink1917.xml"/><Relationship Id="rId41" Type="http://schemas.openxmlformats.org/officeDocument/2006/relationships/image" Target="../media/image1913.png"/><Relationship Id="rId62" Type="http://schemas.openxmlformats.org/officeDocument/2006/relationships/customXml" Target="../ink/ink1938.xml"/><Relationship Id="rId83" Type="http://schemas.openxmlformats.org/officeDocument/2006/relationships/image" Target="../media/image1934.png"/><Relationship Id="rId179" Type="http://schemas.openxmlformats.org/officeDocument/2006/relationships/image" Target="../media/image1980.png"/><Relationship Id="rId190" Type="http://schemas.openxmlformats.org/officeDocument/2006/relationships/customXml" Target="../ink/ink2002.xml"/><Relationship Id="rId204" Type="http://schemas.openxmlformats.org/officeDocument/2006/relationships/customXml" Target="../ink/ink2009.xml"/><Relationship Id="rId225" Type="http://schemas.openxmlformats.org/officeDocument/2006/relationships/image" Target="../media/image2003.png"/><Relationship Id="rId246" Type="http://schemas.openxmlformats.org/officeDocument/2006/relationships/customXml" Target="../ink/ink2030.xml"/><Relationship Id="rId267" Type="http://schemas.openxmlformats.org/officeDocument/2006/relationships/image" Target="../media/image2024.png"/><Relationship Id="rId288" Type="http://schemas.openxmlformats.org/officeDocument/2006/relationships/customXml" Target="../ink/ink2051.xml"/><Relationship Id="rId106" Type="http://schemas.openxmlformats.org/officeDocument/2006/relationships/customXml" Target="../ink/ink1960.xml"/><Relationship Id="rId127" Type="http://schemas.openxmlformats.org/officeDocument/2006/relationships/image" Target="../media/image1955.png"/><Relationship Id="rId10" Type="http://schemas.openxmlformats.org/officeDocument/2006/relationships/customXml" Target="../ink/ink1912.xml"/><Relationship Id="rId31" Type="http://schemas.openxmlformats.org/officeDocument/2006/relationships/image" Target="../media/image1908.png"/><Relationship Id="rId52" Type="http://schemas.openxmlformats.org/officeDocument/2006/relationships/customXml" Target="../ink/ink1933.xml"/><Relationship Id="rId73" Type="http://schemas.openxmlformats.org/officeDocument/2006/relationships/image" Target="../media/image1929.png"/><Relationship Id="rId94" Type="http://schemas.openxmlformats.org/officeDocument/2006/relationships/customXml" Target="../ink/ink1954.xml"/><Relationship Id="rId148" Type="http://schemas.openxmlformats.org/officeDocument/2006/relationships/customXml" Target="../ink/ink1981.xml"/><Relationship Id="rId169" Type="http://schemas.openxmlformats.org/officeDocument/2006/relationships/image" Target="../media/image1975.png"/><Relationship Id="rId4" Type="http://schemas.openxmlformats.org/officeDocument/2006/relationships/customXml" Target="../ink/ink1909.xml"/><Relationship Id="rId180" Type="http://schemas.openxmlformats.org/officeDocument/2006/relationships/customXml" Target="../ink/ink1997.xml"/><Relationship Id="rId215" Type="http://schemas.openxmlformats.org/officeDocument/2006/relationships/image" Target="../media/image1998.png"/><Relationship Id="rId236" Type="http://schemas.openxmlformats.org/officeDocument/2006/relationships/customXml" Target="../ink/ink2025.xml"/><Relationship Id="rId257" Type="http://schemas.openxmlformats.org/officeDocument/2006/relationships/image" Target="../media/image2019.png"/><Relationship Id="rId278" Type="http://schemas.openxmlformats.org/officeDocument/2006/relationships/customXml" Target="../ink/ink2046.xml"/><Relationship Id="rId42" Type="http://schemas.openxmlformats.org/officeDocument/2006/relationships/customXml" Target="../ink/ink1928.xml"/><Relationship Id="rId84" Type="http://schemas.openxmlformats.org/officeDocument/2006/relationships/customXml" Target="../ink/ink1949.xml"/><Relationship Id="rId138" Type="http://schemas.openxmlformats.org/officeDocument/2006/relationships/customXml" Target="../ink/ink1976.xml"/><Relationship Id="rId191" Type="http://schemas.openxmlformats.org/officeDocument/2006/relationships/image" Target="../media/image1986.png"/><Relationship Id="rId205" Type="http://schemas.openxmlformats.org/officeDocument/2006/relationships/image" Target="../media/image1993.png"/><Relationship Id="rId247" Type="http://schemas.openxmlformats.org/officeDocument/2006/relationships/image" Target="../media/image2014.png"/><Relationship Id="rId107" Type="http://schemas.openxmlformats.org/officeDocument/2006/relationships/image" Target="../media/image1945.png"/><Relationship Id="rId289" Type="http://schemas.openxmlformats.org/officeDocument/2006/relationships/image" Target="../media/image2035.png"/><Relationship Id="rId11" Type="http://schemas.openxmlformats.org/officeDocument/2006/relationships/image" Target="../media/image1898.png"/><Relationship Id="rId53" Type="http://schemas.openxmlformats.org/officeDocument/2006/relationships/image" Target="../media/image1919.png"/><Relationship Id="rId149" Type="http://schemas.openxmlformats.org/officeDocument/2006/relationships/image" Target="../media/image1965.png"/><Relationship Id="rId95" Type="http://schemas.openxmlformats.org/officeDocument/2006/relationships/image" Target="../media/image1940.png"/><Relationship Id="rId160" Type="http://schemas.openxmlformats.org/officeDocument/2006/relationships/customXml" Target="../ink/ink1987.xml"/><Relationship Id="rId216" Type="http://schemas.openxmlformats.org/officeDocument/2006/relationships/customXml" Target="../ink/ink2015.xml"/><Relationship Id="rId258" Type="http://schemas.openxmlformats.org/officeDocument/2006/relationships/customXml" Target="../ink/ink2036.xml"/><Relationship Id="rId22" Type="http://schemas.openxmlformats.org/officeDocument/2006/relationships/customXml" Target="../ink/ink1918.xml"/><Relationship Id="rId64" Type="http://schemas.openxmlformats.org/officeDocument/2006/relationships/customXml" Target="../ink/ink1939.xml"/><Relationship Id="rId118" Type="http://schemas.openxmlformats.org/officeDocument/2006/relationships/customXml" Target="../ink/ink1966.xml"/><Relationship Id="rId171" Type="http://schemas.openxmlformats.org/officeDocument/2006/relationships/image" Target="../media/image1976.png"/><Relationship Id="rId227" Type="http://schemas.openxmlformats.org/officeDocument/2006/relationships/image" Target="../media/image2004.png"/><Relationship Id="rId269" Type="http://schemas.openxmlformats.org/officeDocument/2006/relationships/image" Target="../media/image2025.png"/><Relationship Id="rId33" Type="http://schemas.openxmlformats.org/officeDocument/2006/relationships/image" Target="../media/image1909.png"/><Relationship Id="rId129" Type="http://schemas.openxmlformats.org/officeDocument/2006/relationships/image" Target="../media/image1956.png"/><Relationship Id="rId280" Type="http://schemas.openxmlformats.org/officeDocument/2006/relationships/customXml" Target="../ink/ink2047.xml"/><Relationship Id="rId75" Type="http://schemas.openxmlformats.org/officeDocument/2006/relationships/image" Target="../media/image1930.png"/><Relationship Id="rId140" Type="http://schemas.openxmlformats.org/officeDocument/2006/relationships/customXml" Target="../ink/ink1977.xml"/><Relationship Id="rId182" Type="http://schemas.openxmlformats.org/officeDocument/2006/relationships/customXml" Target="../ink/ink1998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98.png"/><Relationship Id="rId21" Type="http://schemas.openxmlformats.org/officeDocument/2006/relationships/image" Target="../media/image2050.png"/><Relationship Id="rId42" Type="http://schemas.openxmlformats.org/officeDocument/2006/relationships/customXml" Target="../ink/ink2078.xml"/><Relationship Id="rId63" Type="http://schemas.openxmlformats.org/officeDocument/2006/relationships/image" Target="../media/image2071.png"/><Relationship Id="rId84" Type="http://schemas.openxmlformats.org/officeDocument/2006/relationships/customXml" Target="../ink/ink2099.xml"/><Relationship Id="rId138" Type="http://schemas.openxmlformats.org/officeDocument/2006/relationships/customXml" Target="../ink/ink2126.xml"/><Relationship Id="rId159" Type="http://schemas.openxmlformats.org/officeDocument/2006/relationships/image" Target="../media/image2119.png"/><Relationship Id="rId170" Type="http://schemas.openxmlformats.org/officeDocument/2006/relationships/customXml" Target="../ink/ink2142.xml"/><Relationship Id="rId191" Type="http://schemas.openxmlformats.org/officeDocument/2006/relationships/image" Target="../media/image2135.png"/><Relationship Id="rId107" Type="http://schemas.openxmlformats.org/officeDocument/2006/relationships/image" Target="../media/image2093.png"/><Relationship Id="rId11" Type="http://schemas.openxmlformats.org/officeDocument/2006/relationships/image" Target="../media/image2045.png"/><Relationship Id="rId32" Type="http://schemas.openxmlformats.org/officeDocument/2006/relationships/customXml" Target="../ink/ink2073.xml"/><Relationship Id="rId53" Type="http://schemas.openxmlformats.org/officeDocument/2006/relationships/image" Target="../media/image2066.png"/><Relationship Id="rId74" Type="http://schemas.openxmlformats.org/officeDocument/2006/relationships/customXml" Target="../ink/ink2094.xml"/><Relationship Id="rId128" Type="http://schemas.openxmlformats.org/officeDocument/2006/relationships/customXml" Target="../ink/ink2121.xml"/><Relationship Id="rId149" Type="http://schemas.openxmlformats.org/officeDocument/2006/relationships/image" Target="../media/image2114.png"/><Relationship Id="rId5" Type="http://schemas.openxmlformats.org/officeDocument/2006/relationships/image" Target="../media/image2042.png"/><Relationship Id="rId95" Type="http://schemas.openxmlformats.org/officeDocument/2006/relationships/image" Target="../media/image2087.png"/><Relationship Id="rId160" Type="http://schemas.openxmlformats.org/officeDocument/2006/relationships/customXml" Target="../ink/ink2137.xml"/><Relationship Id="rId181" Type="http://schemas.openxmlformats.org/officeDocument/2006/relationships/image" Target="../media/image2130.png"/><Relationship Id="rId22" Type="http://schemas.openxmlformats.org/officeDocument/2006/relationships/customXml" Target="../ink/ink2068.xml"/><Relationship Id="rId43" Type="http://schemas.openxmlformats.org/officeDocument/2006/relationships/image" Target="../media/image2061.png"/><Relationship Id="rId64" Type="http://schemas.openxmlformats.org/officeDocument/2006/relationships/customXml" Target="../ink/ink2089.xml"/><Relationship Id="rId118" Type="http://schemas.openxmlformats.org/officeDocument/2006/relationships/customXml" Target="../ink/ink2116.xml"/><Relationship Id="rId139" Type="http://schemas.openxmlformats.org/officeDocument/2006/relationships/image" Target="../media/image2109.png"/><Relationship Id="rId85" Type="http://schemas.openxmlformats.org/officeDocument/2006/relationships/image" Target="../media/image2082.png"/><Relationship Id="rId150" Type="http://schemas.openxmlformats.org/officeDocument/2006/relationships/customXml" Target="../ink/ink2132.xml"/><Relationship Id="rId171" Type="http://schemas.openxmlformats.org/officeDocument/2006/relationships/image" Target="../media/image2125.png"/><Relationship Id="rId192" Type="http://schemas.openxmlformats.org/officeDocument/2006/relationships/customXml" Target="../ink/ink2153.xml"/><Relationship Id="rId12" Type="http://schemas.openxmlformats.org/officeDocument/2006/relationships/customXml" Target="../ink/ink2063.xml"/><Relationship Id="rId33" Type="http://schemas.openxmlformats.org/officeDocument/2006/relationships/image" Target="../media/image2056.png"/><Relationship Id="rId108" Type="http://schemas.openxmlformats.org/officeDocument/2006/relationships/customXml" Target="../ink/ink2111.xml"/><Relationship Id="rId129" Type="http://schemas.openxmlformats.org/officeDocument/2006/relationships/image" Target="../media/image2104.png"/><Relationship Id="rId54" Type="http://schemas.openxmlformats.org/officeDocument/2006/relationships/customXml" Target="../ink/ink2084.xml"/><Relationship Id="rId75" Type="http://schemas.openxmlformats.org/officeDocument/2006/relationships/image" Target="../media/image2077.png"/><Relationship Id="rId96" Type="http://schemas.openxmlformats.org/officeDocument/2006/relationships/customXml" Target="../ink/ink2105.xml"/><Relationship Id="rId140" Type="http://schemas.openxmlformats.org/officeDocument/2006/relationships/customXml" Target="../ink/ink2127.xml"/><Relationship Id="rId161" Type="http://schemas.openxmlformats.org/officeDocument/2006/relationships/image" Target="../media/image2120.png"/><Relationship Id="rId182" Type="http://schemas.openxmlformats.org/officeDocument/2006/relationships/customXml" Target="../ink/ink2148.xml"/><Relationship Id="rId6" Type="http://schemas.openxmlformats.org/officeDocument/2006/relationships/customXml" Target="../ink/ink2060.xml"/><Relationship Id="rId23" Type="http://schemas.openxmlformats.org/officeDocument/2006/relationships/image" Target="../media/image2051.png"/><Relationship Id="rId119" Type="http://schemas.openxmlformats.org/officeDocument/2006/relationships/image" Target="../media/image2099.png"/><Relationship Id="rId44" Type="http://schemas.openxmlformats.org/officeDocument/2006/relationships/customXml" Target="../ink/ink2079.xml"/><Relationship Id="rId65" Type="http://schemas.openxmlformats.org/officeDocument/2006/relationships/image" Target="../media/image2072.png"/><Relationship Id="rId86" Type="http://schemas.openxmlformats.org/officeDocument/2006/relationships/customXml" Target="../ink/ink2100.xml"/><Relationship Id="rId130" Type="http://schemas.openxmlformats.org/officeDocument/2006/relationships/customXml" Target="../ink/ink2122.xml"/><Relationship Id="rId151" Type="http://schemas.openxmlformats.org/officeDocument/2006/relationships/image" Target="../media/image2115.png"/><Relationship Id="rId172" Type="http://schemas.openxmlformats.org/officeDocument/2006/relationships/customXml" Target="../ink/ink2143.xml"/><Relationship Id="rId193" Type="http://schemas.openxmlformats.org/officeDocument/2006/relationships/image" Target="../media/image2136.png"/><Relationship Id="rId13" Type="http://schemas.openxmlformats.org/officeDocument/2006/relationships/image" Target="../media/image2046.png"/><Relationship Id="rId109" Type="http://schemas.openxmlformats.org/officeDocument/2006/relationships/image" Target="../media/image2094.png"/><Relationship Id="rId34" Type="http://schemas.openxmlformats.org/officeDocument/2006/relationships/customXml" Target="../ink/ink2074.xml"/><Relationship Id="rId55" Type="http://schemas.openxmlformats.org/officeDocument/2006/relationships/image" Target="../media/image2067.png"/><Relationship Id="rId76" Type="http://schemas.openxmlformats.org/officeDocument/2006/relationships/customXml" Target="../ink/ink2095.xml"/><Relationship Id="rId97" Type="http://schemas.openxmlformats.org/officeDocument/2006/relationships/image" Target="../media/image2088.png"/><Relationship Id="rId120" Type="http://schemas.openxmlformats.org/officeDocument/2006/relationships/customXml" Target="../ink/ink2117.xml"/><Relationship Id="rId141" Type="http://schemas.openxmlformats.org/officeDocument/2006/relationships/image" Target="../media/image2110.png"/><Relationship Id="rId7" Type="http://schemas.openxmlformats.org/officeDocument/2006/relationships/image" Target="../media/image2043.png"/><Relationship Id="rId162" Type="http://schemas.openxmlformats.org/officeDocument/2006/relationships/customXml" Target="../ink/ink2138.xml"/><Relationship Id="rId183" Type="http://schemas.openxmlformats.org/officeDocument/2006/relationships/image" Target="../media/image2131.png"/><Relationship Id="rId2" Type="http://schemas.openxmlformats.org/officeDocument/2006/relationships/customXml" Target="../ink/ink2058.xml"/><Relationship Id="rId29" Type="http://schemas.openxmlformats.org/officeDocument/2006/relationships/image" Target="../media/image2054.png"/><Relationship Id="rId24" Type="http://schemas.openxmlformats.org/officeDocument/2006/relationships/customXml" Target="../ink/ink2069.xml"/><Relationship Id="rId40" Type="http://schemas.openxmlformats.org/officeDocument/2006/relationships/customXml" Target="../ink/ink2077.xml"/><Relationship Id="rId45" Type="http://schemas.openxmlformats.org/officeDocument/2006/relationships/image" Target="../media/image2062.png"/><Relationship Id="rId66" Type="http://schemas.openxmlformats.org/officeDocument/2006/relationships/customXml" Target="../ink/ink2090.xml"/><Relationship Id="rId87" Type="http://schemas.openxmlformats.org/officeDocument/2006/relationships/image" Target="../media/image2083.png"/><Relationship Id="rId110" Type="http://schemas.openxmlformats.org/officeDocument/2006/relationships/customXml" Target="../ink/ink2112.xml"/><Relationship Id="rId115" Type="http://schemas.openxmlformats.org/officeDocument/2006/relationships/image" Target="../media/image2097.png"/><Relationship Id="rId131" Type="http://schemas.openxmlformats.org/officeDocument/2006/relationships/image" Target="../media/image2105.png"/><Relationship Id="rId136" Type="http://schemas.openxmlformats.org/officeDocument/2006/relationships/customXml" Target="../ink/ink2125.xml"/><Relationship Id="rId157" Type="http://schemas.openxmlformats.org/officeDocument/2006/relationships/image" Target="../media/image2118.png"/><Relationship Id="rId178" Type="http://schemas.openxmlformats.org/officeDocument/2006/relationships/customXml" Target="../ink/ink2146.xml"/><Relationship Id="rId61" Type="http://schemas.openxmlformats.org/officeDocument/2006/relationships/image" Target="../media/image2070.png"/><Relationship Id="rId82" Type="http://schemas.openxmlformats.org/officeDocument/2006/relationships/customXml" Target="../ink/ink2098.xml"/><Relationship Id="rId152" Type="http://schemas.openxmlformats.org/officeDocument/2006/relationships/customXml" Target="../ink/ink2133.xml"/><Relationship Id="rId173" Type="http://schemas.openxmlformats.org/officeDocument/2006/relationships/image" Target="../media/image2126.png"/><Relationship Id="rId194" Type="http://schemas.openxmlformats.org/officeDocument/2006/relationships/customXml" Target="../ink/ink2154.xml"/><Relationship Id="rId199" Type="http://schemas.openxmlformats.org/officeDocument/2006/relationships/image" Target="../media/image2139.png"/><Relationship Id="rId203" Type="http://schemas.openxmlformats.org/officeDocument/2006/relationships/image" Target="../media/image2141.png"/><Relationship Id="rId19" Type="http://schemas.openxmlformats.org/officeDocument/2006/relationships/image" Target="../media/image2049.png"/><Relationship Id="rId14" Type="http://schemas.openxmlformats.org/officeDocument/2006/relationships/customXml" Target="../ink/ink2064.xml"/><Relationship Id="rId30" Type="http://schemas.openxmlformats.org/officeDocument/2006/relationships/customXml" Target="../ink/ink2072.xml"/><Relationship Id="rId35" Type="http://schemas.openxmlformats.org/officeDocument/2006/relationships/image" Target="../media/image2057.png"/><Relationship Id="rId56" Type="http://schemas.openxmlformats.org/officeDocument/2006/relationships/customXml" Target="../ink/ink2085.xml"/><Relationship Id="rId77" Type="http://schemas.openxmlformats.org/officeDocument/2006/relationships/image" Target="../media/image2078.png"/><Relationship Id="rId100" Type="http://schemas.openxmlformats.org/officeDocument/2006/relationships/customXml" Target="../ink/ink2107.xml"/><Relationship Id="rId105" Type="http://schemas.openxmlformats.org/officeDocument/2006/relationships/image" Target="../media/image2092.png"/><Relationship Id="rId126" Type="http://schemas.openxmlformats.org/officeDocument/2006/relationships/customXml" Target="../ink/ink2120.xml"/><Relationship Id="rId147" Type="http://schemas.openxmlformats.org/officeDocument/2006/relationships/image" Target="../media/image2113.png"/><Relationship Id="rId168" Type="http://schemas.openxmlformats.org/officeDocument/2006/relationships/customXml" Target="../ink/ink2141.xml"/><Relationship Id="rId8" Type="http://schemas.openxmlformats.org/officeDocument/2006/relationships/customXml" Target="../ink/ink2061.xml"/><Relationship Id="rId51" Type="http://schemas.openxmlformats.org/officeDocument/2006/relationships/image" Target="../media/image2065.png"/><Relationship Id="rId72" Type="http://schemas.openxmlformats.org/officeDocument/2006/relationships/customXml" Target="../ink/ink2093.xml"/><Relationship Id="rId93" Type="http://schemas.openxmlformats.org/officeDocument/2006/relationships/image" Target="../media/image2086.png"/><Relationship Id="rId98" Type="http://schemas.openxmlformats.org/officeDocument/2006/relationships/customXml" Target="../ink/ink2106.xml"/><Relationship Id="rId121" Type="http://schemas.openxmlformats.org/officeDocument/2006/relationships/image" Target="../media/image2100.png"/><Relationship Id="rId142" Type="http://schemas.openxmlformats.org/officeDocument/2006/relationships/customXml" Target="../ink/ink2128.xml"/><Relationship Id="rId163" Type="http://schemas.openxmlformats.org/officeDocument/2006/relationships/image" Target="../media/image2121.png"/><Relationship Id="rId184" Type="http://schemas.openxmlformats.org/officeDocument/2006/relationships/customXml" Target="../ink/ink2149.xml"/><Relationship Id="rId189" Type="http://schemas.openxmlformats.org/officeDocument/2006/relationships/image" Target="../media/image2134.png"/><Relationship Id="rId3" Type="http://schemas.openxmlformats.org/officeDocument/2006/relationships/image" Target="../media/image2041.png"/><Relationship Id="rId25" Type="http://schemas.openxmlformats.org/officeDocument/2006/relationships/image" Target="../media/image2052.png"/><Relationship Id="rId46" Type="http://schemas.openxmlformats.org/officeDocument/2006/relationships/customXml" Target="../ink/ink2080.xml"/><Relationship Id="rId67" Type="http://schemas.openxmlformats.org/officeDocument/2006/relationships/image" Target="../media/image2073.png"/><Relationship Id="rId116" Type="http://schemas.openxmlformats.org/officeDocument/2006/relationships/customXml" Target="../ink/ink2115.xml"/><Relationship Id="rId137" Type="http://schemas.openxmlformats.org/officeDocument/2006/relationships/image" Target="../media/image2108.png"/><Relationship Id="rId158" Type="http://schemas.openxmlformats.org/officeDocument/2006/relationships/customXml" Target="../ink/ink2136.xml"/><Relationship Id="rId20" Type="http://schemas.openxmlformats.org/officeDocument/2006/relationships/customXml" Target="../ink/ink2067.xml"/><Relationship Id="rId41" Type="http://schemas.openxmlformats.org/officeDocument/2006/relationships/image" Target="../media/image2060.png"/><Relationship Id="rId62" Type="http://schemas.openxmlformats.org/officeDocument/2006/relationships/customXml" Target="../ink/ink2088.xml"/><Relationship Id="rId83" Type="http://schemas.openxmlformats.org/officeDocument/2006/relationships/image" Target="../media/image2081.png"/><Relationship Id="rId88" Type="http://schemas.openxmlformats.org/officeDocument/2006/relationships/customXml" Target="../ink/ink2101.xml"/><Relationship Id="rId111" Type="http://schemas.openxmlformats.org/officeDocument/2006/relationships/image" Target="../media/image2095.png"/><Relationship Id="rId132" Type="http://schemas.openxmlformats.org/officeDocument/2006/relationships/customXml" Target="../ink/ink2123.xml"/><Relationship Id="rId153" Type="http://schemas.openxmlformats.org/officeDocument/2006/relationships/image" Target="../media/image2116.png"/><Relationship Id="rId174" Type="http://schemas.openxmlformats.org/officeDocument/2006/relationships/customXml" Target="../ink/ink2144.xml"/><Relationship Id="rId179" Type="http://schemas.openxmlformats.org/officeDocument/2006/relationships/image" Target="../media/image2129.png"/><Relationship Id="rId195" Type="http://schemas.openxmlformats.org/officeDocument/2006/relationships/image" Target="../media/image2137.png"/><Relationship Id="rId190" Type="http://schemas.openxmlformats.org/officeDocument/2006/relationships/customXml" Target="../ink/ink2152.xml"/><Relationship Id="rId15" Type="http://schemas.openxmlformats.org/officeDocument/2006/relationships/image" Target="../media/image2047.png"/><Relationship Id="rId36" Type="http://schemas.openxmlformats.org/officeDocument/2006/relationships/customXml" Target="../ink/ink2075.xml"/><Relationship Id="rId57" Type="http://schemas.openxmlformats.org/officeDocument/2006/relationships/image" Target="../media/image2068.png"/><Relationship Id="rId106" Type="http://schemas.openxmlformats.org/officeDocument/2006/relationships/customXml" Target="../ink/ink2110.xml"/><Relationship Id="rId127" Type="http://schemas.openxmlformats.org/officeDocument/2006/relationships/image" Target="../media/image2103.png"/><Relationship Id="rId10" Type="http://schemas.openxmlformats.org/officeDocument/2006/relationships/customXml" Target="../ink/ink2062.xml"/><Relationship Id="rId31" Type="http://schemas.openxmlformats.org/officeDocument/2006/relationships/image" Target="../media/image2055.png"/><Relationship Id="rId52" Type="http://schemas.openxmlformats.org/officeDocument/2006/relationships/customXml" Target="../ink/ink2083.xml"/><Relationship Id="rId73" Type="http://schemas.openxmlformats.org/officeDocument/2006/relationships/image" Target="../media/image2076.png"/><Relationship Id="rId78" Type="http://schemas.openxmlformats.org/officeDocument/2006/relationships/customXml" Target="../ink/ink2096.xml"/><Relationship Id="rId94" Type="http://schemas.openxmlformats.org/officeDocument/2006/relationships/customXml" Target="../ink/ink2104.xml"/><Relationship Id="rId99" Type="http://schemas.openxmlformats.org/officeDocument/2006/relationships/image" Target="../media/image2089.png"/><Relationship Id="rId101" Type="http://schemas.openxmlformats.org/officeDocument/2006/relationships/image" Target="../media/image2090.png"/><Relationship Id="rId122" Type="http://schemas.openxmlformats.org/officeDocument/2006/relationships/customXml" Target="../ink/ink2118.xml"/><Relationship Id="rId143" Type="http://schemas.openxmlformats.org/officeDocument/2006/relationships/image" Target="../media/image2111.png"/><Relationship Id="rId148" Type="http://schemas.openxmlformats.org/officeDocument/2006/relationships/customXml" Target="../ink/ink2131.xml"/><Relationship Id="rId164" Type="http://schemas.openxmlformats.org/officeDocument/2006/relationships/customXml" Target="../ink/ink2139.xml"/><Relationship Id="rId169" Type="http://schemas.openxmlformats.org/officeDocument/2006/relationships/image" Target="../media/image2124.png"/><Relationship Id="rId185" Type="http://schemas.openxmlformats.org/officeDocument/2006/relationships/image" Target="../media/image2132.png"/><Relationship Id="rId4" Type="http://schemas.openxmlformats.org/officeDocument/2006/relationships/customXml" Target="../ink/ink2059.xml"/><Relationship Id="rId9" Type="http://schemas.openxmlformats.org/officeDocument/2006/relationships/image" Target="../media/image2044.png"/><Relationship Id="rId180" Type="http://schemas.openxmlformats.org/officeDocument/2006/relationships/customXml" Target="../ink/ink2147.xml"/><Relationship Id="rId26" Type="http://schemas.openxmlformats.org/officeDocument/2006/relationships/customXml" Target="../ink/ink2070.xml"/><Relationship Id="rId47" Type="http://schemas.openxmlformats.org/officeDocument/2006/relationships/image" Target="../media/image2063.png"/><Relationship Id="rId68" Type="http://schemas.openxmlformats.org/officeDocument/2006/relationships/customXml" Target="../ink/ink2091.xml"/><Relationship Id="rId89" Type="http://schemas.openxmlformats.org/officeDocument/2006/relationships/image" Target="../media/image2084.png"/><Relationship Id="rId112" Type="http://schemas.openxmlformats.org/officeDocument/2006/relationships/customXml" Target="../ink/ink2113.xml"/><Relationship Id="rId133" Type="http://schemas.openxmlformats.org/officeDocument/2006/relationships/image" Target="../media/image2106.png"/><Relationship Id="rId154" Type="http://schemas.openxmlformats.org/officeDocument/2006/relationships/customXml" Target="../ink/ink2134.xml"/><Relationship Id="rId175" Type="http://schemas.openxmlformats.org/officeDocument/2006/relationships/image" Target="../media/image2127.png"/><Relationship Id="rId196" Type="http://schemas.openxmlformats.org/officeDocument/2006/relationships/customXml" Target="../ink/ink2155.xml"/><Relationship Id="rId200" Type="http://schemas.openxmlformats.org/officeDocument/2006/relationships/customXml" Target="../ink/ink2157.xml"/><Relationship Id="rId16" Type="http://schemas.openxmlformats.org/officeDocument/2006/relationships/customXml" Target="../ink/ink2065.xml"/><Relationship Id="rId37" Type="http://schemas.openxmlformats.org/officeDocument/2006/relationships/image" Target="../media/image2058.png"/><Relationship Id="rId58" Type="http://schemas.openxmlformats.org/officeDocument/2006/relationships/customXml" Target="../ink/ink2086.xml"/><Relationship Id="rId79" Type="http://schemas.openxmlformats.org/officeDocument/2006/relationships/image" Target="../media/image2079.png"/><Relationship Id="rId102" Type="http://schemas.openxmlformats.org/officeDocument/2006/relationships/customXml" Target="../ink/ink2108.xml"/><Relationship Id="rId123" Type="http://schemas.openxmlformats.org/officeDocument/2006/relationships/image" Target="../media/image2101.png"/><Relationship Id="rId144" Type="http://schemas.openxmlformats.org/officeDocument/2006/relationships/customXml" Target="../ink/ink2129.xml"/><Relationship Id="rId90" Type="http://schemas.openxmlformats.org/officeDocument/2006/relationships/customXml" Target="../ink/ink2102.xml"/><Relationship Id="rId165" Type="http://schemas.openxmlformats.org/officeDocument/2006/relationships/image" Target="../media/image2122.png"/><Relationship Id="rId186" Type="http://schemas.openxmlformats.org/officeDocument/2006/relationships/customXml" Target="../ink/ink2150.xml"/><Relationship Id="rId27" Type="http://schemas.openxmlformats.org/officeDocument/2006/relationships/image" Target="../media/image2053.png"/><Relationship Id="rId48" Type="http://schemas.openxmlformats.org/officeDocument/2006/relationships/customXml" Target="../ink/ink2081.xml"/><Relationship Id="rId69" Type="http://schemas.openxmlformats.org/officeDocument/2006/relationships/image" Target="../media/image2074.png"/><Relationship Id="rId113" Type="http://schemas.openxmlformats.org/officeDocument/2006/relationships/image" Target="../media/image2096.png"/><Relationship Id="rId134" Type="http://schemas.openxmlformats.org/officeDocument/2006/relationships/customXml" Target="../ink/ink2124.xml"/><Relationship Id="rId80" Type="http://schemas.openxmlformats.org/officeDocument/2006/relationships/customXml" Target="../ink/ink2097.xml"/><Relationship Id="rId155" Type="http://schemas.openxmlformats.org/officeDocument/2006/relationships/image" Target="../media/image2117.png"/><Relationship Id="rId176" Type="http://schemas.openxmlformats.org/officeDocument/2006/relationships/customXml" Target="../ink/ink2145.xml"/><Relationship Id="rId197" Type="http://schemas.openxmlformats.org/officeDocument/2006/relationships/image" Target="../media/image2138.png"/><Relationship Id="rId201" Type="http://schemas.openxmlformats.org/officeDocument/2006/relationships/image" Target="../media/image2140.png"/><Relationship Id="rId17" Type="http://schemas.openxmlformats.org/officeDocument/2006/relationships/image" Target="../media/image2048.png"/><Relationship Id="rId38" Type="http://schemas.openxmlformats.org/officeDocument/2006/relationships/customXml" Target="../ink/ink2076.xml"/><Relationship Id="rId59" Type="http://schemas.openxmlformats.org/officeDocument/2006/relationships/image" Target="../media/image2069.png"/><Relationship Id="rId103" Type="http://schemas.openxmlformats.org/officeDocument/2006/relationships/image" Target="../media/image2091.png"/><Relationship Id="rId124" Type="http://schemas.openxmlformats.org/officeDocument/2006/relationships/customXml" Target="../ink/ink2119.xml"/><Relationship Id="rId70" Type="http://schemas.openxmlformats.org/officeDocument/2006/relationships/customXml" Target="../ink/ink2092.xml"/><Relationship Id="rId91" Type="http://schemas.openxmlformats.org/officeDocument/2006/relationships/image" Target="../media/image2085.png"/><Relationship Id="rId145" Type="http://schemas.openxmlformats.org/officeDocument/2006/relationships/image" Target="../media/image2112.png"/><Relationship Id="rId166" Type="http://schemas.openxmlformats.org/officeDocument/2006/relationships/customXml" Target="../ink/ink2140.xml"/><Relationship Id="rId187" Type="http://schemas.openxmlformats.org/officeDocument/2006/relationships/image" Target="../media/image213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071.xml"/><Relationship Id="rId49" Type="http://schemas.openxmlformats.org/officeDocument/2006/relationships/image" Target="../media/image2064.png"/><Relationship Id="rId114" Type="http://schemas.openxmlformats.org/officeDocument/2006/relationships/customXml" Target="../ink/ink2114.xml"/><Relationship Id="rId60" Type="http://schemas.openxmlformats.org/officeDocument/2006/relationships/customXml" Target="../ink/ink2087.xml"/><Relationship Id="rId81" Type="http://schemas.openxmlformats.org/officeDocument/2006/relationships/image" Target="../media/image2080.png"/><Relationship Id="rId135" Type="http://schemas.openxmlformats.org/officeDocument/2006/relationships/image" Target="../media/image2107.png"/><Relationship Id="rId156" Type="http://schemas.openxmlformats.org/officeDocument/2006/relationships/customXml" Target="../ink/ink2135.xml"/><Relationship Id="rId177" Type="http://schemas.openxmlformats.org/officeDocument/2006/relationships/image" Target="../media/image2128.png"/><Relationship Id="rId198" Type="http://schemas.openxmlformats.org/officeDocument/2006/relationships/customXml" Target="../ink/ink2156.xml"/><Relationship Id="rId202" Type="http://schemas.openxmlformats.org/officeDocument/2006/relationships/customXml" Target="../ink/ink2158.xml"/><Relationship Id="rId18" Type="http://schemas.openxmlformats.org/officeDocument/2006/relationships/customXml" Target="../ink/ink2066.xml"/><Relationship Id="rId39" Type="http://schemas.openxmlformats.org/officeDocument/2006/relationships/image" Target="../media/image2059.png"/><Relationship Id="rId50" Type="http://schemas.openxmlformats.org/officeDocument/2006/relationships/customXml" Target="../ink/ink2082.xml"/><Relationship Id="rId104" Type="http://schemas.openxmlformats.org/officeDocument/2006/relationships/customXml" Target="../ink/ink2109.xml"/><Relationship Id="rId125" Type="http://schemas.openxmlformats.org/officeDocument/2006/relationships/image" Target="../media/image2102.png"/><Relationship Id="rId146" Type="http://schemas.openxmlformats.org/officeDocument/2006/relationships/customXml" Target="../ink/ink2130.xml"/><Relationship Id="rId167" Type="http://schemas.openxmlformats.org/officeDocument/2006/relationships/image" Target="../media/image2123.png"/><Relationship Id="rId188" Type="http://schemas.openxmlformats.org/officeDocument/2006/relationships/customXml" Target="../ink/ink2151.xml"/><Relationship Id="rId71" Type="http://schemas.openxmlformats.org/officeDocument/2006/relationships/image" Target="../media/image2075.png"/><Relationship Id="rId92" Type="http://schemas.openxmlformats.org/officeDocument/2006/relationships/customXml" Target="../ink/ink2103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98.png"/><Relationship Id="rId299" Type="http://schemas.openxmlformats.org/officeDocument/2006/relationships/image" Target="../media/image2287.png"/><Relationship Id="rId21" Type="http://schemas.openxmlformats.org/officeDocument/2006/relationships/image" Target="../media/image2151.png"/><Relationship Id="rId63" Type="http://schemas.openxmlformats.org/officeDocument/2006/relationships/image" Target="../media/image2172.png"/><Relationship Id="rId159" Type="http://schemas.openxmlformats.org/officeDocument/2006/relationships/image" Target="../media/image2218.png"/><Relationship Id="rId324" Type="http://schemas.openxmlformats.org/officeDocument/2006/relationships/customXml" Target="../ink/ink2320.xml"/><Relationship Id="rId366" Type="http://schemas.openxmlformats.org/officeDocument/2006/relationships/customXml" Target="../ink/ink2341.xml"/><Relationship Id="rId170" Type="http://schemas.openxmlformats.org/officeDocument/2006/relationships/customXml" Target="../ink/ink2243.xml"/><Relationship Id="rId226" Type="http://schemas.openxmlformats.org/officeDocument/2006/relationships/customXml" Target="../ink/ink2271.xml"/><Relationship Id="rId268" Type="http://schemas.openxmlformats.org/officeDocument/2006/relationships/customXml" Target="../ink/ink2292.xml"/><Relationship Id="rId32" Type="http://schemas.openxmlformats.org/officeDocument/2006/relationships/customXml" Target="../ink/ink2174.xml"/><Relationship Id="rId74" Type="http://schemas.openxmlformats.org/officeDocument/2006/relationships/customXml" Target="../ink/ink2195.xml"/><Relationship Id="rId128" Type="http://schemas.openxmlformats.org/officeDocument/2006/relationships/customXml" Target="../ink/ink2222.xml"/><Relationship Id="rId335" Type="http://schemas.openxmlformats.org/officeDocument/2006/relationships/image" Target="../media/image2305.png"/><Relationship Id="rId377" Type="http://schemas.openxmlformats.org/officeDocument/2006/relationships/image" Target="../media/image2326.png"/><Relationship Id="rId5" Type="http://schemas.openxmlformats.org/officeDocument/2006/relationships/image" Target="../media/image2143.png"/><Relationship Id="rId181" Type="http://schemas.openxmlformats.org/officeDocument/2006/relationships/image" Target="../media/image2228.png"/><Relationship Id="rId237" Type="http://schemas.openxmlformats.org/officeDocument/2006/relationships/image" Target="../media/image2256.png"/><Relationship Id="rId402" Type="http://schemas.openxmlformats.org/officeDocument/2006/relationships/customXml" Target="../ink/ink2359.xml"/><Relationship Id="rId279" Type="http://schemas.openxmlformats.org/officeDocument/2006/relationships/image" Target="../media/image2277.png"/><Relationship Id="rId43" Type="http://schemas.openxmlformats.org/officeDocument/2006/relationships/image" Target="../media/image2162.png"/><Relationship Id="rId139" Type="http://schemas.openxmlformats.org/officeDocument/2006/relationships/image" Target="../media/image2208.png"/><Relationship Id="rId290" Type="http://schemas.openxmlformats.org/officeDocument/2006/relationships/customXml" Target="../ink/ink2303.xml"/><Relationship Id="rId304" Type="http://schemas.openxmlformats.org/officeDocument/2006/relationships/customXml" Target="../ink/ink2310.xml"/><Relationship Id="rId346" Type="http://schemas.openxmlformats.org/officeDocument/2006/relationships/customXml" Target="../ink/ink2331.xml"/><Relationship Id="rId388" Type="http://schemas.openxmlformats.org/officeDocument/2006/relationships/customXml" Target="../ink/ink2352.xml"/><Relationship Id="rId85" Type="http://schemas.openxmlformats.org/officeDocument/2006/relationships/image" Target="../media/image2182.png"/><Relationship Id="rId150" Type="http://schemas.openxmlformats.org/officeDocument/2006/relationships/customXml" Target="../ink/ink2233.xml"/><Relationship Id="rId192" Type="http://schemas.openxmlformats.org/officeDocument/2006/relationships/customXml" Target="../ink/ink2254.xml"/><Relationship Id="rId206" Type="http://schemas.openxmlformats.org/officeDocument/2006/relationships/customXml" Target="../ink/ink2261.xml"/><Relationship Id="rId413" Type="http://schemas.openxmlformats.org/officeDocument/2006/relationships/image" Target="../media/image2344.png"/><Relationship Id="rId248" Type="http://schemas.openxmlformats.org/officeDocument/2006/relationships/customXml" Target="../ink/ink2282.xml"/><Relationship Id="rId12" Type="http://schemas.openxmlformats.org/officeDocument/2006/relationships/customXml" Target="../ink/ink2164.xml"/><Relationship Id="rId108" Type="http://schemas.openxmlformats.org/officeDocument/2006/relationships/customXml" Target="../ink/ink2212.xml"/><Relationship Id="rId315" Type="http://schemas.openxmlformats.org/officeDocument/2006/relationships/image" Target="../media/image2295.png"/><Relationship Id="rId357" Type="http://schemas.openxmlformats.org/officeDocument/2006/relationships/image" Target="../media/image2316.png"/><Relationship Id="rId54" Type="http://schemas.openxmlformats.org/officeDocument/2006/relationships/customXml" Target="../ink/ink2185.xml"/><Relationship Id="rId96" Type="http://schemas.openxmlformats.org/officeDocument/2006/relationships/customXml" Target="../ink/ink2206.xml"/><Relationship Id="rId161" Type="http://schemas.openxmlformats.org/officeDocument/2006/relationships/image" Target="../media/image2219.png"/><Relationship Id="rId217" Type="http://schemas.openxmlformats.org/officeDocument/2006/relationships/image" Target="../media/image2246.png"/><Relationship Id="rId399" Type="http://schemas.openxmlformats.org/officeDocument/2006/relationships/image" Target="../media/image2337.png"/><Relationship Id="rId259" Type="http://schemas.openxmlformats.org/officeDocument/2006/relationships/image" Target="../media/image2267.png"/><Relationship Id="rId23" Type="http://schemas.openxmlformats.org/officeDocument/2006/relationships/image" Target="../media/image2152.png"/><Relationship Id="rId119" Type="http://schemas.openxmlformats.org/officeDocument/2006/relationships/image" Target="../media/image2199.png"/><Relationship Id="rId270" Type="http://schemas.openxmlformats.org/officeDocument/2006/relationships/customXml" Target="../ink/ink2293.xml"/><Relationship Id="rId326" Type="http://schemas.openxmlformats.org/officeDocument/2006/relationships/customXml" Target="../ink/ink2321.xml"/><Relationship Id="rId65" Type="http://schemas.openxmlformats.org/officeDocument/2006/relationships/image" Target="../media/image2173.png"/><Relationship Id="rId130" Type="http://schemas.openxmlformats.org/officeDocument/2006/relationships/customXml" Target="../ink/ink2223.xml"/><Relationship Id="rId368" Type="http://schemas.openxmlformats.org/officeDocument/2006/relationships/customXml" Target="../ink/ink2342.xml"/><Relationship Id="rId172" Type="http://schemas.openxmlformats.org/officeDocument/2006/relationships/customXml" Target="../ink/ink2244.xml"/><Relationship Id="rId228" Type="http://schemas.openxmlformats.org/officeDocument/2006/relationships/customXml" Target="../ink/ink2272.xml"/><Relationship Id="rId281" Type="http://schemas.openxmlformats.org/officeDocument/2006/relationships/image" Target="../media/image2278.png"/><Relationship Id="rId337" Type="http://schemas.openxmlformats.org/officeDocument/2006/relationships/image" Target="../media/image2306.png"/><Relationship Id="rId34" Type="http://schemas.openxmlformats.org/officeDocument/2006/relationships/customXml" Target="../ink/ink2175.xml"/><Relationship Id="rId76" Type="http://schemas.openxmlformats.org/officeDocument/2006/relationships/customXml" Target="../ink/ink2196.xml"/><Relationship Id="rId141" Type="http://schemas.openxmlformats.org/officeDocument/2006/relationships/image" Target="../media/image2209.png"/><Relationship Id="rId379" Type="http://schemas.openxmlformats.org/officeDocument/2006/relationships/image" Target="../media/image2327.png"/><Relationship Id="rId7" Type="http://schemas.openxmlformats.org/officeDocument/2006/relationships/image" Target="../media/image2144.png"/><Relationship Id="rId183" Type="http://schemas.openxmlformats.org/officeDocument/2006/relationships/image" Target="../media/image2229.png"/><Relationship Id="rId239" Type="http://schemas.openxmlformats.org/officeDocument/2006/relationships/image" Target="../media/image2257.png"/><Relationship Id="rId390" Type="http://schemas.openxmlformats.org/officeDocument/2006/relationships/customXml" Target="../ink/ink2353.xml"/><Relationship Id="rId404" Type="http://schemas.openxmlformats.org/officeDocument/2006/relationships/customXml" Target="../ink/ink2360.xml"/><Relationship Id="rId250" Type="http://schemas.openxmlformats.org/officeDocument/2006/relationships/customXml" Target="../ink/ink2283.xml"/><Relationship Id="rId292" Type="http://schemas.openxmlformats.org/officeDocument/2006/relationships/customXml" Target="../ink/ink2304.xml"/><Relationship Id="rId306" Type="http://schemas.openxmlformats.org/officeDocument/2006/relationships/customXml" Target="../ink/ink2311.xml"/><Relationship Id="rId45" Type="http://schemas.openxmlformats.org/officeDocument/2006/relationships/image" Target="../media/image2163.png"/><Relationship Id="rId87" Type="http://schemas.openxmlformats.org/officeDocument/2006/relationships/image" Target="../media/image2183.png"/><Relationship Id="rId110" Type="http://schemas.openxmlformats.org/officeDocument/2006/relationships/customXml" Target="../ink/ink2213.xml"/><Relationship Id="rId348" Type="http://schemas.openxmlformats.org/officeDocument/2006/relationships/customXml" Target="../ink/ink2332.xml"/><Relationship Id="rId152" Type="http://schemas.openxmlformats.org/officeDocument/2006/relationships/customXml" Target="../ink/ink2234.xml"/><Relationship Id="rId194" Type="http://schemas.openxmlformats.org/officeDocument/2006/relationships/customXml" Target="../ink/ink2255.xml"/><Relationship Id="rId208" Type="http://schemas.openxmlformats.org/officeDocument/2006/relationships/customXml" Target="../ink/ink2262.xml"/><Relationship Id="rId415" Type="http://schemas.openxmlformats.org/officeDocument/2006/relationships/image" Target="../media/image2345.png"/><Relationship Id="rId261" Type="http://schemas.openxmlformats.org/officeDocument/2006/relationships/image" Target="../media/image2268.png"/><Relationship Id="rId14" Type="http://schemas.openxmlformats.org/officeDocument/2006/relationships/customXml" Target="../ink/ink2165.xml"/><Relationship Id="rId56" Type="http://schemas.openxmlformats.org/officeDocument/2006/relationships/customXml" Target="../ink/ink2186.xml"/><Relationship Id="rId317" Type="http://schemas.openxmlformats.org/officeDocument/2006/relationships/image" Target="../media/image2296.png"/><Relationship Id="rId359" Type="http://schemas.openxmlformats.org/officeDocument/2006/relationships/image" Target="../media/image2317.png"/><Relationship Id="rId98" Type="http://schemas.openxmlformats.org/officeDocument/2006/relationships/customXml" Target="../ink/ink2207.xml"/><Relationship Id="rId121" Type="http://schemas.openxmlformats.org/officeDocument/2006/relationships/image" Target="../media/image2200.png"/><Relationship Id="rId163" Type="http://schemas.openxmlformats.org/officeDocument/2006/relationships/image" Target="../media/image2220.png"/><Relationship Id="rId219" Type="http://schemas.openxmlformats.org/officeDocument/2006/relationships/image" Target="../media/image2247.png"/><Relationship Id="rId370" Type="http://schemas.openxmlformats.org/officeDocument/2006/relationships/customXml" Target="../ink/ink2343.xml"/><Relationship Id="rId230" Type="http://schemas.openxmlformats.org/officeDocument/2006/relationships/customXml" Target="../ink/ink2273.xml"/><Relationship Id="rId25" Type="http://schemas.openxmlformats.org/officeDocument/2006/relationships/image" Target="../media/image2153.png"/><Relationship Id="rId67" Type="http://schemas.openxmlformats.org/officeDocument/2006/relationships/image" Target="../media/image2174.png"/><Relationship Id="rId272" Type="http://schemas.openxmlformats.org/officeDocument/2006/relationships/customXml" Target="../ink/ink2294.xml"/><Relationship Id="rId328" Type="http://schemas.openxmlformats.org/officeDocument/2006/relationships/customXml" Target="../ink/ink2322.xml"/><Relationship Id="rId132" Type="http://schemas.openxmlformats.org/officeDocument/2006/relationships/customXml" Target="../ink/ink2224.xml"/><Relationship Id="rId174" Type="http://schemas.openxmlformats.org/officeDocument/2006/relationships/customXml" Target="../ink/ink2245.xml"/><Relationship Id="rId381" Type="http://schemas.openxmlformats.org/officeDocument/2006/relationships/image" Target="../media/image2328.png"/><Relationship Id="rId241" Type="http://schemas.openxmlformats.org/officeDocument/2006/relationships/image" Target="../media/image2258.png"/><Relationship Id="rId36" Type="http://schemas.openxmlformats.org/officeDocument/2006/relationships/customXml" Target="../ink/ink2176.xml"/><Relationship Id="rId283" Type="http://schemas.openxmlformats.org/officeDocument/2006/relationships/image" Target="../media/image2279.png"/><Relationship Id="rId339" Type="http://schemas.openxmlformats.org/officeDocument/2006/relationships/image" Target="../media/image2307.png"/><Relationship Id="rId78" Type="http://schemas.openxmlformats.org/officeDocument/2006/relationships/customXml" Target="../ink/ink2197.xml"/><Relationship Id="rId101" Type="http://schemas.openxmlformats.org/officeDocument/2006/relationships/image" Target="../media/image2190.png"/><Relationship Id="rId143" Type="http://schemas.openxmlformats.org/officeDocument/2006/relationships/image" Target="../media/image2210.png"/><Relationship Id="rId185" Type="http://schemas.openxmlformats.org/officeDocument/2006/relationships/image" Target="../media/image2230.png"/><Relationship Id="rId350" Type="http://schemas.openxmlformats.org/officeDocument/2006/relationships/customXml" Target="../ink/ink2333.xml"/><Relationship Id="rId406" Type="http://schemas.openxmlformats.org/officeDocument/2006/relationships/customXml" Target="../ink/ink2361.xml"/><Relationship Id="rId9" Type="http://schemas.openxmlformats.org/officeDocument/2006/relationships/image" Target="../media/image2145.png"/><Relationship Id="rId210" Type="http://schemas.openxmlformats.org/officeDocument/2006/relationships/customXml" Target="../ink/ink2263.xml"/><Relationship Id="rId392" Type="http://schemas.openxmlformats.org/officeDocument/2006/relationships/customXml" Target="../ink/ink2354.xml"/><Relationship Id="rId252" Type="http://schemas.openxmlformats.org/officeDocument/2006/relationships/customXml" Target="../ink/ink2284.xml"/><Relationship Id="rId294" Type="http://schemas.openxmlformats.org/officeDocument/2006/relationships/customXml" Target="../ink/ink2305.xml"/><Relationship Id="rId308" Type="http://schemas.openxmlformats.org/officeDocument/2006/relationships/customXml" Target="../ink/ink2312.xml"/><Relationship Id="rId47" Type="http://schemas.openxmlformats.org/officeDocument/2006/relationships/image" Target="../media/image2164.png"/><Relationship Id="rId89" Type="http://schemas.openxmlformats.org/officeDocument/2006/relationships/image" Target="../media/image2184.png"/><Relationship Id="rId112" Type="http://schemas.openxmlformats.org/officeDocument/2006/relationships/customXml" Target="../ink/ink2214.xml"/><Relationship Id="rId154" Type="http://schemas.openxmlformats.org/officeDocument/2006/relationships/customXml" Target="../ink/ink2235.xml"/><Relationship Id="rId361" Type="http://schemas.openxmlformats.org/officeDocument/2006/relationships/image" Target="../media/image2318.png"/><Relationship Id="rId196" Type="http://schemas.openxmlformats.org/officeDocument/2006/relationships/customXml" Target="../ink/ink2256.xml"/><Relationship Id="rId417" Type="http://schemas.openxmlformats.org/officeDocument/2006/relationships/image" Target="../media/image2346.png"/><Relationship Id="rId16" Type="http://schemas.openxmlformats.org/officeDocument/2006/relationships/customXml" Target="../ink/ink2166.xml"/><Relationship Id="rId221" Type="http://schemas.openxmlformats.org/officeDocument/2006/relationships/image" Target="../media/image2248.png"/><Relationship Id="rId263" Type="http://schemas.openxmlformats.org/officeDocument/2006/relationships/image" Target="../media/image2269.png"/><Relationship Id="rId319" Type="http://schemas.openxmlformats.org/officeDocument/2006/relationships/image" Target="../media/image2297.png"/><Relationship Id="rId58" Type="http://schemas.openxmlformats.org/officeDocument/2006/relationships/customXml" Target="../ink/ink2187.xml"/><Relationship Id="rId123" Type="http://schemas.openxmlformats.org/officeDocument/2006/relationships/image" Target="../media/image2201.png"/><Relationship Id="rId330" Type="http://schemas.openxmlformats.org/officeDocument/2006/relationships/customXml" Target="../ink/ink2323.xml"/><Relationship Id="rId165" Type="http://schemas.openxmlformats.org/officeDocument/2006/relationships/image" Target="../media/image2221.png"/><Relationship Id="rId372" Type="http://schemas.openxmlformats.org/officeDocument/2006/relationships/customXml" Target="../ink/ink2344.xml"/><Relationship Id="rId232" Type="http://schemas.openxmlformats.org/officeDocument/2006/relationships/customXml" Target="../ink/ink2274.xml"/><Relationship Id="rId274" Type="http://schemas.openxmlformats.org/officeDocument/2006/relationships/customXml" Target="../ink/ink2295.xml"/><Relationship Id="rId27" Type="http://schemas.openxmlformats.org/officeDocument/2006/relationships/image" Target="../media/image2154.png"/><Relationship Id="rId69" Type="http://schemas.openxmlformats.org/officeDocument/2006/relationships/image" Target="../media/image2175.png"/><Relationship Id="rId134" Type="http://schemas.openxmlformats.org/officeDocument/2006/relationships/customXml" Target="../ink/ink2225.xml"/><Relationship Id="rId80" Type="http://schemas.openxmlformats.org/officeDocument/2006/relationships/customXml" Target="../ink/ink2198.xml"/><Relationship Id="rId176" Type="http://schemas.openxmlformats.org/officeDocument/2006/relationships/customXml" Target="../ink/ink2246.xml"/><Relationship Id="rId341" Type="http://schemas.openxmlformats.org/officeDocument/2006/relationships/image" Target="../media/image2308.png"/><Relationship Id="rId383" Type="http://schemas.openxmlformats.org/officeDocument/2006/relationships/image" Target="../media/image2329.png"/><Relationship Id="rId201" Type="http://schemas.openxmlformats.org/officeDocument/2006/relationships/image" Target="../media/image2238.png"/><Relationship Id="rId243" Type="http://schemas.openxmlformats.org/officeDocument/2006/relationships/image" Target="../media/image2259.png"/><Relationship Id="rId285" Type="http://schemas.openxmlformats.org/officeDocument/2006/relationships/image" Target="../media/image2280.png"/><Relationship Id="rId17" Type="http://schemas.openxmlformats.org/officeDocument/2006/relationships/image" Target="../media/image2149.png"/><Relationship Id="rId38" Type="http://schemas.openxmlformats.org/officeDocument/2006/relationships/customXml" Target="../ink/ink2177.xml"/><Relationship Id="rId59" Type="http://schemas.openxmlformats.org/officeDocument/2006/relationships/image" Target="../media/image2170.png"/><Relationship Id="rId103" Type="http://schemas.openxmlformats.org/officeDocument/2006/relationships/image" Target="../media/image2191.png"/><Relationship Id="rId124" Type="http://schemas.openxmlformats.org/officeDocument/2006/relationships/customXml" Target="../ink/ink2220.xml"/><Relationship Id="rId310" Type="http://schemas.openxmlformats.org/officeDocument/2006/relationships/customXml" Target="../ink/ink2313.xml"/><Relationship Id="rId70" Type="http://schemas.openxmlformats.org/officeDocument/2006/relationships/customXml" Target="../ink/ink2193.xml"/><Relationship Id="rId91" Type="http://schemas.openxmlformats.org/officeDocument/2006/relationships/image" Target="../media/image2185.png"/><Relationship Id="rId145" Type="http://schemas.openxmlformats.org/officeDocument/2006/relationships/image" Target="../media/image2211.png"/><Relationship Id="rId166" Type="http://schemas.openxmlformats.org/officeDocument/2006/relationships/customXml" Target="../ink/ink2241.xml"/><Relationship Id="rId187" Type="http://schemas.openxmlformats.org/officeDocument/2006/relationships/image" Target="../media/image2231.png"/><Relationship Id="rId331" Type="http://schemas.openxmlformats.org/officeDocument/2006/relationships/image" Target="../media/image2303.png"/><Relationship Id="rId352" Type="http://schemas.openxmlformats.org/officeDocument/2006/relationships/customXml" Target="../ink/ink2334.xml"/><Relationship Id="rId373" Type="http://schemas.openxmlformats.org/officeDocument/2006/relationships/image" Target="../media/image2324.png"/><Relationship Id="rId394" Type="http://schemas.openxmlformats.org/officeDocument/2006/relationships/customXml" Target="../ink/ink2355.xml"/><Relationship Id="rId408" Type="http://schemas.openxmlformats.org/officeDocument/2006/relationships/customXml" Target="../ink/ink2362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64.xml"/><Relationship Id="rId233" Type="http://schemas.openxmlformats.org/officeDocument/2006/relationships/image" Target="../media/image2254.png"/><Relationship Id="rId254" Type="http://schemas.openxmlformats.org/officeDocument/2006/relationships/customXml" Target="../ink/ink2285.xml"/><Relationship Id="rId28" Type="http://schemas.openxmlformats.org/officeDocument/2006/relationships/customXml" Target="../ink/ink2172.xml"/><Relationship Id="rId49" Type="http://schemas.openxmlformats.org/officeDocument/2006/relationships/image" Target="../media/image2165.png"/><Relationship Id="rId114" Type="http://schemas.openxmlformats.org/officeDocument/2006/relationships/customXml" Target="../ink/ink2215.xml"/><Relationship Id="rId275" Type="http://schemas.openxmlformats.org/officeDocument/2006/relationships/image" Target="../media/image2275.png"/><Relationship Id="rId296" Type="http://schemas.openxmlformats.org/officeDocument/2006/relationships/customXml" Target="../ink/ink2306.xml"/><Relationship Id="rId300" Type="http://schemas.openxmlformats.org/officeDocument/2006/relationships/customXml" Target="../ink/ink2308.xml"/><Relationship Id="rId60" Type="http://schemas.openxmlformats.org/officeDocument/2006/relationships/customXml" Target="../ink/ink2188.xml"/><Relationship Id="rId81" Type="http://schemas.openxmlformats.org/officeDocument/2006/relationships/image" Target="../media/image2180.png"/><Relationship Id="rId135" Type="http://schemas.openxmlformats.org/officeDocument/2006/relationships/image" Target="../media/image2206.png"/><Relationship Id="rId156" Type="http://schemas.openxmlformats.org/officeDocument/2006/relationships/customXml" Target="../ink/ink2236.xml"/><Relationship Id="rId177" Type="http://schemas.openxmlformats.org/officeDocument/2006/relationships/image" Target="../media/image2226.png"/><Relationship Id="rId198" Type="http://schemas.openxmlformats.org/officeDocument/2006/relationships/customXml" Target="../ink/ink2257.xml"/><Relationship Id="rId321" Type="http://schemas.openxmlformats.org/officeDocument/2006/relationships/image" Target="../media/image2298.png"/><Relationship Id="rId342" Type="http://schemas.openxmlformats.org/officeDocument/2006/relationships/customXml" Target="../ink/ink2329.xml"/><Relationship Id="rId363" Type="http://schemas.openxmlformats.org/officeDocument/2006/relationships/image" Target="../media/image2319.png"/><Relationship Id="rId384" Type="http://schemas.openxmlformats.org/officeDocument/2006/relationships/customXml" Target="../ink/ink2350.xml"/><Relationship Id="rId419" Type="http://schemas.openxmlformats.org/officeDocument/2006/relationships/image" Target="../media/image2347.png"/><Relationship Id="rId202" Type="http://schemas.openxmlformats.org/officeDocument/2006/relationships/customXml" Target="../ink/ink2259.xml"/><Relationship Id="rId223" Type="http://schemas.openxmlformats.org/officeDocument/2006/relationships/image" Target="../media/image2249.png"/><Relationship Id="rId244" Type="http://schemas.openxmlformats.org/officeDocument/2006/relationships/customXml" Target="../ink/ink2280.xml"/><Relationship Id="rId18" Type="http://schemas.openxmlformats.org/officeDocument/2006/relationships/customXml" Target="../ink/ink2167.xml"/><Relationship Id="rId39" Type="http://schemas.openxmlformats.org/officeDocument/2006/relationships/image" Target="../media/image2160.png"/><Relationship Id="rId265" Type="http://schemas.openxmlformats.org/officeDocument/2006/relationships/image" Target="../media/image2270.png"/><Relationship Id="rId286" Type="http://schemas.openxmlformats.org/officeDocument/2006/relationships/customXml" Target="../ink/ink2301.xml"/><Relationship Id="rId50" Type="http://schemas.openxmlformats.org/officeDocument/2006/relationships/customXml" Target="../ink/ink2183.xml"/><Relationship Id="rId104" Type="http://schemas.openxmlformats.org/officeDocument/2006/relationships/customXml" Target="../ink/ink2210.xml"/><Relationship Id="rId125" Type="http://schemas.openxmlformats.org/officeDocument/2006/relationships/image" Target="../media/image1084.png"/><Relationship Id="rId146" Type="http://schemas.openxmlformats.org/officeDocument/2006/relationships/customXml" Target="../ink/ink2231.xml"/><Relationship Id="rId167" Type="http://schemas.openxmlformats.org/officeDocument/2006/relationships/image" Target="../media/image2222.png"/><Relationship Id="rId188" Type="http://schemas.openxmlformats.org/officeDocument/2006/relationships/customXml" Target="../ink/ink2252.xml"/><Relationship Id="rId311" Type="http://schemas.openxmlformats.org/officeDocument/2006/relationships/image" Target="../media/image2293.png"/><Relationship Id="rId332" Type="http://schemas.openxmlformats.org/officeDocument/2006/relationships/customXml" Target="../ink/ink2324.xml"/><Relationship Id="rId353" Type="http://schemas.openxmlformats.org/officeDocument/2006/relationships/image" Target="../media/image2314.png"/><Relationship Id="rId374" Type="http://schemas.openxmlformats.org/officeDocument/2006/relationships/customXml" Target="../ink/ink2345.xml"/><Relationship Id="rId395" Type="http://schemas.openxmlformats.org/officeDocument/2006/relationships/image" Target="../media/image2335.png"/><Relationship Id="rId409" Type="http://schemas.openxmlformats.org/officeDocument/2006/relationships/image" Target="../media/image2342.png"/><Relationship Id="rId71" Type="http://schemas.openxmlformats.org/officeDocument/2006/relationships/image" Target="../media/image70.png"/><Relationship Id="rId92" Type="http://schemas.openxmlformats.org/officeDocument/2006/relationships/customXml" Target="../ink/ink2204.xml"/><Relationship Id="rId213" Type="http://schemas.openxmlformats.org/officeDocument/2006/relationships/image" Target="../media/image2244.png"/><Relationship Id="rId234" Type="http://schemas.openxmlformats.org/officeDocument/2006/relationships/customXml" Target="../ink/ink2275.xml"/><Relationship Id="rId420" Type="http://schemas.openxmlformats.org/officeDocument/2006/relationships/customXml" Target="../ink/ink2368.xml"/><Relationship Id="rId2" Type="http://schemas.openxmlformats.org/officeDocument/2006/relationships/customXml" Target="../ink/ink2159.xml"/><Relationship Id="rId29" Type="http://schemas.openxmlformats.org/officeDocument/2006/relationships/image" Target="../media/image2155.png"/><Relationship Id="rId255" Type="http://schemas.openxmlformats.org/officeDocument/2006/relationships/image" Target="../media/image2265.png"/><Relationship Id="rId276" Type="http://schemas.openxmlformats.org/officeDocument/2006/relationships/customXml" Target="../ink/ink2296.xml"/><Relationship Id="rId297" Type="http://schemas.openxmlformats.org/officeDocument/2006/relationships/image" Target="../media/image2286.png"/><Relationship Id="rId40" Type="http://schemas.openxmlformats.org/officeDocument/2006/relationships/customXml" Target="../ink/ink2178.xml"/><Relationship Id="rId115" Type="http://schemas.openxmlformats.org/officeDocument/2006/relationships/image" Target="../media/image2197.png"/><Relationship Id="rId136" Type="http://schemas.openxmlformats.org/officeDocument/2006/relationships/customXml" Target="../ink/ink2226.xml"/><Relationship Id="rId157" Type="http://schemas.openxmlformats.org/officeDocument/2006/relationships/image" Target="../media/image2217.png"/><Relationship Id="rId178" Type="http://schemas.openxmlformats.org/officeDocument/2006/relationships/customXml" Target="../ink/ink2247.xml"/><Relationship Id="rId301" Type="http://schemas.openxmlformats.org/officeDocument/2006/relationships/image" Target="../media/image2288.png"/><Relationship Id="rId322" Type="http://schemas.openxmlformats.org/officeDocument/2006/relationships/customXml" Target="../ink/ink2319.xml"/><Relationship Id="rId343" Type="http://schemas.openxmlformats.org/officeDocument/2006/relationships/image" Target="../media/image2309.png"/><Relationship Id="rId364" Type="http://schemas.openxmlformats.org/officeDocument/2006/relationships/customXml" Target="../ink/ink2340.xml"/><Relationship Id="rId61" Type="http://schemas.openxmlformats.org/officeDocument/2006/relationships/image" Target="../media/image2171.png"/><Relationship Id="rId82" Type="http://schemas.openxmlformats.org/officeDocument/2006/relationships/customXml" Target="../ink/ink2199.xml"/><Relationship Id="rId199" Type="http://schemas.openxmlformats.org/officeDocument/2006/relationships/image" Target="../media/image2237.png"/><Relationship Id="rId203" Type="http://schemas.openxmlformats.org/officeDocument/2006/relationships/image" Target="../media/image2239.png"/><Relationship Id="rId385" Type="http://schemas.openxmlformats.org/officeDocument/2006/relationships/image" Target="../media/image2330.png"/><Relationship Id="rId19" Type="http://schemas.openxmlformats.org/officeDocument/2006/relationships/image" Target="../media/image2150.png"/><Relationship Id="rId224" Type="http://schemas.openxmlformats.org/officeDocument/2006/relationships/customXml" Target="../ink/ink2270.xml"/><Relationship Id="rId245" Type="http://schemas.openxmlformats.org/officeDocument/2006/relationships/image" Target="../media/image2260.png"/><Relationship Id="rId266" Type="http://schemas.openxmlformats.org/officeDocument/2006/relationships/customXml" Target="../ink/ink2291.xml"/><Relationship Id="rId287" Type="http://schemas.openxmlformats.org/officeDocument/2006/relationships/image" Target="../media/image2281.png"/><Relationship Id="rId410" Type="http://schemas.openxmlformats.org/officeDocument/2006/relationships/customXml" Target="../ink/ink2363.xml"/><Relationship Id="rId30" Type="http://schemas.openxmlformats.org/officeDocument/2006/relationships/customXml" Target="../ink/ink2173.xml"/><Relationship Id="rId105" Type="http://schemas.openxmlformats.org/officeDocument/2006/relationships/image" Target="../media/image2192.png"/><Relationship Id="rId126" Type="http://schemas.openxmlformats.org/officeDocument/2006/relationships/customXml" Target="../ink/ink2221.xml"/><Relationship Id="rId147" Type="http://schemas.openxmlformats.org/officeDocument/2006/relationships/image" Target="../media/image2212.png"/><Relationship Id="rId168" Type="http://schemas.openxmlformats.org/officeDocument/2006/relationships/customXml" Target="../ink/ink2242.xml"/><Relationship Id="rId312" Type="http://schemas.openxmlformats.org/officeDocument/2006/relationships/customXml" Target="../ink/ink2314.xml"/><Relationship Id="rId333" Type="http://schemas.openxmlformats.org/officeDocument/2006/relationships/image" Target="../media/image2304.png"/><Relationship Id="rId354" Type="http://schemas.openxmlformats.org/officeDocument/2006/relationships/customXml" Target="../ink/ink2335.xml"/><Relationship Id="rId51" Type="http://schemas.openxmlformats.org/officeDocument/2006/relationships/image" Target="../media/image2166.png"/><Relationship Id="rId72" Type="http://schemas.openxmlformats.org/officeDocument/2006/relationships/customXml" Target="../ink/ink2194.xml"/><Relationship Id="rId93" Type="http://schemas.openxmlformats.org/officeDocument/2006/relationships/image" Target="../media/image2186.png"/><Relationship Id="rId189" Type="http://schemas.openxmlformats.org/officeDocument/2006/relationships/image" Target="../media/image2232.png"/><Relationship Id="rId375" Type="http://schemas.openxmlformats.org/officeDocument/2006/relationships/image" Target="../media/image2325.png"/><Relationship Id="rId396" Type="http://schemas.openxmlformats.org/officeDocument/2006/relationships/customXml" Target="../ink/ink2356.xml"/><Relationship Id="rId3" Type="http://schemas.openxmlformats.org/officeDocument/2006/relationships/image" Target="../media/image2142.png"/><Relationship Id="rId214" Type="http://schemas.openxmlformats.org/officeDocument/2006/relationships/customXml" Target="../ink/ink2265.xml"/><Relationship Id="rId235" Type="http://schemas.openxmlformats.org/officeDocument/2006/relationships/image" Target="../media/image2255.png"/><Relationship Id="rId256" Type="http://schemas.openxmlformats.org/officeDocument/2006/relationships/customXml" Target="../ink/ink2286.xml"/><Relationship Id="rId277" Type="http://schemas.openxmlformats.org/officeDocument/2006/relationships/image" Target="../media/image2276.png"/><Relationship Id="rId298" Type="http://schemas.openxmlformats.org/officeDocument/2006/relationships/customXml" Target="../ink/ink2307.xml"/><Relationship Id="rId400" Type="http://schemas.openxmlformats.org/officeDocument/2006/relationships/customXml" Target="../ink/ink2358.xml"/><Relationship Id="rId421" Type="http://schemas.openxmlformats.org/officeDocument/2006/relationships/image" Target="../media/image2348.png"/><Relationship Id="rId116" Type="http://schemas.openxmlformats.org/officeDocument/2006/relationships/customXml" Target="../ink/ink2216.xml"/><Relationship Id="rId137" Type="http://schemas.openxmlformats.org/officeDocument/2006/relationships/image" Target="../media/image2207.png"/><Relationship Id="rId158" Type="http://schemas.openxmlformats.org/officeDocument/2006/relationships/customXml" Target="../ink/ink2237.xml"/><Relationship Id="rId302" Type="http://schemas.openxmlformats.org/officeDocument/2006/relationships/customXml" Target="../ink/ink2309.xml"/><Relationship Id="rId323" Type="http://schemas.openxmlformats.org/officeDocument/2006/relationships/image" Target="../media/image2299.png"/><Relationship Id="rId344" Type="http://schemas.openxmlformats.org/officeDocument/2006/relationships/customXml" Target="../ink/ink2330.xml"/><Relationship Id="rId20" Type="http://schemas.openxmlformats.org/officeDocument/2006/relationships/customXml" Target="../ink/ink2168.xml"/><Relationship Id="rId41" Type="http://schemas.openxmlformats.org/officeDocument/2006/relationships/image" Target="../media/image2161.png"/><Relationship Id="rId62" Type="http://schemas.openxmlformats.org/officeDocument/2006/relationships/customXml" Target="../ink/ink2189.xml"/><Relationship Id="rId83" Type="http://schemas.openxmlformats.org/officeDocument/2006/relationships/image" Target="../media/image2181.png"/><Relationship Id="rId179" Type="http://schemas.openxmlformats.org/officeDocument/2006/relationships/image" Target="../media/image2227.png"/><Relationship Id="rId365" Type="http://schemas.openxmlformats.org/officeDocument/2006/relationships/image" Target="../media/image2320.png"/><Relationship Id="rId386" Type="http://schemas.openxmlformats.org/officeDocument/2006/relationships/customXml" Target="../ink/ink2351.xml"/><Relationship Id="rId190" Type="http://schemas.openxmlformats.org/officeDocument/2006/relationships/customXml" Target="../ink/ink2253.xml"/><Relationship Id="rId204" Type="http://schemas.openxmlformats.org/officeDocument/2006/relationships/customXml" Target="../ink/ink2260.xml"/><Relationship Id="rId225" Type="http://schemas.openxmlformats.org/officeDocument/2006/relationships/image" Target="../media/image2250.png"/><Relationship Id="rId246" Type="http://schemas.openxmlformats.org/officeDocument/2006/relationships/customXml" Target="../ink/ink2281.xml"/><Relationship Id="rId267" Type="http://schemas.openxmlformats.org/officeDocument/2006/relationships/image" Target="../media/image2271.png"/><Relationship Id="rId288" Type="http://schemas.openxmlformats.org/officeDocument/2006/relationships/customXml" Target="../ink/ink2302.xml"/><Relationship Id="rId411" Type="http://schemas.openxmlformats.org/officeDocument/2006/relationships/image" Target="../media/image2343.png"/><Relationship Id="rId106" Type="http://schemas.openxmlformats.org/officeDocument/2006/relationships/customXml" Target="../ink/ink2211.xml"/><Relationship Id="rId127" Type="http://schemas.openxmlformats.org/officeDocument/2006/relationships/image" Target="../media/image2202.png"/><Relationship Id="rId313" Type="http://schemas.openxmlformats.org/officeDocument/2006/relationships/image" Target="../media/image2294.png"/><Relationship Id="rId10" Type="http://schemas.openxmlformats.org/officeDocument/2006/relationships/customXml" Target="../ink/ink2163.xml"/><Relationship Id="rId31" Type="http://schemas.openxmlformats.org/officeDocument/2006/relationships/image" Target="../media/image2156.png"/><Relationship Id="rId52" Type="http://schemas.openxmlformats.org/officeDocument/2006/relationships/customXml" Target="../ink/ink2184.xml"/><Relationship Id="rId73" Type="http://schemas.openxmlformats.org/officeDocument/2006/relationships/image" Target="../media/image2176.png"/><Relationship Id="rId94" Type="http://schemas.openxmlformats.org/officeDocument/2006/relationships/customXml" Target="../ink/ink2205.xml"/><Relationship Id="rId148" Type="http://schemas.openxmlformats.org/officeDocument/2006/relationships/customXml" Target="../ink/ink2232.xml"/><Relationship Id="rId169" Type="http://schemas.openxmlformats.org/officeDocument/2006/relationships/image" Target="../media/image993.png"/><Relationship Id="rId334" Type="http://schemas.openxmlformats.org/officeDocument/2006/relationships/customXml" Target="../ink/ink2325.xml"/><Relationship Id="rId355" Type="http://schemas.openxmlformats.org/officeDocument/2006/relationships/image" Target="../media/image2315.png"/><Relationship Id="rId376" Type="http://schemas.openxmlformats.org/officeDocument/2006/relationships/customXml" Target="../ink/ink2346.xml"/><Relationship Id="rId397" Type="http://schemas.openxmlformats.org/officeDocument/2006/relationships/image" Target="../media/image2336.png"/><Relationship Id="rId4" Type="http://schemas.openxmlformats.org/officeDocument/2006/relationships/customXml" Target="../ink/ink2160.xml"/><Relationship Id="rId180" Type="http://schemas.openxmlformats.org/officeDocument/2006/relationships/customXml" Target="../ink/ink2248.xml"/><Relationship Id="rId215" Type="http://schemas.openxmlformats.org/officeDocument/2006/relationships/image" Target="../media/image2245.png"/><Relationship Id="rId236" Type="http://schemas.openxmlformats.org/officeDocument/2006/relationships/customXml" Target="../ink/ink2276.xml"/><Relationship Id="rId257" Type="http://schemas.openxmlformats.org/officeDocument/2006/relationships/image" Target="../media/image2266.png"/><Relationship Id="rId278" Type="http://schemas.openxmlformats.org/officeDocument/2006/relationships/customXml" Target="../ink/ink2297.xml"/><Relationship Id="rId401" Type="http://schemas.openxmlformats.org/officeDocument/2006/relationships/image" Target="../media/image2338.png"/><Relationship Id="rId303" Type="http://schemas.openxmlformats.org/officeDocument/2006/relationships/image" Target="../media/image2289.png"/><Relationship Id="rId42" Type="http://schemas.openxmlformats.org/officeDocument/2006/relationships/customXml" Target="../ink/ink2179.xml"/><Relationship Id="rId84" Type="http://schemas.openxmlformats.org/officeDocument/2006/relationships/customXml" Target="../ink/ink2200.xml"/><Relationship Id="rId138" Type="http://schemas.openxmlformats.org/officeDocument/2006/relationships/customXml" Target="../ink/ink2227.xml"/><Relationship Id="rId345" Type="http://schemas.openxmlformats.org/officeDocument/2006/relationships/image" Target="../media/image2310.png"/><Relationship Id="rId387" Type="http://schemas.openxmlformats.org/officeDocument/2006/relationships/image" Target="../media/image2331.png"/><Relationship Id="rId191" Type="http://schemas.openxmlformats.org/officeDocument/2006/relationships/image" Target="../media/image2233.png"/><Relationship Id="rId205" Type="http://schemas.openxmlformats.org/officeDocument/2006/relationships/image" Target="../media/image2240.png"/><Relationship Id="rId247" Type="http://schemas.openxmlformats.org/officeDocument/2006/relationships/image" Target="../media/image2261.png"/><Relationship Id="rId412" Type="http://schemas.openxmlformats.org/officeDocument/2006/relationships/customXml" Target="../ink/ink2364.xml"/><Relationship Id="rId107" Type="http://schemas.openxmlformats.org/officeDocument/2006/relationships/image" Target="../media/image2193.png"/><Relationship Id="rId289" Type="http://schemas.openxmlformats.org/officeDocument/2006/relationships/image" Target="../media/image2282.png"/><Relationship Id="rId11" Type="http://schemas.openxmlformats.org/officeDocument/2006/relationships/image" Target="../media/image2146.png"/><Relationship Id="rId53" Type="http://schemas.openxmlformats.org/officeDocument/2006/relationships/image" Target="../media/image2167.png"/><Relationship Id="rId149" Type="http://schemas.openxmlformats.org/officeDocument/2006/relationships/image" Target="../media/image2213.png"/><Relationship Id="rId314" Type="http://schemas.openxmlformats.org/officeDocument/2006/relationships/customXml" Target="../ink/ink2315.xml"/><Relationship Id="rId356" Type="http://schemas.openxmlformats.org/officeDocument/2006/relationships/customXml" Target="../ink/ink2336.xml"/><Relationship Id="rId398" Type="http://schemas.openxmlformats.org/officeDocument/2006/relationships/customXml" Target="../ink/ink2357.xml"/><Relationship Id="rId95" Type="http://schemas.openxmlformats.org/officeDocument/2006/relationships/image" Target="../media/image2187.png"/><Relationship Id="rId160" Type="http://schemas.openxmlformats.org/officeDocument/2006/relationships/customXml" Target="../ink/ink2238.xml"/><Relationship Id="rId216" Type="http://schemas.openxmlformats.org/officeDocument/2006/relationships/customXml" Target="../ink/ink2266.xml"/><Relationship Id="rId258" Type="http://schemas.openxmlformats.org/officeDocument/2006/relationships/customXml" Target="../ink/ink2287.xml"/><Relationship Id="rId22" Type="http://schemas.openxmlformats.org/officeDocument/2006/relationships/customXml" Target="../ink/ink2169.xml"/><Relationship Id="rId64" Type="http://schemas.openxmlformats.org/officeDocument/2006/relationships/customXml" Target="../ink/ink2190.xml"/><Relationship Id="rId118" Type="http://schemas.openxmlformats.org/officeDocument/2006/relationships/customXml" Target="../ink/ink2217.xml"/><Relationship Id="rId325" Type="http://schemas.openxmlformats.org/officeDocument/2006/relationships/image" Target="../media/image2300.png"/><Relationship Id="rId367" Type="http://schemas.openxmlformats.org/officeDocument/2006/relationships/image" Target="../media/image2321.png"/><Relationship Id="rId171" Type="http://schemas.openxmlformats.org/officeDocument/2006/relationships/image" Target="../media/image2223.png"/><Relationship Id="rId227" Type="http://schemas.openxmlformats.org/officeDocument/2006/relationships/image" Target="../media/image2251.png"/><Relationship Id="rId269" Type="http://schemas.openxmlformats.org/officeDocument/2006/relationships/image" Target="../media/image2272.png"/><Relationship Id="rId33" Type="http://schemas.openxmlformats.org/officeDocument/2006/relationships/image" Target="../media/image2157.png"/><Relationship Id="rId129" Type="http://schemas.openxmlformats.org/officeDocument/2006/relationships/image" Target="../media/image2203.png"/><Relationship Id="rId280" Type="http://schemas.openxmlformats.org/officeDocument/2006/relationships/customXml" Target="../ink/ink2298.xml"/><Relationship Id="rId336" Type="http://schemas.openxmlformats.org/officeDocument/2006/relationships/customXml" Target="../ink/ink2326.xml"/><Relationship Id="rId75" Type="http://schemas.openxmlformats.org/officeDocument/2006/relationships/image" Target="../media/image2177.png"/><Relationship Id="rId140" Type="http://schemas.openxmlformats.org/officeDocument/2006/relationships/customXml" Target="../ink/ink2228.xml"/><Relationship Id="rId182" Type="http://schemas.openxmlformats.org/officeDocument/2006/relationships/customXml" Target="../ink/ink2249.xml"/><Relationship Id="rId378" Type="http://schemas.openxmlformats.org/officeDocument/2006/relationships/customXml" Target="../ink/ink2347.xml"/><Relationship Id="rId403" Type="http://schemas.openxmlformats.org/officeDocument/2006/relationships/image" Target="../media/image2339.png"/><Relationship Id="rId6" Type="http://schemas.openxmlformats.org/officeDocument/2006/relationships/customXml" Target="../ink/ink2161.xml"/><Relationship Id="rId238" Type="http://schemas.openxmlformats.org/officeDocument/2006/relationships/customXml" Target="../ink/ink2277.xml"/><Relationship Id="rId291" Type="http://schemas.openxmlformats.org/officeDocument/2006/relationships/image" Target="../media/image2283.png"/><Relationship Id="rId305" Type="http://schemas.openxmlformats.org/officeDocument/2006/relationships/image" Target="../media/image2290.png"/><Relationship Id="rId347" Type="http://schemas.openxmlformats.org/officeDocument/2006/relationships/image" Target="../media/image2311.png"/><Relationship Id="rId44" Type="http://schemas.openxmlformats.org/officeDocument/2006/relationships/customXml" Target="../ink/ink2180.xml"/><Relationship Id="rId86" Type="http://schemas.openxmlformats.org/officeDocument/2006/relationships/customXml" Target="../ink/ink2201.xml"/><Relationship Id="rId151" Type="http://schemas.openxmlformats.org/officeDocument/2006/relationships/image" Target="../media/image2214.png"/><Relationship Id="rId389" Type="http://schemas.openxmlformats.org/officeDocument/2006/relationships/image" Target="../media/image2332.png"/><Relationship Id="rId193" Type="http://schemas.openxmlformats.org/officeDocument/2006/relationships/image" Target="../media/image2234.png"/><Relationship Id="rId207" Type="http://schemas.openxmlformats.org/officeDocument/2006/relationships/image" Target="../media/image2241.png"/><Relationship Id="rId249" Type="http://schemas.openxmlformats.org/officeDocument/2006/relationships/image" Target="../media/image2262.png"/><Relationship Id="rId414" Type="http://schemas.openxmlformats.org/officeDocument/2006/relationships/customXml" Target="../ink/ink2365.xml"/><Relationship Id="rId13" Type="http://schemas.openxmlformats.org/officeDocument/2006/relationships/image" Target="../media/image2147.png"/><Relationship Id="rId109" Type="http://schemas.openxmlformats.org/officeDocument/2006/relationships/image" Target="../media/image2194.png"/><Relationship Id="rId260" Type="http://schemas.openxmlformats.org/officeDocument/2006/relationships/customXml" Target="../ink/ink2288.xml"/><Relationship Id="rId316" Type="http://schemas.openxmlformats.org/officeDocument/2006/relationships/customXml" Target="../ink/ink2316.xml"/><Relationship Id="rId55" Type="http://schemas.openxmlformats.org/officeDocument/2006/relationships/image" Target="../media/image2168.png"/><Relationship Id="rId97" Type="http://schemas.openxmlformats.org/officeDocument/2006/relationships/image" Target="../media/image2188.png"/><Relationship Id="rId120" Type="http://schemas.openxmlformats.org/officeDocument/2006/relationships/customXml" Target="../ink/ink2218.xml"/><Relationship Id="rId358" Type="http://schemas.openxmlformats.org/officeDocument/2006/relationships/customXml" Target="../ink/ink2337.xml"/><Relationship Id="rId162" Type="http://schemas.openxmlformats.org/officeDocument/2006/relationships/customXml" Target="../ink/ink2239.xml"/><Relationship Id="rId218" Type="http://schemas.openxmlformats.org/officeDocument/2006/relationships/customXml" Target="../ink/ink2267.xml"/><Relationship Id="rId271" Type="http://schemas.openxmlformats.org/officeDocument/2006/relationships/image" Target="../media/image2273.png"/><Relationship Id="rId24" Type="http://schemas.openxmlformats.org/officeDocument/2006/relationships/customXml" Target="../ink/ink2170.xml"/><Relationship Id="rId66" Type="http://schemas.openxmlformats.org/officeDocument/2006/relationships/customXml" Target="../ink/ink2191.xml"/><Relationship Id="rId131" Type="http://schemas.openxmlformats.org/officeDocument/2006/relationships/image" Target="../media/image2204.png"/><Relationship Id="rId327" Type="http://schemas.openxmlformats.org/officeDocument/2006/relationships/image" Target="../media/image2301.png"/><Relationship Id="rId369" Type="http://schemas.openxmlformats.org/officeDocument/2006/relationships/image" Target="../media/image2322.png"/><Relationship Id="rId173" Type="http://schemas.openxmlformats.org/officeDocument/2006/relationships/image" Target="../media/image2224.png"/><Relationship Id="rId229" Type="http://schemas.openxmlformats.org/officeDocument/2006/relationships/image" Target="../media/image2252.png"/><Relationship Id="rId380" Type="http://schemas.openxmlformats.org/officeDocument/2006/relationships/customXml" Target="../ink/ink2348.xml"/><Relationship Id="rId240" Type="http://schemas.openxmlformats.org/officeDocument/2006/relationships/customXml" Target="../ink/ink2278.xml"/><Relationship Id="rId35" Type="http://schemas.openxmlformats.org/officeDocument/2006/relationships/image" Target="../media/image2158.png"/><Relationship Id="rId77" Type="http://schemas.openxmlformats.org/officeDocument/2006/relationships/image" Target="../media/image2178.png"/><Relationship Id="rId100" Type="http://schemas.openxmlformats.org/officeDocument/2006/relationships/customXml" Target="../ink/ink2208.xml"/><Relationship Id="rId282" Type="http://schemas.openxmlformats.org/officeDocument/2006/relationships/customXml" Target="../ink/ink2299.xml"/><Relationship Id="rId338" Type="http://schemas.openxmlformats.org/officeDocument/2006/relationships/customXml" Target="../ink/ink2327.xml"/><Relationship Id="rId8" Type="http://schemas.openxmlformats.org/officeDocument/2006/relationships/customXml" Target="../ink/ink2162.xml"/><Relationship Id="rId142" Type="http://schemas.openxmlformats.org/officeDocument/2006/relationships/customXml" Target="../ink/ink2229.xml"/><Relationship Id="rId184" Type="http://schemas.openxmlformats.org/officeDocument/2006/relationships/customXml" Target="../ink/ink2250.xml"/><Relationship Id="rId391" Type="http://schemas.openxmlformats.org/officeDocument/2006/relationships/image" Target="../media/image2333.png"/><Relationship Id="rId405" Type="http://schemas.openxmlformats.org/officeDocument/2006/relationships/image" Target="../media/image2340.png"/><Relationship Id="rId251" Type="http://schemas.openxmlformats.org/officeDocument/2006/relationships/image" Target="../media/image2263.png"/><Relationship Id="rId46" Type="http://schemas.openxmlformats.org/officeDocument/2006/relationships/customXml" Target="../ink/ink2181.xml"/><Relationship Id="rId293" Type="http://schemas.openxmlformats.org/officeDocument/2006/relationships/image" Target="../media/image2284.png"/><Relationship Id="rId307" Type="http://schemas.openxmlformats.org/officeDocument/2006/relationships/image" Target="../media/image2291.png"/><Relationship Id="rId349" Type="http://schemas.openxmlformats.org/officeDocument/2006/relationships/image" Target="../media/image2312.png"/><Relationship Id="rId88" Type="http://schemas.openxmlformats.org/officeDocument/2006/relationships/customXml" Target="../ink/ink2202.xml"/><Relationship Id="rId111" Type="http://schemas.openxmlformats.org/officeDocument/2006/relationships/image" Target="../media/image2195.png"/><Relationship Id="rId153" Type="http://schemas.openxmlformats.org/officeDocument/2006/relationships/image" Target="../media/image2215.png"/><Relationship Id="rId195" Type="http://schemas.openxmlformats.org/officeDocument/2006/relationships/image" Target="../media/image2235.png"/><Relationship Id="rId209" Type="http://schemas.openxmlformats.org/officeDocument/2006/relationships/image" Target="../media/image2242.png"/><Relationship Id="rId360" Type="http://schemas.openxmlformats.org/officeDocument/2006/relationships/customXml" Target="../ink/ink2338.xml"/><Relationship Id="rId416" Type="http://schemas.openxmlformats.org/officeDocument/2006/relationships/customXml" Target="../ink/ink2366.xml"/><Relationship Id="rId220" Type="http://schemas.openxmlformats.org/officeDocument/2006/relationships/customXml" Target="../ink/ink2268.xml"/><Relationship Id="rId15" Type="http://schemas.openxmlformats.org/officeDocument/2006/relationships/image" Target="../media/image2148.png"/><Relationship Id="rId57" Type="http://schemas.openxmlformats.org/officeDocument/2006/relationships/image" Target="../media/image2169.png"/><Relationship Id="rId262" Type="http://schemas.openxmlformats.org/officeDocument/2006/relationships/customXml" Target="../ink/ink2289.xml"/><Relationship Id="rId318" Type="http://schemas.openxmlformats.org/officeDocument/2006/relationships/customXml" Target="../ink/ink2317.xml"/><Relationship Id="rId99" Type="http://schemas.openxmlformats.org/officeDocument/2006/relationships/image" Target="../media/image2189.png"/><Relationship Id="rId122" Type="http://schemas.openxmlformats.org/officeDocument/2006/relationships/customXml" Target="../ink/ink2219.xml"/><Relationship Id="rId164" Type="http://schemas.openxmlformats.org/officeDocument/2006/relationships/customXml" Target="../ink/ink2240.xml"/><Relationship Id="rId371" Type="http://schemas.openxmlformats.org/officeDocument/2006/relationships/image" Target="../media/image2323.png"/><Relationship Id="rId26" Type="http://schemas.openxmlformats.org/officeDocument/2006/relationships/customXml" Target="../ink/ink2171.xml"/><Relationship Id="rId231" Type="http://schemas.openxmlformats.org/officeDocument/2006/relationships/image" Target="../media/image2253.png"/><Relationship Id="rId273" Type="http://schemas.openxmlformats.org/officeDocument/2006/relationships/image" Target="../media/image2274.png"/><Relationship Id="rId329" Type="http://schemas.openxmlformats.org/officeDocument/2006/relationships/image" Target="../media/image2302.png"/><Relationship Id="rId68" Type="http://schemas.openxmlformats.org/officeDocument/2006/relationships/customXml" Target="../ink/ink2192.xml"/><Relationship Id="rId133" Type="http://schemas.openxmlformats.org/officeDocument/2006/relationships/image" Target="../media/image2205.png"/><Relationship Id="rId175" Type="http://schemas.openxmlformats.org/officeDocument/2006/relationships/image" Target="../media/image2225.png"/><Relationship Id="rId340" Type="http://schemas.openxmlformats.org/officeDocument/2006/relationships/customXml" Target="../ink/ink2328.xml"/><Relationship Id="rId200" Type="http://schemas.openxmlformats.org/officeDocument/2006/relationships/customXml" Target="../ink/ink2258.xml"/><Relationship Id="rId382" Type="http://schemas.openxmlformats.org/officeDocument/2006/relationships/customXml" Target="../ink/ink2349.xml"/><Relationship Id="rId242" Type="http://schemas.openxmlformats.org/officeDocument/2006/relationships/customXml" Target="../ink/ink2279.xml"/><Relationship Id="rId284" Type="http://schemas.openxmlformats.org/officeDocument/2006/relationships/customXml" Target="../ink/ink2300.xml"/><Relationship Id="rId37" Type="http://schemas.openxmlformats.org/officeDocument/2006/relationships/image" Target="../media/image2159.png"/><Relationship Id="rId79" Type="http://schemas.openxmlformats.org/officeDocument/2006/relationships/image" Target="../media/image2179.png"/><Relationship Id="rId102" Type="http://schemas.openxmlformats.org/officeDocument/2006/relationships/customXml" Target="../ink/ink2209.xml"/><Relationship Id="rId144" Type="http://schemas.openxmlformats.org/officeDocument/2006/relationships/customXml" Target="../ink/ink2230.xml"/><Relationship Id="rId90" Type="http://schemas.openxmlformats.org/officeDocument/2006/relationships/customXml" Target="../ink/ink2203.xml"/><Relationship Id="rId186" Type="http://schemas.openxmlformats.org/officeDocument/2006/relationships/customXml" Target="../ink/ink2251.xml"/><Relationship Id="rId351" Type="http://schemas.openxmlformats.org/officeDocument/2006/relationships/image" Target="../media/image2313.png"/><Relationship Id="rId393" Type="http://schemas.openxmlformats.org/officeDocument/2006/relationships/image" Target="../media/image2334.png"/><Relationship Id="rId407" Type="http://schemas.openxmlformats.org/officeDocument/2006/relationships/image" Target="../media/image2341.png"/><Relationship Id="rId211" Type="http://schemas.openxmlformats.org/officeDocument/2006/relationships/image" Target="../media/image2243.png"/><Relationship Id="rId253" Type="http://schemas.openxmlformats.org/officeDocument/2006/relationships/image" Target="../media/image2264.png"/><Relationship Id="rId295" Type="http://schemas.openxmlformats.org/officeDocument/2006/relationships/image" Target="../media/image2285.png"/><Relationship Id="rId309" Type="http://schemas.openxmlformats.org/officeDocument/2006/relationships/image" Target="../media/image2292.png"/><Relationship Id="rId48" Type="http://schemas.openxmlformats.org/officeDocument/2006/relationships/customXml" Target="../ink/ink2182.xml"/><Relationship Id="rId113" Type="http://schemas.openxmlformats.org/officeDocument/2006/relationships/image" Target="../media/image2196.png"/><Relationship Id="rId320" Type="http://schemas.openxmlformats.org/officeDocument/2006/relationships/customXml" Target="../ink/ink2318.xml"/><Relationship Id="rId155" Type="http://schemas.openxmlformats.org/officeDocument/2006/relationships/image" Target="../media/image2216.png"/><Relationship Id="rId197" Type="http://schemas.openxmlformats.org/officeDocument/2006/relationships/image" Target="../media/image2236.png"/><Relationship Id="rId362" Type="http://schemas.openxmlformats.org/officeDocument/2006/relationships/customXml" Target="../ink/ink2339.xml"/><Relationship Id="rId418" Type="http://schemas.openxmlformats.org/officeDocument/2006/relationships/customXml" Target="../ink/ink2367.xml"/><Relationship Id="rId222" Type="http://schemas.openxmlformats.org/officeDocument/2006/relationships/customXml" Target="../ink/ink2269.xml"/><Relationship Id="rId264" Type="http://schemas.openxmlformats.org/officeDocument/2006/relationships/customXml" Target="../ink/ink2290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06.png"/><Relationship Id="rId21" Type="http://schemas.openxmlformats.org/officeDocument/2006/relationships/image" Target="../media/image2358.png"/><Relationship Id="rId42" Type="http://schemas.openxmlformats.org/officeDocument/2006/relationships/customXml" Target="../ink/ink2389.xml"/><Relationship Id="rId63" Type="http://schemas.openxmlformats.org/officeDocument/2006/relationships/image" Target="../media/image2379.png"/><Relationship Id="rId84" Type="http://schemas.openxmlformats.org/officeDocument/2006/relationships/customXml" Target="../ink/ink2410.xml"/><Relationship Id="rId138" Type="http://schemas.openxmlformats.org/officeDocument/2006/relationships/customXml" Target="../ink/ink2437.xml"/><Relationship Id="rId159" Type="http://schemas.openxmlformats.org/officeDocument/2006/relationships/image" Target="../media/image2427.png"/><Relationship Id="rId170" Type="http://schemas.openxmlformats.org/officeDocument/2006/relationships/customXml" Target="../ink/ink2453.xml"/><Relationship Id="rId191" Type="http://schemas.openxmlformats.org/officeDocument/2006/relationships/image" Target="../media/image2443.png"/><Relationship Id="rId205" Type="http://schemas.openxmlformats.org/officeDocument/2006/relationships/image" Target="../media/image2450.png"/><Relationship Id="rId226" Type="http://schemas.openxmlformats.org/officeDocument/2006/relationships/customXml" Target="../ink/ink2481.xml"/><Relationship Id="rId107" Type="http://schemas.openxmlformats.org/officeDocument/2006/relationships/image" Target="../media/image2401.png"/><Relationship Id="rId11" Type="http://schemas.openxmlformats.org/officeDocument/2006/relationships/image" Target="../media/image2353.png"/><Relationship Id="rId32" Type="http://schemas.openxmlformats.org/officeDocument/2006/relationships/customXml" Target="../ink/ink2384.xml"/><Relationship Id="rId53" Type="http://schemas.openxmlformats.org/officeDocument/2006/relationships/image" Target="../media/image2374.png"/><Relationship Id="rId74" Type="http://schemas.openxmlformats.org/officeDocument/2006/relationships/customXml" Target="../ink/ink2405.xml"/><Relationship Id="rId128" Type="http://schemas.openxmlformats.org/officeDocument/2006/relationships/customXml" Target="../ink/ink2432.xml"/><Relationship Id="rId149" Type="http://schemas.openxmlformats.org/officeDocument/2006/relationships/image" Target="../media/image2422.png"/><Relationship Id="rId5" Type="http://schemas.openxmlformats.org/officeDocument/2006/relationships/image" Target="../media/image2350.png"/><Relationship Id="rId95" Type="http://schemas.openxmlformats.org/officeDocument/2006/relationships/image" Target="../media/image2395.png"/><Relationship Id="rId160" Type="http://schemas.openxmlformats.org/officeDocument/2006/relationships/customXml" Target="../ink/ink2448.xml"/><Relationship Id="rId181" Type="http://schemas.openxmlformats.org/officeDocument/2006/relationships/image" Target="../media/image2438.png"/><Relationship Id="rId216" Type="http://schemas.openxmlformats.org/officeDocument/2006/relationships/customXml" Target="../ink/ink2476.xml"/><Relationship Id="rId22" Type="http://schemas.openxmlformats.org/officeDocument/2006/relationships/customXml" Target="../ink/ink2379.xml"/><Relationship Id="rId43" Type="http://schemas.openxmlformats.org/officeDocument/2006/relationships/image" Target="../media/image2369.png"/><Relationship Id="rId64" Type="http://schemas.openxmlformats.org/officeDocument/2006/relationships/customXml" Target="../ink/ink2400.xml"/><Relationship Id="rId118" Type="http://schemas.openxmlformats.org/officeDocument/2006/relationships/customXml" Target="../ink/ink2427.xml"/><Relationship Id="rId139" Type="http://schemas.openxmlformats.org/officeDocument/2006/relationships/image" Target="../media/image2417.png"/><Relationship Id="rId85" Type="http://schemas.openxmlformats.org/officeDocument/2006/relationships/image" Target="../media/image2390.png"/><Relationship Id="rId150" Type="http://schemas.openxmlformats.org/officeDocument/2006/relationships/customXml" Target="../ink/ink2443.xml"/><Relationship Id="rId171" Type="http://schemas.openxmlformats.org/officeDocument/2006/relationships/image" Target="../media/image2433.png"/><Relationship Id="rId192" Type="http://schemas.openxmlformats.org/officeDocument/2006/relationships/customXml" Target="../ink/ink2464.xml"/><Relationship Id="rId206" Type="http://schemas.openxmlformats.org/officeDocument/2006/relationships/customXml" Target="../ink/ink2471.xml"/><Relationship Id="rId227" Type="http://schemas.openxmlformats.org/officeDocument/2006/relationships/image" Target="../media/image2461.png"/><Relationship Id="rId12" Type="http://schemas.openxmlformats.org/officeDocument/2006/relationships/customXml" Target="../ink/ink2374.xml"/><Relationship Id="rId33" Type="http://schemas.openxmlformats.org/officeDocument/2006/relationships/image" Target="../media/image2364.png"/><Relationship Id="rId108" Type="http://schemas.openxmlformats.org/officeDocument/2006/relationships/customXml" Target="../ink/ink2422.xml"/><Relationship Id="rId129" Type="http://schemas.openxmlformats.org/officeDocument/2006/relationships/image" Target="../media/image2412.png"/><Relationship Id="rId54" Type="http://schemas.openxmlformats.org/officeDocument/2006/relationships/customXml" Target="../ink/ink2395.xml"/><Relationship Id="rId75" Type="http://schemas.openxmlformats.org/officeDocument/2006/relationships/image" Target="../media/image2385.png"/><Relationship Id="rId96" Type="http://schemas.openxmlformats.org/officeDocument/2006/relationships/customXml" Target="../ink/ink2416.xml"/><Relationship Id="rId140" Type="http://schemas.openxmlformats.org/officeDocument/2006/relationships/customXml" Target="../ink/ink2438.xml"/><Relationship Id="rId161" Type="http://schemas.openxmlformats.org/officeDocument/2006/relationships/image" Target="../media/image2428.png"/><Relationship Id="rId182" Type="http://schemas.openxmlformats.org/officeDocument/2006/relationships/customXml" Target="../ink/ink2459.xml"/><Relationship Id="rId217" Type="http://schemas.openxmlformats.org/officeDocument/2006/relationships/image" Target="../media/image2456.png"/><Relationship Id="rId6" Type="http://schemas.openxmlformats.org/officeDocument/2006/relationships/customXml" Target="../ink/ink2371.xml"/><Relationship Id="rId23" Type="http://schemas.openxmlformats.org/officeDocument/2006/relationships/image" Target="../media/image2359.png"/><Relationship Id="rId119" Type="http://schemas.openxmlformats.org/officeDocument/2006/relationships/image" Target="../media/image2407.png"/><Relationship Id="rId44" Type="http://schemas.openxmlformats.org/officeDocument/2006/relationships/customXml" Target="../ink/ink2390.xml"/><Relationship Id="rId65" Type="http://schemas.openxmlformats.org/officeDocument/2006/relationships/image" Target="../media/image2380.png"/><Relationship Id="rId86" Type="http://schemas.openxmlformats.org/officeDocument/2006/relationships/customXml" Target="../ink/ink2411.xml"/><Relationship Id="rId130" Type="http://schemas.openxmlformats.org/officeDocument/2006/relationships/customXml" Target="../ink/ink2433.xml"/><Relationship Id="rId151" Type="http://schemas.openxmlformats.org/officeDocument/2006/relationships/image" Target="../media/image2423.png"/><Relationship Id="rId172" Type="http://schemas.openxmlformats.org/officeDocument/2006/relationships/customXml" Target="../ink/ink2454.xml"/><Relationship Id="rId193" Type="http://schemas.openxmlformats.org/officeDocument/2006/relationships/image" Target="../media/image2444.png"/><Relationship Id="rId207" Type="http://schemas.openxmlformats.org/officeDocument/2006/relationships/image" Target="../media/image2451.png"/><Relationship Id="rId228" Type="http://schemas.openxmlformats.org/officeDocument/2006/relationships/customXml" Target="../ink/ink2482.xml"/><Relationship Id="rId13" Type="http://schemas.openxmlformats.org/officeDocument/2006/relationships/image" Target="../media/image2354.png"/><Relationship Id="rId109" Type="http://schemas.openxmlformats.org/officeDocument/2006/relationships/image" Target="../media/image2402.png"/><Relationship Id="rId34" Type="http://schemas.openxmlformats.org/officeDocument/2006/relationships/customXml" Target="../ink/ink2385.xml"/><Relationship Id="rId55" Type="http://schemas.openxmlformats.org/officeDocument/2006/relationships/image" Target="../media/image2375.png"/><Relationship Id="rId76" Type="http://schemas.openxmlformats.org/officeDocument/2006/relationships/customXml" Target="../ink/ink2406.xml"/><Relationship Id="rId97" Type="http://schemas.openxmlformats.org/officeDocument/2006/relationships/image" Target="../media/image2396.png"/><Relationship Id="rId120" Type="http://schemas.openxmlformats.org/officeDocument/2006/relationships/customXml" Target="../ink/ink2428.xml"/><Relationship Id="rId141" Type="http://schemas.openxmlformats.org/officeDocument/2006/relationships/image" Target="../media/image2418.png"/><Relationship Id="rId7" Type="http://schemas.openxmlformats.org/officeDocument/2006/relationships/image" Target="../media/image2351.png"/><Relationship Id="rId162" Type="http://schemas.openxmlformats.org/officeDocument/2006/relationships/customXml" Target="../ink/ink2449.xml"/><Relationship Id="rId183" Type="http://schemas.openxmlformats.org/officeDocument/2006/relationships/image" Target="../media/image2439.png"/><Relationship Id="rId218" Type="http://schemas.openxmlformats.org/officeDocument/2006/relationships/customXml" Target="../ink/ink2477.xml"/><Relationship Id="rId24" Type="http://schemas.openxmlformats.org/officeDocument/2006/relationships/customXml" Target="../ink/ink2380.xml"/><Relationship Id="rId45" Type="http://schemas.openxmlformats.org/officeDocument/2006/relationships/image" Target="../media/image2370.png"/><Relationship Id="rId66" Type="http://schemas.openxmlformats.org/officeDocument/2006/relationships/customXml" Target="../ink/ink2401.xml"/><Relationship Id="rId87" Type="http://schemas.openxmlformats.org/officeDocument/2006/relationships/image" Target="../media/image2391.png"/><Relationship Id="rId110" Type="http://schemas.openxmlformats.org/officeDocument/2006/relationships/customXml" Target="../ink/ink2423.xml"/><Relationship Id="rId131" Type="http://schemas.openxmlformats.org/officeDocument/2006/relationships/image" Target="../media/image2413.png"/><Relationship Id="rId152" Type="http://schemas.openxmlformats.org/officeDocument/2006/relationships/customXml" Target="../ink/ink2444.xml"/><Relationship Id="rId173" Type="http://schemas.openxmlformats.org/officeDocument/2006/relationships/image" Target="../media/image2434.png"/><Relationship Id="rId194" Type="http://schemas.openxmlformats.org/officeDocument/2006/relationships/customXml" Target="../ink/ink2465.xml"/><Relationship Id="rId208" Type="http://schemas.openxmlformats.org/officeDocument/2006/relationships/customXml" Target="../ink/ink2472.xml"/><Relationship Id="rId229" Type="http://schemas.openxmlformats.org/officeDocument/2006/relationships/image" Target="../media/image2462.png"/><Relationship Id="rId14" Type="http://schemas.openxmlformats.org/officeDocument/2006/relationships/customXml" Target="../ink/ink2375.xml"/><Relationship Id="rId35" Type="http://schemas.openxmlformats.org/officeDocument/2006/relationships/image" Target="../media/image2365.png"/><Relationship Id="rId56" Type="http://schemas.openxmlformats.org/officeDocument/2006/relationships/customXml" Target="../ink/ink2396.xml"/><Relationship Id="rId77" Type="http://schemas.openxmlformats.org/officeDocument/2006/relationships/image" Target="../media/image2386.png"/><Relationship Id="rId100" Type="http://schemas.openxmlformats.org/officeDocument/2006/relationships/customXml" Target="../ink/ink2418.xml"/><Relationship Id="rId8" Type="http://schemas.openxmlformats.org/officeDocument/2006/relationships/customXml" Target="../ink/ink2372.xml"/><Relationship Id="rId98" Type="http://schemas.openxmlformats.org/officeDocument/2006/relationships/customXml" Target="../ink/ink2417.xml"/><Relationship Id="rId121" Type="http://schemas.openxmlformats.org/officeDocument/2006/relationships/image" Target="../media/image2408.png"/><Relationship Id="rId142" Type="http://schemas.openxmlformats.org/officeDocument/2006/relationships/customXml" Target="../ink/ink2439.xml"/><Relationship Id="rId163" Type="http://schemas.openxmlformats.org/officeDocument/2006/relationships/image" Target="../media/image2429.png"/><Relationship Id="rId184" Type="http://schemas.openxmlformats.org/officeDocument/2006/relationships/customXml" Target="../ink/ink2460.xml"/><Relationship Id="rId219" Type="http://schemas.openxmlformats.org/officeDocument/2006/relationships/image" Target="../media/image2457.png"/><Relationship Id="rId230" Type="http://schemas.openxmlformats.org/officeDocument/2006/relationships/customXml" Target="../ink/ink2483.xml"/><Relationship Id="rId25" Type="http://schemas.openxmlformats.org/officeDocument/2006/relationships/image" Target="../media/image2360.png"/><Relationship Id="rId46" Type="http://schemas.openxmlformats.org/officeDocument/2006/relationships/customXml" Target="../ink/ink2391.xml"/><Relationship Id="rId67" Type="http://schemas.openxmlformats.org/officeDocument/2006/relationships/image" Target="../media/image2381.png"/><Relationship Id="rId116" Type="http://schemas.openxmlformats.org/officeDocument/2006/relationships/customXml" Target="../ink/ink2426.xml"/><Relationship Id="rId137" Type="http://schemas.openxmlformats.org/officeDocument/2006/relationships/image" Target="../media/image2416.png"/><Relationship Id="rId158" Type="http://schemas.openxmlformats.org/officeDocument/2006/relationships/customXml" Target="../ink/ink2447.xml"/><Relationship Id="rId20" Type="http://schemas.openxmlformats.org/officeDocument/2006/relationships/customXml" Target="../ink/ink2378.xml"/><Relationship Id="rId41" Type="http://schemas.openxmlformats.org/officeDocument/2006/relationships/image" Target="../media/image2368.png"/><Relationship Id="rId62" Type="http://schemas.openxmlformats.org/officeDocument/2006/relationships/customXml" Target="../ink/ink2399.xml"/><Relationship Id="rId83" Type="http://schemas.openxmlformats.org/officeDocument/2006/relationships/image" Target="../media/image2389.png"/><Relationship Id="rId88" Type="http://schemas.openxmlformats.org/officeDocument/2006/relationships/customXml" Target="../ink/ink2412.xml"/><Relationship Id="rId111" Type="http://schemas.openxmlformats.org/officeDocument/2006/relationships/image" Target="../media/image2403.png"/><Relationship Id="rId132" Type="http://schemas.openxmlformats.org/officeDocument/2006/relationships/customXml" Target="../ink/ink2434.xml"/><Relationship Id="rId153" Type="http://schemas.openxmlformats.org/officeDocument/2006/relationships/image" Target="../media/image2424.png"/><Relationship Id="rId174" Type="http://schemas.openxmlformats.org/officeDocument/2006/relationships/customXml" Target="../ink/ink2455.xml"/><Relationship Id="rId179" Type="http://schemas.openxmlformats.org/officeDocument/2006/relationships/image" Target="../media/image2437.png"/><Relationship Id="rId195" Type="http://schemas.openxmlformats.org/officeDocument/2006/relationships/image" Target="../media/image2445.png"/><Relationship Id="rId209" Type="http://schemas.openxmlformats.org/officeDocument/2006/relationships/image" Target="../media/image2452.png"/><Relationship Id="rId190" Type="http://schemas.openxmlformats.org/officeDocument/2006/relationships/customXml" Target="../ink/ink2463.xml"/><Relationship Id="rId204" Type="http://schemas.openxmlformats.org/officeDocument/2006/relationships/customXml" Target="../ink/ink2470.xml"/><Relationship Id="rId220" Type="http://schemas.openxmlformats.org/officeDocument/2006/relationships/customXml" Target="../ink/ink2478.xml"/><Relationship Id="rId225" Type="http://schemas.openxmlformats.org/officeDocument/2006/relationships/image" Target="../media/image2460.png"/><Relationship Id="rId15" Type="http://schemas.openxmlformats.org/officeDocument/2006/relationships/image" Target="../media/image2355.png"/><Relationship Id="rId36" Type="http://schemas.openxmlformats.org/officeDocument/2006/relationships/customXml" Target="../ink/ink2386.xml"/><Relationship Id="rId57" Type="http://schemas.openxmlformats.org/officeDocument/2006/relationships/image" Target="../media/image2376.png"/><Relationship Id="rId106" Type="http://schemas.openxmlformats.org/officeDocument/2006/relationships/customXml" Target="../ink/ink2421.xml"/><Relationship Id="rId127" Type="http://schemas.openxmlformats.org/officeDocument/2006/relationships/image" Target="../media/image2411.png"/><Relationship Id="rId10" Type="http://schemas.openxmlformats.org/officeDocument/2006/relationships/customXml" Target="../ink/ink2373.xml"/><Relationship Id="rId31" Type="http://schemas.openxmlformats.org/officeDocument/2006/relationships/image" Target="../media/image2363.png"/><Relationship Id="rId52" Type="http://schemas.openxmlformats.org/officeDocument/2006/relationships/customXml" Target="../ink/ink2394.xml"/><Relationship Id="rId73" Type="http://schemas.openxmlformats.org/officeDocument/2006/relationships/image" Target="../media/image2384.png"/><Relationship Id="rId78" Type="http://schemas.openxmlformats.org/officeDocument/2006/relationships/customXml" Target="../ink/ink2407.xml"/><Relationship Id="rId94" Type="http://schemas.openxmlformats.org/officeDocument/2006/relationships/customXml" Target="../ink/ink2415.xml"/><Relationship Id="rId99" Type="http://schemas.openxmlformats.org/officeDocument/2006/relationships/image" Target="../media/image2397.png"/><Relationship Id="rId101" Type="http://schemas.openxmlformats.org/officeDocument/2006/relationships/image" Target="../media/image2398.png"/><Relationship Id="rId122" Type="http://schemas.openxmlformats.org/officeDocument/2006/relationships/customXml" Target="../ink/ink2429.xml"/><Relationship Id="rId143" Type="http://schemas.openxmlformats.org/officeDocument/2006/relationships/image" Target="../media/image2419.png"/><Relationship Id="rId148" Type="http://schemas.openxmlformats.org/officeDocument/2006/relationships/customXml" Target="../ink/ink2442.xml"/><Relationship Id="rId164" Type="http://schemas.openxmlformats.org/officeDocument/2006/relationships/customXml" Target="../ink/ink2450.xml"/><Relationship Id="rId169" Type="http://schemas.openxmlformats.org/officeDocument/2006/relationships/image" Target="../media/image2432.png"/><Relationship Id="rId185" Type="http://schemas.openxmlformats.org/officeDocument/2006/relationships/image" Target="../media/image2440.png"/><Relationship Id="rId4" Type="http://schemas.openxmlformats.org/officeDocument/2006/relationships/customXml" Target="../ink/ink2370.xml"/><Relationship Id="rId9" Type="http://schemas.openxmlformats.org/officeDocument/2006/relationships/image" Target="../media/image2352.png"/><Relationship Id="rId180" Type="http://schemas.openxmlformats.org/officeDocument/2006/relationships/customXml" Target="../ink/ink2458.xml"/><Relationship Id="rId210" Type="http://schemas.openxmlformats.org/officeDocument/2006/relationships/customXml" Target="../ink/ink2473.xml"/><Relationship Id="rId215" Type="http://schemas.openxmlformats.org/officeDocument/2006/relationships/image" Target="../media/image2455.png"/><Relationship Id="rId26" Type="http://schemas.openxmlformats.org/officeDocument/2006/relationships/customXml" Target="../ink/ink2381.xml"/><Relationship Id="rId231" Type="http://schemas.openxmlformats.org/officeDocument/2006/relationships/image" Target="../media/image2463.png"/><Relationship Id="rId47" Type="http://schemas.openxmlformats.org/officeDocument/2006/relationships/image" Target="../media/image2371.png"/><Relationship Id="rId68" Type="http://schemas.openxmlformats.org/officeDocument/2006/relationships/customXml" Target="../ink/ink2402.xml"/><Relationship Id="rId89" Type="http://schemas.openxmlformats.org/officeDocument/2006/relationships/image" Target="../media/image2392.png"/><Relationship Id="rId112" Type="http://schemas.openxmlformats.org/officeDocument/2006/relationships/customXml" Target="../ink/ink2424.xml"/><Relationship Id="rId133" Type="http://schemas.openxmlformats.org/officeDocument/2006/relationships/image" Target="../media/image2414.png"/><Relationship Id="rId154" Type="http://schemas.openxmlformats.org/officeDocument/2006/relationships/customXml" Target="../ink/ink2445.xml"/><Relationship Id="rId175" Type="http://schemas.openxmlformats.org/officeDocument/2006/relationships/image" Target="../media/image2435.png"/><Relationship Id="rId196" Type="http://schemas.openxmlformats.org/officeDocument/2006/relationships/customXml" Target="../ink/ink2466.xml"/><Relationship Id="rId200" Type="http://schemas.openxmlformats.org/officeDocument/2006/relationships/customXml" Target="../ink/ink2468.xml"/><Relationship Id="rId16" Type="http://schemas.openxmlformats.org/officeDocument/2006/relationships/customXml" Target="../ink/ink2376.xml"/><Relationship Id="rId221" Type="http://schemas.openxmlformats.org/officeDocument/2006/relationships/image" Target="../media/image2458.png"/><Relationship Id="rId37" Type="http://schemas.openxmlformats.org/officeDocument/2006/relationships/image" Target="../media/image2366.png"/><Relationship Id="rId58" Type="http://schemas.openxmlformats.org/officeDocument/2006/relationships/customXml" Target="../ink/ink2397.xml"/><Relationship Id="rId79" Type="http://schemas.openxmlformats.org/officeDocument/2006/relationships/image" Target="../media/image2387.png"/><Relationship Id="rId102" Type="http://schemas.openxmlformats.org/officeDocument/2006/relationships/customXml" Target="../ink/ink2419.xml"/><Relationship Id="rId123" Type="http://schemas.openxmlformats.org/officeDocument/2006/relationships/image" Target="../media/image2409.png"/><Relationship Id="rId144" Type="http://schemas.openxmlformats.org/officeDocument/2006/relationships/customXml" Target="../ink/ink2440.xml"/><Relationship Id="rId90" Type="http://schemas.openxmlformats.org/officeDocument/2006/relationships/customXml" Target="../ink/ink2413.xml"/><Relationship Id="rId165" Type="http://schemas.openxmlformats.org/officeDocument/2006/relationships/image" Target="../media/image2430.png"/><Relationship Id="rId186" Type="http://schemas.openxmlformats.org/officeDocument/2006/relationships/customXml" Target="../ink/ink2461.xml"/><Relationship Id="rId211" Type="http://schemas.openxmlformats.org/officeDocument/2006/relationships/image" Target="../media/image2453.png"/><Relationship Id="rId27" Type="http://schemas.openxmlformats.org/officeDocument/2006/relationships/image" Target="../media/image2361.png"/><Relationship Id="rId48" Type="http://schemas.openxmlformats.org/officeDocument/2006/relationships/customXml" Target="../ink/ink2392.xml"/><Relationship Id="rId69" Type="http://schemas.openxmlformats.org/officeDocument/2006/relationships/image" Target="../media/image2382.png"/><Relationship Id="rId113" Type="http://schemas.openxmlformats.org/officeDocument/2006/relationships/image" Target="../media/image2404.png"/><Relationship Id="rId134" Type="http://schemas.openxmlformats.org/officeDocument/2006/relationships/customXml" Target="../ink/ink2435.xml"/><Relationship Id="rId80" Type="http://schemas.openxmlformats.org/officeDocument/2006/relationships/customXml" Target="../ink/ink2408.xml"/><Relationship Id="rId155" Type="http://schemas.openxmlformats.org/officeDocument/2006/relationships/image" Target="../media/image2425.png"/><Relationship Id="rId176" Type="http://schemas.openxmlformats.org/officeDocument/2006/relationships/customXml" Target="../ink/ink2456.xml"/><Relationship Id="rId197" Type="http://schemas.openxmlformats.org/officeDocument/2006/relationships/image" Target="../media/image2446.png"/><Relationship Id="rId201" Type="http://schemas.openxmlformats.org/officeDocument/2006/relationships/image" Target="../media/image2448.png"/><Relationship Id="rId222" Type="http://schemas.openxmlformats.org/officeDocument/2006/relationships/customXml" Target="../ink/ink2479.xml"/><Relationship Id="rId17" Type="http://schemas.openxmlformats.org/officeDocument/2006/relationships/image" Target="../media/image2356.png"/><Relationship Id="rId38" Type="http://schemas.openxmlformats.org/officeDocument/2006/relationships/customXml" Target="../ink/ink2387.xml"/><Relationship Id="rId59" Type="http://schemas.openxmlformats.org/officeDocument/2006/relationships/image" Target="../media/image2377.png"/><Relationship Id="rId103" Type="http://schemas.openxmlformats.org/officeDocument/2006/relationships/image" Target="../media/image2399.png"/><Relationship Id="rId124" Type="http://schemas.openxmlformats.org/officeDocument/2006/relationships/customXml" Target="../ink/ink2430.xml"/><Relationship Id="rId70" Type="http://schemas.openxmlformats.org/officeDocument/2006/relationships/customXml" Target="../ink/ink2403.xml"/><Relationship Id="rId91" Type="http://schemas.openxmlformats.org/officeDocument/2006/relationships/image" Target="../media/image2393.png"/><Relationship Id="rId145" Type="http://schemas.openxmlformats.org/officeDocument/2006/relationships/image" Target="../media/image2420.png"/><Relationship Id="rId166" Type="http://schemas.openxmlformats.org/officeDocument/2006/relationships/customXml" Target="../ink/ink2451.xml"/><Relationship Id="rId187" Type="http://schemas.openxmlformats.org/officeDocument/2006/relationships/image" Target="../media/image244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474.xml"/><Relationship Id="rId28" Type="http://schemas.openxmlformats.org/officeDocument/2006/relationships/customXml" Target="../ink/ink2382.xml"/><Relationship Id="rId49" Type="http://schemas.openxmlformats.org/officeDocument/2006/relationships/image" Target="../media/image2372.png"/><Relationship Id="rId114" Type="http://schemas.openxmlformats.org/officeDocument/2006/relationships/customXml" Target="../ink/ink2425.xml"/><Relationship Id="rId60" Type="http://schemas.openxmlformats.org/officeDocument/2006/relationships/customXml" Target="../ink/ink2398.xml"/><Relationship Id="rId81" Type="http://schemas.openxmlformats.org/officeDocument/2006/relationships/image" Target="../media/image2388.png"/><Relationship Id="rId135" Type="http://schemas.openxmlformats.org/officeDocument/2006/relationships/image" Target="../media/image2415.png"/><Relationship Id="rId156" Type="http://schemas.openxmlformats.org/officeDocument/2006/relationships/customXml" Target="../ink/ink2446.xml"/><Relationship Id="rId177" Type="http://schemas.openxmlformats.org/officeDocument/2006/relationships/image" Target="../media/image2436.png"/><Relationship Id="rId198" Type="http://schemas.openxmlformats.org/officeDocument/2006/relationships/customXml" Target="../ink/ink2467.xml"/><Relationship Id="rId202" Type="http://schemas.openxmlformats.org/officeDocument/2006/relationships/customXml" Target="../ink/ink2469.xml"/><Relationship Id="rId223" Type="http://schemas.openxmlformats.org/officeDocument/2006/relationships/image" Target="../media/image2459.png"/><Relationship Id="rId18" Type="http://schemas.openxmlformats.org/officeDocument/2006/relationships/customXml" Target="../ink/ink2377.xml"/><Relationship Id="rId39" Type="http://schemas.openxmlformats.org/officeDocument/2006/relationships/image" Target="../media/image2367.png"/><Relationship Id="rId50" Type="http://schemas.openxmlformats.org/officeDocument/2006/relationships/customXml" Target="../ink/ink2393.xml"/><Relationship Id="rId104" Type="http://schemas.openxmlformats.org/officeDocument/2006/relationships/customXml" Target="../ink/ink2420.xml"/><Relationship Id="rId125" Type="http://schemas.openxmlformats.org/officeDocument/2006/relationships/image" Target="../media/image2410.png"/><Relationship Id="rId146" Type="http://schemas.openxmlformats.org/officeDocument/2006/relationships/customXml" Target="../ink/ink2441.xml"/><Relationship Id="rId167" Type="http://schemas.openxmlformats.org/officeDocument/2006/relationships/image" Target="../media/image2431.png"/><Relationship Id="rId188" Type="http://schemas.openxmlformats.org/officeDocument/2006/relationships/customXml" Target="../ink/ink2462.xml"/><Relationship Id="rId71" Type="http://schemas.openxmlformats.org/officeDocument/2006/relationships/image" Target="../media/image2383.png"/><Relationship Id="rId92" Type="http://schemas.openxmlformats.org/officeDocument/2006/relationships/customXml" Target="../ink/ink2414.xml"/><Relationship Id="rId213" Type="http://schemas.openxmlformats.org/officeDocument/2006/relationships/image" Target="../media/image2454.png"/><Relationship Id="rId2" Type="http://schemas.openxmlformats.org/officeDocument/2006/relationships/customXml" Target="../ink/ink2369.xml"/><Relationship Id="rId29" Type="http://schemas.openxmlformats.org/officeDocument/2006/relationships/image" Target="../media/image2362.png"/><Relationship Id="rId40" Type="http://schemas.openxmlformats.org/officeDocument/2006/relationships/customXml" Target="../ink/ink2388.xml"/><Relationship Id="rId115" Type="http://schemas.openxmlformats.org/officeDocument/2006/relationships/image" Target="../media/image2405.png"/><Relationship Id="rId136" Type="http://schemas.openxmlformats.org/officeDocument/2006/relationships/customXml" Target="../ink/ink2436.xml"/><Relationship Id="rId157" Type="http://schemas.openxmlformats.org/officeDocument/2006/relationships/image" Target="../media/image2426.png"/><Relationship Id="rId178" Type="http://schemas.openxmlformats.org/officeDocument/2006/relationships/customXml" Target="../ink/ink2457.xml"/><Relationship Id="rId61" Type="http://schemas.openxmlformats.org/officeDocument/2006/relationships/image" Target="../media/image2378.png"/><Relationship Id="rId82" Type="http://schemas.openxmlformats.org/officeDocument/2006/relationships/customXml" Target="../ink/ink2409.xml"/><Relationship Id="rId199" Type="http://schemas.openxmlformats.org/officeDocument/2006/relationships/image" Target="../media/image2447.png"/><Relationship Id="rId203" Type="http://schemas.openxmlformats.org/officeDocument/2006/relationships/image" Target="../media/image2449.png"/><Relationship Id="rId19" Type="http://schemas.openxmlformats.org/officeDocument/2006/relationships/image" Target="../media/image2357.png"/><Relationship Id="rId224" Type="http://schemas.openxmlformats.org/officeDocument/2006/relationships/customXml" Target="../ink/ink2480.xml"/><Relationship Id="rId30" Type="http://schemas.openxmlformats.org/officeDocument/2006/relationships/customXml" Target="../ink/ink2383.xml"/><Relationship Id="rId105" Type="http://schemas.openxmlformats.org/officeDocument/2006/relationships/image" Target="../media/image2400.png"/><Relationship Id="rId126" Type="http://schemas.openxmlformats.org/officeDocument/2006/relationships/customXml" Target="../ink/ink2431.xml"/><Relationship Id="rId147" Type="http://schemas.openxmlformats.org/officeDocument/2006/relationships/image" Target="../media/image2421.png"/><Relationship Id="rId168" Type="http://schemas.openxmlformats.org/officeDocument/2006/relationships/customXml" Target="../ink/ink2452.xml"/><Relationship Id="rId51" Type="http://schemas.openxmlformats.org/officeDocument/2006/relationships/image" Target="../media/image2373.png"/><Relationship Id="rId72" Type="http://schemas.openxmlformats.org/officeDocument/2006/relationships/customXml" Target="../ink/ink2404.xml"/><Relationship Id="rId93" Type="http://schemas.openxmlformats.org/officeDocument/2006/relationships/image" Target="../media/image2394.png"/><Relationship Id="rId189" Type="http://schemas.openxmlformats.org/officeDocument/2006/relationships/image" Target="../media/image2442.png"/><Relationship Id="rId3" Type="http://schemas.openxmlformats.org/officeDocument/2006/relationships/image" Target="../media/image2349.png"/><Relationship Id="rId214" Type="http://schemas.openxmlformats.org/officeDocument/2006/relationships/customXml" Target="../ink/ink2475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21.png"/><Relationship Id="rId299" Type="http://schemas.openxmlformats.org/officeDocument/2006/relationships/customXml" Target="../ink/ink2634.xml"/><Relationship Id="rId21" Type="http://schemas.openxmlformats.org/officeDocument/2006/relationships/image" Target="../media/image2473.png"/><Relationship Id="rId63" Type="http://schemas.openxmlformats.org/officeDocument/2006/relationships/image" Target="../media/image2494.png"/><Relationship Id="rId159" Type="http://schemas.openxmlformats.org/officeDocument/2006/relationships/image" Target="../media/image2542.png"/><Relationship Id="rId324" Type="http://schemas.openxmlformats.org/officeDocument/2006/relationships/image" Target="../media/image2620.png"/><Relationship Id="rId366" Type="http://schemas.openxmlformats.org/officeDocument/2006/relationships/image" Target="../media/image2641.png"/><Relationship Id="rId170" Type="http://schemas.openxmlformats.org/officeDocument/2006/relationships/customXml" Target="../ink/ink2568.xml"/><Relationship Id="rId226" Type="http://schemas.openxmlformats.org/officeDocument/2006/relationships/customXml" Target="../ink/ink2596.xml"/><Relationship Id="rId433" Type="http://schemas.openxmlformats.org/officeDocument/2006/relationships/customXml" Target="../ink/ink2702.xml"/><Relationship Id="rId268" Type="http://schemas.openxmlformats.org/officeDocument/2006/relationships/customXml" Target="../ink/ink2617.xml"/><Relationship Id="rId475" Type="http://schemas.openxmlformats.org/officeDocument/2006/relationships/customXml" Target="../ink/ink2723.xml"/><Relationship Id="rId32" Type="http://schemas.openxmlformats.org/officeDocument/2006/relationships/customXml" Target="../ink/ink2499.xml"/><Relationship Id="rId74" Type="http://schemas.openxmlformats.org/officeDocument/2006/relationships/customXml" Target="../ink/ink2520.xml"/><Relationship Id="rId128" Type="http://schemas.openxmlformats.org/officeDocument/2006/relationships/customXml" Target="../ink/ink2547.xml"/><Relationship Id="rId335" Type="http://schemas.openxmlformats.org/officeDocument/2006/relationships/customXml" Target="../ink/ink2652.xml"/><Relationship Id="rId377" Type="http://schemas.openxmlformats.org/officeDocument/2006/relationships/customXml" Target="../ink/ink2673.xml"/><Relationship Id="rId500" Type="http://schemas.openxmlformats.org/officeDocument/2006/relationships/image" Target="../media/image2705.png"/><Relationship Id="rId5" Type="http://schemas.openxmlformats.org/officeDocument/2006/relationships/image" Target="../media/image2465.png"/><Relationship Id="rId181" Type="http://schemas.openxmlformats.org/officeDocument/2006/relationships/image" Target="../media/image2552.png"/><Relationship Id="rId237" Type="http://schemas.openxmlformats.org/officeDocument/2006/relationships/image" Target="../media/image2579.png"/><Relationship Id="rId402" Type="http://schemas.openxmlformats.org/officeDocument/2006/relationships/image" Target="../media/image2659.png"/><Relationship Id="rId279" Type="http://schemas.openxmlformats.org/officeDocument/2006/relationships/image" Target="../media/image2599.png"/><Relationship Id="rId444" Type="http://schemas.openxmlformats.org/officeDocument/2006/relationships/image" Target="../media/image2679.png"/><Relationship Id="rId486" Type="http://schemas.openxmlformats.org/officeDocument/2006/relationships/image" Target="../media/image2698.png"/><Relationship Id="rId43" Type="http://schemas.openxmlformats.org/officeDocument/2006/relationships/image" Target="../media/image2484.png"/><Relationship Id="rId139" Type="http://schemas.openxmlformats.org/officeDocument/2006/relationships/image" Target="../media/image2532.png"/><Relationship Id="rId290" Type="http://schemas.openxmlformats.org/officeDocument/2006/relationships/customXml" Target="../ink/ink2628.xml"/><Relationship Id="rId304" Type="http://schemas.openxmlformats.org/officeDocument/2006/relationships/image" Target="../media/image2610.png"/><Relationship Id="rId346" Type="http://schemas.openxmlformats.org/officeDocument/2006/relationships/image" Target="../media/image2631.png"/><Relationship Id="rId388" Type="http://schemas.openxmlformats.org/officeDocument/2006/relationships/image" Target="../media/image2652.png"/><Relationship Id="rId85" Type="http://schemas.openxmlformats.org/officeDocument/2006/relationships/image" Target="../media/image2505.png"/><Relationship Id="rId150" Type="http://schemas.openxmlformats.org/officeDocument/2006/relationships/customXml" Target="../ink/ink2558.xml"/><Relationship Id="rId192" Type="http://schemas.openxmlformats.org/officeDocument/2006/relationships/customXml" Target="../ink/ink2579.xml"/><Relationship Id="rId206" Type="http://schemas.openxmlformats.org/officeDocument/2006/relationships/customXml" Target="../ink/ink2586.xml"/><Relationship Id="rId413" Type="http://schemas.openxmlformats.org/officeDocument/2006/relationships/customXml" Target="../ink/ink2691.xml"/><Relationship Id="rId248" Type="http://schemas.openxmlformats.org/officeDocument/2006/relationships/customXml" Target="../ink/ink2607.xml"/><Relationship Id="rId455" Type="http://schemas.openxmlformats.org/officeDocument/2006/relationships/customXml" Target="../ink/ink2713.xml"/><Relationship Id="rId497" Type="http://schemas.openxmlformats.org/officeDocument/2006/relationships/customXml" Target="../ink/ink2735.xml"/><Relationship Id="rId12" Type="http://schemas.openxmlformats.org/officeDocument/2006/relationships/customXml" Target="../ink/ink2489.xml"/><Relationship Id="rId108" Type="http://schemas.openxmlformats.org/officeDocument/2006/relationships/customXml" Target="../ink/ink2537.xml"/><Relationship Id="rId315" Type="http://schemas.openxmlformats.org/officeDocument/2006/relationships/customXml" Target="../ink/ink2642.xml"/><Relationship Id="rId357" Type="http://schemas.openxmlformats.org/officeDocument/2006/relationships/customXml" Target="../ink/ink2663.xml"/><Relationship Id="rId54" Type="http://schemas.openxmlformats.org/officeDocument/2006/relationships/customXml" Target="../ink/ink2510.xml"/><Relationship Id="rId96" Type="http://schemas.openxmlformats.org/officeDocument/2006/relationships/customXml" Target="../ink/ink2531.xml"/><Relationship Id="rId161" Type="http://schemas.openxmlformats.org/officeDocument/2006/relationships/image" Target="../media/image2543.png"/><Relationship Id="rId217" Type="http://schemas.openxmlformats.org/officeDocument/2006/relationships/image" Target="../media/image2569.png"/><Relationship Id="rId399" Type="http://schemas.openxmlformats.org/officeDocument/2006/relationships/customXml" Target="../ink/ink2684.xml"/><Relationship Id="rId259" Type="http://schemas.openxmlformats.org/officeDocument/2006/relationships/image" Target="../media/image1876.png"/><Relationship Id="rId424" Type="http://schemas.openxmlformats.org/officeDocument/2006/relationships/image" Target="../media/image2670.png"/><Relationship Id="rId466" Type="http://schemas.openxmlformats.org/officeDocument/2006/relationships/image" Target="../media/image2690.png"/><Relationship Id="rId23" Type="http://schemas.openxmlformats.org/officeDocument/2006/relationships/image" Target="../media/image2474.png"/><Relationship Id="rId119" Type="http://schemas.openxmlformats.org/officeDocument/2006/relationships/image" Target="../media/image2522.png"/><Relationship Id="rId270" Type="http://schemas.openxmlformats.org/officeDocument/2006/relationships/customXml" Target="../ink/ink2618.xml"/><Relationship Id="rId326" Type="http://schemas.openxmlformats.org/officeDocument/2006/relationships/image" Target="../media/image2621.png"/><Relationship Id="rId65" Type="http://schemas.openxmlformats.org/officeDocument/2006/relationships/image" Target="../media/image2495.png"/><Relationship Id="rId130" Type="http://schemas.openxmlformats.org/officeDocument/2006/relationships/customXml" Target="../ink/ink2548.xml"/><Relationship Id="rId368" Type="http://schemas.openxmlformats.org/officeDocument/2006/relationships/image" Target="../media/image2642.png"/><Relationship Id="rId172" Type="http://schemas.openxmlformats.org/officeDocument/2006/relationships/customXml" Target="../ink/ink2569.xml"/><Relationship Id="rId228" Type="http://schemas.openxmlformats.org/officeDocument/2006/relationships/customXml" Target="../ink/ink2597.xml"/><Relationship Id="rId435" Type="http://schemas.openxmlformats.org/officeDocument/2006/relationships/customXml" Target="../ink/ink2703.xml"/><Relationship Id="rId477" Type="http://schemas.openxmlformats.org/officeDocument/2006/relationships/image" Target="../media/image308.png"/><Relationship Id="rId281" Type="http://schemas.openxmlformats.org/officeDocument/2006/relationships/image" Target="../media/image2600.png"/><Relationship Id="rId337" Type="http://schemas.openxmlformats.org/officeDocument/2006/relationships/customXml" Target="../ink/ink2653.xml"/><Relationship Id="rId502" Type="http://schemas.openxmlformats.org/officeDocument/2006/relationships/image" Target="../media/image2706.png"/><Relationship Id="rId34" Type="http://schemas.openxmlformats.org/officeDocument/2006/relationships/customXml" Target="../ink/ink2500.xml"/><Relationship Id="rId76" Type="http://schemas.openxmlformats.org/officeDocument/2006/relationships/customXml" Target="../ink/ink2521.xml"/><Relationship Id="rId141" Type="http://schemas.openxmlformats.org/officeDocument/2006/relationships/image" Target="../media/image2533.png"/><Relationship Id="rId379" Type="http://schemas.openxmlformats.org/officeDocument/2006/relationships/customXml" Target="../ink/ink2674.xml"/><Relationship Id="rId7" Type="http://schemas.openxmlformats.org/officeDocument/2006/relationships/image" Target="../media/image2466.png"/><Relationship Id="rId183" Type="http://schemas.openxmlformats.org/officeDocument/2006/relationships/image" Target="../media/image2553.png"/><Relationship Id="rId239" Type="http://schemas.openxmlformats.org/officeDocument/2006/relationships/image" Target="../media/image2580.png"/><Relationship Id="rId390" Type="http://schemas.openxmlformats.org/officeDocument/2006/relationships/image" Target="../media/image2653.png"/><Relationship Id="rId404" Type="http://schemas.openxmlformats.org/officeDocument/2006/relationships/image" Target="../media/image2660.png"/><Relationship Id="rId446" Type="http://schemas.openxmlformats.org/officeDocument/2006/relationships/image" Target="../media/image2680.png"/><Relationship Id="rId250" Type="http://schemas.openxmlformats.org/officeDocument/2006/relationships/customXml" Target="../ink/ink2608.xml"/><Relationship Id="rId292" Type="http://schemas.openxmlformats.org/officeDocument/2006/relationships/customXml" Target="../ink/ink2630.xml"/><Relationship Id="rId306" Type="http://schemas.openxmlformats.org/officeDocument/2006/relationships/image" Target="../media/image2611.png"/><Relationship Id="rId488" Type="http://schemas.openxmlformats.org/officeDocument/2006/relationships/image" Target="../media/image2699.png"/><Relationship Id="rId45" Type="http://schemas.openxmlformats.org/officeDocument/2006/relationships/image" Target="../media/image2485.png"/><Relationship Id="rId87" Type="http://schemas.openxmlformats.org/officeDocument/2006/relationships/image" Target="../media/image2506.png"/><Relationship Id="rId110" Type="http://schemas.openxmlformats.org/officeDocument/2006/relationships/customXml" Target="../ink/ink2538.xml"/><Relationship Id="rId348" Type="http://schemas.openxmlformats.org/officeDocument/2006/relationships/image" Target="../media/image2632.png"/><Relationship Id="rId152" Type="http://schemas.openxmlformats.org/officeDocument/2006/relationships/customXml" Target="../ink/ink2559.xml"/><Relationship Id="rId194" Type="http://schemas.openxmlformats.org/officeDocument/2006/relationships/customXml" Target="../ink/ink2580.xml"/><Relationship Id="rId208" Type="http://schemas.openxmlformats.org/officeDocument/2006/relationships/customXml" Target="../ink/ink2587.xml"/><Relationship Id="rId415" Type="http://schemas.openxmlformats.org/officeDocument/2006/relationships/customXml" Target="../ink/ink2692.xml"/><Relationship Id="rId457" Type="http://schemas.openxmlformats.org/officeDocument/2006/relationships/customXml" Target="../ink/ink2714.xml"/><Relationship Id="rId261" Type="http://schemas.openxmlformats.org/officeDocument/2006/relationships/image" Target="../media/image2590.png"/><Relationship Id="rId499" Type="http://schemas.openxmlformats.org/officeDocument/2006/relationships/customXml" Target="../ink/ink2736.xml"/><Relationship Id="rId14" Type="http://schemas.openxmlformats.org/officeDocument/2006/relationships/customXml" Target="../ink/ink2490.xml"/><Relationship Id="rId56" Type="http://schemas.openxmlformats.org/officeDocument/2006/relationships/customXml" Target="../ink/ink2511.xml"/><Relationship Id="rId317" Type="http://schemas.openxmlformats.org/officeDocument/2006/relationships/customXml" Target="../ink/ink2643.xml"/><Relationship Id="rId359" Type="http://schemas.openxmlformats.org/officeDocument/2006/relationships/customXml" Target="../ink/ink2664.xml"/><Relationship Id="rId98" Type="http://schemas.openxmlformats.org/officeDocument/2006/relationships/customXml" Target="../ink/ink2532.xml"/><Relationship Id="rId121" Type="http://schemas.openxmlformats.org/officeDocument/2006/relationships/image" Target="../media/image2523.png"/><Relationship Id="rId163" Type="http://schemas.openxmlformats.org/officeDocument/2006/relationships/image" Target="../media/image2544.png"/><Relationship Id="rId219" Type="http://schemas.openxmlformats.org/officeDocument/2006/relationships/image" Target="../media/image2570.png"/><Relationship Id="rId370" Type="http://schemas.openxmlformats.org/officeDocument/2006/relationships/image" Target="../media/image2643.png"/><Relationship Id="rId426" Type="http://schemas.openxmlformats.org/officeDocument/2006/relationships/customXml" Target="../ink/ink2698.xml"/><Relationship Id="rId230" Type="http://schemas.openxmlformats.org/officeDocument/2006/relationships/customXml" Target="../ink/ink2598.xml"/><Relationship Id="rId468" Type="http://schemas.openxmlformats.org/officeDocument/2006/relationships/image" Target="../media/image2691.png"/><Relationship Id="rId25" Type="http://schemas.openxmlformats.org/officeDocument/2006/relationships/image" Target="../media/image2475.png"/><Relationship Id="rId67" Type="http://schemas.openxmlformats.org/officeDocument/2006/relationships/image" Target="../media/image2496.png"/><Relationship Id="rId272" Type="http://schemas.openxmlformats.org/officeDocument/2006/relationships/customXml" Target="../ink/ink2619.xml"/><Relationship Id="rId328" Type="http://schemas.openxmlformats.org/officeDocument/2006/relationships/image" Target="../media/image2622.png"/><Relationship Id="rId132" Type="http://schemas.openxmlformats.org/officeDocument/2006/relationships/customXml" Target="../ink/ink2549.xml"/><Relationship Id="rId174" Type="http://schemas.openxmlformats.org/officeDocument/2006/relationships/customXml" Target="../ink/ink2570.xml"/><Relationship Id="rId381" Type="http://schemas.openxmlformats.org/officeDocument/2006/relationships/customXml" Target="../ink/ink2675.xml"/><Relationship Id="rId241" Type="http://schemas.openxmlformats.org/officeDocument/2006/relationships/image" Target="../media/image2581.png"/><Relationship Id="rId437" Type="http://schemas.openxmlformats.org/officeDocument/2006/relationships/customXml" Target="../ink/ink2704.xml"/><Relationship Id="rId479" Type="http://schemas.openxmlformats.org/officeDocument/2006/relationships/image" Target="../media/image2695.png"/><Relationship Id="rId36" Type="http://schemas.openxmlformats.org/officeDocument/2006/relationships/customXml" Target="../ink/ink2501.xml"/><Relationship Id="rId283" Type="http://schemas.openxmlformats.org/officeDocument/2006/relationships/image" Target="../media/image2601.png"/><Relationship Id="rId339" Type="http://schemas.openxmlformats.org/officeDocument/2006/relationships/customXml" Target="../ink/ink2654.xml"/><Relationship Id="rId490" Type="http://schemas.openxmlformats.org/officeDocument/2006/relationships/image" Target="../media/image2700.png"/><Relationship Id="rId504" Type="http://schemas.openxmlformats.org/officeDocument/2006/relationships/image" Target="../media/image2707.png"/><Relationship Id="rId78" Type="http://schemas.openxmlformats.org/officeDocument/2006/relationships/customXml" Target="../ink/ink2522.xml"/><Relationship Id="rId101" Type="http://schemas.openxmlformats.org/officeDocument/2006/relationships/image" Target="../media/image2513.png"/><Relationship Id="rId143" Type="http://schemas.openxmlformats.org/officeDocument/2006/relationships/image" Target="../media/image2534.png"/><Relationship Id="rId185" Type="http://schemas.openxmlformats.org/officeDocument/2006/relationships/image" Target="../media/image2554.png"/><Relationship Id="rId350" Type="http://schemas.openxmlformats.org/officeDocument/2006/relationships/image" Target="../media/image2633.png"/><Relationship Id="rId406" Type="http://schemas.openxmlformats.org/officeDocument/2006/relationships/image" Target="../media/image2661.png"/><Relationship Id="rId9" Type="http://schemas.openxmlformats.org/officeDocument/2006/relationships/image" Target="../media/image2467.png"/><Relationship Id="rId210" Type="http://schemas.openxmlformats.org/officeDocument/2006/relationships/customXml" Target="../ink/ink2588.xml"/><Relationship Id="rId392" Type="http://schemas.openxmlformats.org/officeDocument/2006/relationships/image" Target="../media/image2654.png"/><Relationship Id="rId448" Type="http://schemas.openxmlformats.org/officeDocument/2006/relationships/image" Target="../media/image2681.png"/><Relationship Id="rId252" Type="http://schemas.openxmlformats.org/officeDocument/2006/relationships/customXml" Target="../ink/ink2609.xml"/><Relationship Id="rId294" Type="http://schemas.openxmlformats.org/officeDocument/2006/relationships/image" Target="../media/image2605.png"/><Relationship Id="rId308" Type="http://schemas.openxmlformats.org/officeDocument/2006/relationships/image" Target="../media/image2612.png"/><Relationship Id="rId47" Type="http://schemas.openxmlformats.org/officeDocument/2006/relationships/image" Target="../media/image2486.png"/><Relationship Id="rId89" Type="http://schemas.openxmlformats.org/officeDocument/2006/relationships/image" Target="../media/image2507.png"/><Relationship Id="rId112" Type="http://schemas.openxmlformats.org/officeDocument/2006/relationships/customXml" Target="../ink/ink2539.xml"/><Relationship Id="rId154" Type="http://schemas.openxmlformats.org/officeDocument/2006/relationships/customXml" Target="../ink/ink2560.xml"/><Relationship Id="rId361" Type="http://schemas.openxmlformats.org/officeDocument/2006/relationships/customXml" Target="../ink/ink2665.xml"/><Relationship Id="rId196" Type="http://schemas.openxmlformats.org/officeDocument/2006/relationships/customXml" Target="../ink/ink2581.xml"/><Relationship Id="rId417" Type="http://schemas.openxmlformats.org/officeDocument/2006/relationships/customXml" Target="../ink/ink2693.xml"/><Relationship Id="rId459" Type="http://schemas.openxmlformats.org/officeDocument/2006/relationships/customXml" Target="../ink/ink2715.xml"/><Relationship Id="rId16" Type="http://schemas.openxmlformats.org/officeDocument/2006/relationships/customXml" Target="../ink/ink2491.xml"/><Relationship Id="rId221" Type="http://schemas.openxmlformats.org/officeDocument/2006/relationships/image" Target="../media/image2571.png"/><Relationship Id="rId263" Type="http://schemas.openxmlformats.org/officeDocument/2006/relationships/image" Target="../media/image2591.png"/><Relationship Id="rId319" Type="http://schemas.openxmlformats.org/officeDocument/2006/relationships/customXml" Target="../ink/ink2644.xml"/><Relationship Id="rId470" Type="http://schemas.openxmlformats.org/officeDocument/2006/relationships/image" Target="../media/image2692.png"/><Relationship Id="rId58" Type="http://schemas.openxmlformats.org/officeDocument/2006/relationships/customXml" Target="../ink/ink2512.xml"/><Relationship Id="rId123" Type="http://schemas.openxmlformats.org/officeDocument/2006/relationships/image" Target="../media/image2524.png"/><Relationship Id="rId330" Type="http://schemas.openxmlformats.org/officeDocument/2006/relationships/image" Target="../media/image2623.png"/><Relationship Id="rId165" Type="http://schemas.openxmlformats.org/officeDocument/2006/relationships/image" Target="../media/image993.png"/><Relationship Id="rId372" Type="http://schemas.openxmlformats.org/officeDocument/2006/relationships/image" Target="../media/image2644.png"/><Relationship Id="rId428" Type="http://schemas.openxmlformats.org/officeDocument/2006/relationships/image" Target="../media/image2671.png"/><Relationship Id="rId232" Type="http://schemas.openxmlformats.org/officeDocument/2006/relationships/customXml" Target="../ink/ink2599.xml"/><Relationship Id="rId274" Type="http://schemas.openxmlformats.org/officeDocument/2006/relationships/customXml" Target="../ink/ink2620.xml"/><Relationship Id="rId481" Type="http://schemas.openxmlformats.org/officeDocument/2006/relationships/customXml" Target="../ink/ink2727.xml"/><Relationship Id="rId27" Type="http://schemas.openxmlformats.org/officeDocument/2006/relationships/image" Target="../media/image2476.png"/><Relationship Id="rId69" Type="http://schemas.openxmlformats.org/officeDocument/2006/relationships/image" Target="../media/image2497.png"/><Relationship Id="rId134" Type="http://schemas.openxmlformats.org/officeDocument/2006/relationships/customXml" Target="../ink/ink2550.xml"/><Relationship Id="rId80" Type="http://schemas.openxmlformats.org/officeDocument/2006/relationships/customXml" Target="../ink/ink2523.xml"/><Relationship Id="rId176" Type="http://schemas.openxmlformats.org/officeDocument/2006/relationships/customXml" Target="../ink/ink2571.xml"/><Relationship Id="rId341" Type="http://schemas.openxmlformats.org/officeDocument/2006/relationships/customXml" Target="../ink/ink2655.xml"/><Relationship Id="rId383" Type="http://schemas.openxmlformats.org/officeDocument/2006/relationships/customXml" Target="../ink/ink2676.xml"/><Relationship Id="rId439" Type="http://schemas.openxmlformats.org/officeDocument/2006/relationships/customXml" Target="../ink/ink2705.xml"/><Relationship Id="rId201" Type="http://schemas.openxmlformats.org/officeDocument/2006/relationships/image" Target="../media/image2561.png"/><Relationship Id="rId243" Type="http://schemas.openxmlformats.org/officeDocument/2006/relationships/image" Target="../media/image2582.png"/><Relationship Id="rId285" Type="http://schemas.openxmlformats.org/officeDocument/2006/relationships/image" Target="../media/image2602.png"/><Relationship Id="rId450" Type="http://schemas.openxmlformats.org/officeDocument/2006/relationships/image" Target="../media/image2682.png"/><Relationship Id="rId506" Type="http://schemas.openxmlformats.org/officeDocument/2006/relationships/customXml" Target="../ink/ink2740.xml"/><Relationship Id="rId38" Type="http://schemas.openxmlformats.org/officeDocument/2006/relationships/customXml" Target="../ink/ink2502.xml"/><Relationship Id="rId103" Type="http://schemas.openxmlformats.org/officeDocument/2006/relationships/image" Target="../media/image2514.png"/><Relationship Id="rId310" Type="http://schemas.openxmlformats.org/officeDocument/2006/relationships/image" Target="../media/image2613.png"/><Relationship Id="rId492" Type="http://schemas.openxmlformats.org/officeDocument/2006/relationships/image" Target="../media/image2701.png"/><Relationship Id="rId91" Type="http://schemas.openxmlformats.org/officeDocument/2006/relationships/image" Target="../media/image2508.png"/><Relationship Id="rId145" Type="http://schemas.openxmlformats.org/officeDocument/2006/relationships/image" Target="../media/image2535.png"/><Relationship Id="rId187" Type="http://schemas.openxmlformats.org/officeDocument/2006/relationships/image" Target="../media/image2555.png"/><Relationship Id="rId352" Type="http://schemas.openxmlformats.org/officeDocument/2006/relationships/image" Target="../media/image2634.png"/><Relationship Id="rId394" Type="http://schemas.openxmlformats.org/officeDocument/2006/relationships/image" Target="../media/image2655.png"/><Relationship Id="rId408" Type="http://schemas.openxmlformats.org/officeDocument/2006/relationships/image" Target="../media/image2662.png"/><Relationship Id="rId212" Type="http://schemas.openxmlformats.org/officeDocument/2006/relationships/customXml" Target="../ink/ink2589.xml"/><Relationship Id="rId254" Type="http://schemas.openxmlformats.org/officeDocument/2006/relationships/customXml" Target="../ink/ink2610.xml"/><Relationship Id="rId49" Type="http://schemas.openxmlformats.org/officeDocument/2006/relationships/image" Target="../media/image2487.png"/><Relationship Id="rId114" Type="http://schemas.openxmlformats.org/officeDocument/2006/relationships/customXml" Target="../ink/ink2540.xml"/><Relationship Id="rId296" Type="http://schemas.openxmlformats.org/officeDocument/2006/relationships/image" Target="../media/image2606.png"/><Relationship Id="rId461" Type="http://schemas.openxmlformats.org/officeDocument/2006/relationships/customXml" Target="../ink/ink2716.xml"/><Relationship Id="rId60" Type="http://schemas.openxmlformats.org/officeDocument/2006/relationships/customXml" Target="../ink/ink2513.xml"/><Relationship Id="rId156" Type="http://schemas.openxmlformats.org/officeDocument/2006/relationships/customXml" Target="../ink/ink2561.xml"/><Relationship Id="rId198" Type="http://schemas.openxmlformats.org/officeDocument/2006/relationships/customXml" Target="../ink/ink2582.xml"/><Relationship Id="rId321" Type="http://schemas.openxmlformats.org/officeDocument/2006/relationships/customXml" Target="../ink/ink2645.xml"/><Relationship Id="rId363" Type="http://schemas.openxmlformats.org/officeDocument/2006/relationships/customXml" Target="../ink/ink2666.xml"/><Relationship Id="rId419" Type="http://schemas.openxmlformats.org/officeDocument/2006/relationships/customXml" Target="../ink/ink2694.xml"/><Relationship Id="rId223" Type="http://schemas.openxmlformats.org/officeDocument/2006/relationships/image" Target="../media/image2572.png"/><Relationship Id="rId430" Type="http://schemas.openxmlformats.org/officeDocument/2006/relationships/image" Target="../media/image2672.png"/><Relationship Id="rId18" Type="http://schemas.openxmlformats.org/officeDocument/2006/relationships/customXml" Target="../ink/ink2492.xml"/><Relationship Id="rId265" Type="http://schemas.openxmlformats.org/officeDocument/2006/relationships/image" Target="../media/image2592.png"/><Relationship Id="rId472" Type="http://schemas.openxmlformats.org/officeDocument/2006/relationships/image" Target="../media/image2693.png"/><Relationship Id="rId125" Type="http://schemas.openxmlformats.org/officeDocument/2006/relationships/image" Target="../media/image2525.png"/><Relationship Id="rId167" Type="http://schemas.openxmlformats.org/officeDocument/2006/relationships/image" Target="../media/image2545.png"/><Relationship Id="rId332" Type="http://schemas.openxmlformats.org/officeDocument/2006/relationships/image" Target="../media/image2624.png"/><Relationship Id="rId374" Type="http://schemas.openxmlformats.org/officeDocument/2006/relationships/image" Target="../media/image2645.png"/><Relationship Id="rId71" Type="http://schemas.openxmlformats.org/officeDocument/2006/relationships/image" Target="../media/image2498.png"/><Relationship Id="rId234" Type="http://schemas.openxmlformats.org/officeDocument/2006/relationships/customXml" Target="../ink/ink2600.xml"/><Relationship Id="rId2" Type="http://schemas.openxmlformats.org/officeDocument/2006/relationships/customXml" Target="../ink/ink2484.xml"/><Relationship Id="rId29" Type="http://schemas.openxmlformats.org/officeDocument/2006/relationships/image" Target="../media/image2477.png"/><Relationship Id="rId276" Type="http://schemas.openxmlformats.org/officeDocument/2006/relationships/customXml" Target="../ink/ink2621.xml"/><Relationship Id="rId441" Type="http://schemas.openxmlformats.org/officeDocument/2006/relationships/customXml" Target="../ink/ink2706.xml"/><Relationship Id="rId483" Type="http://schemas.openxmlformats.org/officeDocument/2006/relationships/customXml" Target="../ink/ink2728.xml"/><Relationship Id="rId40" Type="http://schemas.openxmlformats.org/officeDocument/2006/relationships/customXml" Target="../ink/ink2503.xml"/><Relationship Id="rId136" Type="http://schemas.openxmlformats.org/officeDocument/2006/relationships/customXml" Target="../ink/ink2551.xml"/><Relationship Id="rId178" Type="http://schemas.openxmlformats.org/officeDocument/2006/relationships/customXml" Target="../ink/ink2572.xml"/><Relationship Id="rId301" Type="http://schemas.openxmlformats.org/officeDocument/2006/relationships/customXml" Target="../ink/ink2635.xml"/><Relationship Id="rId343" Type="http://schemas.openxmlformats.org/officeDocument/2006/relationships/customXml" Target="../ink/ink2656.xml"/><Relationship Id="rId82" Type="http://schemas.openxmlformats.org/officeDocument/2006/relationships/customXml" Target="../ink/ink2524.xml"/><Relationship Id="rId203" Type="http://schemas.openxmlformats.org/officeDocument/2006/relationships/image" Target="../media/image2562.png"/><Relationship Id="rId385" Type="http://schemas.openxmlformats.org/officeDocument/2006/relationships/customXml" Target="../ink/ink2677.xml"/><Relationship Id="rId245" Type="http://schemas.openxmlformats.org/officeDocument/2006/relationships/image" Target="../media/image2583.png"/><Relationship Id="rId287" Type="http://schemas.openxmlformats.org/officeDocument/2006/relationships/image" Target="../media/image2603.png"/><Relationship Id="rId410" Type="http://schemas.openxmlformats.org/officeDocument/2006/relationships/image" Target="../media/image2663.png"/><Relationship Id="rId452" Type="http://schemas.openxmlformats.org/officeDocument/2006/relationships/image" Target="../media/image2683.png"/><Relationship Id="rId494" Type="http://schemas.openxmlformats.org/officeDocument/2006/relationships/image" Target="../media/image2702.png"/><Relationship Id="rId105" Type="http://schemas.openxmlformats.org/officeDocument/2006/relationships/image" Target="../media/image2515.png"/><Relationship Id="rId147" Type="http://schemas.openxmlformats.org/officeDocument/2006/relationships/image" Target="../media/image2536.png"/><Relationship Id="rId312" Type="http://schemas.openxmlformats.org/officeDocument/2006/relationships/image" Target="../media/image2614.png"/><Relationship Id="rId354" Type="http://schemas.openxmlformats.org/officeDocument/2006/relationships/image" Target="../media/image2635.png"/><Relationship Id="rId51" Type="http://schemas.openxmlformats.org/officeDocument/2006/relationships/image" Target="../media/image2488.png"/><Relationship Id="rId93" Type="http://schemas.openxmlformats.org/officeDocument/2006/relationships/image" Target="../media/image2509.png"/><Relationship Id="rId189" Type="http://schemas.openxmlformats.org/officeDocument/2006/relationships/image" Target="../media/image2556.png"/><Relationship Id="rId396" Type="http://schemas.openxmlformats.org/officeDocument/2006/relationships/image" Target="../media/image2656.png"/><Relationship Id="rId214" Type="http://schemas.openxmlformats.org/officeDocument/2006/relationships/customXml" Target="../ink/ink2590.xml"/><Relationship Id="rId256" Type="http://schemas.openxmlformats.org/officeDocument/2006/relationships/customXml" Target="../ink/ink2611.xml"/><Relationship Id="rId298" Type="http://schemas.openxmlformats.org/officeDocument/2006/relationships/image" Target="../media/image2607.png"/><Relationship Id="rId421" Type="http://schemas.openxmlformats.org/officeDocument/2006/relationships/customXml" Target="../ink/ink2695.xml"/><Relationship Id="rId463" Type="http://schemas.openxmlformats.org/officeDocument/2006/relationships/customXml" Target="../ink/ink2717.xml"/><Relationship Id="rId116" Type="http://schemas.openxmlformats.org/officeDocument/2006/relationships/customXml" Target="../ink/ink2541.xml"/><Relationship Id="rId158" Type="http://schemas.openxmlformats.org/officeDocument/2006/relationships/customXml" Target="../ink/ink2562.xml"/><Relationship Id="rId323" Type="http://schemas.openxmlformats.org/officeDocument/2006/relationships/customXml" Target="../ink/ink2646.xml"/><Relationship Id="rId20" Type="http://schemas.openxmlformats.org/officeDocument/2006/relationships/customXml" Target="../ink/ink2493.xml"/><Relationship Id="rId62" Type="http://schemas.openxmlformats.org/officeDocument/2006/relationships/customXml" Target="../ink/ink2514.xml"/><Relationship Id="rId365" Type="http://schemas.openxmlformats.org/officeDocument/2006/relationships/customXml" Target="../ink/ink2667.xml"/><Relationship Id="rId225" Type="http://schemas.openxmlformats.org/officeDocument/2006/relationships/image" Target="../media/image2573.png"/><Relationship Id="rId267" Type="http://schemas.openxmlformats.org/officeDocument/2006/relationships/image" Target="../media/image2593.png"/><Relationship Id="rId432" Type="http://schemas.openxmlformats.org/officeDocument/2006/relationships/image" Target="../media/image2673.png"/><Relationship Id="rId474" Type="http://schemas.openxmlformats.org/officeDocument/2006/relationships/image" Target="../media/image2694.png"/><Relationship Id="rId127" Type="http://schemas.openxmlformats.org/officeDocument/2006/relationships/image" Target="../media/image2526.png"/><Relationship Id="rId31" Type="http://schemas.openxmlformats.org/officeDocument/2006/relationships/image" Target="../media/image2478.png"/><Relationship Id="rId73" Type="http://schemas.openxmlformats.org/officeDocument/2006/relationships/image" Target="../media/image2499.png"/><Relationship Id="rId169" Type="http://schemas.openxmlformats.org/officeDocument/2006/relationships/image" Target="../media/image2546.png"/><Relationship Id="rId334" Type="http://schemas.openxmlformats.org/officeDocument/2006/relationships/image" Target="../media/image2625.png"/><Relationship Id="rId376" Type="http://schemas.openxmlformats.org/officeDocument/2006/relationships/image" Target="../media/image2646.png"/><Relationship Id="rId4" Type="http://schemas.openxmlformats.org/officeDocument/2006/relationships/customXml" Target="../ink/ink2485.xml"/><Relationship Id="rId180" Type="http://schemas.openxmlformats.org/officeDocument/2006/relationships/customXml" Target="../ink/ink2573.xml"/><Relationship Id="rId215" Type="http://schemas.openxmlformats.org/officeDocument/2006/relationships/image" Target="../media/image2568.png"/><Relationship Id="rId236" Type="http://schemas.openxmlformats.org/officeDocument/2006/relationships/customXml" Target="../ink/ink2601.xml"/><Relationship Id="rId257" Type="http://schemas.openxmlformats.org/officeDocument/2006/relationships/image" Target="../media/image2589.png"/><Relationship Id="rId278" Type="http://schemas.openxmlformats.org/officeDocument/2006/relationships/customXml" Target="../ink/ink2622.xml"/><Relationship Id="rId401" Type="http://schemas.openxmlformats.org/officeDocument/2006/relationships/customXml" Target="../ink/ink2685.xml"/><Relationship Id="rId422" Type="http://schemas.openxmlformats.org/officeDocument/2006/relationships/image" Target="../media/image2669.png"/><Relationship Id="rId443" Type="http://schemas.openxmlformats.org/officeDocument/2006/relationships/customXml" Target="../ink/ink2707.xml"/><Relationship Id="rId464" Type="http://schemas.openxmlformats.org/officeDocument/2006/relationships/image" Target="../media/image2689.png"/><Relationship Id="rId303" Type="http://schemas.openxmlformats.org/officeDocument/2006/relationships/customXml" Target="../ink/ink2636.xml"/><Relationship Id="rId485" Type="http://schemas.openxmlformats.org/officeDocument/2006/relationships/customXml" Target="../ink/ink2729.xml"/><Relationship Id="rId42" Type="http://schemas.openxmlformats.org/officeDocument/2006/relationships/customXml" Target="../ink/ink2504.xml"/><Relationship Id="rId84" Type="http://schemas.openxmlformats.org/officeDocument/2006/relationships/customXml" Target="../ink/ink2525.xml"/><Relationship Id="rId138" Type="http://schemas.openxmlformats.org/officeDocument/2006/relationships/customXml" Target="../ink/ink2552.xml"/><Relationship Id="rId345" Type="http://schemas.openxmlformats.org/officeDocument/2006/relationships/customXml" Target="../ink/ink2657.xml"/><Relationship Id="rId387" Type="http://schemas.openxmlformats.org/officeDocument/2006/relationships/customXml" Target="../ink/ink2678.xml"/><Relationship Id="rId191" Type="http://schemas.openxmlformats.org/officeDocument/2006/relationships/image" Target="../media/image2557.png"/><Relationship Id="rId205" Type="http://schemas.openxmlformats.org/officeDocument/2006/relationships/image" Target="../media/image2563.png"/><Relationship Id="rId247" Type="http://schemas.openxmlformats.org/officeDocument/2006/relationships/image" Target="../media/image2584.png"/><Relationship Id="rId412" Type="http://schemas.openxmlformats.org/officeDocument/2006/relationships/image" Target="../media/image2664.png"/><Relationship Id="rId107" Type="http://schemas.openxmlformats.org/officeDocument/2006/relationships/image" Target="../media/image2516.png"/><Relationship Id="rId289" Type="http://schemas.openxmlformats.org/officeDocument/2006/relationships/image" Target="../media/image2604.png"/><Relationship Id="rId454" Type="http://schemas.openxmlformats.org/officeDocument/2006/relationships/image" Target="../media/image2684.png"/><Relationship Id="rId496" Type="http://schemas.openxmlformats.org/officeDocument/2006/relationships/image" Target="../media/image2703.png"/><Relationship Id="rId11" Type="http://schemas.openxmlformats.org/officeDocument/2006/relationships/image" Target="../media/image2468.png"/><Relationship Id="rId53" Type="http://schemas.openxmlformats.org/officeDocument/2006/relationships/image" Target="../media/image2489.png"/><Relationship Id="rId149" Type="http://schemas.openxmlformats.org/officeDocument/2006/relationships/image" Target="../media/image2537.png"/><Relationship Id="rId314" Type="http://schemas.openxmlformats.org/officeDocument/2006/relationships/image" Target="../media/image2615.png"/><Relationship Id="rId356" Type="http://schemas.openxmlformats.org/officeDocument/2006/relationships/image" Target="../media/image2636.png"/><Relationship Id="rId398" Type="http://schemas.openxmlformats.org/officeDocument/2006/relationships/image" Target="../media/image2657.png"/><Relationship Id="rId95" Type="http://schemas.openxmlformats.org/officeDocument/2006/relationships/image" Target="../media/image2510.png"/><Relationship Id="rId160" Type="http://schemas.openxmlformats.org/officeDocument/2006/relationships/customXml" Target="../ink/ink2563.xml"/><Relationship Id="rId216" Type="http://schemas.openxmlformats.org/officeDocument/2006/relationships/customXml" Target="../ink/ink2591.xml"/><Relationship Id="rId423" Type="http://schemas.openxmlformats.org/officeDocument/2006/relationships/customXml" Target="../ink/ink2696.xml"/><Relationship Id="rId258" Type="http://schemas.openxmlformats.org/officeDocument/2006/relationships/customXml" Target="../ink/ink2612.xml"/><Relationship Id="rId465" Type="http://schemas.openxmlformats.org/officeDocument/2006/relationships/customXml" Target="../ink/ink2718.xml"/><Relationship Id="rId22" Type="http://schemas.openxmlformats.org/officeDocument/2006/relationships/customXml" Target="../ink/ink2494.xml"/><Relationship Id="rId64" Type="http://schemas.openxmlformats.org/officeDocument/2006/relationships/customXml" Target="../ink/ink2515.xml"/><Relationship Id="rId118" Type="http://schemas.openxmlformats.org/officeDocument/2006/relationships/customXml" Target="../ink/ink2542.xml"/><Relationship Id="rId325" Type="http://schemas.openxmlformats.org/officeDocument/2006/relationships/customXml" Target="../ink/ink2647.xml"/><Relationship Id="rId367" Type="http://schemas.openxmlformats.org/officeDocument/2006/relationships/customXml" Target="../ink/ink2668.xml"/><Relationship Id="rId171" Type="http://schemas.openxmlformats.org/officeDocument/2006/relationships/image" Target="../media/image2547.png"/><Relationship Id="rId227" Type="http://schemas.openxmlformats.org/officeDocument/2006/relationships/image" Target="../media/image2574.png"/><Relationship Id="rId269" Type="http://schemas.openxmlformats.org/officeDocument/2006/relationships/image" Target="../media/image2594.png"/><Relationship Id="rId434" Type="http://schemas.openxmlformats.org/officeDocument/2006/relationships/image" Target="../media/image2674.png"/><Relationship Id="rId476" Type="http://schemas.openxmlformats.org/officeDocument/2006/relationships/customXml" Target="../ink/ink2724.xml"/><Relationship Id="rId33" Type="http://schemas.openxmlformats.org/officeDocument/2006/relationships/image" Target="../media/image2479.png"/><Relationship Id="rId129" Type="http://schemas.openxmlformats.org/officeDocument/2006/relationships/image" Target="../media/image2527.png"/><Relationship Id="rId280" Type="http://schemas.openxmlformats.org/officeDocument/2006/relationships/customXml" Target="../ink/ink2623.xml"/><Relationship Id="rId336" Type="http://schemas.openxmlformats.org/officeDocument/2006/relationships/image" Target="../media/image2626.png"/><Relationship Id="rId501" Type="http://schemas.openxmlformats.org/officeDocument/2006/relationships/customXml" Target="../ink/ink2737.xml"/><Relationship Id="rId75" Type="http://schemas.openxmlformats.org/officeDocument/2006/relationships/image" Target="../media/image2500.png"/><Relationship Id="rId140" Type="http://schemas.openxmlformats.org/officeDocument/2006/relationships/customXml" Target="../ink/ink2553.xml"/><Relationship Id="rId182" Type="http://schemas.openxmlformats.org/officeDocument/2006/relationships/customXml" Target="../ink/ink2574.xml"/><Relationship Id="rId378" Type="http://schemas.openxmlformats.org/officeDocument/2006/relationships/image" Target="../media/image2647.png"/><Relationship Id="rId403" Type="http://schemas.openxmlformats.org/officeDocument/2006/relationships/customXml" Target="../ink/ink2686.xml"/><Relationship Id="rId6" Type="http://schemas.openxmlformats.org/officeDocument/2006/relationships/customXml" Target="../ink/ink2486.xml"/><Relationship Id="rId238" Type="http://schemas.openxmlformats.org/officeDocument/2006/relationships/customXml" Target="../ink/ink2602.xml"/><Relationship Id="rId445" Type="http://schemas.openxmlformats.org/officeDocument/2006/relationships/customXml" Target="../ink/ink2708.xml"/><Relationship Id="rId487" Type="http://schemas.openxmlformats.org/officeDocument/2006/relationships/customXml" Target="../ink/ink2730.xml"/><Relationship Id="rId291" Type="http://schemas.openxmlformats.org/officeDocument/2006/relationships/customXml" Target="../ink/ink2629.xml"/><Relationship Id="rId305" Type="http://schemas.openxmlformats.org/officeDocument/2006/relationships/customXml" Target="../ink/ink2637.xml"/><Relationship Id="rId347" Type="http://schemas.openxmlformats.org/officeDocument/2006/relationships/customXml" Target="../ink/ink2658.xml"/><Relationship Id="rId44" Type="http://schemas.openxmlformats.org/officeDocument/2006/relationships/customXml" Target="../ink/ink2505.xml"/><Relationship Id="rId86" Type="http://schemas.openxmlformats.org/officeDocument/2006/relationships/customXml" Target="../ink/ink2526.xml"/><Relationship Id="rId151" Type="http://schemas.openxmlformats.org/officeDocument/2006/relationships/image" Target="../media/image2538.png"/><Relationship Id="rId389" Type="http://schemas.openxmlformats.org/officeDocument/2006/relationships/customXml" Target="../ink/ink2679.xml"/><Relationship Id="rId193" Type="http://schemas.openxmlformats.org/officeDocument/2006/relationships/image" Target="../media/image2558.png"/><Relationship Id="rId207" Type="http://schemas.openxmlformats.org/officeDocument/2006/relationships/image" Target="../media/image2564.png"/><Relationship Id="rId249" Type="http://schemas.openxmlformats.org/officeDocument/2006/relationships/image" Target="../media/image2585.png"/><Relationship Id="rId414" Type="http://schemas.openxmlformats.org/officeDocument/2006/relationships/image" Target="../media/image2665.png"/><Relationship Id="rId456" Type="http://schemas.openxmlformats.org/officeDocument/2006/relationships/image" Target="../media/image2685.png"/><Relationship Id="rId498" Type="http://schemas.openxmlformats.org/officeDocument/2006/relationships/image" Target="../media/image2704.png"/><Relationship Id="rId13" Type="http://schemas.openxmlformats.org/officeDocument/2006/relationships/image" Target="../media/image2469.png"/><Relationship Id="rId109" Type="http://schemas.openxmlformats.org/officeDocument/2006/relationships/image" Target="../media/image2517.png"/><Relationship Id="rId260" Type="http://schemas.openxmlformats.org/officeDocument/2006/relationships/customXml" Target="../ink/ink2613.xml"/><Relationship Id="rId316" Type="http://schemas.openxmlformats.org/officeDocument/2006/relationships/image" Target="../media/image2616.png"/><Relationship Id="rId55" Type="http://schemas.openxmlformats.org/officeDocument/2006/relationships/image" Target="../media/image2490.png"/><Relationship Id="rId97" Type="http://schemas.openxmlformats.org/officeDocument/2006/relationships/image" Target="../media/image2511.png"/><Relationship Id="rId120" Type="http://schemas.openxmlformats.org/officeDocument/2006/relationships/customXml" Target="../ink/ink2543.xml"/><Relationship Id="rId358" Type="http://schemas.openxmlformats.org/officeDocument/2006/relationships/image" Target="../media/image2637.png"/><Relationship Id="rId162" Type="http://schemas.openxmlformats.org/officeDocument/2006/relationships/customXml" Target="../ink/ink2564.xml"/><Relationship Id="rId218" Type="http://schemas.openxmlformats.org/officeDocument/2006/relationships/customXml" Target="../ink/ink2592.xml"/><Relationship Id="rId425" Type="http://schemas.openxmlformats.org/officeDocument/2006/relationships/customXml" Target="../ink/ink2697.xml"/><Relationship Id="rId467" Type="http://schemas.openxmlformats.org/officeDocument/2006/relationships/customXml" Target="../ink/ink2719.xml"/><Relationship Id="rId271" Type="http://schemas.openxmlformats.org/officeDocument/2006/relationships/image" Target="../media/image2595.png"/><Relationship Id="rId24" Type="http://schemas.openxmlformats.org/officeDocument/2006/relationships/customXml" Target="../ink/ink2495.xml"/><Relationship Id="rId66" Type="http://schemas.openxmlformats.org/officeDocument/2006/relationships/customXml" Target="../ink/ink2516.xml"/><Relationship Id="rId131" Type="http://schemas.openxmlformats.org/officeDocument/2006/relationships/image" Target="../media/image2528.png"/><Relationship Id="rId327" Type="http://schemas.openxmlformats.org/officeDocument/2006/relationships/customXml" Target="../ink/ink2648.xml"/><Relationship Id="rId369" Type="http://schemas.openxmlformats.org/officeDocument/2006/relationships/customXml" Target="../ink/ink2669.xml"/><Relationship Id="rId173" Type="http://schemas.openxmlformats.org/officeDocument/2006/relationships/image" Target="../media/image2548.png"/><Relationship Id="rId229" Type="http://schemas.openxmlformats.org/officeDocument/2006/relationships/image" Target="../media/image2575.png"/><Relationship Id="rId380" Type="http://schemas.openxmlformats.org/officeDocument/2006/relationships/image" Target="../media/image2648.png"/><Relationship Id="rId436" Type="http://schemas.openxmlformats.org/officeDocument/2006/relationships/image" Target="../media/image2675.png"/><Relationship Id="rId240" Type="http://schemas.openxmlformats.org/officeDocument/2006/relationships/customXml" Target="../ink/ink2603.xml"/><Relationship Id="rId478" Type="http://schemas.openxmlformats.org/officeDocument/2006/relationships/customXml" Target="../ink/ink2725.xml"/><Relationship Id="rId35" Type="http://schemas.openxmlformats.org/officeDocument/2006/relationships/image" Target="../media/image2480.png"/><Relationship Id="rId77" Type="http://schemas.openxmlformats.org/officeDocument/2006/relationships/image" Target="../media/image2501.png"/><Relationship Id="rId100" Type="http://schemas.openxmlformats.org/officeDocument/2006/relationships/customXml" Target="../ink/ink2533.xml"/><Relationship Id="rId282" Type="http://schemas.openxmlformats.org/officeDocument/2006/relationships/customXml" Target="../ink/ink2624.xml"/><Relationship Id="rId338" Type="http://schemas.openxmlformats.org/officeDocument/2006/relationships/image" Target="../media/image2627.png"/><Relationship Id="rId503" Type="http://schemas.openxmlformats.org/officeDocument/2006/relationships/customXml" Target="../ink/ink2738.xml"/><Relationship Id="rId8" Type="http://schemas.openxmlformats.org/officeDocument/2006/relationships/customXml" Target="../ink/ink2487.xml"/><Relationship Id="rId142" Type="http://schemas.openxmlformats.org/officeDocument/2006/relationships/customXml" Target="../ink/ink2554.xml"/><Relationship Id="rId184" Type="http://schemas.openxmlformats.org/officeDocument/2006/relationships/customXml" Target="../ink/ink2575.xml"/><Relationship Id="rId391" Type="http://schemas.openxmlformats.org/officeDocument/2006/relationships/customXml" Target="../ink/ink2680.xml"/><Relationship Id="rId405" Type="http://schemas.openxmlformats.org/officeDocument/2006/relationships/customXml" Target="../ink/ink2687.xml"/><Relationship Id="rId447" Type="http://schemas.openxmlformats.org/officeDocument/2006/relationships/customXml" Target="../ink/ink2709.xml"/><Relationship Id="rId251" Type="http://schemas.openxmlformats.org/officeDocument/2006/relationships/image" Target="../media/image2586.png"/><Relationship Id="rId489" Type="http://schemas.openxmlformats.org/officeDocument/2006/relationships/customXml" Target="../ink/ink2731.xml"/><Relationship Id="rId46" Type="http://schemas.openxmlformats.org/officeDocument/2006/relationships/customXml" Target="../ink/ink2506.xml"/><Relationship Id="rId293" Type="http://schemas.openxmlformats.org/officeDocument/2006/relationships/customXml" Target="../ink/ink2631.xml"/><Relationship Id="rId307" Type="http://schemas.openxmlformats.org/officeDocument/2006/relationships/customXml" Target="../ink/ink2638.xml"/><Relationship Id="rId349" Type="http://schemas.openxmlformats.org/officeDocument/2006/relationships/customXml" Target="../ink/ink2659.xml"/><Relationship Id="rId88" Type="http://schemas.openxmlformats.org/officeDocument/2006/relationships/customXml" Target="../ink/ink2527.xml"/><Relationship Id="rId111" Type="http://schemas.openxmlformats.org/officeDocument/2006/relationships/image" Target="../media/image2518.png"/><Relationship Id="rId153" Type="http://schemas.openxmlformats.org/officeDocument/2006/relationships/image" Target="../media/image2539.png"/><Relationship Id="rId195" Type="http://schemas.openxmlformats.org/officeDocument/2006/relationships/image" Target="../media/image70.png"/><Relationship Id="rId209" Type="http://schemas.openxmlformats.org/officeDocument/2006/relationships/image" Target="../media/image2565.png"/><Relationship Id="rId360" Type="http://schemas.openxmlformats.org/officeDocument/2006/relationships/image" Target="../media/image2638.png"/><Relationship Id="rId416" Type="http://schemas.openxmlformats.org/officeDocument/2006/relationships/image" Target="../media/image2666.png"/><Relationship Id="rId220" Type="http://schemas.openxmlformats.org/officeDocument/2006/relationships/customXml" Target="../ink/ink2593.xml"/><Relationship Id="rId458" Type="http://schemas.openxmlformats.org/officeDocument/2006/relationships/image" Target="../media/image2686.png"/><Relationship Id="rId15" Type="http://schemas.openxmlformats.org/officeDocument/2006/relationships/image" Target="../media/image2470.png"/><Relationship Id="rId57" Type="http://schemas.openxmlformats.org/officeDocument/2006/relationships/image" Target="../media/image2491.png"/><Relationship Id="rId262" Type="http://schemas.openxmlformats.org/officeDocument/2006/relationships/customXml" Target="../ink/ink2614.xml"/><Relationship Id="rId318" Type="http://schemas.openxmlformats.org/officeDocument/2006/relationships/image" Target="../media/image2617.png"/><Relationship Id="rId99" Type="http://schemas.openxmlformats.org/officeDocument/2006/relationships/image" Target="../media/image2512.png"/><Relationship Id="rId122" Type="http://schemas.openxmlformats.org/officeDocument/2006/relationships/customXml" Target="../ink/ink2544.xml"/><Relationship Id="rId164" Type="http://schemas.openxmlformats.org/officeDocument/2006/relationships/customXml" Target="../ink/ink2565.xml"/><Relationship Id="rId371" Type="http://schemas.openxmlformats.org/officeDocument/2006/relationships/customXml" Target="../ink/ink2670.xml"/><Relationship Id="rId427" Type="http://schemas.openxmlformats.org/officeDocument/2006/relationships/customXml" Target="../ink/ink2699.xml"/><Relationship Id="rId469" Type="http://schemas.openxmlformats.org/officeDocument/2006/relationships/customXml" Target="../ink/ink2720.xml"/><Relationship Id="rId26" Type="http://schemas.openxmlformats.org/officeDocument/2006/relationships/customXml" Target="../ink/ink2496.xml"/><Relationship Id="rId231" Type="http://schemas.openxmlformats.org/officeDocument/2006/relationships/image" Target="../media/image2576.png"/><Relationship Id="rId273" Type="http://schemas.openxmlformats.org/officeDocument/2006/relationships/image" Target="../media/image2596.png"/><Relationship Id="rId329" Type="http://schemas.openxmlformats.org/officeDocument/2006/relationships/customXml" Target="../ink/ink2649.xml"/><Relationship Id="rId480" Type="http://schemas.openxmlformats.org/officeDocument/2006/relationships/customXml" Target="../ink/ink2726.xml"/><Relationship Id="rId68" Type="http://schemas.openxmlformats.org/officeDocument/2006/relationships/customXml" Target="../ink/ink2517.xml"/><Relationship Id="rId133" Type="http://schemas.openxmlformats.org/officeDocument/2006/relationships/image" Target="../media/image2529.png"/><Relationship Id="rId175" Type="http://schemas.openxmlformats.org/officeDocument/2006/relationships/image" Target="../media/image2549.png"/><Relationship Id="rId340" Type="http://schemas.openxmlformats.org/officeDocument/2006/relationships/image" Target="../media/image2628.png"/><Relationship Id="rId200" Type="http://schemas.openxmlformats.org/officeDocument/2006/relationships/customXml" Target="../ink/ink2583.xml"/><Relationship Id="rId382" Type="http://schemas.openxmlformats.org/officeDocument/2006/relationships/image" Target="../media/image2649.png"/><Relationship Id="rId438" Type="http://schemas.openxmlformats.org/officeDocument/2006/relationships/image" Target="../media/image2676.png"/><Relationship Id="rId242" Type="http://schemas.openxmlformats.org/officeDocument/2006/relationships/customXml" Target="../ink/ink2604.xml"/><Relationship Id="rId284" Type="http://schemas.openxmlformats.org/officeDocument/2006/relationships/customXml" Target="../ink/ink2625.xml"/><Relationship Id="rId491" Type="http://schemas.openxmlformats.org/officeDocument/2006/relationships/customXml" Target="../ink/ink2732.xml"/><Relationship Id="rId505" Type="http://schemas.openxmlformats.org/officeDocument/2006/relationships/customXml" Target="../ink/ink2739.xml"/><Relationship Id="rId37" Type="http://schemas.openxmlformats.org/officeDocument/2006/relationships/image" Target="../media/image2481.png"/><Relationship Id="rId79" Type="http://schemas.openxmlformats.org/officeDocument/2006/relationships/image" Target="../media/image2502.png"/><Relationship Id="rId102" Type="http://schemas.openxmlformats.org/officeDocument/2006/relationships/customXml" Target="../ink/ink2534.xml"/><Relationship Id="rId144" Type="http://schemas.openxmlformats.org/officeDocument/2006/relationships/customXml" Target="../ink/ink2555.xml"/><Relationship Id="rId90" Type="http://schemas.openxmlformats.org/officeDocument/2006/relationships/customXml" Target="../ink/ink2528.xml"/><Relationship Id="rId186" Type="http://schemas.openxmlformats.org/officeDocument/2006/relationships/customXml" Target="../ink/ink2576.xml"/><Relationship Id="rId351" Type="http://schemas.openxmlformats.org/officeDocument/2006/relationships/customXml" Target="../ink/ink2660.xml"/><Relationship Id="rId393" Type="http://schemas.openxmlformats.org/officeDocument/2006/relationships/customXml" Target="../ink/ink2681.xml"/><Relationship Id="rId407" Type="http://schemas.openxmlformats.org/officeDocument/2006/relationships/customXml" Target="../ink/ink2688.xml"/><Relationship Id="rId449" Type="http://schemas.openxmlformats.org/officeDocument/2006/relationships/customXml" Target="../ink/ink2710.xml"/><Relationship Id="rId211" Type="http://schemas.openxmlformats.org/officeDocument/2006/relationships/image" Target="../media/image2566.png"/><Relationship Id="rId253" Type="http://schemas.openxmlformats.org/officeDocument/2006/relationships/image" Target="../media/image2587.png"/><Relationship Id="rId295" Type="http://schemas.openxmlformats.org/officeDocument/2006/relationships/customXml" Target="../ink/ink2632.xml"/><Relationship Id="rId309" Type="http://schemas.openxmlformats.org/officeDocument/2006/relationships/customXml" Target="../ink/ink2639.xml"/><Relationship Id="rId460" Type="http://schemas.openxmlformats.org/officeDocument/2006/relationships/image" Target="../media/image2687.png"/><Relationship Id="rId48" Type="http://schemas.openxmlformats.org/officeDocument/2006/relationships/customXml" Target="../ink/ink2507.xml"/><Relationship Id="rId113" Type="http://schemas.openxmlformats.org/officeDocument/2006/relationships/image" Target="../media/image2519.png"/><Relationship Id="rId320" Type="http://schemas.openxmlformats.org/officeDocument/2006/relationships/image" Target="../media/image2618.png"/><Relationship Id="rId155" Type="http://schemas.openxmlformats.org/officeDocument/2006/relationships/image" Target="../media/image2540.png"/><Relationship Id="rId197" Type="http://schemas.openxmlformats.org/officeDocument/2006/relationships/image" Target="../media/image2559.png"/><Relationship Id="rId362" Type="http://schemas.openxmlformats.org/officeDocument/2006/relationships/image" Target="../media/image2639.png"/><Relationship Id="rId418" Type="http://schemas.openxmlformats.org/officeDocument/2006/relationships/image" Target="../media/image2667.png"/><Relationship Id="rId222" Type="http://schemas.openxmlformats.org/officeDocument/2006/relationships/customXml" Target="../ink/ink2594.xml"/><Relationship Id="rId264" Type="http://schemas.openxmlformats.org/officeDocument/2006/relationships/customXml" Target="../ink/ink2615.xml"/><Relationship Id="rId471" Type="http://schemas.openxmlformats.org/officeDocument/2006/relationships/customXml" Target="../ink/ink2721.xml"/><Relationship Id="rId17" Type="http://schemas.openxmlformats.org/officeDocument/2006/relationships/image" Target="../media/image2471.png"/><Relationship Id="rId59" Type="http://schemas.openxmlformats.org/officeDocument/2006/relationships/image" Target="../media/image2492.png"/><Relationship Id="rId124" Type="http://schemas.openxmlformats.org/officeDocument/2006/relationships/customXml" Target="../ink/ink2545.xml"/><Relationship Id="rId70" Type="http://schemas.openxmlformats.org/officeDocument/2006/relationships/customXml" Target="../ink/ink2518.xml"/><Relationship Id="rId166" Type="http://schemas.openxmlformats.org/officeDocument/2006/relationships/customXml" Target="../ink/ink2566.xml"/><Relationship Id="rId331" Type="http://schemas.openxmlformats.org/officeDocument/2006/relationships/customXml" Target="../ink/ink2650.xml"/><Relationship Id="rId373" Type="http://schemas.openxmlformats.org/officeDocument/2006/relationships/customXml" Target="../ink/ink2671.xml"/><Relationship Id="rId429" Type="http://schemas.openxmlformats.org/officeDocument/2006/relationships/customXml" Target="../ink/ink2700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577.png"/><Relationship Id="rId440" Type="http://schemas.openxmlformats.org/officeDocument/2006/relationships/image" Target="../media/image2677.png"/><Relationship Id="rId28" Type="http://schemas.openxmlformats.org/officeDocument/2006/relationships/customXml" Target="../ink/ink2497.xml"/><Relationship Id="rId275" Type="http://schemas.openxmlformats.org/officeDocument/2006/relationships/image" Target="../media/image2597.png"/><Relationship Id="rId300" Type="http://schemas.openxmlformats.org/officeDocument/2006/relationships/image" Target="../media/image2608.png"/><Relationship Id="rId482" Type="http://schemas.openxmlformats.org/officeDocument/2006/relationships/image" Target="../media/image2696.png"/><Relationship Id="rId81" Type="http://schemas.openxmlformats.org/officeDocument/2006/relationships/image" Target="../media/image2503.png"/><Relationship Id="rId135" Type="http://schemas.openxmlformats.org/officeDocument/2006/relationships/image" Target="../media/image2530.png"/><Relationship Id="rId177" Type="http://schemas.openxmlformats.org/officeDocument/2006/relationships/image" Target="../media/image2550.png"/><Relationship Id="rId342" Type="http://schemas.openxmlformats.org/officeDocument/2006/relationships/image" Target="../media/image2629.png"/><Relationship Id="rId384" Type="http://schemas.openxmlformats.org/officeDocument/2006/relationships/image" Target="../media/image2650.png"/><Relationship Id="rId202" Type="http://schemas.openxmlformats.org/officeDocument/2006/relationships/customXml" Target="../ink/ink2584.xml"/><Relationship Id="rId244" Type="http://schemas.openxmlformats.org/officeDocument/2006/relationships/customXml" Target="../ink/ink2605.xml"/><Relationship Id="rId39" Type="http://schemas.openxmlformats.org/officeDocument/2006/relationships/image" Target="../media/image2482.png"/><Relationship Id="rId286" Type="http://schemas.openxmlformats.org/officeDocument/2006/relationships/customXml" Target="../ink/ink2626.xml"/><Relationship Id="rId451" Type="http://schemas.openxmlformats.org/officeDocument/2006/relationships/customXml" Target="../ink/ink2711.xml"/><Relationship Id="rId493" Type="http://schemas.openxmlformats.org/officeDocument/2006/relationships/customXml" Target="../ink/ink2733.xml"/><Relationship Id="rId507" Type="http://schemas.openxmlformats.org/officeDocument/2006/relationships/image" Target="../media/image2708.png"/><Relationship Id="rId50" Type="http://schemas.openxmlformats.org/officeDocument/2006/relationships/customXml" Target="../ink/ink2508.xml"/><Relationship Id="rId104" Type="http://schemas.openxmlformats.org/officeDocument/2006/relationships/customXml" Target="../ink/ink2535.xml"/><Relationship Id="rId146" Type="http://schemas.openxmlformats.org/officeDocument/2006/relationships/customXml" Target="../ink/ink2556.xml"/><Relationship Id="rId188" Type="http://schemas.openxmlformats.org/officeDocument/2006/relationships/customXml" Target="../ink/ink2577.xml"/><Relationship Id="rId311" Type="http://schemas.openxmlformats.org/officeDocument/2006/relationships/customXml" Target="../ink/ink2640.xml"/><Relationship Id="rId353" Type="http://schemas.openxmlformats.org/officeDocument/2006/relationships/customXml" Target="../ink/ink2661.xml"/><Relationship Id="rId395" Type="http://schemas.openxmlformats.org/officeDocument/2006/relationships/customXml" Target="../ink/ink2682.xml"/><Relationship Id="rId409" Type="http://schemas.openxmlformats.org/officeDocument/2006/relationships/customXml" Target="../ink/ink2689.xml"/><Relationship Id="rId92" Type="http://schemas.openxmlformats.org/officeDocument/2006/relationships/customXml" Target="../ink/ink2529.xml"/><Relationship Id="rId213" Type="http://schemas.openxmlformats.org/officeDocument/2006/relationships/image" Target="../media/image2567.png"/><Relationship Id="rId420" Type="http://schemas.openxmlformats.org/officeDocument/2006/relationships/image" Target="../media/image2668.png"/><Relationship Id="rId255" Type="http://schemas.openxmlformats.org/officeDocument/2006/relationships/image" Target="../media/image2588.png"/><Relationship Id="rId297" Type="http://schemas.openxmlformats.org/officeDocument/2006/relationships/customXml" Target="../ink/ink2633.xml"/><Relationship Id="rId462" Type="http://schemas.openxmlformats.org/officeDocument/2006/relationships/image" Target="../media/image2688.png"/><Relationship Id="rId115" Type="http://schemas.openxmlformats.org/officeDocument/2006/relationships/image" Target="../media/image2520.png"/><Relationship Id="rId157" Type="http://schemas.openxmlformats.org/officeDocument/2006/relationships/image" Target="../media/image2541.png"/><Relationship Id="rId322" Type="http://schemas.openxmlformats.org/officeDocument/2006/relationships/image" Target="../media/image2619.png"/><Relationship Id="rId364" Type="http://schemas.openxmlformats.org/officeDocument/2006/relationships/image" Target="../media/image2640.png"/><Relationship Id="rId61" Type="http://schemas.openxmlformats.org/officeDocument/2006/relationships/image" Target="../media/image2493.png"/><Relationship Id="rId199" Type="http://schemas.openxmlformats.org/officeDocument/2006/relationships/image" Target="../media/image2560.png"/><Relationship Id="rId19" Type="http://schemas.openxmlformats.org/officeDocument/2006/relationships/image" Target="../media/image2472.png"/><Relationship Id="rId224" Type="http://schemas.openxmlformats.org/officeDocument/2006/relationships/customXml" Target="../ink/ink2595.xml"/><Relationship Id="rId266" Type="http://schemas.openxmlformats.org/officeDocument/2006/relationships/customXml" Target="../ink/ink2616.xml"/><Relationship Id="rId431" Type="http://schemas.openxmlformats.org/officeDocument/2006/relationships/customXml" Target="../ink/ink2701.xml"/><Relationship Id="rId473" Type="http://schemas.openxmlformats.org/officeDocument/2006/relationships/customXml" Target="../ink/ink2722.xml"/><Relationship Id="rId30" Type="http://schemas.openxmlformats.org/officeDocument/2006/relationships/customXml" Target="../ink/ink2498.xml"/><Relationship Id="rId126" Type="http://schemas.openxmlformats.org/officeDocument/2006/relationships/customXml" Target="../ink/ink2546.xml"/><Relationship Id="rId168" Type="http://schemas.openxmlformats.org/officeDocument/2006/relationships/customXml" Target="../ink/ink2567.xml"/><Relationship Id="rId333" Type="http://schemas.openxmlformats.org/officeDocument/2006/relationships/customXml" Target="../ink/ink2651.xml"/><Relationship Id="rId72" Type="http://schemas.openxmlformats.org/officeDocument/2006/relationships/customXml" Target="../ink/ink2519.xml"/><Relationship Id="rId375" Type="http://schemas.openxmlformats.org/officeDocument/2006/relationships/customXml" Target="../ink/ink2672.xml"/><Relationship Id="rId3" Type="http://schemas.openxmlformats.org/officeDocument/2006/relationships/image" Target="../media/image2464.png"/><Relationship Id="rId235" Type="http://schemas.openxmlformats.org/officeDocument/2006/relationships/image" Target="../media/image2578.png"/><Relationship Id="rId277" Type="http://schemas.openxmlformats.org/officeDocument/2006/relationships/image" Target="../media/image2598.png"/><Relationship Id="rId400" Type="http://schemas.openxmlformats.org/officeDocument/2006/relationships/image" Target="../media/image2658.png"/><Relationship Id="rId442" Type="http://schemas.openxmlformats.org/officeDocument/2006/relationships/image" Target="../media/image2678.png"/><Relationship Id="rId484" Type="http://schemas.openxmlformats.org/officeDocument/2006/relationships/image" Target="../media/image2697.png"/><Relationship Id="rId137" Type="http://schemas.openxmlformats.org/officeDocument/2006/relationships/image" Target="../media/image2531.png"/><Relationship Id="rId302" Type="http://schemas.openxmlformats.org/officeDocument/2006/relationships/image" Target="../media/image2609.png"/><Relationship Id="rId344" Type="http://schemas.openxmlformats.org/officeDocument/2006/relationships/image" Target="../media/image2630.png"/><Relationship Id="rId41" Type="http://schemas.openxmlformats.org/officeDocument/2006/relationships/image" Target="../media/image2483.png"/><Relationship Id="rId83" Type="http://schemas.openxmlformats.org/officeDocument/2006/relationships/image" Target="../media/image2504.png"/><Relationship Id="rId179" Type="http://schemas.openxmlformats.org/officeDocument/2006/relationships/image" Target="../media/image2551.png"/><Relationship Id="rId386" Type="http://schemas.openxmlformats.org/officeDocument/2006/relationships/image" Target="../media/image2651.png"/><Relationship Id="rId190" Type="http://schemas.openxmlformats.org/officeDocument/2006/relationships/customXml" Target="../ink/ink2578.xml"/><Relationship Id="rId204" Type="http://schemas.openxmlformats.org/officeDocument/2006/relationships/customXml" Target="../ink/ink2585.xml"/><Relationship Id="rId246" Type="http://schemas.openxmlformats.org/officeDocument/2006/relationships/customXml" Target="../ink/ink2606.xml"/><Relationship Id="rId288" Type="http://schemas.openxmlformats.org/officeDocument/2006/relationships/customXml" Target="../ink/ink2627.xml"/><Relationship Id="rId411" Type="http://schemas.openxmlformats.org/officeDocument/2006/relationships/customXml" Target="../ink/ink2690.xml"/><Relationship Id="rId453" Type="http://schemas.openxmlformats.org/officeDocument/2006/relationships/customXml" Target="../ink/ink2712.xml"/><Relationship Id="rId106" Type="http://schemas.openxmlformats.org/officeDocument/2006/relationships/customXml" Target="../ink/ink2536.xml"/><Relationship Id="rId313" Type="http://schemas.openxmlformats.org/officeDocument/2006/relationships/customXml" Target="../ink/ink2641.xml"/><Relationship Id="rId495" Type="http://schemas.openxmlformats.org/officeDocument/2006/relationships/customXml" Target="../ink/ink2734.xml"/><Relationship Id="rId10" Type="http://schemas.openxmlformats.org/officeDocument/2006/relationships/customXml" Target="../ink/ink2488.xml"/><Relationship Id="rId52" Type="http://schemas.openxmlformats.org/officeDocument/2006/relationships/customXml" Target="../ink/ink2509.xml"/><Relationship Id="rId94" Type="http://schemas.openxmlformats.org/officeDocument/2006/relationships/customXml" Target="../ink/ink2530.xml"/><Relationship Id="rId148" Type="http://schemas.openxmlformats.org/officeDocument/2006/relationships/customXml" Target="../ink/ink2557.xml"/><Relationship Id="rId355" Type="http://schemas.openxmlformats.org/officeDocument/2006/relationships/customXml" Target="../ink/ink2662.xml"/><Relationship Id="rId397" Type="http://schemas.openxmlformats.org/officeDocument/2006/relationships/customXml" Target="../ink/ink2683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14.png"/><Relationship Id="rId18" Type="http://schemas.openxmlformats.org/officeDocument/2006/relationships/customXml" Target="../ink/ink2749.xml"/><Relationship Id="rId26" Type="http://schemas.openxmlformats.org/officeDocument/2006/relationships/customXml" Target="../ink/ink2753.xml"/><Relationship Id="rId39" Type="http://schemas.openxmlformats.org/officeDocument/2006/relationships/image" Target="../media/image42.png"/><Relationship Id="rId21" Type="http://schemas.openxmlformats.org/officeDocument/2006/relationships/image" Target="../media/image2718.png"/><Relationship Id="rId34" Type="http://schemas.openxmlformats.org/officeDocument/2006/relationships/customXml" Target="../ink/ink2757.xml"/><Relationship Id="rId7" Type="http://schemas.openxmlformats.org/officeDocument/2006/relationships/image" Target="../media/image2711.png"/><Relationship Id="rId12" Type="http://schemas.openxmlformats.org/officeDocument/2006/relationships/customXml" Target="../ink/ink2746.xml"/><Relationship Id="rId17" Type="http://schemas.openxmlformats.org/officeDocument/2006/relationships/image" Target="../media/image2716.png"/><Relationship Id="rId25" Type="http://schemas.openxmlformats.org/officeDocument/2006/relationships/image" Target="../media/image2720.png"/><Relationship Id="rId33" Type="http://schemas.openxmlformats.org/officeDocument/2006/relationships/image" Target="../media/image2724.png"/><Relationship Id="rId38" Type="http://schemas.openxmlformats.org/officeDocument/2006/relationships/customXml" Target="../ink/ink2759.xml"/><Relationship Id="rId2" Type="http://schemas.openxmlformats.org/officeDocument/2006/relationships/customXml" Target="../ink/ink2741.xml"/><Relationship Id="rId16" Type="http://schemas.openxmlformats.org/officeDocument/2006/relationships/customXml" Target="../ink/ink2748.xml"/><Relationship Id="rId20" Type="http://schemas.openxmlformats.org/officeDocument/2006/relationships/customXml" Target="../ink/ink2750.xml"/><Relationship Id="rId29" Type="http://schemas.openxmlformats.org/officeDocument/2006/relationships/image" Target="../media/image272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43.xml"/><Relationship Id="rId11" Type="http://schemas.openxmlformats.org/officeDocument/2006/relationships/image" Target="../media/image2713.png"/><Relationship Id="rId24" Type="http://schemas.openxmlformats.org/officeDocument/2006/relationships/customXml" Target="../ink/ink2752.xml"/><Relationship Id="rId32" Type="http://schemas.openxmlformats.org/officeDocument/2006/relationships/customXml" Target="../ink/ink2756.xml"/><Relationship Id="rId37" Type="http://schemas.openxmlformats.org/officeDocument/2006/relationships/image" Target="../media/image2726.png"/><Relationship Id="rId5" Type="http://schemas.openxmlformats.org/officeDocument/2006/relationships/image" Target="../media/image2710.png"/><Relationship Id="rId15" Type="http://schemas.openxmlformats.org/officeDocument/2006/relationships/image" Target="../media/image2715.png"/><Relationship Id="rId23" Type="http://schemas.openxmlformats.org/officeDocument/2006/relationships/image" Target="../media/image2719.png"/><Relationship Id="rId28" Type="http://schemas.openxmlformats.org/officeDocument/2006/relationships/customXml" Target="../ink/ink2754.xml"/><Relationship Id="rId36" Type="http://schemas.openxmlformats.org/officeDocument/2006/relationships/customXml" Target="../ink/ink2758.xml"/><Relationship Id="rId10" Type="http://schemas.openxmlformats.org/officeDocument/2006/relationships/customXml" Target="../ink/ink2745.xml"/><Relationship Id="rId19" Type="http://schemas.openxmlformats.org/officeDocument/2006/relationships/image" Target="../media/image2717.png"/><Relationship Id="rId31" Type="http://schemas.openxmlformats.org/officeDocument/2006/relationships/image" Target="../media/image2723.png"/><Relationship Id="rId4" Type="http://schemas.openxmlformats.org/officeDocument/2006/relationships/customXml" Target="../ink/ink2742.xml"/><Relationship Id="rId9" Type="http://schemas.openxmlformats.org/officeDocument/2006/relationships/image" Target="../media/image2712.png"/><Relationship Id="rId14" Type="http://schemas.openxmlformats.org/officeDocument/2006/relationships/customXml" Target="../ink/ink2747.xml"/><Relationship Id="rId22" Type="http://schemas.openxmlformats.org/officeDocument/2006/relationships/customXml" Target="../ink/ink2751.xml"/><Relationship Id="rId27" Type="http://schemas.openxmlformats.org/officeDocument/2006/relationships/image" Target="../media/image2721.png"/><Relationship Id="rId30" Type="http://schemas.openxmlformats.org/officeDocument/2006/relationships/customXml" Target="../ink/ink2755.xml"/><Relationship Id="rId35" Type="http://schemas.openxmlformats.org/officeDocument/2006/relationships/image" Target="../media/image2725.png"/><Relationship Id="rId8" Type="http://schemas.openxmlformats.org/officeDocument/2006/relationships/customXml" Target="../ink/ink2744.xml"/><Relationship Id="rId3" Type="http://schemas.openxmlformats.org/officeDocument/2006/relationships/image" Target="../media/image27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737E11A-6125-C17E-D2AC-6EA956CD796F}"/>
              </a:ext>
            </a:extLst>
          </p:cNvPr>
          <p:cNvGrpSpPr/>
          <p:nvPr/>
        </p:nvGrpSpPr>
        <p:grpSpPr>
          <a:xfrm>
            <a:off x="280233" y="237600"/>
            <a:ext cx="1472040" cy="603720"/>
            <a:chOff x="280233" y="237600"/>
            <a:chExt cx="1472040" cy="60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5C84916-4EC0-E1BE-D4F3-1DA088CE0DA7}"/>
                    </a:ext>
                  </a:extLst>
                </p14:cNvPr>
                <p14:cNvContentPartPr/>
                <p14:nvPr/>
              </p14:nvContentPartPr>
              <p14:xfrm>
                <a:off x="280233" y="237600"/>
                <a:ext cx="183240" cy="73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5C84916-4EC0-E1BE-D4F3-1DA088CE0D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2593" y="219960"/>
                  <a:ext cx="218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9637FC5-0E19-76EB-B2C9-8F33AC2B8B0A}"/>
                    </a:ext>
                  </a:extLst>
                </p14:cNvPr>
                <p14:cNvContentPartPr/>
                <p14:nvPr/>
              </p14:nvContentPartPr>
              <p14:xfrm>
                <a:off x="375993" y="280440"/>
                <a:ext cx="8640" cy="258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9637FC5-0E19-76EB-B2C9-8F33AC2B8B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7993" y="262440"/>
                  <a:ext cx="44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F8931F-BA50-71EA-903F-5778079E8BCB}"/>
                    </a:ext>
                  </a:extLst>
                </p14:cNvPr>
                <p14:cNvContentPartPr/>
                <p14:nvPr/>
              </p14:nvContentPartPr>
              <p14:xfrm>
                <a:off x="502713" y="373680"/>
                <a:ext cx="157320" cy="446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F8931F-BA50-71EA-903F-5778079E8B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5073" y="356040"/>
                  <a:ext cx="19296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C738C8B-845A-928C-A66A-450151C328FE}"/>
                    </a:ext>
                  </a:extLst>
                </p14:cNvPr>
                <p14:cNvContentPartPr/>
                <p14:nvPr/>
              </p14:nvContentPartPr>
              <p14:xfrm>
                <a:off x="766593" y="334800"/>
                <a:ext cx="12240" cy="506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C738C8B-845A-928C-A66A-450151C328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8593" y="316800"/>
                  <a:ext cx="4788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F9A3F0-918C-CD7C-55EA-14B62E8BAB79}"/>
                    </a:ext>
                  </a:extLst>
                </p14:cNvPr>
                <p14:cNvContentPartPr/>
                <p14:nvPr/>
              </p14:nvContentPartPr>
              <p14:xfrm>
                <a:off x="744993" y="456120"/>
                <a:ext cx="163800" cy="109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F9A3F0-918C-CD7C-55EA-14B62E8BAB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6993" y="438120"/>
                  <a:ext cx="199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17E8495-5310-0CA9-23A5-96E861DC99F2}"/>
                    </a:ext>
                  </a:extLst>
                </p14:cNvPr>
                <p14:cNvContentPartPr/>
                <p14:nvPr/>
              </p14:nvContentPartPr>
              <p14:xfrm>
                <a:off x="996993" y="377640"/>
                <a:ext cx="201600" cy="158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17E8495-5310-0CA9-23A5-96E861DC99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8993" y="359640"/>
                  <a:ext cx="237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C0AE9B-4087-B64C-4635-F59A12FE2AF5}"/>
                    </a:ext>
                  </a:extLst>
                </p14:cNvPr>
                <p14:cNvContentPartPr/>
                <p14:nvPr/>
              </p14:nvContentPartPr>
              <p14:xfrm>
                <a:off x="1360233" y="257400"/>
                <a:ext cx="200520" cy="277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AC0AE9B-4087-B64C-4635-F59A12FE2AF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42593" y="239400"/>
                  <a:ext cx="2361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80D7B14-309D-F128-E886-D8A1E42B3916}"/>
                    </a:ext>
                  </a:extLst>
                </p14:cNvPr>
                <p14:cNvContentPartPr/>
                <p14:nvPr/>
              </p14:nvContentPartPr>
              <p14:xfrm>
                <a:off x="1702953" y="311400"/>
                <a:ext cx="13320" cy="11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80D7B14-309D-F128-E886-D8A1E42B39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85313" y="293760"/>
                  <a:ext cx="48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A61EC8E-E4FD-78A4-1910-03CA5B4E27DC}"/>
                    </a:ext>
                  </a:extLst>
                </p14:cNvPr>
                <p14:cNvContentPartPr/>
                <p14:nvPr/>
              </p14:nvContentPartPr>
              <p14:xfrm>
                <a:off x="1741473" y="489960"/>
                <a:ext cx="10800" cy="25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A61EC8E-E4FD-78A4-1910-03CA5B4E27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23833" y="472320"/>
                  <a:ext cx="4644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B6805CE-A7BE-871D-2C3A-AB4230AE1FED}"/>
                  </a:ext>
                </a:extLst>
              </p14:cNvPr>
              <p14:cNvContentPartPr/>
              <p14:nvPr/>
            </p14:nvContentPartPr>
            <p14:xfrm>
              <a:off x="2016513" y="235080"/>
              <a:ext cx="344880" cy="378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B6805CE-A7BE-871D-2C3A-AB4230AE1FE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8873" y="217440"/>
                <a:ext cx="380520" cy="41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932C3B3-47D5-C20C-3354-515C07B11CA9}"/>
              </a:ext>
            </a:extLst>
          </p:cNvPr>
          <p:cNvGrpSpPr/>
          <p:nvPr/>
        </p:nvGrpSpPr>
        <p:grpSpPr>
          <a:xfrm>
            <a:off x="2676753" y="250560"/>
            <a:ext cx="296280" cy="373680"/>
            <a:chOff x="2676753" y="250560"/>
            <a:chExt cx="29628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274AE06-6643-446B-E169-D669EBC02894}"/>
                    </a:ext>
                  </a:extLst>
                </p14:cNvPr>
                <p14:cNvContentPartPr/>
                <p14:nvPr/>
              </p14:nvContentPartPr>
              <p14:xfrm>
                <a:off x="2676753" y="403920"/>
                <a:ext cx="36720" cy="220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274AE06-6643-446B-E169-D669EBC0289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59113" y="386280"/>
                  <a:ext cx="72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4C1D6CB-279E-8B74-10B7-11E98278DA6A}"/>
                    </a:ext>
                  </a:extLst>
                </p14:cNvPr>
                <p14:cNvContentPartPr/>
                <p14:nvPr/>
              </p14:nvContentPartPr>
              <p14:xfrm>
                <a:off x="2793753" y="376200"/>
                <a:ext cx="179280" cy="223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4C1D6CB-279E-8B74-10B7-11E98278DA6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76113" y="358200"/>
                  <a:ext cx="2149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316681-B9E3-2C4C-9B81-68DC44A204C6}"/>
                    </a:ext>
                  </a:extLst>
                </p14:cNvPr>
                <p14:cNvContentPartPr/>
                <p14:nvPr/>
              </p14:nvContentPartPr>
              <p14:xfrm>
                <a:off x="2725713" y="250560"/>
                <a:ext cx="32400" cy="16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316681-B9E3-2C4C-9B81-68DC44A204C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07713" y="232920"/>
                  <a:ext cx="6804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2774E5-FC09-3BF6-FBDB-2500B372E5E1}"/>
              </a:ext>
            </a:extLst>
          </p:cNvPr>
          <p:cNvGrpSpPr/>
          <p:nvPr/>
        </p:nvGrpSpPr>
        <p:grpSpPr>
          <a:xfrm>
            <a:off x="3393153" y="216000"/>
            <a:ext cx="2312280" cy="834480"/>
            <a:chOff x="3393153" y="216000"/>
            <a:chExt cx="2312280" cy="83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F5647F8-AFDB-020A-7280-36457ED7F11C}"/>
                    </a:ext>
                  </a:extLst>
                </p14:cNvPr>
                <p14:cNvContentPartPr/>
                <p14:nvPr/>
              </p14:nvContentPartPr>
              <p14:xfrm>
                <a:off x="3393153" y="391320"/>
                <a:ext cx="232200" cy="227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F5647F8-AFDB-020A-7280-36457ED7F1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75513" y="373680"/>
                  <a:ext cx="2678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687175-8A5C-9087-9710-A52A4BC29D89}"/>
                    </a:ext>
                  </a:extLst>
                </p14:cNvPr>
                <p14:cNvContentPartPr/>
                <p14:nvPr/>
              </p14:nvContentPartPr>
              <p14:xfrm>
                <a:off x="3704913" y="395640"/>
                <a:ext cx="213840" cy="65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687175-8A5C-9087-9710-A52A4BC29D8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87273" y="377640"/>
                  <a:ext cx="24948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4520D4-D6BA-7679-F0B4-D6637308BB68}"/>
                    </a:ext>
                  </a:extLst>
                </p14:cNvPr>
                <p14:cNvContentPartPr/>
                <p14:nvPr/>
              </p14:nvContentPartPr>
              <p14:xfrm>
                <a:off x="4013073" y="458280"/>
                <a:ext cx="304920" cy="236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54520D4-D6BA-7679-F0B4-D6637308BB6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95073" y="440280"/>
                  <a:ext cx="3405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CE17624-7FBF-1537-BA37-B72E9CBF26FE}"/>
                    </a:ext>
                  </a:extLst>
                </p14:cNvPr>
                <p14:cNvContentPartPr/>
                <p14:nvPr/>
              </p14:nvContentPartPr>
              <p14:xfrm>
                <a:off x="4344993" y="465840"/>
                <a:ext cx="313560" cy="215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CE17624-7FBF-1537-BA37-B72E9CBF26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26993" y="448200"/>
                  <a:ext cx="349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7B34202-10DA-46BB-1CC3-D80D7D24718B}"/>
                    </a:ext>
                  </a:extLst>
                </p14:cNvPr>
                <p14:cNvContentPartPr/>
                <p14:nvPr/>
              </p14:nvContentPartPr>
              <p14:xfrm>
                <a:off x="4668993" y="216000"/>
                <a:ext cx="280440" cy="473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7B34202-10DA-46BB-1CC3-D80D7D24718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50993" y="198000"/>
                  <a:ext cx="31608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0564AF-2659-6991-F9B6-9464004FE42A}"/>
                    </a:ext>
                  </a:extLst>
                </p14:cNvPr>
                <p14:cNvContentPartPr/>
                <p14:nvPr/>
              </p14:nvContentPartPr>
              <p14:xfrm>
                <a:off x="5018193" y="450720"/>
                <a:ext cx="250920" cy="222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0564AF-2659-6991-F9B6-9464004FE42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00193" y="433080"/>
                  <a:ext cx="2865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06E3A0-98AD-41B5-ADE5-E9F0F324C495}"/>
                    </a:ext>
                  </a:extLst>
                </p14:cNvPr>
                <p14:cNvContentPartPr/>
                <p14:nvPr/>
              </p14:nvContentPartPr>
              <p14:xfrm>
                <a:off x="5314833" y="502200"/>
                <a:ext cx="138240" cy="214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06E3A0-98AD-41B5-ADE5-E9F0F324C49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97193" y="484560"/>
                  <a:ext cx="1738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442747-9814-5E21-2D67-9210DA3D16EC}"/>
                    </a:ext>
                  </a:extLst>
                </p14:cNvPr>
                <p14:cNvContentPartPr/>
                <p14:nvPr/>
              </p14:nvContentPartPr>
              <p14:xfrm>
                <a:off x="5256513" y="318600"/>
                <a:ext cx="59400" cy="29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442747-9814-5E21-2D67-9210DA3D16E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38513" y="300960"/>
                  <a:ext cx="95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49710C3-FAB1-0603-D657-927CBE4ED0EA}"/>
                    </a:ext>
                  </a:extLst>
                </p14:cNvPr>
                <p14:cNvContentPartPr/>
                <p14:nvPr/>
              </p14:nvContentPartPr>
              <p14:xfrm>
                <a:off x="4495113" y="338400"/>
                <a:ext cx="536760" cy="3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49710C3-FAB1-0603-D657-927CBE4ED0E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77113" y="320400"/>
                  <a:ext cx="572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08FC06-2F7F-C65B-257F-98AA1D982183}"/>
                    </a:ext>
                  </a:extLst>
                </p14:cNvPr>
                <p14:cNvContentPartPr/>
                <p14:nvPr/>
              </p14:nvContentPartPr>
              <p14:xfrm>
                <a:off x="5637033" y="666360"/>
                <a:ext cx="68400" cy="12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08FC06-2F7F-C65B-257F-98AA1D9821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19393" y="648720"/>
                  <a:ext cx="10404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F1B87F5-967B-B251-FDAE-ABE48B16DD5A}"/>
              </a:ext>
            </a:extLst>
          </p:cNvPr>
          <p:cNvGrpSpPr/>
          <p:nvPr/>
        </p:nvGrpSpPr>
        <p:grpSpPr>
          <a:xfrm>
            <a:off x="6268473" y="249840"/>
            <a:ext cx="3526560" cy="876600"/>
            <a:chOff x="6268473" y="249840"/>
            <a:chExt cx="3526560" cy="87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AD9C00-91B3-733D-A081-1D31F13FCE1D}"/>
                    </a:ext>
                  </a:extLst>
                </p14:cNvPr>
                <p14:cNvContentPartPr/>
                <p14:nvPr/>
              </p14:nvContentPartPr>
              <p14:xfrm>
                <a:off x="6268473" y="423360"/>
                <a:ext cx="162720" cy="192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AD9C00-91B3-733D-A081-1D31F13FCE1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50833" y="405720"/>
                  <a:ext cx="198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28D610-13BB-BFAE-0266-7DC2942900D8}"/>
                    </a:ext>
                  </a:extLst>
                </p14:cNvPr>
                <p14:cNvContentPartPr/>
                <p14:nvPr/>
              </p14:nvContentPartPr>
              <p14:xfrm>
                <a:off x="6489153" y="448560"/>
                <a:ext cx="154440" cy="234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228D610-13BB-BFAE-0266-7DC2942900D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71513" y="430560"/>
                  <a:ext cx="1900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272FA6-24B8-FA95-1B9E-0B4AF63916C3}"/>
                    </a:ext>
                  </a:extLst>
                </p14:cNvPr>
                <p14:cNvContentPartPr/>
                <p14:nvPr/>
              </p14:nvContentPartPr>
              <p14:xfrm>
                <a:off x="6505713" y="306720"/>
                <a:ext cx="40320" cy="12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272FA6-24B8-FA95-1B9E-0B4AF63916C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88073" y="288720"/>
                  <a:ext cx="75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23E05D-A62F-D539-7D81-751FBE783F5D}"/>
                    </a:ext>
                  </a:extLst>
                </p14:cNvPr>
                <p14:cNvContentPartPr/>
                <p14:nvPr/>
              </p14:nvContentPartPr>
              <p14:xfrm>
                <a:off x="6548553" y="434880"/>
                <a:ext cx="496080" cy="691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23E05D-A62F-D539-7D81-751FBE783F5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30913" y="417240"/>
                  <a:ext cx="531720" cy="7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6CBD31B-BE66-F361-807C-11CFEE62D6A9}"/>
                    </a:ext>
                  </a:extLst>
                </p14:cNvPr>
                <p14:cNvContentPartPr/>
                <p14:nvPr/>
              </p14:nvContentPartPr>
              <p14:xfrm>
                <a:off x="7070553" y="467280"/>
                <a:ext cx="288360" cy="200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6CBD31B-BE66-F361-807C-11CFEE62D6A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52913" y="449640"/>
                  <a:ext cx="324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ABDCCF-657E-FDB0-F814-C707F39E8F6E}"/>
                    </a:ext>
                  </a:extLst>
                </p14:cNvPr>
                <p14:cNvContentPartPr/>
                <p14:nvPr/>
              </p14:nvContentPartPr>
              <p14:xfrm>
                <a:off x="7540353" y="423000"/>
                <a:ext cx="293040" cy="235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ABDCCF-657E-FDB0-F814-C707F39E8F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22353" y="405000"/>
                  <a:ext cx="328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0AA7C1-0C7D-7B8C-2C7A-D4F147366620}"/>
                    </a:ext>
                  </a:extLst>
                </p14:cNvPr>
                <p14:cNvContentPartPr/>
                <p14:nvPr/>
              </p14:nvContentPartPr>
              <p14:xfrm>
                <a:off x="7785873" y="249840"/>
                <a:ext cx="871920" cy="363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0AA7C1-0C7D-7B8C-2C7A-D4F14736662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67873" y="232200"/>
                  <a:ext cx="9075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5F898E-6EAC-7FC2-253D-1D6A224C416B}"/>
                    </a:ext>
                  </a:extLst>
                </p14:cNvPr>
                <p14:cNvContentPartPr/>
                <p14:nvPr/>
              </p14:nvContentPartPr>
              <p14:xfrm>
                <a:off x="8634393" y="406440"/>
                <a:ext cx="170640" cy="215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5F898E-6EAC-7FC2-253D-1D6A224C416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16393" y="388800"/>
                  <a:ext cx="2062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B82E4AD-DB90-AFD6-B190-E5A0510560E5}"/>
                    </a:ext>
                  </a:extLst>
                </p14:cNvPr>
                <p14:cNvContentPartPr/>
                <p14:nvPr/>
              </p14:nvContentPartPr>
              <p14:xfrm>
                <a:off x="8793873" y="383400"/>
                <a:ext cx="171000" cy="271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B82E4AD-DB90-AFD6-B190-E5A0510560E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76233" y="365400"/>
                  <a:ext cx="2066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DC1FD7-F6C1-80A1-63D3-B54E3272BE55}"/>
                    </a:ext>
                  </a:extLst>
                </p14:cNvPr>
                <p14:cNvContentPartPr/>
                <p14:nvPr/>
              </p14:nvContentPartPr>
              <p14:xfrm>
                <a:off x="9136593" y="422280"/>
                <a:ext cx="658440" cy="22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DC1FD7-F6C1-80A1-63D3-B54E3272BE5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18593" y="404280"/>
                  <a:ext cx="694080" cy="26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748817C-D961-E4B4-860C-60CE548B0757}"/>
                  </a:ext>
                </a:extLst>
              </p14:cNvPr>
              <p14:cNvContentPartPr/>
              <p14:nvPr/>
            </p14:nvContentPartPr>
            <p14:xfrm>
              <a:off x="10096713" y="475200"/>
              <a:ext cx="136080" cy="195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748817C-D961-E4B4-860C-60CE548B075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079073" y="457560"/>
                <a:ext cx="17172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2890801-E972-DEDB-5488-6A51EE215954}"/>
                  </a:ext>
                </a:extLst>
              </p14:cNvPr>
              <p14:cNvContentPartPr/>
              <p14:nvPr/>
            </p14:nvContentPartPr>
            <p14:xfrm>
              <a:off x="10287513" y="481680"/>
              <a:ext cx="497880" cy="214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2890801-E972-DEDB-5488-6A51EE21595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269513" y="464040"/>
                <a:ext cx="5335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53187F2-973F-3BC1-3F48-91411856EA74}"/>
                  </a:ext>
                </a:extLst>
              </p14:cNvPr>
              <p14:cNvContentPartPr/>
              <p14:nvPr/>
            </p14:nvContentPartPr>
            <p14:xfrm>
              <a:off x="10785033" y="531000"/>
              <a:ext cx="108360" cy="342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53187F2-973F-3BC1-3F48-91411856EA7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767393" y="513360"/>
                <a:ext cx="14400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379D0A1E-7B1F-7DDE-F65B-591D5D2DD20F}"/>
              </a:ext>
            </a:extLst>
          </p:cNvPr>
          <p:cNvGrpSpPr/>
          <p:nvPr/>
        </p:nvGrpSpPr>
        <p:grpSpPr>
          <a:xfrm>
            <a:off x="2022993" y="1034640"/>
            <a:ext cx="2098800" cy="812160"/>
            <a:chOff x="2022993" y="1034640"/>
            <a:chExt cx="2098800" cy="81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E40D67D-9DB7-6700-F1A0-50A76D7C101D}"/>
                    </a:ext>
                  </a:extLst>
                </p14:cNvPr>
                <p14:cNvContentPartPr/>
                <p14:nvPr/>
              </p14:nvContentPartPr>
              <p14:xfrm>
                <a:off x="2022993" y="1202760"/>
                <a:ext cx="531360" cy="644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E40D67D-9DB7-6700-F1A0-50A76D7C101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04993" y="1185120"/>
                  <a:ext cx="56700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0482740-3B7F-A405-DBBC-5D8630840CB6}"/>
                    </a:ext>
                  </a:extLst>
                </p14:cNvPr>
                <p14:cNvContentPartPr/>
                <p14:nvPr/>
              </p14:nvContentPartPr>
              <p14:xfrm>
                <a:off x="2488113" y="1267200"/>
                <a:ext cx="187560" cy="173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0482740-3B7F-A405-DBBC-5D8630840CB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70113" y="1249200"/>
                  <a:ext cx="223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794964-DCE9-189C-EC5A-D383BD57B54F}"/>
                    </a:ext>
                  </a:extLst>
                </p14:cNvPr>
                <p14:cNvContentPartPr/>
                <p14:nvPr/>
              </p14:nvContentPartPr>
              <p14:xfrm>
                <a:off x="2767833" y="1254240"/>
                <a:ext cx="196200" cy="159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794964-DCE9-189C-EC5A-D383BD57B54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49833" y="1236240"/>
                  <a:ext cx="231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30AEDD7-6BD9-DAC0-32A9-8EEB24E81BD2}"/>
                    </a:ext>
                  </a:extLst>
                </p14:cNvPr>
                <p14:cNvContentPartPr/>
                <p14:nvPr/>
              </p14:nvContentPartPr>
              <p14:xfrm>
                <a:off x="2987793" y="1034640"/>
                <a:ext cx="908640" cy="399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30AEDD7-6BD9-DAC0-32A9-8EEB24E81B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69793" y="1016640"/>
                  <a:ext cx="94428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8F6402A-4C0F-70DC-067B-B2575E35563E}"/>
                    </a:ext>
                  </a:extLst>
                </p14:cNvPr>
                <p14:cNvContentPartPr/>
                <p14:nvPr/>
              </p14:nvContentPartPr>
              <p14:xfrm>
                <a:off x="3247713" y="1199520"/>
                <a:ext cx="270360" cy="20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8F6402A-4C0F-70DC-067B-B2575E35563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29713" y="1181520"/>
                  <a:ext cx="306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0448E7B-ADD6-0C18-7F8D-85E7812383B0}"/>
                    </a:ext>
                  </a:extLst>
                </p14:cNvPr>
                <p14:cNvContentPartPr/>
                <p14:nvPr/>
              </p14:nvContentPartPr>
              <p14:xfrm>
                <a:off x="4104513" y="1342080"/>
                <a:ext cx="17280" cy="12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0448E7B-ADD6-0C18-7F8D-85E7812383B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86513" y="1324440"/>
                  <a:ext cx="5292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CC4F309-2875-BD40-AABF-F794A51B314A}"/>
              </a:ext>
            </a:extLst>
          </p:cNvPr>
          <p:cNvGrpSpPr/>
          <p:nvPr/>
        </p:nvGrpSpPr>
        <p:grpSpPr>
          <a:xfrm>
            <a:off x="354033" y="2158200"/>
            <a:ext cx="659160" cy="338040"/>
            <a:chOff x="354033" y="2158200"/>
            <a:chExt cx="65916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F9E8D6F-59C5-5476-3120-E085E759EDE9}"/>
                    </a:ext>
                  </a:extLst>
                </p14:cNvPr>
                <p14:cNvContentPartPr/>
                <p14:nvPr/>
              </p14:nvContentPartPr>
              <p14:xfrm>
                <a:off x="354033" y="2158200"/>
                <a:ext cx="229320" cy="330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F9E8D6F-59C5-5476-3120-E085E759EDE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6033" y="2140200"/>
                  <a:ext cx="2649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DC3083A-7AB2-2AD5-5D8C-41DD06F0AA91}"/>
                    </a:ext>
                  </a:extLst>
                </p14:cNvPr>
                <p14:cNvContentPartPr/>
                <p14:nvPr/>
              </p14:nvContentPartPr>
              <p14:xfrm>
                <a:off x="614673" y="2293560"/>
                <a:ext cx="248760" cy="202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DC3083A-7AB2-2AD5-5D8C-41DD06F0AA9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6673" y="2275920"/>
                  <a:ext cx="284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EF01D28-DAF5-48F3-7057-5A75650C1F06}"/>
                    </a:ext>
                  </a:extLst>
                </p14:cNvPr>
                <p14:cNvContentPartPr/>
                <p14:nvPr/>
              </p14:nvContentPartPr>
              <p14:xfrm>
                <a:off x="1007433" y="2356560"/>
                <a:ext cx="576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EF01D28-DAF5-48F3-7057-5A75650C1F0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9433" y="2338920"/>
                  <a:ext cx="414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A468476-C98F-E22F-4D0B-3E9FFE301BB3}"/>
              </a:ext>
            </a:extLst>
          </p:cNvPr>
          <p:cNvGrpSpPr/>
          <p:nvPr/>
        </p:nvGrpSpPr>
        <p:grpSpPr>
          <a:xfrm>
            <a:off x="2964393" y="2097360"/>
            <a:ext cx="639000" cy="479160"/>
            <a:chOff x="2964393" y="2097360"/>
            <a:chExt cx="639000" cy="47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C95DAE8-5805-269B-299F-A54FC28B52C5}"/>
                    </a:ext>
                  </a:extLst>
                </p14:cNvPr>
                <p14:cNvContentPartPr/>
                <p14:nvPr/>
              </p14:nvContentPartPr>
              <p14:xfrm>
                <a:off x="2964393" y="2097360"/>
                <a:ext cx="246240" cy="479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C95DAE8-5805-269B-299F-A54FC28B52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46393" y="2079720"/>
                  <a:ext cx="28188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A533F8B-29BE-30B2-0664-A662E83A455F}"/>
                    </a:ext>
                  </a:extLst>
                </p14:cNvPr>
                <p14:cNvContentPartPr/>
                <p14:nvPr/>
              </p14:nvContentPartPr>
              <p14:xfrm>
                <a:off x="3002913" y="2368080"/>
                <a:ext cx="149760" cy="47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A533F8B-29BE-30B2-0664-A662E83A455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85273" y="2350080"/>
                  <a:ext cx="185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5DCE04-0ADB-7038-BA5B-3956A1194394}"/>
                    </a:ext>
                  </a:extLst>
                </p14:cNvPr>
                <p14:cNvContentPartPr/>
                <p14:nvPr/>
              </p14:nvContentPartPr>
              <p14:xfrm>
                <a:off x="3394593" y="2318760"/>
                <a:ext cx="114840" cy="19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5DCE04-0ADB-7038-BA5B-3956A119439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76953" y="2301120"/>
                  <a:ext cx="1504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53094C0-D0AD-9C1F-4525-CBEEC26CEFCC}"/>
                    </a:ext>
                  </a:extLst>
                </p14:cNvPr>
                <p14:cNvContentPartPr/>
                <p14:nvPr/>
              </p14:nvContentPartPr>
              <p14:xfrm>
                <a:off x="3390273" y="2392200"/>
                <a:ext cx="213120" cy="55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53094C0-D0AD-9C1F-4525-CBEEC26CEFC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72273" y="2374200"/>
                  <a:ext cx="24876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F5377E0-99AE-CAD1-A4F6-8FB112643F80}"/>
              </a:ext>
            </a:extLst>
          </p:cNvPr>
          <p:cNvGrpSpPr/>
          <p:nvPr/>
        </p:nvGrpSpPr>
        <p:grpSpPr>
          <a:xfrm>
            <a:off x="5232753" y="2120760"/>
            <a:ext cx="577080" cy="315720"/>
            <a:chOff x="5232753" y="2120760"/>
            <a:chExt cx="57708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86C4D61-9BF8-54C7-C48F-28C20C5A093A}"/>
                    </a:ext>
                  </a:extLst>
                </p14:cNvPr>
                <p14:cNvContentPartPr/>
                <p14:nvPr/>
              </p14:nvContentPartPr>
              <p14:xfrm>
                <a:off x="5232753" y="2292120"/>
                <a:ext cx="121680" cy="15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86C4D61-9BF8-54C7-C48F-28C20C5A093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15113" y="2274480"/>
                  <a:ext cx="157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0CAD3ED-29D4-1B2D-7852-1A84E107E801}"/>
                    </a:ext>
                  </a:extLst>
                </p14:cNvPr>
                <p14:cNvContentPartPr/>
                <p14:nvPr/>
              </p14:nvContentPartPr>
              <p14:xfrm>
                <a:off x="5599233" y="2120760"/>
                <a:ext cx="210600" cy="315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0CAD3ED-29D4-1B2D-7852-1A84E107E80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81593" y="2103120"/>
                  <a:ext cx="246240" cy="35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BA962D5-6CBE-D4C5-23A3-909A1E6BC47B}"/>
                  </a:ext>
                </a:extLst>
              </p14:cNvPr>
              <p14:cNvContentPartPr/>
              <p14:nvPr/>
            </p14:nvContentPartPr>
            <p14:xfrm>
              <a:off x="6380073" y="2156040"/>
              <a:ext cx="482400" cy="2790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BA962D5-6CBE-D4C5-23A3-909A1E6BC47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362073" y="2138040"/>
                <a:ext cx="5180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CB5F752-4AB1-FDF9-2D2A-F56B43BC9F7E}"/>
                  </a:ext>
                </a:extLst>
              </p14:cNvPr>
              <p14:cNvContentPartPr/>
              <p14:nvPr/>
            </p14:nvContentPartPr>
            <p14:xfrm>
              <a:off x="5565033" y="2684520"/>
              <a:ext cx="179640" cy="3060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CB5F752-4AB1-FDF9-2D2A-F56B43BC9F7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547393" y="2666520"/>
                <a:ext cx="2152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AEED46A-D7BD-9AA5-476A-5C815A35DAD0}"/>
                  </a:ext>
                </a:extLst>
              </p14:cNvPr>
              <p14:cNvContentPartPr/>
              <p14:nvPr/>
            </p14:nvContentPartPr>
            <p14:xfrm>
              <a:off x="6482313" y="3385800"/>
              <a:ext cx="201960" cy="2448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AEED46A-D7BD-9AA5-476A-5C815A35DAD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464313" y="3368160"/>
                <a:ext cx="237600" cy="28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E9900CF8-67EE-8976-2781-B6008E92BA94}"/>
              </a:ext>
            </a:extLst>
          </p:cNvPr>
          <p:cNvGrpSpPr/>
          <p:nvPr/>
        </p:nvGrpSpPr>
        <p:grpSpPr>
          <a:xfrm>
            <a:off x="6301593" y="2068222"/>
            <a:ext cx="723974" cy="1725480"/>
            <a:chOff x="6301593" y="2068222"/>
            <a:chExt cx="723974" cy="172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E167CBB-67F5-2B11-73C6-C5F94F0A6F2B}"/>
                    </a:ext>
                  </a:extLst>
                </p14:cNvPr>
                <p14:cNvContentPartPr/>
                <p14:nvPr/>
              </p14:nvContentPartPr>
              <p14:xfrm>
                <a:off x="6531633" y="2700360"/>
                <a:ext cx="3240" cy="1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E167CBB-67F5-2B11-73C6-C5F94F0A6F2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13633" y="2682360"/>
                  <a:ext cx="388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80FF1E3-8B1C-BD48-059D-DC9873F7E1A2}"/>
                    </a:ext>
                  </a:extLst>
                </p14:cNvPr>
                <p14:cNvContentPartPr/>
                <p14:nvPr/>
              </p14:nvContentPartPr>
              <p14:xfrm>
                <a:off x="6301593" y="2860560"/>
                <a:ext cx="144720" cy="32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80FF1E3-8B1C-BD48-059D-DC9873F7E1A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83593" y="2842920"/>
                  <a:ext cx="180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9EEBB94-B2E6-B436-1849-CB8E4851944F}"/>
                    </a:ext>
                  </a:extLst>
                </p14:cNvPr>
                <p14:cNvContentPartPr/>
                <p14:nvPr/>
              </p14:nvContentPartPr>
              <p14:xfrm>
                <a:off x="6512553" y="2682720"/>
                <a:ext cx="201960" cy="376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9EEBB94-B2E6-B436-1849-CB8E4851944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94913" y="2665080"/>
                  <a:ext cx="2376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EE16C3D-4706-771B-C966-B1B131044473}"/>
                    </a:ext>
                  </a:extLst>
                </p14:cNvPr>
                <p14:cNvContentPartPr/>
                <p14:nvPr/>
              </p14:nvContentPartPr>
              <p14:xfrm>
                <a:off x="6725687" y="2068222"/>
                <a:ext cx="299880" cy="1725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EE16C3D-4706-771B-C966-B1B13104447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707687" y="2050222"/>
                  <a:ext cx="335520" cy="176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0185042-C0A1-9F44-E9A3-395EB31E871E}"/>
                  </a:ext>
                </a:extLst>
              </p14:cNvPr>
              <p14:cNvContentPartPr/>
              <p14:nvPr/>
            </p14:nvContentPartPr>
            <p14:xfrm>
              <a:off x="385727" y="4213822"/>
              <a:ext cx="279000" cy="3286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0185042-C0A1-9F44-E9A3-395EB31E871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67727" y="4195822"/>
                <a:ext cx="314640" cy="36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D228B72-6330-0A47-4833-B8A5AB1D68FC}"/>
              </a:ext>
            </a:extLst>
          </p:cNvPr>
          <p:cNvGrpSpPr/>
          <p:nvPr/>
        </p:nvGrpSpPr>
        <p:grpSpPr>
          <a:xfrm>
            <a:off x="986567" y="4258462"/>
            <a:ext cx="217800" cy="300240"/>
            <a:chOff x="986567" y="4258462"/>
            <a:chExt cx="21780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15F6B08-7B88-9C12-A0D7-60BE6ABF18CB}"/>
                    </a:ext>
                  </a:extLst>
                </p14:cNvPr>
                <p14:cNvContentPartPr/>
                <p14:nvPr/>
              </p14:nvContentPartPr>
              <p14:xfrm>
                <a:off x="1008167" y="4334782"/>
                <a:ext cx="196200" cy="204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15F6B08-7B88-9C12-A0D7-60BE6ABF18C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0167" y="4316782"/>
                  <a:ext cx="231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55FEA81-DF08-EE14-8A16-E2597108E2CD}"/>
                    </a:ext>
                  </a:extLst>
                </p14:cNvPr>
                <p14:cNvContentPartPr/>
                <p14:nvPr/>
              </p14:nvContentPartPr>
              <p14:xfrm>
                <a:off x="1106447" y="4348462"/>
                <a:ext cx="91440" cy="210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55FEA81-DF08-EE14-8A16-E2597108E2C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8807" y="4330822"/>
                  <a:ext cx="1270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211A788-E00D-367A-87F2-602024E1585E}"/>
                    </a:ext>
                  </a:extLst>
                </p14:cNvPr>
                <p14:cNvContentPartPr/>
                <p14:nvPr/>
              </p14:nvContentPartPr>
              <p14:xfrm>
                <a:off x="986567" y="4258462"/>
                <a:ext cx="14760" cy="24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211A788-E00D-367A-87F2-602024E1585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68567" y="4240822"/>
                  <a:ext cx="504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0CC19B3-E188-F61D-A6DA-6EFA31850684}"/>
              </a:ext>
            </a:extLst>
          </p:cNvPr>
          <p:cNvGrpSpPr/>
          <p:nvPr/>
        </p:nvGrpSpPr>
        <p:grpSpPr>
          <a:xfrm>
            <a:off x="1595687" y="4352422"/>
            <a:ext cx="1415520" cy="569520"/>
            <a:chOff x="1595687" y="4352422"/>
            <a:chExt cx="1415520" cy="56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1F7C35C-F619-2BC2-7E59-86EC7D56367B}"/>
                    </a:ext>
                  </a:extLst>
                </p14:cNvPr>
                <p14:cNvContentPartPr/>
                <p14:nvPr/>
              </p14:nvContentPartPr>
              <p14:xfrm>
                <a:off x="1595687" y="4352422"/>
                <a:ext cx="227880" cy="168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1F7C35C-F619-2BC2-7E59-86EC7D5636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78047" y="4334782"/>
                  <a:ext cx="263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86CEEBE-DCA2-ECA7-4648-0D9509AA0407}"/>
                    </a:ext>
                  </a:extLst>
                </p14:cNvPr>
                <p14:cNvContentPartPr/>
                <p14:nvPr/>
              </p14:nvContentPartPr>
              <p14:xfrm>
                <a:off x="2051087" y="4389862"/>
                <a:ext cx="218880" cy="172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86CEEBE-DCA2-ECA7-4648-0D9509AA040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033087" y="4372222"/>
                  <a:ext cx="254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B225CDA-2773-BCE3-7F89-52EF3A25B605}"/>
                    </a:ext>
                  </a:extLst>
                </p14:cNvPr>
                <p14:cNvContentPartPr/>
                <p14:nvPr/>
              </p14:nvContentPartPr>
              <p14:xfrm>
                <a:off x="2346647" y="4409302"/>
                <a:ext cx="194040" cy="512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B225CDA-2773-BCE3-7F89-52EF3A25B60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329007" y="4391662"/>
                  <a:ext cx="22968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14831F2-5589-0B73-278E-DB23A590C55F}"/>
                    </a:ext>
                  </a:extLst>
                </p14:cNvPr>
                <p14:cNvContentPartPr/>
                <p14:nvPr/>
              </p14:nvContentPartPr>
              <p14:xfrm>
                <a:off x="2705927" y="4390582"/>
                <a:ext cx="305280" cy="146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14831F2-5589-0B73-278E-DB23A590C55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88287" y="4372582"/>
                  <a:ext cx="34092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4EB3FF9-4878-5D73-2F8D-62C43A62BC24}"/>
              </a:ext>
            </a:extLst>
          </p:cNvPr>
          <p:cNvGrpSpPr/>
          <p:nvPr/>
        </p:nvGrpSpPr>
        <p:grpSpPr>
          <a:xfrm>
            <a:off x="4657473" y="3382560"/>
            <a:ext cx="1161360" cy="339120"/>
            <a:chOff x="4657473" y="3382560"/>
            <a:chExt cx="116136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0D85A9E-BF0D-C71F-71FB-C85E03E16CB7}"/>
                    </a:ext>
                  </a:extLst>
                </p14:cNvPr>
                <p14:cNvContentPartPr/>
                <p14:nvPr/>
              </p14:nvContentPartPr>
              <p14:xfrm>
                <a:off x="4657473" y="3394440"/>
                <a:ext cx="264600" cy="267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0D85A9E-BF0D-C71F-71FB-C85E03E16CB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39473" y="3376440"/>
                  <a:ext cx="3002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B32E936-B8C3-E9AB-7E58-32BEBC423ADA}"/>
                    </a:ext>
                  </a:extLst>
                </p14:cNvPr>
                <p14:cNvContentPartPr/>
                <p14:nvPr/>
              </p14:nvContentPartPr>
              <p14:xfrm>
                <a:off x="5408073" y="3513240"/>
                <a:ext cx="175680" cy="50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B32E936-B8C3-E9AB-7E58-32BEBC423AD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90433" y="3495600"/>
                  <a:ext cx="2113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2C40403-99AB-32FF-E715-FE1560257F8A}"/>
                    </a:ext>
                  </a:extLst>
                </p14:cNvPr>
                <p14:cNvContentPartPr/>
                <p14:nvPr/>
              </p14:nvContentPartPr>
              <p14:xfrm>
                <a:off x="5666553" y="3382560"/>
                <a:ext cx="152280" cy="339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2C40403-99AB-32FF-E715-FE1560257F8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48913" y="3364920"/>
                  <a:ext cx="1879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0C2B86F-5537-0A38-DB64-F3EDAF4A70D5}"/>
                    </a:ext>
                  </a:extLst>
                </p14:cNvPr>
                <p14:cNvContentPartPr/>
                <p14:nvPr/>
              </p14:nvContentPartPr>
              <p14:xfrm>
                <a:off x="5188487" y="3413182"/>
                <a:ext cx="360" cy="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0C2B86F-5537-0A38-DB64-F3EDAF4A70D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170847" y="33955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6B72164-3CD2-A73C-AE0D-2F0610B436DB}"/>
              </a:ext>
            </a:extLst>
          </p:cNvPr>
          <p:cNvGrpSpPr/>
          <p:nvPr/>
        </p:nvGrpSpPr>
        <p:grpSpPr>
          <a:xfrm>
            <a:off x="3072767" y="4071982"/>
            <a:ext cx="1067760" cy="500760"/>
            <a:chOff x="3072767" y="4071982"/>
            <a:chExt cx="1067760" cy="50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DEEE97B-2678-7F8E-0647-400359455F59}"/>
                    </a:ext>
                  </a:extLst>
                </p14:cNvPr>
                <p14:cNvContentPartPr/>
                <p14:nvPr/>
              </p14:nvContentPartPr>
              <p14:xfrm>
                <a:off x="3072767" y="4362142"/>
                <a:ext cx="205920" cy="171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DEEE97B-2678-7F8E-0647-400359455F5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55127" y="4344142"/>
                  <a:ext cx="2415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3CC6EF1-A7E5-CE6B-56F0-5745A36D90A8}"/>
                    </a:ext>
                  </a:extLst>
                </p14:cNvPr>
                <p14:cNvContentPartPr/>
                <p14:nvPr/>
              </p14:nvContentPartPr>
              <p14:xfrm>
                <a:off x="3333407" y="4379782"/>
                <a:ext cx="225000" cy="181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3CC6EF1-A7E5-CE6B-56F0-5745A36D90A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15767" y="4361782"/>
                  <a:ext cx="260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60CEE5F-E1BD-033C-5497-14E70BED0A39}"/>
                    </a:ext>
                  </a:extLst>
                </p14:cNvPr>
                <p14:cNvContentPartPr/>
                <p14:nvPr/>
              </p14:nvContentPartPr>
              <p14:xfrm>
                <a:off x="3556967" y="4071982"/>
                <a:ext cx="424440" cy="500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60CEE5F-E1BD-033C-5497-14E70BED0A3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39327" y="4054342"/>
                  <a:ext cx="46008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5E1492F-C608-B8CF-B98C-8FE213146A5E}"/>
                    </a:ext>
                  </a:extLst>
                </p14:cNvPr>
                <p14:cNvContentPartPr/>
                <p14:nvPr/>
              </p14:nvContentPartPr>
              <p14:xfrm>
                <a:off x="4035047" y="4350982"/>
                <a:ext cx="105480" cy="176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5E1492F-C608-B8CF-B98C-8FE213146A5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17407" y="4332982"/>
                  <a:ext cx="141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7E8C1B7-C978-CB93-44BB-8C1B32993A73}"/>
                    </a:ext>
                  </a:extLst>
                </p14:cNvPr>
                <p14:cNvContentPartPr/>
                <p14:nvPr/>
              </p14:nvContentPartPr>
              <p14:xfrm>
                <a:off x="3957647" y="4146862"/>
                <a:ext cx="75960" cy="31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7E8C1B7-C978-CB93-44BB-8C1B32993A7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39647" y="4129222"/>
                  <a:ext cx="111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C1371A-EEDB-A8CB-79DB-74CE25344A55}"/>
                    </a:ext>
                  </a:extLst>
                </p14:cNvPr>
                <p14:cNvContentPartPr/>
                <p14:nvPr/>
              </p14:nvContentPartPr>
              <p14:xfrm>
                <a:off x="3219287" y="4213822"/>
                <a:ext cx="437040" cy="66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C1371A-EEDB-A8CB-79DB-74CE25344A5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201287" y="4195822"/>
                  <a:ext cx="47268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394F31D-3AB3-21CA-EFF2-05395803701F}"/>
              </a:ext>
            </a:extLst>
          </p:cNvPr>
          <p:cNvGrpSpPr/>
          <p:nvPr/>
        </p:nvGrpSpPr>
        <p:grpSpPr>
          <a:xfrm>
            <a:off x="4478927" y="4053982"/>
            <a:ext cx="1569960" cy="581040"/>
            <a:chOff x="4478927" y="4053982"/>
            <a:chExt cx="1569960" cy="58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B704D4B-A56B-261E-9289-F5E553015CCD}"/>
                    </a:ext>
                  </a:extLst>
                </p14:cNvPr>
                <p14:cNvContentPartPr/>
                <p14:nvPr/>
              </p14:nvContentPartPr>
              <p14:xfrm>
                <a:off x="4478927" y="4371502"/>
                <a:ext cx="312840" cy="150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B704D4B-A56B-261E-9289-F5E553015CC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61287" y="4353502"/>
                  <a:ext cx="348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40AE553-CD5F-9668-C6BF-60A867A9564A}"/>
                    </a:ext>
                  </a:extLst>
                </p14:cNvPr>
                <p14:cNvContentPartPr/>
                <p14:nvPr/>
              </p14:nvContentPartPr>
              <p14:xfrm>
                <a:off x="4847927" y="4053982"/>
                <a:ext cx="704160" cy="498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40AE553-CD5F-9668-C6BF-60A867A9564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29927" y="4036342"/>
                  <a:ext cx="73980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D8054E2-1562-5275-5A13-307D00C34AAC}"/>
                    </a:ext>
                  </a:extLst>
                </p14:cNvPr>
                <p14:cNvContentPartPr/>
                <p14:nvPr/>
              </p14:nvContentPartPr>
              <p14:xfrm>
                <a:off x="5595647" y="4364662"/>
                <a:ext cx="261720" cy="158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D8054E2-1562-5275-5A13-307D00C34AA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77647" y="4346662"/>
                  <a:ext cx="297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B5F8C3C-45B4-4BC6-FDF6-AC68F0861F71}"/>
                    </a:ext>
                  </a:extLst>
                </p14:cNvPr>
                <p14:cNvContentPartPr/>
                <p14:nvPr/>
              </p14:nvContentPartPr>
              <p14:xfrm>
                <a:off x="4954847" y="4181782"/>
                <a:ext cx="1094040" cy="453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B5F8C3C-45B4-4BC6-FDF6-AC68F0861F7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37207" y="4164142"/>
                  <a:ext cx="1129680" cy="48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CFFD6A1-2216-DE36-7E79-B5AC7A867770}"/>
                  </a:ext>
                </a:extLst>
              </p14:cNvPr>
              <p14:cNvContentPartPr/>
              <p14:nvPr/>
            </p14:nvContentPartPr>
            <p14:xfrm>
              <a:off x="6640727" y="4296622"/>
              <a:ext cx="365760" cy="2228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CFFD6A1-2216-DE36-7E79-B5AC7A86777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623087" y="4278622"/>
                <a:ext cx="4014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F217455-072E-48E3-7D00-98636ACBD0E5}"/>
                  </a:ext>
                </a:extLst>
              </p14:cNvPr>
              <p14:cNvContentPartPr/>
              <p14:nvPr/>
            </p14:nvContentPartPr>
            <p14:xfrm>
              <a:off x="7003967" y="4144342"/>
              <a:ext cx="33120" cy="406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F217455-072E-48E3-7D00-98636ACBD0E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985967" y="4126702"/>
                <a:ext cx="687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9003428-1876-2DE3-C275-D3A71DCB8489}"/>
                  </a:ext>
                </a:extLst>
              </p14:cNvPr>
              <p14:cNvContentPartPr/>
              <p14:nvPr/>
            </p14:nvContentPartPr>
            <p14:xfrm>
              <a:off x="6977327" y="4326502"/>
              <a:ext cx="766800" cy="5961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9003428-1876-2DE3-C275-D3A71DCB848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959327" y="4308502"/>
                <a:ext cx="802440" cy="6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E53800D-76FD-ED75-E6C4-020AE3566BE1}"/>
                  </a:ext>
                </a:extLst>
              </p14:cNvPr>
              <p14:cNvContentPartPr/>
              <p14:nvPr/>
            </p14:nvContentPartPr>
            <p14:xfrm>
              <a:off x="6670967" y="4049302"/>
              <a:ext cx="202320" cy="3322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E53800D-76FD-ED75-E6C4-020AE3566BE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653327" y="4031662"/>
                <a:ext cx="237960" cy="36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2C41C39-0C22-E216-106F-85DBF463B98E}"/>
              </a:ext>
            </a:extLst>
          </p:cNvPr>
          <p:cNvGrpSpPr/>
          <p:nvPr/>
        </p:nvGrpSpPr>
        <p:grpSpPr>
          <a:xfrm>
            <a:off x="7954727" y="3976222"/>
            <a:ext cx="1175400" cy="489600"/>
            <a:chOff x="7954727" y="3976222"/>
            <a:chExt cx="1175400" cy="48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E1182EA-31C9-3C66-E3E7-AB2A6676E360}"/>
                    </a:ext>
                  </a:extLst>
                </p14:cNvPr>
                <p14:cNvContentPartPr/>
                <p14:nvPr/>
              </p14:nvContentPartPr>
              <p14:xfrm>
                <a:off x="7954727" y="4254862"/>
                <a:ext cx="310320" cy="190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E1182EA-31C9-3C66-E3E7-AB2A6676E36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36727" y="4236862"/>
                  <a:ext cx="345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576865D-E780-6693-AAF0-A43E34BA4F39}"/>
                    </a:ext>
                  </a:extLst>
                </p14:cNvPr>
                <p14:cNvContentPartPr/>
                <p14:nvPr/>
              </p14:nvContentPartPr>
              <p14:xfrm>
                <a:off x="8295647" y="4257742"/>
                <a:ext cx="159120" cy="194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576865D-E780-6693-AAF0-A43E34BA4F3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77647" y="4240102"/>
                  <a:ext cx="1947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BBE3193-9EC6-6766-754D-6F84769CC6EB}"/>
                    </a:ext>
                  </a:extLst>
                </p14:cNvPr>
                <p14:cNvContentPartPr/>
                <p14:nvPr/>
              </p14:nvContentPartPr>
              <p14:xfrm>
                <a:off x="8494367" y="3976222"/>
                <a:ext cx="635760" cy="489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BBE3193-9EC6-6766-754D-6F84769CC6E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476367" y="3958222"/>
                  <a:ext cx="6714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CCCF02C-9155-A6D9-CEBD-17C0D25511D6}"/>
                    </a:ext>
                  </a:extLst>
                </p14:cNvPr>
                <p14:cNvContentPartPr/>
                <p14:nvPr/>
              </p14:nvContentPartPr>
              <p14:xfrm>
                <a:off x="8328047" y="4065142"/>
                <a:ext cx="438840" cy="77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CCCF02C-9155-A6D9-CEBD-17C0D25511D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10407" y="4047502"/>
                  <a:ext cx="47448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940B698-6427-C4C0-F9C1-885C63B24479}"/>
              </a:ext>
            </a:extLst>
          </p:cNvPr>
          <p:cNvGrpSpPr/>
          <p:nvPr/>
        </p:nvGrpSpPr>
        <p:grpSpPr>
          <a:xfrm>
            <a:off x="9658247" y="4023742"/>
            <a:ext cx="2527200" cy="771840"/>
            <a:chOff x="9658247" y="4023742"/>
            <a:chExt cx="2527200" cy="77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9076FFF-A2A7-15CC-8415-15DF35A8A023}"/>
                    </a:ext>
                  </a:extLst>
                </p14:cNvPr>
                <p14:cNvContentPartPr/>
                <p14:nvPr/>
              </p14:nvContentPartPr>
              <p14:xfrm>
                <a:off x="9658247" y="4209502"/>
                <a:ext cx="657000" cy="220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9076FFF-A2A7-15CC-8415-15DF35A8A02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40607" y="4191502"/>
                  <a:ext cx="692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A4AA697-B5E0-B53C-35FB-566A5AF11F32}"/>
                    </a:ext>
                  </a:extLst>
                </p14:cNvPr>
                <p14:cNvContentPartPr/>
                <p14:nvPr/>
              </p14:nvContentPartPr>
              <p14:xfrm>
                <a:off x="10544567" y="4023742"/>
                <a:ext cx="559800" cy="424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A4AA697-B5E0-B53C-35FB-566A5AF11F3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526567" y="4005742"/>
                  <a:ext cx="5954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7DEB8F1-8310-5973-EC0F-32322CBF3C90}"/>
                    </a:ext>
                  </a:extLst>
                </p14:cNvPr>
                <p14:cNvContentPartPr/>
                <p14:nvPr/>
              </p14:nvContentPartPr>
              <p14:xfrm>
                <a:off x="10973687" y="4034542"/>
                <a:ext cx="475560" cy="420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7DEB8F1-8310-5973-EC0F-32322CBF3C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955687" y="4016542"/>
                  <a:ext cx="5112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DE58B76-6466-202F-F3C3-8C4AA80D07AF}"/>
                    </a:ext>
                  </a:extLst>
                </p14:cNvPr>
                <p14:cNvContentPartPr/>
                <p14:nvPr/>
              </p14:nvContentPartPr>
              <p14:xfrm>
                <a:off x="11366447" y="4204462"/>
                <a:ext cx="396720" cy="591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DE58B76-6466-202F-F3C3-8C4AA80D07A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48447" y="4186822"/>
                  <a:ext cx="43236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E71638F-BAB7-2699-B52C-72DF09CF9B1E}"/>
                    </a:ext>
                  </a:extLst>
                </p14:cNvPr>
                <p14:cNvContentPartPr/>
                <p14:nvPr/>
              </p14:nvContentPartPr>
              <p14:xfrm>
                <a:off x="11805287" y="4242262"/>
                <a:ext cx="151920" cy="183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E71638F-BAB7-2699-B52C-72DF09CF9B1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787647" y="4224262"/>
                  <a:ext cx="187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11DF3B7-4CD5-EC36-B04E-BDF5DF5CC1BC}"/>
                    </a:ext>
                  </a:extLst>
                </p14:cNvPr>
                <p14:cNvContentPartPr/>
                <p14:nvPr/>
              </p14:nvContentPartPr>
              <p14:xfrm>
                <a:off x="11978807" y="4040302"/>
                <a:ext cx="206640" cy="427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11DF3B7-4CD5-EC36-B04E-BDF5DF5CC1B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961167" y="4022302"/>
                  <a:ext cx="242280" cy="46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C98A456-71BC-3427-A4B1-E2DC3322B0E4}"/>
              </a:ext>
            </a:extLst>
          </p:cNvPr>
          <p:cNvGrpSpPr/>
          <p:nvPr/>
        </p:nvGrpSpPr>
        <p:grpSpPr>
          <a:xfrm>
            <a:off x="239567" y="4798102"/>
            <a:ext cx="2620080" cy="468000"/>
            <a:chOff x="239567" y="4798102"/>
            <a:chExt cx="262008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9583EEA-9920-CAFC-BBB5-893144973CDC}"/>
                    </a:ext>
                  </a:extLst>
                </p14:cNvPr>
                <p14:cNvContentPartPr/>
                <p14:nvPr/>
              </p14:nvContentPartPr>
              <p14:xfrm>
                <a:off x="336407" y="4803142"/>
                <a:ext cx="226080" cy="381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9583EEA-9920-CAFC-BBB5-893144973CD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8407" y="4785142"/>
                  <a:ext cx="26172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4628116-BED7-7AF8-FDCC-77D681D15313}"/>
                    </a:ext>
                  </a:extLst>
                </p14:cNvPr>
                <p14:cNvContentPartPr/>
                <p14:nvPr/>
              </p14:nvContentPartPr>
              <p14:xfrm>
                <a:off x="239567" y="4865062"/>
                <a:ext cx="282240" cy="41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4628116-BED7-7AF8-FDCC-77D681D1531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21567" y="4847062"/>
                  <a:ext cx="317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97D5FE1-6E27-5198-C4DA-9C1A9E1FA14E}"/>
                    </a:ext>
                  </a:extLst>
                </p14:cNvPr>
                <p14:cNvContentPartPr/>
                <p14:nvPr/>
              </p14:nvContentPartPr>
              <p14:xfrm>
                <a:off x="797567" y="5013742"/>
                <a:ext cx="172800" cy="168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97D5FE1-6E27-5198-C4DA-9C1A9E1FA14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9567" y="4996102"/>
                  <a:ext cx="208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9071D95-E2AE-C0EC-1DEC-593608D6AA05}"/>
                    </a:ext>
                  </a:extLst>
                </p14:cNvPr>
                <p14:cNvContentPartPr/>
                <p14:nvPr/>
              </p14:nvContentPartPr>
              <p14:xfrm>
                <a:off x="999167" y="5002942"/>
                <a:ext cx="146160" cy="160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9071D95-E2AE-C0EC-1DEC-593608D6AA0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81167" y="4985302"/>
                  <a:ext cx="181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BCB45C9-E946-4FEB-AA49-BFDEAED419F8}"/>
                    </a:ext>
                  </a:extLst>
                </p14:cNvPr>
                <p14:cNvContentPartPr/>
                <p14:nvPr/>
              </p14:nvContentPartPr>
              <p14:xfrm>
                <a:off x="1161887" y="4798102"/>
                <a:ext cx="445320" cy="428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BCB45C9-E946-4FEB-AA49-BFDEAED419F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3887" y="4780102"/>
                  <a:ext cx="48096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5DCFE03-72E9-23C2-D1BA-BDA3A3EE6210}"/>
                    </a:ext>
                  </a:extLst>
                </p14:cNvPr>
                <p14:cNvContentPartPr/>
                <p14:nvPr/>
              </p14:nvContentPartPr>
              <p14:xfrm>
                <a:off x="1857407" y="4950742"/>
                <a:ext cx="168840" cy="264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5DCFE03-72E9-23C2-D1BA-BDA3A3EE621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39767" y="4933102"/>
                  <a:ext cx="2044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7BF3C75-17DD-2A97-2290-21C803B0C346}"/>
                    </a:ext>
                  </a:extLst>
                </p14:cNvPr>
                <p14:cNvContentPartPr/>
                <p14:nvPr/>
              </p14:nvContentPartPr>
              <p14:xfrm>
                <a:off x="2061887" y="4856422"/>
                <a:ext cx="120600" cy="377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7BF3C75-17DD-2A97-2290-21C803B0C34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043887" y="4838422"/>
                  <a:ext cx="1562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24CF7CA-1BE3-566E-E115-D3AB408C6ED7}"/>
                    </a:ext>
                  </a:extLst>
                </p14:cNvPr>
                <p14:cNvContentPartPr/>
                <p14:nvPr/>
              </p14:nvContentPartPr>
              <p14:xfrm>
                <a:off x="2068007" y="4893862"/>
                <a:ext cx="286200" cy="334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24CF7CA-1BE3-566E-E115-D3AB408C6ED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50367" y="4875862"/>
                  <a:ext cx="3218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B02CA1B-9757-8C5C-C3F2-00D427BE7F74}"/>
                    </a:ext>
                  </a:extLst>
                </p14:cNvPr>
                <p14:cNvContentPartPr/>
                <p14:nvPr/>
              </p14:nvContentPartPr>
              <p14:xfrm>
                <a:off x="2372927" y="5037142"/>
                <a:ext cx="486720" cy="228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B02CA1B-9757-8C5C-C3F2-00D427BE7F7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55287" y="5019142"/>
                  <a:ext cx="52236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92236F8B-671F-05C4-199D-BF69ACB92B50}"/>
              </a:ext>
            </a:extLst>
          </p:cNvPr>
          <p:cNvGrpSpPr/>
          <p:nvPr/>
        </p:nvGrpSpPr>
        <p:grpSpPr>
          <a:xfrm>
            <a:off x="572207" y="5587222"/>
            <a:ext cx="1035360" cy="598680"/>
            <a:chOff x="572207" y="5587222"/>
            <a:chExt cx="1035360" cy="59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62F649B-89B1-A15B-4D44-E2215BFF8C21}"/>
                    </a:ext>
                  </a:extLst>
                </p14:cNvPr>
                <p14:cNvContentPartPr/>
                <p14:nvPr/>
              </p14:nvContentPartPr>
              <p14:xfrm>
                <a:off x="572207" y="5722942"/>
                <a:ext cx="193320" cy="263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62F649B-89B1-A15B-4D44-E2215BFF8C2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54207" y="5705302"/>
                  <a:ext cx="2289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07588CD-CEF6-F7B0-C89D-D8AF2689EA92}"/>
                    </a:ext>
                  </a:extLst>
                </p14:cNvPr>
                <p14:cNvContentPartPr/>
                <p14:nvPr/>
              </p14:nvContentPartPr>
              <p14:xfrm>
                <a:off x="869927" y="5587222"/>
                <a:ext cx="304200" cy="598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07588CD-CEF6-F7B0-C89D-D8AF2689EA9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1927" y="5569582"/>
                  <a:ext cx="33984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5CC048A-E079-86AA-6B47-B628E1A27C35}"/>
                    </a:ext>
                  </a:extLst>
                </p14:cNvPr>
                <p14:cNvContentPartPr/>
                <p14:nvPr/>
              </p14:nvContentPartPr>
              <p14:xfrm>
                <a:off x="1127687" y="5767582"/>
                <a:ext cx="166680" cy="181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5CC048A-E079-86AA-6B47-B628E1A27C3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9687" y="5749582"/>
                  <a:ext cx="202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972184F-9611-8D62-AD6C-6BD6ECDEFC96}"/>
                    </a:ext>
                  </a:extLst>
                </p14:cNvPr>
                <p14:cNvContentPartPr/>
                <p14:nvPr/>
              </p14:nvContentPartPr>
              <p14:xfrm>
                <a:off x="799727" y="5691262"/>
                <a:ext cx="242280" cy="42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972184F-9611-8D62-AD6C-6BD6ECDEFC9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81727" y="5673622"/>
                  <a:ext cx="277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FD15D7E-5DCE-108D-82FB-C5FD1FB6B560}"/>
                    </a:ext>
                  </a:extLst>
                </p14:cNvPr>
                <p14:cNvContentPartPr/>
                <p14:nvPr/>
              </p14:nvContentPartPr>
              <p14:xfrm>
                <a:off x="1440527" y="5661382"/>
                <a:ext cx="33120" cy="310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FD15D7E-5DCE-108D-82FB-C5FD1FB6B56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422887" y="5643742"/>
                  <a:ext cx="687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9F571B8-E3EB-9DC2-B97E-C0B58509D64C}"/>
                    </a:ext>
                  </a:extLst>
                </p14:cNvPr>
                <p14:cNvContentPartPr/>
                <p14:nvPr/>
              </p14:nvContentPartPr>
              <p14:xfrm>
                <a:off x="1595327" y="5717542"/>
                <a:ext cx="12240" cy="34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9F571B8-E3EB-9DC2-B97E-C0B58509D64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577327" y="5699902"/>
                  <a:ext cx="47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DB91E45-CE33-03FA-9AF6-C60B473EEC72}"/>
                    </a:ext>
                  </a:extLst>
                </p14:cNvPr>
                <p14:cNvContentPartPr/>
                <p14:nvPr/>
              </p14:nvContentPartPr>
              <p14:xfrm>
                <a:off x="1587767" y="5876302"/>
                <a:ext cx="6480" cy="19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DB91E45-CE33-03FA-9AF6-C60B473EEC7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70127" y="5858302"/>
                  <a:ext cx="421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CE6543E-7CDE-CC33-684F-F53D7C7765D0}"/>
              </a:ext>
            </a:extLst>
          </p:cNvPr>
          <p:cNvGrpSpPr/>
          <p:nvPr/>
        </p:nvGrpSpPr>
        <p:grpSpPr>
          <a:xfrm>
            <a:off x="3150527" y="5173582"/>
            <a:ext cx="2407320" cy="885600"/>
            <a:chOff x="3150527" y="5173582"/>
            <a:chExt cx="2407320" cy="88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2990B47-ED7E-6EDE-A01E-44432F22CF06}"/>
                    </a:ext>
                  </a:extLst>
                </p14:cNvPr>
                <p14:cNvContentPartPr/>
                <p14:nvPr/>
              </p14:nvContentPartPr>
              <p14:xfrm>
                <a:off x="3150527" y="5173582"/>
                <a:ext cx="18360" cy="6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2990B47-ED7E-6EDE-A01E-44432F22CF0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32887" y="5155942"/>
                  <a:ext cx="540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F11253D-1556-FE48-104A-FDC2F638AC43}"/>
                    </a:ext>
                  </a:extLst>
                </p14:cNvPr>
                <p14:cNvContentPartPr/>
                <p14:nvPr/>
              </p14:nvContentPartPr>
              <p14:xfrm>
                <a:off x="3344927" y="5504422"/>
                <a:ext cx="36360" cy="398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F11253D-1556-FE48-104A-FDC2F638AC4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327287" y="5486422"/>
                  <a:ext cx="720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B0B3B33-F25D-4CFC-EDC6-42773A765EE3}"/>
                    </a:ext>
                  </a:extLst>
                </p14:cNvPr>
                <p14:cNvContentPartPr/>
                <p14:nvPr/>
              </p14:nvContentPartPr>
              <p14:xfrm>
                <a:off x="3506927" y="5536822"/>
                <a:ext cx="167040" cy="339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B0B3B33-F25D-4CFC-EDC6-42773A765EE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488927" y="5519182"/>
                  <a:ext cx="2026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7DE3F0E-A0B5-C2E2-43F2-1B37CC3F7078}"/>
                    </a:ext>
                  </a:extLst>
                </p14:cNvPr>
                <p14:cNvContentPartPr/>
                <p14:nvPr/>
              </p14:nvContentPartPr>
              <p14:xfrm>
                <a:off x="3552647" y="5715742"/>
                <a:ext cx="116640" cy="22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7DE3F0E-A0B5-C2E2-43F2-1B37CC3F707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534647" y="5698102"/>
                  <a:ext cx="1522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CB962C5-F35A-22D3-3804-97B5C9FF0B84}"/>
                    </a:ext>
                  </a:extLst>
                </p14:cNvPr>
                <p14:cNvContentPartPr/>
                <p14:nvPr/>
              </p14:nvContentPartPr>
              <p14:xfrm>
                <a:off x="3809687" y="5706742"/>
                <a:ext cx="124560" cy="24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CB962C5-F35A-22D3-3804-97B5C9FF0B8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791687" y="5688742"/>
                  <a:ext cx="160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B67DA68-D562-81D3-C7C7-2D5B61A01686}"/>
                    </a:ext>
                  </a:extLst>
                </p14:cNvPr>
                <p14:cNvContentPartPr/>
                <p14:nvPr/>
              </p14:nvContentPartPr>
              <p14:xfrm>
                <a:off x="3982847" y="5518462"/>
                <a:ext cx="300600" cy="320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B67DA68-D562-81D3-C7C7-2D5B61A0168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65207" y="5500822"/>
                  <a:ext cx="3362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ACB4D86-3AF2-8491-39E4-A96D205D6671}"/>
                    </a:ext>
                  </a:extLst>
                </p14:cNvPr>
                <p14:cNvContentPartPr/>
                <p14:nvPr/>
              </p14:nvContentPartPr>
              <p14:xfrm>
                <a:off x="4408727" y="5526382"/>
                <a:ext cx="201240" cy="532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ACB4D86-3AF2-8491-39E4-A96D205D667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391087" y="5508382"/>
                  <a:ext cx="236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3B2A02C-B212-A459-3D54-704E61BCB292}"/>
                    </a:ext>
                  </a:extLst>
                </p14:cNvPr>
                <p14:cNvContentPartPr/>
                <p14:nvPr/>
              </p14:nvContentPartPr>
              <p14:xfrm>
                <a:off x="4380287" y="5543302"/>
                <a:ext cx="223200" cy="290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3B2A02C-B212-A459-3D54-704E61BCB29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62287" y="5525662"/>
                  <a:ext cx="2588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3F72A5F-346B-9A37-4DCC-CD46EEF993F4}"/>
                    </a:ext>
                  </a:extLst>
                </p14:cNvPr>
                <p14:cNvContentPartPr/>
                <p14:nvPr/>
              </p14:nvContentPartPr>
              <p14:xfrm>
                <a:off x="4705727" y="5270062"/>
                <a:ext cx="64440" cy="789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3F72A5F-346B-9A37-4DCC-CD46EEF993F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688087" y="5252062"/>
                  <a:ext cx="10008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401CAD5-6929-9983-5FEC-BC8214D6F2B3}"/>
                    </a:ext>
                  </a:extLst>
                </p14:cNvPr>
                <p14:cNvContentPartPr/>
                <p14:nvPr/>
              </p14:nvContentPartPr>
              <p14:xfrm>
                <a:off x="3306407" y="5450062"/>
                <a:ext cx="86400" cy="528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401CAD5-6929-9983-5FEC-BC8214D6F2B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288767" y="5432062"/>
                  <a:ext cx="12204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8A6C854-9224-F436-932A-710477F911A7}"/>
                    </a:ext>
                  </a:extLst>
                </p14:cNvPr>
                <p14:cNvContentPartPr/>
                <p14:nvPr/>
              </p14:nvContentPartPr>
              <p14:xfrm>
                <a:off x="4871327" y="5639422"/>
                <a:ext cx="156600" cy="20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8A6C854-9224-F436-932A-710477F911A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853687" y="5621422"/>
                  <a:ext cx="192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6C7434D-F7C3-6DB4-9684-6CAA74546731}"/>
                    </a:ext>
                  </a:extLst>
                </p14:cNvPr>
                <p14:cNvContentPartPr/>
                <p14:nvPr/>
              </p14:nvContentPartPr>
              <p14:xfrm>
                <a:off x="4865207" y="5707822"/>
                <a:ext cx="167400" cy="13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6C7434D-F7C3-6DB4-9684-6CAA7454673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847207" y="5690182"/>
                  <a:ext cx="203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99BA756-E0A9-4D9F-4AD2-89CA04EF4750}"/>
                    </a:ext>
                  </a:extLst>
                </p14:cNvPr>
                <p14:cNvContentPartPr/>
                <p14:nvPr/>
              </p14:nvContentPartPr>
              <p14:xfrm>
                <a:off x="5259407" y="5432782"/>
                <a:ext cx="298440" cy="333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99BA756-E0A9-4D9F-4AD2-89CA04EF475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241767" y="5414782"/>
                  <a:ext cx="334080" cy="36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0C07F9D5-FAE3-7728-F190-9F32C79D776E}"/>
                  </a:ext>
                </a:extLst>
              </p14:cNvPr>
              <p14:cNvContentPartPr/>
              <p14:nvPr/>
            </p14:nvContentPartPr>
            <p14:xfrm>
              <a:off x="6835847" y="3823942"/>
              <a:ext cx="14040" cy="39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0C07F9D5-FAE3-7728-F190-9F32C79D776E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817847" y="3806302"/>
                <a:ext cx="496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D04D048A-833F-24AD-9786-C58059F85748}"/>
              </a:ext>
            </a:extLst>
          </p:cNvPr>
          <p:cNvGrpSpPr/>
          <p:nvPr/>
        </p:nvGrpSpPr>
        <p:grpSpPr>
          <a:xfrm>
            <a:off x="4280193" y="1928160"/>
            <a:ext cx="657360" cy="2030400"/>
            <a:chOff x="4280193" y="1928160"/>
            <a:chExt cx="657360" cy="20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D978F1D-7534-C786-0698-3C6B1B1F1E67}"/>
                    </a:ext>
                  </a:extLst>
                </p14:cNvPr>
                <p14:cNvContentPartPr/>
                <p14:nvPr/>
              </p14:nvContentPartPr>
              <p14:xfrm>
                <a:off x="4280193" y="1928160"/>
                <a:ext cx="549720" cy="2030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D978F1D-7534-C786-0698-3C6B1B1F1E6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262553" y="1910520"/>
                  <a:ext cx="585360" cy="20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16FD3B3-220E-8BA0-7054-F67680F6F897}"/>
                    </a:ext>
                  </a:extLst>
                </p14:cNvPr>
                <p14:cNvContentPartPr/>
                <p14:nvPr/>
              </p14:nvContentPartPr>
              <p14:xfrm>
                <a:off x="4608153" y="2160360"/>
                <a:ext cx="168120" cy="312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16FD3B3-220E-8BA0-7054-F67680F6F89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90513" y="2142360"/>
                  <a:ext cx="2037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AA1A4DF-C309-CDB7-0E4E-93C1849BDB58}"/>
                    </a:ext>
                  </a:extLst>
                </p14:cNvPr>
                <p14:cNvContentPartPr/>
                <p14:nvPr/>
              </p14:nvContentPartPr>
              <p14:xfrm>
                <a:off x="4529673" y="2876040"/>
                <a:ext cx="157320" cy="33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AA1A4DF-C309-CDB7-0E4E-93C1849BDB5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12033" y="2858040"/>
                  <a:ext cx="1929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BD3CA1-C033-0DFB-0D7F-861F8CAE0C0C}"/>
                    </a:ext>
                  </a:extLst>
                </p14:cNvPr>
                <p14:cNvContentPartPr/>
                <p14:nvPr/>
              </p14:nvContentPartPr>
              <p14:xfrm>
                <a:off x="4830273" y="2720520"/>
                <a:ext cx="107280" cy="270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BD3CA1-C033-0DFB-0D7F-861F8CAE0C0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812633" y="2702880"/>
                  <a:ext cx="1429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2B35D28-74A6-DB35-5B8E-13872DA93FCF}"/>
                    </a:ext>
                  </a:extLst>
                </p14:cNvPr>
                <p14:cNvContentPartPr/>
                <p14:nvPr/>
              </p14:nvContentPartPr>
              <p14:xfrm>
                <a:off x="4730927" y="2374582"/>
                <a:ext cx="9000" cy="3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2B35D28-74A6-DB35-5B8E-13872DA93FC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13287" y="2356582"/>
                  <a:ext cx="4464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5F646EBB-A9E5-52B5-7B03-D63DC5627FCE}"/>
                  </a:ext>
                </a:extLst>
              </p14:cNvPr>
              <p14:cNvContentPartPr/>
              <p14:nvPr/>
            </p14:nvContentPartPr>
            <p14:xfrm>
              <a:off x="5760167" y="3040942"/>
              <a:ext cx="2160" cy="28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5F646EBB-A9E5-52B5-7B03-D63DC5627FC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742167" y="3023302"/>
                <a:ext cx="37800" cy="3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6548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0BD31E-8041-1DEE-F208-DA99681F25E0}"/>
                  </a:ext>
                </a:extLst>
              </p14:cNvPr>
              <p14:cNvContentPartPr/>
              <p14:nvPr/>
            </p14:nvContentPartPr>
            <p14:xfrm>
              <a:off x="1018967" y="229342"/>
              <a:ext cx="117720" cy="163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0BD31E-8041-1DEE-F208-DA99681F25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0967" y="211702"/>
                <a:ext cx="153360" cy="166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2ED308AB-77E5-094C-55EB-F5F96D9012B3}"/>
              </a:ext>
            </a:extLst>
          </p:cNvPr>
          <p:cNvGrpSpPr/>
          <p:nvPr/>
        </p:nvGrpSpPr>
        <p:grpSpPr>
          <a:xfrm>
            <a:off x="1372847" y="313222"/>
            <a:ext cx="582840" cy="301680"/>
            <a:chOff x="1372847" y="313222"/>
            <a:chExt cx="58284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79862A8-F165-869E-BE39-BCD1506552B9}"/>
                    </a:ext>
                  </a:extLst>
                </p14:cNvPr>
                <p14:cNvContentPartPr/>
                <p14:nvPr/>
              </p14:nvContentPartPr>
              <p14:xfrm>
                <a:off x="1372847" y="345982"/>
                <a:ext cx="132120" cy="223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79862A8-F165-869E-BE39-BCD1506552B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4847" y="328342"/>
                  <a:ext cx="167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3945DDE-8454-2E91-A6CC-B1BD209FE8E6}"/>
                    </a:ext>
                  </a:extLst>
                </p14:cNvPr>
                <p14:cNvContentPartPr/>
                <p14:nvPr/>
              </p14:nvContentPartPr>
              <p14:xfrm>
                <a:off x="1642847" y="313222"/>
                <a:ext cx="312840" cy="301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3945DDE-8454-2E91-A6CC-B1BD209FE8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25207" y="295582"/>
                  <a:ext cx="348480" cy="33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DE0E7FD-070F-D6C2-75E9-223BEE6C5A33}"/>
              </a:ext>
            </a:extLst>
          </p:cNvPr>
          <p:cNvGrpSpPr/>
          <p:nvPr/>
        </p:nvGrpSpPr>
        <p:grpSpPr>
          <a:xfrm>
            <a:off x="2304167" y="773662"/>
            <a:ext cx="656280" cy="261360"/>
            <a:chOff x="2304167" y="773662"/>
            <a:chExt cx="65628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C7A9F2F-62AD-1509-6725-F941D7319931}"/>
                    </a:ext>
                  </a:extLst>
                </p14:cNvPr>
                <p14:cNvContentPartPr/>
                <p14:nvPr/>
              </p14:nvContentPartPr>
              <p14:xfrm>
                <a:off x="2304167" y="784822"/>
                <a:ext cx="158400" cy="240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7A9F2F-62AD-1509-6725-F941D73199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86167" y="766822"/>
                  <a:ext cx="1940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02DEE5-C8CB-F864-CBF2-98D2DD999479}"/>
                    </a:ext>
                  </a:extLst>
                </p14:cNvPr>
                <p14:cNvContentPartPr/>
                <p14:nvPr/>
              </p14:nvContentPartPr>
              <p14:xfrm>
                <a:off x="2516567" y="899302"/>
                <a:ext cx="129240" cy="5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02DEE5-C8CB-F864-CBF2-98D2DD9994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98567" y="881302"/>
                  <a:ext cx="164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3141CA2-27F1-A6F8-A0B6-1F23DD77550E}"/>
                    </a:ext>
                  </a:extLst>
                </p14:cNvPr>
                <p14:cNvContentPartPr/>
                <p14:nvPr/>
              </p14:nvContentPartPr>
              <p14:xfrm>
                <a:off x="2720687" y="773662"/>
                <a:ext cx="239760" cy="261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3141CA2-27F1-A6F8-A0B6-1F23DD77550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03047" y="755662"/>
                  <a:ext cx="27540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92026B-24D7-BDF7-E0EE-F9BC03F5DE54}"/>
              </a:ext>
            </a:extLst>
          </p:cNvPr>
          <p:cNvGrpSpPr/>
          <p:nvPr/>
        </p:nvGrpSpPr>
        <p:grpSpPr>
          <a:xfrm>
            <a:off x="3306047" y="1322662"/>
            <a:ext cx="668880" cy="344160"/>
            <a:chOff x="3306047" y="1322662"/>
            <a:chExt cx="66888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3007F38-9A4B-FFB0-CBD2-088F89DBC02B}"/>
                    </a:ext>
                  </a:extLst>
                </p14:cNvPr>
                <p14:cNvContentPartPr/>
                <p14:nvPr/>
              </p14:nvContentPartPr>
              <p14:xfrm>
                <a:off x="3306047" y="1378102"/>
                <a:ext cx="149760" cy="245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3007F38-9A4B-FFB0-CBD2-088F89DBC0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88407" y="1360462"/>
                  <a:ext cx="185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A972C6E-DE6C-A6EF-3304-D77E68151B45}"/>
                    </a:ext>
                  </a:extLst>
                </p14:cNvPr>
                <p14:cNvContentPartPr/>
                <p14:nvPr/>
              </p14:nvContentPartPr>
              <p14:xfrm>
                <a:off x="3552287" y="1460902"/>
                <a:ext cx="138240" cy="26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A972C6E-DE6C-A6EF-3304-D77E68151B4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34287" y="1442902"/>
                  <a:ext cx="173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9727867-10BD-0DA0-410A-778B099E8EB9}"/>
                    </a:ext>
                  </a:extLst>
                </p14:cNvPr>
                <p14:cNvContentPartPr/>
                <p14:nvPr/>
              </p14:nvContentPartPr>
              <p14:xfrm>
                <a:off x="3678287" y="1322662"/>
                <a:ext cx="296640" cy="344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9727867-10BD-0DA0-410A-778B099E8E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60287" y="1305022"/>
                  <a:ext cx="332280" cy="37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824E7B-00FC-C1AA-CE32-199FE60BC261}"/>
              </a:ext>
            </a:extLst>
          </p:cNvPr>
          <p:cNvGrpSpPr/>
          <p:nvPr/>
        </p:nvGrpSpPr>
        <p:grpSpPr>
          <a:xfrm>
            <a:off x="2469767" y="358942"/>
            <a:ext cx="331560" cy="218160"/>
            <a:chOff x="2469767" y="358942"/>
            <a:chExt cx="33156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BA760AE-933F-EEE7-5B98-769C217D58FA}"/>
                    </a:ext>
                  </a:extLst>
                </p14:cNvPr>
                <p14:cNvContentPartPr/>
                <p14:nvPr/>
              </p14:nvContentPartPr>
              <p14:xfrm>
                <a:off x="2469767" y="477382"/>
                <a:ext cx="146880" cy="20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BA760AE-933F-EEE7-5B98-769C217D58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52127" y="459742"/>
                  <a:ext cx="182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7E4013-FF9F-6DB7-C5EF-878A26330F8F}"/>
                    </a:ext>
                  </a:extLst>
                </p14:cNvPr>
                <p14:cNvContentPartPr/>
                <p14:nvPr/>
              </p14:nvContentPartPr>
              <p14:xfrm>
                <a:off x="2712047" y="358942"/>
                <a:ext cx="89280" cy="218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7E4013-FF9F-6DB7-C5EF-878A26330F8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94407" y="340942"/>
                  <a:ext cx="12492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23362E4-0426-3460-F4B1-3B349CA2EE08}"/>
                  </a:ext>
                </a:extLst>
              </p14:cNvPr>
              <p14:cNvContentPartPr/>
              <p14:nvPr/>
            </p14:nvContentPartPr>
            <p14:xfrm>
              <a:off x="3491447" y="371902"/>
              <a:ext cx="271800" cy="204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3362E4-0426-3460-F4B1-3B349CA2EE0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73807" y="354262"/>
                <a:ext cx="307440" cy="24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42F261BF-3489-0C8F-F1BB-8BE495D6C4DF}"/>
              </a:ext>
            </a:extLst>
          </p:cNvPr>
          <p:cNvGrpSpPr/>
          <p:nvPr/>
        </p:nvGrpSpPr>
        <p:grpSpPr>
          <a:xfrm>
            <a:off x="3398927" y="783022"/>
            <a:ext cx="333360" cy="279720"/>
            <a:chOff x="3398927" y="783022"/>
            <a:chExt cx="33336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6C727C-9F20-9730-3998-77BBAC73B3A0}"/>
                    </a:ext>
                  </a:extLst>
                </p14:cNvPr>
                <p14:cNvContentPartPr/>
                <p14:nvPr/>
              </p14:nvContentPartPr>
              <p14:xfrm>
                <a:off x="3398927" y="881662"/>
                <a:ext cx="171360" cy="19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6C727C-9F20-9730-3998-77BBAC73B3A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81287" y="863662"/>
                  <a:ext cx="2070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4ACCCDE-7BE8-BEA8-8A40-7AAB2AFB03D9}"/>
                    </a:ext>
                  </a:extLst>
                </p14:cNvPr>
                <p14:cNvContentPartPr/>
                <p14:nvPr/>
              </p14:nvContentPartPr>
              <p14:xfrm>
                <a:off x="3621767" y="783022"/>
                <a:ext cx="110520" cy="279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4ACCCDE-7BE8-BEA8-8A40-7AAB2AFB03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04127" y="765382"/>
                  <a:ext cx="146160" cy="31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D56176D-3E81-223C-714D-398194DEF284}"/>
                  </a:ext>
                </a:extLst>
              </p14:cNvPr>
              <p14:cNvContentPartPr/>
              <p14:nvPr/>
            </p14:nvContentPartPr>
            <p14:xfrm>
              <a:off x="1577327" y="1593742"/>
              <a:ext cx="229680" cy="223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D56176D-3E81-223C-714D-398194DEF28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59327" y="1575742"/>
                <a:ext cx="26532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7E54479-0C34-1D09-36AA-569F487306B3}"/>
              </a:ext>
            </a:extLst>
          </p:cNvPr>
          <p:cNvGrpSpPr/>
          <p:nvPr/>
        </p:nvGrpSpPr>
        <p:grpSpPr>
          <a:xfrm>
            <a:off x="2303807" y="1446862"/>
            <a:ext cx="374760" cy="288720"/>
            <a:chOff x="2303807" y="1446862"/>
            <a:chExt cx="37476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8C37D9D-DB81-AA4E-33F4-5F6DBA27E95D}"/>
                    </a:ext>
                  </a:extLst>
                </p14:cNvPr>
                <p14:cNvContentPartPr/>
                <p14:nvPr/>
              </p14:nvContentPartPr>
              <p14:xfrm>
                <a:off x="2303807" y="1605982"/>
                <a:ext cx="159840" cy="34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8C37D9D-DB81-AA4E-33F4-5F6DBA27E9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86167" y="1588342"/>
                  <a:ext cx="195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7E26768-CFFD-928E-7108-DF9C8F251561}"/>
                    </a:ext>
                  </a:extLst>
                </p14:cNvPr>
                <p14:cNvContentPartPr/>
                <p14:nvPr/>
              </p14:nvContentPartPr>
              <p14:xfrm>
                <a:off x="2541767" y="1446862"/>
                <a:ext cx="136800" cy="288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7E26768-CFFD-928E-7108-DF9C8F25156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24127" y="1429222"/>
                  <a:ext cx="17244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44E5AB1-5029-6F51-9D70-5668481EEEE8}"/>
              </a:ext>
            </a:extLst>
          </p:cNvPr>
          <p:cNvGrpSpPr/>
          <p:nvPr/>
        </p:nvGrpSpPr>
        <p:grpSpPr>
          <a:xfrm>
            <a:off x="1451687" y="893902"/>
            <a:ext cx="300600" cy="258480"/>
            <a:chOff x="1451687" y="893902"/>
            <a:chExt cx="30060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150026-E9C4-FA94-5E20-F1AF09E85D81}"/>
                    </a:ext>
                  </a:extLst>
                </p14:cNvPr>
                <p14:cNvContentPartPr/>
                <p14:nvPr/>
              </p14:nvContentPartPr>
              <p14:xfrm>
                <a:off x="1451687" y="1013782"/>
                <a:ext cx="111960" cy="2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150026-E9C4-FA94-5E20-F1AF09E85D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33687" y="995782"/>
                  <a:ext cx="147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2D9EAB6-9B54-B783-1428-3D8F2106D2D2}"/>
                    </a:ext>
                  </a:extLst>
                </p14:cNvPr>
                <p14:cNvContentPartPr/>
                <p14:nvPr/>
              </p14:nvContentPartPr>
              <p14:xfrm>
                <a:off x="1632407" y="893902"/>
                <a:ext cx="119880" cy="258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2D9EAB6-9B54-B783-1428-3D8F2106D2D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14407" y="875902"/>
                  <a:ext cx="155520" cy="29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F54CFA9-CC42-4122-AAD8-274786708815}"/>
                  </a:ext>
                </a:extLst>
              </p14:cNvPr>
              <p14:cNvContentPartPr/>
              <p14:nvPr/>
            </p14:nvContentPartPr>
            <p14:xfrm>
              <a:off x="4192367" y="257062"/>
              <a:ext cx="69120" cy="1571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F54CFA9-CC42-4122-AAD8-27478670881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174367" y="239422"/>
                <a:ext cx="104760" cy="16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204915B-91F3-3494-A07C-C3B476B92B58}"/>
                  </a:ext>
                </a:extLst>
              </p14:cNvPr>
              <p14:cNvContentPartPr/>
              <p14:nvPr/>
            </p14:nvContentPartPr>
            <p14:xfrm>
              <a:off x="7133207" y="286942"/>
              <a:ext cx="140040" cy="163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204915B-91F3-3494-A07C-C3B476B92B5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115567" y="269302"/>
                <a:ext cx="1756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9E182D6-74AE-F302-27CE-D835802CD04B}"/>
                  </a:ext>
                </a:extLst>
              </p14:cNvPr>
              <p14:cNvContentPartPr/>
              <p14:nvPr/>
            </p14:nvContentPartPr>
            <p14:xfrm>
              <a:off x="10340807" y="338782"/>
              <a:ext cx="289800" cy="320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9E182D6-74AE-F302-27CE-D835802CD04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323167" y="320782"/>
                <a:ext cx="325440" cy="35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05A9B21-1F60-CF31-E6F6-6C14AD9CBF7E}"/>
              </a:ext>
            </a:extLst>
          </p:cNvPr>
          <p:cNvGrpSpPr/>
          <p:nvPr/>
        </p:nvGrpSpPr>
        <p:grpSpPr>
          <a:xfrm>
            <a:off x="314087" y="2544502"/>
            <a:ext cx="549000" cy="425880"/>
            <a:chOff x="314087" y="2544502"/>
            <a:chExt cx="54900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3BBE602-932C-686E-A873-E2FFCD01056C}"/>
                    </a:ext>
                  </a:extLst>
                </p14:cNvPr>
                <p14:cNvContentPartPr/>
                <p14:nvPr/>
              </p14:nvContentPartPr>
              <p14:xfrm>
                <a:off x="314087" y="2544502"/>
                <a:ext cx="148320" cy="304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3BBE602-932C-686E-A873-E2FFCD01056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6087" y="2526502"/>
                  <a:ext cx="1839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80EB274-8949-671D-CCCC-75A96B79C39E}"/>
                    </a:ext>
                  </a:extLst>
                </p14:cNvPr>
                <p14:cNvContentPartPr/>
                <p14:nvPr/>
              </p14:nvContentPartPr>
              <p14:xfrm>
                <a:off x="505967" y="2790382"/>
                <a:ext cx="39240" cy="180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80EB274-8949-671D-CCCC-75A96B79C39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7967" y="2772382"/>
                  <a:ext cx="748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6453BA1-3DF2-082A-7044-FB0A799F3443}"/>
                    </a:ext>
                  </a:extLst>
                </p14:cNvPr>
                <p14:cNvContentPartPr/>
                <p14:nvPr/>
              </p14:nvContentPartPr>
              <p14:xfrm>
                <a:off x="685247" y="2712262"/>
                <a:ext cx="166680" cy="45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6453BA1-3DF2-082A-7044-FB0A799F344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7607" y="2694622"/>
                  <a:ext cx="2023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69D52A-E246-DB94-3CF4-71E0B5306046}"/>
                    </a:ext>
                  </a:extLst>
                </p14:cNvPr>
                <p14:cNvContentPartPr/>
                <p14:nvPr/>
              </p14:nvContentPartPr>
              <p14:xfrm>
                <a:off x="669407" y="2812342"/>
                <a:ext cx="193680" cy="5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69D52A-E246-DB94-3CF4-71E0B530604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1407" y="2794702"/>
                  <a:ext cx="22932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5EC33F4-4262-DAB4-CBBC-3C873AE20009}"/>
              </a:ext>
            </a:extLst>
          </p:cNvPr>
          <p:cNvGrpSpPr/>
          <p:nvPr/>
        </p:nvGrpSpPr>
        <p:grpSpPr>
          <a:xfrm>
            <a:off x="1266287" y="2518942"/>
            <a:ext cx="1496880" cy="351000"/>
            <a:chOff x="1266287" y="2518942"/>
            <a:chExt cx="149688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EA2AE57-69C2-C34C-B4A0-1F09A2C15932}"/>
                    </a:ext>
                  </a:extLst>
                </p14:cNvPr>
                <p14:cNvContentPartPr/>
                <p14:nvPr/>
              </p14:nvContentPartPr>
              <p14:xfrm>
                <a:off x="1266287" y="2525782"/>
                <a:ext cx="162720" cy="303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EA2AE57-69C2-C34C-B4A0-1F09A2C1593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48647" y="2508142"/>
                  <a:ext cx="1983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CDE6A65-84F5-A1F7-6374-CEACA6AFD91F}"/>
                    </a:ext>
                  </a:extLst>
                </p14:cNvPr>
                <p14:cNvContentPartPr/>
                <p14:nvPr/>
              </p14:nvContentPartPr>
              <p14:xfrm>
                <a:off x="1578047" y="2707582"/>
                <a:ext cx="218520" cy="30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CDE6A65-84F5-A1F7-6374-CEACA6AFD9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60407" y="2689942"/>
                  <a:ext cx="254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F0FF2F6-0291-DBF5-AE98-EEB0F65354BA}"/>
                    </a:ext>
                  </a:extLst>
                </p14:cNvPr>
                <p14:cNvContentPartPr/>
                <p14:nvPr/>
              </p14:nvContentPartPr>
              <p14:xfrm>
                <a:off x="1677407" y="2609302"/>
                <a:ext cx="31680" cy="260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F0FF2F6-0291-DBF5-AE98-EEB0F65354B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59767" y="2591302"/>
                  <a:ext cx="673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F7E269B-721C-B3AC-78EF-75C9BE36020A}"/>
                    </a:ext>
                  </a:extLst>
                </p14:cNvPr>
                <p14:cNvContentPartPr/>
                <p14:nvPr/>
              </p14:nvContentPartPr>
              <p14:xfrm>
                <a:off x="1929407" y="2518942"/>
                <a:ext cx="182160" cy="308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F7E269B-721C-B3AC-78EF-75C9BE3602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11407" y="2501302"/>
                  <a:ext cx="2178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2003F2F-4C44-EF69-54E7-EAEF182DEB83}"/>
                    </a:ext>
                  </a:extLst>
                </p14:cNvPr>
                <p14:cNvContentPartPr/>
                <p14:nvPr/>
              </p14:nvContentPartPr>
              <p14:xfrm>
                <a:off x="2234687" y="2676262"/>
                <a:ext cx="217440" cy="30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2003F2F-4C44-EF69-54E7-EAEF182DEB8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17047" y="2658622"/>
                  <a:ext cx="253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77F47D0-ECA8-16A0-F151-09EA04D349C9}"/>
                    </a:ext>
                  </a:extLst>
                </p14:cNvPr>
                <p14:cNvContentPartPr/>
                <p14:nvPr/>
              </p14:nvContentPartPr>
              <p14:xfrm>
                <a:off x="2338007" y="2614702"/>
                <a:ext cx="28800" cy="220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77F47D0-ECA8-16A0-F151-09EA04D349C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20007" y="2597062"/>
                  <a:ext cx="644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74FCE2E-5F66-ECE7-C032-A10D2F0F5E6A}"/>
                    </a:ext>
                  </a:extLst>
                </p14:cNvPr>
                <p14:cNvContentPartPr/>
                <p14:nvPr/>
              </p14:nvContentPartPr>
              <p14:xfrm>
                <a:off x="2601527" y="2563222"/>
                <a:ext cx="161640" cy="271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74FCE2E-5F66-ECE7-C032-A10D2F0F5E6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83887" y="2545222"/>
                  <a:ext cx="197280" cy="30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2A3078F-0590-B1E0-42F8-3C1AC67D9053}"/>
              </a:ext>
            </a:extLst>
          </p:cNvPr>
          <p:cNvGrpSpPr/>
          <p:nvPr/>
        </p:nvGrpSpPr>
        <p:grpSpPr>
          <a:xfrm>
            <a:off x="3086087" y="2614342"/>
            <a:ext cx="198000" cy="133920"/>
            <a:chOff x="3086087" y="2614342"/>
            <a:chExt cx="198000" cy="1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1C43C30-6BC0-1AC8-4D0B-EF1702A6C1FE}"/>
                    </a:ext>
                  </a:extLst>
                </p14:cNvPr>
                <p14:cNvContentPartPr/>
                <p14:nvPr/>
              </p14:nvContentPartPr>
              <p14:xfrm>
                <a:off x="3086087" y="2614342"/>
                <a:ext cx="106200" cy="17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1C43C30-6BC0-1AC8-4D0B-EF1702A6C1F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68087" y="2596342"/>
                  <a:ext cx="141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4797236-2E73-83AE-9351-16FAF0472E5E}"/>
                    </a:ext>
                  </a:extLst>
                </p14:cNvPr>
                <p14:cNvContentPartPr/>
                <p14:nvPr/>
              </p14:nvContentPartPr>
              <p14:xfrm>
                <a:off x="3092567" y="2708302"/>
                <a:ext cx="191520" cy="39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4797236-2E73-83AE-9351-16FAF0472E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74567" y="2690302"/>
                  <a:ext cx="22716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F62F816-F233-D14A-F6E9-99A97DBD4F98}"/>
              </a:ext>
            </a:extLst>
          </p:cNvPr>
          <p:cNvGrpSpPr/>
          <p:nvPr/>
        </p:nvGrpSpPr>
        <p:grpSpPr>
          <a:xfrm>
            <a:off x="3526007" y="2518222"/>
            <a:ext cx="357840" cy="273240"/>
            <a:chOff x="3526007" y="2518222"/>
            <a:chExt cx="35784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FDFE70A-5490-2703-3E71-E32EDF3A10DB}"/>
                    </a:ext>
                  </a:extLst>
                </p14:cNvPr>
                <p14:cNvContentPartPr/>
                <p14:nvPr/>
              </p14:nvContentPartPr>
              <p14:xfrm>
                <a:off x="3526007" y="2518222"/>
                <a:ext cx="22680" cy="273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FDFE70A-5490-2703-3E71-E32EDF3A10D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08367" y="2500582"/>
                  <a:ext cx="583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5067762-9F3D-1738-F1BD-DEB74B84FC31}"/>
                    </a:ext>
                  </a:extLst>
                </p14:cNvPr>
                <p14:cNvContentPartPr/>
                <p14:nvPr/>
              </p14:nvContentPartPr>
              <p14:xfrm>
                <a:off x="3689447" y="2529382"/>
                <a:ext cx="194400" cy="243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5067762-9F3D-1738-F1BD-DEB74B84FC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71447" y="2511382"/>
                  <a:ext cx="23004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38F77B0-D72C-439C-19C4-27918E3212D2}"/>
              </a:ext>
            </a:extLst>
          </p:cNvPr>
          <p:cNvGrpSpPr/>
          <p:nvPr/>
        </p:nvGrpSpPr>
        <p:grpSpPr>
          <a:xfrm>
            <a:off x="138767" y="3477622"/>
            <a:ext cx="779040" cy="358560"/>
            <a:chOff x="138767" y="3477622"/>
            <a:chExt cx="77904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7E58C78-F10D-EFC4-7771-E4EF550E438C}"/>
                    </a:ext>
                  </a:extLst>
                </p14:cNvPr>
                <p14:cNvContentPartPr/>
                <p14:nvPr/>
              </p14:nvContentPartPr>
              <p14:xfrm>
                <a:off x="138767" y="3477622"/>
                <a:ext cx="172440" cy="282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7E58C78-F10D-EFC4-7771-E4EF550E438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0767" y="3459982"/>
                  <a:ext cx="2080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8095BFE-E88C-65E8-915A-2898E10BF02A}"/>
                    </a:ext>
                  </a:extLst>
                </p14:cNvPr>
                <p14:cNvContentPartPr/>
                <p14:nvPr/>
              </p14:nvContentPartPr>
              <p14:xfrm>
                <a:off x="379247" y="3664462"/>
                <a:ext cx="156960" cy="171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8095BFE-E88C-65E8-915A-2898E10BF02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1247" y="3646462"/>
                  <a:ext cx="1926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B9F6ABF-199C-5DED-3051-6910C3453F68}"/>
                    </a:ext>
                  </a:extLst>
                </p14:cNvPr>
                <p14:cNvContentPartPr/>
                <p14:nvPr/>
              </p14:nvContentPartPr>
              <p14:xfrm>
                <a:off x="716927" y="3659062"/>
                <a:ext cx="82080" cy="17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B9F6ABF-199C-5DED-3051-6910C3453F6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98927" y="3641062"/>
                  <a:ext cx="1177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044E7B4-FD96-3B04-1427-9895BF17B9DD}"/>
                    </a:ext>
                  </a:extLst>
                </p14:cNvPr>
                <p14:cNvContentPartPr/>
                <p14:nvPr/>
              </p14:nvContentPartPr>
              <p14:xfrm>
                <a:off x="724487" y="3718462"/>
                <a:ext cx="193320" cy="70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044E7B4-FD96-3B04-1427-9895BF17B9D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6847" y="3700462"/>
                  <a:ext cx="22896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7843B23-172C-D262-C546-8C8689BC6847}"/>
                  </a:ext>
                </a:extLst>
              </p14:cNvPr>
              <p14:cNvContentPartPr/>
              <p14:nvPr/>
            </p14:nvContentPartPr>
            <p14:xfrm>
              <a:off x="1259447" y="3337222"/>
              <a:ext cx="67680" cy="12520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7843B23-172C-D262-C546-8C8689BC684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241447" y="3319582"/>
                <a:ext cx="103320" cy="12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83110BB-A4CC-DFF3-6F63-1C64E5850876}"/>
                  </a:ext>
                </a:extLst>
              </p14:cNvPr>
              <p14:cNvContentPartPr/>
              <p14:nvPr/>
            </p14:nvContentPartPr>
            <p14:xfrm>
              <a:off x="1592087" y="3418942"/>
              <a:ext cx="145440" cy="306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83110BB-A4CC-DFF3-6F63-1C64E585087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574447" y="3400942"/>
                <a:ext cx="181080" cy="34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9BD722D2-A50F-6DCD-5614-2C780BF3C192}"/>
              </a:ext>
            </a:extLst>
          </p:cNvPr>
          <p:cNvGrpSpPr/>
          <p:nvPr/>
        </p:nvGrpSpPr>
        <p:grpSpPr>
          <a:xfrm>
            <a:off x="1556807" y="4054342"/>
            <a:ext cx="374760" cy="339480"/>
            <a:chOff x="1556807" y="4054342"/>
            <a:chExt cx="3747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8238FB-C48B-2918-FDD5-A643D8E724E0}"/>
                    </a:ext>
                  </a:extLst>
                </p14:cNvPr>
                <p14:cNvContentPartPr/>
                <p14:nvPr/>
              </p14:nvContentPartPr>
              <p14:xfrm>
                <a:off x="1556807" y="4136782"/>
                <a:ext cx="169560" cy="57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8238FB-C48B-2918-FDD5-A643D8E724E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39167" y="4119142"/>
                  <a:ext cx="2052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4149FE1-CD7E-AAAD-64F3-6E677FAE94A4}"/>
                    </a:ext>
                  </a:extLst>
                </p14:cNvPr>
                <p14:cNvContentPartPr/>
                <p14:nvPr/>
              </p14:nvContentPartPr>
              <p14:xfrm>
                <a:off x="1812407" y="4054342"/>
                <a:ext cx="119160" cy="339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4149FE1-CD7E-AAAD-64F3-6E677FAE94A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94407" y="4036702"/>
                  <a:ext cx="154800" cy="37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1E4CC7D-B470-848B-A3EE-CB5D8BDC82D9}"/>
              </a:ext>
            </a:extLst>
          </p:cNvPr>
          <p:cNvGrpSpPr/>
          <p:nvPr/>
        </p:nvGrpSpPr>
        <p:grpSpPr>
          <a:xfrm>
            <a:off x="2251607" y="3267022"/>
            <a:ext cx="1072080" cy="1348920"/>
            <a:chOff x="2251607" y="3267022"/>
            <a:chExt cx="1072080" cy="13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1E55FDE-F223-4F72-D024-3BF9F7B851E1}"/>
                    </a:ext>
                  </a:extLst>
                </p14:cNvPr>
                <p14:cNvContentPartPr/>
                <p14:nvPr/>
              </p14:nvContentPartPr>
              <p14:xfrm>
                <a:off x="2251607" y="3515062"/>
                <a:ext cx="178920" cy="38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1E55FDE-F223-4F72-D024-3BF9F7B851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33967" y="3497422"/>
                  <a:ext cx="214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85737F3-432B-02F9-166C-7FDA44D0801A}"/>
                    </a:ext>
                  </a:extLst>
                </p14:cNvPr>
                <p14:cNvContentPartPr/>
                <p14:nvPr/>
              </p14:nvContentPartPr>
              <p14:xfrm>
                <a:off x="2605487" y="3337942"/>
                <a:ext cx="130320" cy="392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85737F3-432B-02F9-166C-7FDA44D0801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587847" y="3319942"/>
                  <a:ext cx="1659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FF47CCF-5E73-6612-BB9F-36AA97DA3596}"/>
                    </a:ext>
                  </a:extLst>
                </p14:cNvPr>
                <p14:cNvContentPartPr/>
                <p14:nvPr/>
              </p14:nvContentPartPr>
              <p14:xfrm>
                <a:off x="2529167" y="4063702"/>
                <a:ext cx="162360" cy="243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FF47CCF-5E73-6612-BB9F-36AA97DA359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11527" y="4046062"/>
                  <a:ext cx="1980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CD545B7-F5E9-3CB2-14C7-35D6C89B0D14}"/>
                    </a:ext>
                  </a:extLst>
                </p14:cNvPr>
                <p14:cNvContentPartPr/>
                <p14:nvPr/>
              </p14:nvContentPartPr>
              <p14:xfrm>
                <a:off x="2912567" y="3267022"/>
                <a:ext cx="27000" cy="1348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CD545B7-F5E9-3CB2-14C7-35D6C89B0D1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94567" y="3249382"/>
                  <a:ext cx="62640" cy="13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3CDBE40-DC9F-AB1D-D5BB-EDD6627D4A56}"/>
                    </a:ext>
                  </a:extLst>
                </p14:cNvPr>
                <p14:cNvContentPartPr/>
                <p14:nvPr/>
              </p14:nvContentPartPr>
              <p14:xfrm>
                <a:off x="3114527" y="3858862"/>
                <a:ext cx="209160" cy="37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3CDBE40-DC9F-AB1D-D5BB-EDD6627D4A5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96887" y="3840862"/>
                  <a:ext cx="244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897ABC7-03A7-E851-0BBF-A4036CB3EB19}"/>
                    </a:ext>
                  </a:extLst>
                </p14:cNvPr>
                <p14:cNvContentPartPr/>
                <p14:nvPr/>
              </p14:nvContentPartPr>
              <p14:xfrm>
                <a:off x="3222527" y="3791902"/>
                <a:ext cx="29520" cy="198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897ABC7-03A7-E851-0BBF-A4036CB3EB1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04527" y="3774262"/>
                  <a:ext cx="65160" cy="23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D2C5C1D-0FDF-DB77-7EE7-F777699F120A}"/>
                  </a:ext>
                </a:extLst>
              </p14:cNvPr>
              <p14:cNvContentPartPr/>
              <p14:nvPr/>
            </p14:nvContentPartPr>
            <p14:xfrm>
              <a:off x="3605927" y="3295822"/>
              <a:ext cx="74520" cy="12002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D2C5C1D-0FDF-DB77-7EE7-F777699F120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587927" y="3278182"/>
                <a:ext cx="110160" cy="12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398FE252-CF51-BCFD-CBAF-FC987DAF8184}"/>
                  </a:ext>
                </a:extLst>
              </p14:cNvPr>
              <p14:cNvContentPartPr/>
              <p14:nvPr/>
            </p14:nvContentPartPr>
            <p14:xfrm>
              <a:off x="1374287" y="2022862"/>
              <a:ext cx="32400" cy="90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398FE252-CF51-BCFD-CBAF-FC987DAF818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356647" y="2005222"/>
                <a:ext cx="680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33CF852-D9F1-0ADE-9BAD-3F154FB5D8DD}"/>
                  </a:ext>
                </a:extLst>
              </p14:cNvPr>
              <p14:cNvContentPartPr/>
              <p14:nvPr/>
            </p14:nvContentPartPr>
            <p14:xfrm>
              <a:off x="3884567" y="3365662"/>
              <a:ext cx="134640" cy="2822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33CF852-D9F1-0ADE-9BAD-3F154FB5D8D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866567" y="3347662"/>
                <a:ext cx="1702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7316D88-ADBF-2011-3A39-F561BED13292}"/>
                  </a:ext>
                </a:extLst>
              </p14:cNvPr>
              <p14:cNvContentPartPr/>
              <p14:nvPr/>
            </p14:nvContentPartPr>
            <p14:xfrm>
              <a:off x="3788807" y="4199782"/>
              <a:ext cx="245520" cy="1915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7316D88-ADBF-2011-3A39-F561BED1329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770807" y="4181782"/>
                <a:ext cx="28116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1999A42-DF50-1512-3DC3-8343B7D32F66}"/>
              </a:ext>
            </a:extLst>
          </p:cNvPr>
          <p:cNvGrpSpPr/>
          <p:nvPr/>
        </p:nvGrpSpPr>
        <p:grpSpPr>
          <a:xfrm>
            <a:off x="4451567" y="3345142"/>
            <a:ext cx="427680" cy="1228320"/>
            <a:chOff x="4451567" y="3345142"/>
            <a:chExt cx="427680" cy="12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21B5B56-5078-098B-CEB8-A61F250F36A5}"/>
                    </a:ext>
                  </a:extLst>
                </p14:cNvPr>
                <p14:cNvContentPartPr/>
                <p14:nvPr/>
              </p14:nvContentPartPr>
              <p14:xfrm>
                <a:off x="4451567" y="3453862"/>
                <a:ext cx="275400" cy="210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21B5B56-5078-098B-CEB8-A61F250F36A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33567" y="3436222"/>
                  <a:ext cx="311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F597F48-FFC3-6232-9A42-5ECE431406B3}"/>
                    </a:ext>
                  </a:extLst>
                </p14:cNvPr>
                <p14:cNvContentPartPr/>
                <p14:nvPr/>
              </p14:nvContentPartPr>
              <p14:xfrm>
                <a:off x="4463087" y="4131382"/>
                <a:ext cx="186840" cy="246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F597F48-FFC3-6232-9A42-5ECE431406B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45447" y="4113382"/>
                  <a:ext cx="2224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AAB236A-F728-5790-09BF-CB95A8F084B3}"/>
                    </a:ext>
                  </a:extLst>
                </p14:cNvPr>
                <p14:cNvContentPartPr/>
                <p14:nvPr/>
              </p14:nvContentPartPr>
              <p14:xfrm>
                <a:off x="4824527" y="3345142"/>
                <a:ext cx="54720" cy="1228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AAB236A-F728-5790-09BF-CB95A8F084B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06527" y="3327142"/>
                  <a:ext cx="90360" cy="126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6209F87-8471-79D3-46D3-90B3D58F0742}"/>
              </a:ext>
            </a:extLst>
          </p:cNvPr>
          <p:cNvGrpSpPr/>
          <p:nvPr/>
        </p:nvGrpSpPr>
        <p:grpSpPr>
          <a:xfrm>
            <a:off x="5179847" y="3825022"/>
            <a:ext cx="223200" cy="247680"/>
            <a:chOff x="5179847" y="3825022"/>
            <a:chExt cx="22320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8C2A0C4-44E6-2A2A-5865-A8DCB4F43BA6}"/>
                    </a:ext>
                  </a:extLst>
                </p14:cNvPr>
                <p14:cNvContentPartPr/>
                <p14:nvPr/>
              </p14:nvContentPartPr>
              <p14:xfrm>
                <a:off x="5179847" y="3871822"/>
                <a:ext cx="223200" cy="28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8C2A0C4-44E6-2A2A-5865-A8DCB4F43BA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161847" y="3854182"/>
                  <a:ext cx="258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4C7D794-C785-D30A-1226-03D2230BB8E0}"/>
                    </a:ext>
                  </a:extLst>
                </p14:cNvPr>
                <p14:cNvContentPartPr/>
                <p14:nvPr/>
              </p14:nvContentPartPr>
              <p14:xfrm>
                <a:off x="5267327" y="3825022"/>
                <a:ext cx="36720" cy="247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4C7D794-C785-D30A-1226-03D2230BB8E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49687" y="3807022"/>
                  <a:ext cx="72360" cy="28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D56CBB1-88B5-A4D0-5C7D-4BB3756ECC96}"/>
                  </a:ext>
                </a:extLst>
              </p14:cNvPr>
              <p14:cNvContentPartPr/>
              <p14:nvPr/>
            </p14:nvContentPartPr>
            <p14:xfrm>
              <a:off x="5770247" y="3430822"/>
              <a:ext cx="60120" cy="10411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D56CBB1-88B5-A4D0-5C7D-4BB3756ECC9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52247" y="3412822"/>
                <a:ext cx="95760" cy="10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CA48A117-EF4C-BC74-4AD3-9ED526CDCFE5}"/>
                  </a:ext>
                </a:extLst>
              </p14:cNvPr>
              <p14:cNvContentPartPr/>
              <p14:nvPr/>
            </p14:nvContentPartPr>
            <p14:xfrm>
              <a:off x="6036287" y="3469342"/>
              <a:ext cx="147960" cy="2754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CA48A117-EF4C-BC74-4AD3-9ED526CDCFE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018647" y="3451702"/>
                <a:ext cx="183600" cy="31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A9B0075-70EA-595A-395B-1076492ABD24}"/>
              </a:ext>
            </a:extLst>
          </p:cNvPr>
          <p:cNvGrpSpPr/>
          <p:nvPr/>
        </p:nvGrpSpPr>
        <p:grpSpPr>
          <a:xfrm>
            <a:off x="6578807" y="3496702"/>
            <a:ext cx="380160" cy="271440"/>
            <a:chOff x="6578807" y="3496702"/>
            <a:chExt cx="38016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6433BD2-BC96-3A13-E708-96A4013725A0}"/>
                    </a:ext>
                  </a:extLst>
                </p14:cNvPr>
                <p14:cNvContentPartPr/>
                <p14:nvPr/>
              </p14:nvContentPartPr>
              <p14:xfrm>
                <a:off x="6578807" y="3639982"/>
                <a:ext cx="183960" cy="26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6433BD2-BC96-3A13-E708-96A4013725A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60807" y="3622342"/>
                  <a:ext cx="219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76A0091-FED1-FD05-E14B-C9F14878ADCF}"/>
                    </a:ext>
                  </a:extLst>
                </p14:cNvPr>
                <p14:cNvContentPartPr/>
                <p14:nvPr/>
              </p14:nvContentPartPr>
              <p14:xfrm>
                <a:off x="6843407" y="3496702"/>
                <a:ext cx="115560" cy="271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76A0091-FED1-FD05-E14B-C9F14878AD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25407" y="3478702"/>
                  <a:ext cx="151200" cy="30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637035D-30BC-FDB4-BBAB-51781DE79709}"/>
              </a:ext>
            </a:extLst>
          </p:cNvPr>
          <p:cNvGrpSpPr/>
          <p:nvPr/>
        </p:nvGrpSpPr>
        <p:grpSpPr>
          <a:xfrm>
            <a:off x="5800487" y="4036702"/>
            <a:ext cx="480240" cy="347040"/>
            <a:chOff x="5800487" y="4036702"/>
            <a:chExt cx="48024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F44FEB2-5F76-2F15-9D3E-EECACBF44FEF}"/>
                    </a:ext>
                  </a:extLst>
                </p14:cNvPr>
                <p14:cNvContentPartPr/>
                <p14:nvPr/>
              </p14:nvContentPartPr>
              <p14:xfrm>
                <a:off x="5800487" y="4253062"/>
                <a:ext cx="144000" cy="20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F44FEB2-5F76-2F15-9D3E-EECACBF44FE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82487" y="4235062"/>
                  <a:ext cx="179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DDD5327-5EF5-8A91-805C-B1A5A61D2CC3}"/>
                    </a:ext>
                  </a:extLst>
                </p14:cNvPr>
                <p14:cNvContentPartPr/>
                <p14:nvPr/>
              </p14:nvContentPartPr>
              <p14:xfrm>
                <a:off x="6091727" y="4127062"/>
                <a:ext cx="96480" cy="218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DDD5327-5EF5-8A91-805C-B1A5A61D2CC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74087" y="4109422"/>
                  <a:ext cx="132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FA7AB68-3681-D834-DBAF-73095DDA5DD7}"/>
                    </a:ext>
                  </a:extLst>
                </p14:cNvPr>
                <p14:cNvContentPartPr/>
                <p14:nvPr/>
              </p14:nvContentPartPr>
              <p14:xfrm>
                <a:off x="6091367" y="4036702"/>
                <a:ext cx="189360" cy="347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FA7AB68-3681-D834-DBAF-73095DDA5DD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73367" y="4018702"/>
                  <a:ext cx="225000" cy="38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46CA394-375B-C796-1E13-318C98B7970C}"/>
                  </a:ext>
                </a:extLst>
              </p14:cNvPr>
              <p14:cNvContentPartPr/>
              <p14:nvPr/>
            </p14:nvContentPartPr>
            <p14:xfrm>
              <a:off x="6799847" y="4026262"/>
              <a:ext cx="168120" cy="3333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46CA394-375B-C796-1E13-318C98B7970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782207" y="4008262"/>
                <a:ext cx="20376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307FFE4-FAEA-FEB6-A72A-F322BA32956C}"/>
                  </a:ext>
                </a:extLst>
              </p14:cNvPr>
              <p14:cNvContentPartPr/>
              <p14:nvPr/>
            </p14:nvContentPartPr>
            <p14:xfrm>
              <a:off x="7214927" y="3323182"/>
              <a:ext cx="17280" cy="11988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307FFE4-FAEA-FEB6-A72A-F322BA32956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196927" y="3305542"/>
                <a:ext cx="52920" cy="123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39BB9DE-F264-3592-341A-28ECCA726D31}"/>
              </a:ext>
            </a:extLst>
          </p:cNvPr>
          <p:cNvGrpSpPr/>
          <p:nvPr/>
        </p:nvGrpSpPr>
        <p:grpSpPr>
          <a:xfrm>
            <a:off x="746807" y="5237302"/>
            <a:ext cx="291960" cy="134640"/>
            <a:chOff x="746807" y="5237302"/>
            <a:chExt cx="29196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FAC5C30-76AC-D12E-F5BC-9B4EFD9B9B12}"/>
                    </a:ext>
                  </a:extLst>
                </p14:cNvPr>
                <p14:cNvContentPartPr/>
                <p14:nvPr/>
              </p14:nvContentPartPr>
              <p14:xfrm>
                <a:off x="746807" y="5237302"/>
                <a:ext cx="149760" cy="12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FAC5C30-76AC-D12E-F5BC-9B4EFD9B9B1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29167" y="5219302"/>
                  <a:ext cx="185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37B51B6-AB67-F57B-32B2-498C189DF8B3}"/>
                    </a:ext>
                  </a:extLst>
                </p14:cNvPr>
                <p14:cNvContentPartPr/>
                <p14:nvPr/>
              </p14:nvContentPartPr>
              <p14:xfrm>
                <a:off x="775607" y="5282302"/>
                <a:ext cx="263160" cy="89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37B51B6-AB67-F57B-32B2-498C189DF8B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7607" y="5264662"/>
                  <a:ext cx="29880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4113793-6FAF-1591-8505-7A4912F2D938}"/>
              </a:ext>
            </a:extLst>
          </p:cNvPr>
          <p:cNvGrpSpPr/>
          <p:nvPr/>
        </p:nvGrpSpPr>
        <p:grpSpPr>
          <a:xfrm>
            <a:off x="1481927" y="5110582"/>
            <a:ext cx="358560" cy="281160"/>
            <a:chOff x="1481927" y="5110582"/>
            <a:chExt cx="35856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7CACD8E-0D9D-1CC4-A74D-E670BDCB985D}"/>
                    </a:ext>
                  </a:extLst>
                </p14:cNvPr>
                <p14:cNvContentPartPr/>
                <p14:nvPr/>
              </p14:nvContentPartPr>
              <p14:xfrm>
                <a:off x="1481927" y="5110582"/>
                <a:ext cx="185040" cy="248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7CACD8E-0D9D-1CC4-A74D-E670BDCB985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63927" y="5092942"/>
                  <a:ext cx="2206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0AD69D9-3DB5-C580-4461-7FB4BE31C94E}"/>
                    </a:ext>
                  </a:extLst>
                </p14:cNvPr>
                <p14:cNvContentPartPr/>
                <p14:nvPr/>
              </p14:nvContentPartPr>
              <p14:xfrm>
                <a:off x="1807367" y="5123542"/>
                <a:ext cx="33120" cy="268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0AD69D9-3DB5-C580-4461-7FB4BE31C94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89367" y="5105542"/>
                  <a:ext cx="6876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0376729-93CB-85DC-9A6A-68DE377AD309}"/>
              </a:ext>
            </a:extLst>
          </p:cNvPr>
          <p:cNvGrpSpPr/>
          <p:nvPr/>
        </p:nvGrpSpPr>
        <p:grpSpPr>
          <a:xfrm>
            <a:off x="2051807" y="5118502"/>
            <a:ext cx="373680" cy="264600"/>
            <a:chOff x="2051807" y="5118502"/>
            <a:chExt cx="37368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D20FE41-3A5D-D048-12CA-A11F8CE142B9}"/>
                    </a:ext>
                  </a:extLst>
                </p14:cNvPr>
                <p14:cNvContentPartPr/>
                <p14:nvPr/>
              </p14:nvContentPartPr>
              <p14:xfrm>
                <a:off x="2051807" y="5265742"/>
                <a:ext cx="207360" cy="29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D20FE41-3A5D-D048-12CA-A11F8CE142B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33807" y="5247742"/>
                  <a:ext cx="243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E7436BD-B998-1D9E-6C55-13BF2B0BABA8}"/>
                    </a:ext>
                  </a:extLst>
                </p14:cNvPr>
                <p14:cNvContentPartPr/>
                <p14:nvPr/>
              </p14:nvContentPartPr>
              <p14:xfrm>
                <a:off x="2412887" y="5118502"/>
                <a:ext cx="12600" cy="264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E7436BD-B998-1D9E-6C55-13BF2B0BABA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94887" y="5100502"/>
                  <a:ext cx="48240" cy="30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2FFC212-CDAB-FEEA-035B-243CBCA4AEE4}"/>
                  </a:ext>
                </a:extLst>
              </p14:cNvPr>
              <p14:cNvContentPartPr/>
              <p14:nvPr/>
            </p14:nvContentPartPr>
            <p14:xfrm>
              <a:off x="2615927" y="5047222"/>
              <a:ext cx="105480" cy="2671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2FFC212-CDAB-FEEA-035B-243CBCA4AEE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597927" y="5029582"/>
                <a:ext cx="14112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C340AFBC-F293-8E37-BBB5-CD5BE8965881}"/>
              </a:ext>
            </a:extLst>
          </p:cNvPr>
          <p:cNvGrpSpPr/>
          <p:nvPr/>
        </p:nvGrpSpPr>
        <p:grpSpPr>
          <a:xfrm>
            <a:off x="3089327" y="5064142"/>
            <a:ext cx="212040" cy="248400"/>
            <a:chOff x="3089327" y="5064142"/>
            <a:chExt cx="21204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94B72F2-7721-2091-0D6D-416A76AC46AF}"/>
                    </a:ext>
                  </a:extLst>
                </p14:cNvPr>
                <p14:cNvContentPartPr/>
                <p14:nvPr/>
              </p14:nvContentPartPr>
              <p14:xfrm>
                <a:off x="3089327" y="5149102"/>
                <a:ext cx="212040" cy="48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94B72F2-7721-2091-0D6D-416A76AC46A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71327" y="5131102"/>
                  <a:ext cx="247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7ACB4DD-DEFE-7DDF-39D7-DE8E37C9FC21}"/>
                    </a:ext>
                  </a:extLst>
                </p14:cNvPr>
                <p14:cNvContentPartPr/>
                <p14:nvPr/>
              </p14:nvContentPartPr>
              <p14:xfrm>
                <a:off x="3200207" y="5064142"/>
                <a:ext cx="35640" cy="248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7ACB4DD-DEFE-7DDF-39D7-DE8E37C9FC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182207" y="5046142"/>
                  <a:ext cx="7128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BDB544A-DB59-E0A3-B8FB-1AE2F8AA2238}"/>
              </a:ext>
            </a:extLst>
          </p:cNvPr>
          <p:cNvGrpSpPr/>
          <p:nvPr/>
        </p:nvGrpSpPr>
        <p:grpSpPr>
          <a:xfrm>
            <a:off x="3565967" y="5006182"/>
            <a:ext cx="782640" cy="287640"/>
            <a:chOff x="3565967" y="5006182"/>
            <a:chExt cx="78264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B8A34ED-7903-5D8C-60DA-D03C4713F6E7}"/>
                    </a:ext>
                  </a:extLst>
                </p14:cNvPr>
                <p14:cNvContentPartPr/>
                <p14:nvPr/>
              </p14:nvContentPartPr>
              <p14:xfrm>
                <a:off x="3565967" y="5028502"/>
                <a:ext cx="248040" cy="256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B8A34ED-7903-5D8C-60DA-D03C4713F6E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47967" y="5010862"/>
                  <a:ext cx="2836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EA1B230-D12E-BCD7-44EF-32DAAE25E086}"/>
                    </a:ext>
                  </a:extLst>
                </p14:cNvPr>
                <p14:cNvContentPartPr/>
                <p14:nvPr/>
              </p14:nvContentPartPr>
              <p14:xfrm>
                <a:off x="3895007" y="5006182"/>
                <a:ext cx="128520" cy="287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EA1B230-D12E-BCD7-44EF-32DAAE25E08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77007" y="4988182"/>
                  <a:ext cx="1641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D71A453-CC81-02C5-14E9-5D10315108FE}"/>
                    </a:ext>
                  </a:extLst>
                </p14:cNvPr>
                <p14:cNvContentPartPr/>
                <p14:nvPr/>
              </p14:nvContentPartPr>
              <p14:xfrm>
                <a:off x="4188047" y="5152702"/>
                <a:ext cx="160560" cy="37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D71A453-CC81-02C5-14E9-5D10315108F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70047" y="5134702"/>
                  <a:ext cx="196200" cy="7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962F2A3-F83B-266E-FB6A-B420CB52A76A}"/>
                  </a:ext>
                </a:extLst>
              </p14:cNvPr>
              <p14:cNvContentPartPr/>
              <p14:nvPr/>
            </p14:nvContentPartPr>
            <p14:xfrm>
              <a:off x="4672607" y="4949662"/>
              <a:ext cx="131040" cy="3657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962F2A3-F83B-266E-FB6A-B420CB52A76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654607" y="4931662"/>
                <a:ext cx="166680" cy="40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A28EDA1-C257-7A61-8413-DEF54223B3A6}"/>
              </a:ext>
            </a:extLst>
          </p:cNvPr>
          <p:cNvGrpSpPr/>
          <p:nvPr/>
        </p:nvGrpSpPr>
        <p:grpSpPr>
          <a:xfrm>
            <a:off x="5186327" y="5028862"/>
            <a:ext cx="235440" cy="259920"/>
            <a:chOff x="5186327" y="5028862"/>
            <a:chExt cx="23544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B80DD09-F27C-7E78-C9FF-68EEDC45C713}"/>
                    </a:ext>
                  </a:extLst>
                </p14:cNvPr>
                <p14:cNvContentPartPr/>
                <p14:nvPr/>
              </p14:nvContentPartPr>
              <p14:xfrm>
                <a:off x="5186327" y="5108422"/>
                <a:ext cx="235440" cy="41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B80DD09-F27C-7E78-C9FF-68EEDC45C71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168687" y="5090782"/>
                  <a:ext cx="271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162B0A4-F759-94F8-731F-B9D295BFA5C6}"/>
                    </a:ext>
                  </a:extLst>
                </p14:cNvPr>
                <p14:cNvContentPartPr/>
                <p14:nvPr/>
              </p14:nvContentPartPr>
              <p14:xfrm>
                <a:off x="5283167" y="5028862"/>
                <a:ext cx="25920" cy="259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162B0A4-F759-94F8-731F-B9D295BFA5C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65167" y="5011222"/>
                  <a:ext cx="6156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03691E2-0AE5-8DB9-F33E-6C56409AD4A1}"/>
              </a:ext>
            </a:extLst>
          </p:cNvPr>
          <p:cNvGrpSpPr/>
          <p:nvPr/>
        </p:nvGrpSpPr>
        <p:grpSpPr>
          <a:xfrm>
            <a:off x="5703647" y="4913662"/>
            <a:ext cx="1408680" cy="309960"/>
            <a:chOff x="5703647" y="4913662"/>
            <a:chExt cx="140868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3C90ACB-7CDC-0828-3C01-44B38530BF43}"/>
                    </a:ext>
                  </a:extLst>
                </p14:cNvPr>
                <p14:cNvContentPartPr/>
                <p14:nvPr/>
              </p14:nvContentPartPr>
              <p14:xfrm>
                <a:off x="5703647" y="4944262"/>
                <a:ext cx="214920" cy="260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3C90ACB-7CDC-0828-3C01-44B38530BF4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686007" y="4926622"/>
                  <a:ext cx="2505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93D6CE8-995B-B2D0-D04B-00A4185F9489}"/>
                    </a:ext>
                  </a:extLst>
                </p14:cNvPr>
                <p14:cNvContentPartPr/>
                <p14:nvPr/>
              </p14:nvContentPartPr>
              <p14:xfrm>
                <a:off x="6025487" y="4924462"/>
                <a:ext cx="223200" cy="273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93D6CE8-995B-B2D0-D04B-00A4185F94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07487" y="4906822"/>
                  <a:ext cx="2588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B0F9CC0-78A0-3006-E09F-E2644FA11C94}"/>
                    </a:ext>
                  </a:extLst>
                </p14:cNvPr>
                <p14:cNvContentPartPr/>
                <p14:nvPr/>
              </p14:nvContentPartPr>
              <p14:xfrm>
                <a:off x="6403487" y="5068102"/>
                <a:ext cx="137520" cy="21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B0F9CC0-78A0-3006-E09F-E2644FA11C9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385487" y="5050102"/>
                  <a:ext cx="173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4D3783D-557E-A43C-FE28-0DF3F9E1E215}"/>
                    </a:ext>
                  </a:extLst>
                </p14:cNvPr>
                <p14:cNvContentPartPr/>
                <p14:nvPr/>
              </p14:nvContentPartPr>
              <p14:xfrm>
                <a:off x="6644687" y="4927342"/>
                <a:ext cx="171360" cy="287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4D3783D-557E-A43C-FE28-0DF3F9E1E21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626687" y="4909342"/>
                  <a:ext cx="2070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A7675DB-1E46-3811-6EED-F86D13867E60}"/>
                    </a:ext>
                  </a:extLst>
                </p14:cNvPr>
                <p14:cNvContentPartPr/>
                <p14:nvPr/>
              </p14:nvContentPartPr>
              <p14:xfrm>
                <a:off x="6935927" y="4913662"/>
                <a:ext cx="176400" cy="309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A7675DB-1E46-3811-6EED-F86D13867E6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918287" y="4896022"/>
                  <a:ext cx="2120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D985549-6B43-E3A4-89D1-3117A4AAE5F0}"/>
              </a:ext>
            </a:extLst>
          </p:cNvPr>
          <p:cNvGrpSpPr/>
          <p:nvPr/>
        </p:nvGrpSpPr>
        <p:grpSpPr>
          <a:xfrm>
            <a:off x="687047" y="5850742"/>
            <a:ext cx="172440" cy="166680"/>
            <a:chOff x="687047" y="5850742"/>
            <a:chExt cx="172440" cy="1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27B2936-FAC6-0DD6-68ED-7F7E3F964193}"/>
                    </a:ext>
                  </a:extLst>
                </p14:cNvPr>
                <p14:cNvContentPartPr/>
                <p14:nvPr/>
              </p14:nvContentPartPr>
              <p14:xfrm>
                <a:off x="687047" y="5850742"/>
                <a:ext cx="135720" cy="14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27B2936-FAC6-0DD6-68ED-7F7E3F96419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69407" y="5833102"/>
                  <a:ext cx="171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FA88DE7-5185-98D1-AA6A-7212F13CD15A}"/>
                    </a:ext>
                  </a:extLst>
                </p14:cNvPr>
                <p14:cNvContentPartPr/>
                <p14:nvPr/>
              </p14:nvContentPartPr>
              <p14:xfrm>
                <a:off x="705407" y="5964502"/>
                <a:ext cx="154080" cy="52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FA88DE7-5185-98D1-AA6A-7212F13CD15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87767" y="5946862"/>
                  <a:ext cx="18972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9494B9F-E266-5231-CD23-DC5A068E8CD1}"/>
              </a:ext>
            </a:extLst>
          </p:cNvPr>
          <p:cNvGrpSpPr/>
          <p:nvPr/>
        </p:nvGrpSpPr>
        <p:grpSpPr>
          <a:xfrm>
            <a:off x="1480487" y="5706382"/>
            <a:ext cx="472680" cy="320760"/>
            <a:chOff x="1480487" y="5706382"/>
            <a:chExt cx="47268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642883B-1C8B-5590-DE9D-5F978BE25752}"/>
                    </a:ext>
                  </a:extLst>
                </p14:cNvPr>
                <p14:cNvContentPartPr/>
                <p14:nvPr/>
              </p14:nvContentPartPr>
              <p14:xfrm>
                <a:off x="1539527" y="5706382"/>
                <a:ext cx="116280" cy="421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642883B-1C8B-5590-DE9D-5F978BE2575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21527" y="5688742"/>
                  <a:ext cx="151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605E5A3-5663-5BF0-88C9-F2D4CACF13E0}"/>
                    </a:ext>
                  </a:extLst>
                </p14:cNvPr>
                <p14:cNvContentPartPr/>
                <p14:nvPr/>
              </p14:nvContentPartPr>
              <p14:xfrm>
                <a:off x="1480487" y="5742022"/>
                <a:ext cx="174600" cy="2566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605E5A3-5663-5BF0-88C9-F2D4CACF13E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462847" y="5724022"/>
                  <a:ext cx="2102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DB5CBCC-7028-7CBA-C08A-004630288624}"/>
                    </a:ext>
                  </a:extLst>
                </p14:cNvPr>
                <p14:cNvContentPartPr/>
                <p14:nvPr/>
              </p14:nvContentPartPr>
              <p14:xfrm>
                <a:off x="1778927" y="5853622"/>
                <a:ext cx="174240" cy="29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DB5CBCC-7028-7CBA-C08A-00463028862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60927" y="5835622"/>
                  <a:ext cx="209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9095B6E-3FD5-2009-B2FB-DDC6E2E759DF}"/>
                    </a:ext>
                  </a:extLst>
                </p14:cNvPr>
                <p14:cNvContentPartPr/>
                <p14:nvPr/>
              </p14:nvContentPartPr>
              <p14:xfrm>
                <a:off x="1844087" y="5782342"/>
                <a:ext cx="55440" cy="244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9095B6E-3FD5-2009-B2FB-DDC6E2E759D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826447" y="5764342"/>
                  <a:ext cx="9108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49722AB-7EB8-BC2B-750D-F837A166742F}"/>
              </a:ext>
            </a:extLst>
          </p:cNvPr>
          <p:cNvGrpSpPr/>
          <p:nvPr/>
        </p:nvGrpSpPr>
        <p:grpSpPr>
          <a:xfrm>
            <a:off x="2148287" y="5768662"/>
            <a:ext cx="383400" cy="226440"/>
            <a:chOff x="2148287" y="5768662"/>
            <a:chExt cx="38340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A20FB52-D4BC-B73B-74AA-7C1AF2CEE736}"/>
                    </a:ext>
                  </a:extLst>
                </p14:cNvPr>
                <p14:cNvContentPartPr/>
                <p14:nvPr/>
              </p14:nvContentPartPr>
              <p14:xfrm>
                <a:off x="2148287" y="5768662"/>
                <a:ext cx="206280" cy="226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A20FB52-D4BC-B73B-74AA-7C1AF2CEE73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130287" y="5750662"/>
                  <a:ext cx="241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A4416F8-D0AB-B008-5B25-03DCE7159FC1}"/>
                    </a:ext>
                  </a:extLst>
                </p14:cNvPr>
                <p14:cNvContentPartPr/>
                <p14:nvPr/>
              </p14:nvContentPartPr>
              <p14:xfrm>
                <a:off x="2400287" y="5796382"/>
                <a:ext cx="131400" cy="161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A4416F8-D0AB-B008-5B25-03DCE7159FC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382647" y="5778742"/>
                  <a:ext cx="16704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FFC6CBE-F9B1-7556-FDA9-59ED1E0E3381}"/>
              </a:ext>
            </a:extLst>
          </p:cNvPr>
          <p:cNvGrpSpPr/>
          <p:nvPr/>
        </p:nvGrpSpPr>
        <p:grpSpPr>
          <a:xfrm>
            <a:off x="2816807" y="5768302"/>
            <a:ext cx="725760" cy="248040"/>
            <a:chOff x="2816807" y="5768302"/>
            <a:chExt cx="72576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D6A54C6-0401-B847-8B4A-8D95659C86E8}"/>
                    </a:ext>
                  </a:extLst>
                </p14:cNvPr>
                <p14:cNvContentPartPr/>
                <p14:nvPr/>
              </p14:nvContentPartPr>
              <p14:xfrm>
                <a:off x="2816807" y="5848222"/>
                <a:ext cx="204120" cy="20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D6A54C6-0401-B847-8B4A-8D95659C86E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798807" y="5830222"/>
                  <a:ext cx="239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1AD167C-3C4C-BA01-3CC2-0EAE7048ECDB}"/>
                    </a:ext>
                  </a:extLst>
                </p14:cNvPr>
                <p14:cNvContentPartPr/>
                <p14:nvPr/>
              </p14:nvContentPartPr>
              <p14:xfrm>
                <a:off x="2923367" y="5783422"/>
                <a:ext cx="24840" cy="205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1AD167C-3C4C-BA01-3CC2-0EAE7048ECD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905727" y="5765782"/>
                  <a:ext cx="60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CCBA68D-5A99-6442-6E82-3D8284FABC01}"/>
                    </a:ext>
                  </a:extLst>
                </p14:cNvPr>
                <p14:cNvContentPartPr/>
                <p14:nvPr/>
              </p14:nvContentPartPr>
              <p14:xfrm>
                <a:off x="3090767" y="5778022"/>
                <a:ext cx="149400" cy="2383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CCBA68D-5A99-6442-6E82-3D8284FABC0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072767" y="5760022"/>
                  <a:ext cx="1850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B4D1F9F-8C4F-325A-05B9-7D3C6409631E}"/>
                    </a:ext>
                  </a:extLst>
                </p14:cNvPr>
                <p14:cNvContentPartPr/>
                <p14:nvPr/>
              </p14:nvContentPartPr>
              <p14:xfrm>
                <a:off x="3304607" y="5768302"/>
                <a:ext cx="237960" cy="233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B4D1F9F-8C4F-325A-05B9-7D3C6409631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286607" y="5750302"/>
                  <a:ext cx="27360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1935E11-89B0-6ABB-C008-571871403C47}"/>
              </a:ext>
            </a:extLst>
          </p:cNvPr>
          <p:cNvGrpSpPr/>
          <p:nvPr/>
        </p:nvGrpSpPr>
        <p:grpSpPr>
          <a:xfrm>
            <a:off x="804047" y="6415222"/>
            <a:ext cx="177120" cy="110160"/>
            <a:chOff x="804047" y="6415222"/>
            <a:chExt cx="177120" cy="11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D8B12D4-D429-EB52-12B7-24C2BEC82C1E}"/>
                    </a:ext>
                  </a:extLst>
                </p14:cNvPr>
                <p14:cNvContentPartPr/>
                <p14:nvPr/>
              </p14:nvContentPartPr>
              <p14:xfrm>
                <a:off x="804047" y="6415222"/>
                <a:ext cx="114840" cy="11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D8B12D4-D429-EB52-12B7-24C2BEC82C1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6047" y="6397222"/>
                  <a:ext cx="150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E70954B-3FD1-6E25-CD44-6227283F2F83}"/>
                    </a:ext>
                  </a:extLst>
                </p14:cNvPr>
                <p14:cNvContentPartPr/>
                <p14:nvPr/>
              </p14:nvContentPartPr>
              <p14:xfrm>
                <a:off x="838607" y="6482902"/>
                <a:ext cx="142560" cy="42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E70954B-3FD1-6E25-CD44-6227283F2F8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0967" y="6464902"/>
                  <a:ext cx="17820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1DFDE76-E3E9-87E8-EDD6-30CB01DABAF1}"/>
              </a:ext>
            </a:extLst>
          </p:cNvPr>
          <p:cNvGrpSpPr/>
          <p:nvPr/>
        </p:nvGrpSpPr>
        <p:grpSpPr>
          <a:xfrm>
            <a:off x="1357367" y="6276982"/>
            <a:ext cx="448200" cy="329760"/>
            <a:chOff x="1357367" y="6276982"/>
            <a:chExt cx="44820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B4254B9-2056-9975-3FEA-152262864E52}"/>
                    </a:ext>
                  </a:extLst>
                </p14:cNvPr>
                <p14:cNvContentPartPr/>
                <p14:nvPr/>
              </p14:nvContentPartPr>
              <p14:xfrm>
                <a:off x="1357367" y="6301822"/>
                <a:ext cx="126720" cy="2653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B4254B9-2056-9975-3FEA-152262864E5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339727" y="6283822"/>
                  <a:ext cx="1623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FB4E60F-9135-7A4B-884F-B017227FC84B}"/>
                    </a:ext>
                  </a:extLst>
                </p14:cNvPr>
                <p14:cNvContentPartPr/>
                <p14:nvPr/>
              </p14:nvContentPartPr>
              <p14:xfrm>
                <a:off x="1677407" y="6276982"/>
                <a:ext cx="115200" cy="50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FB4E60F-9135-7A4B-884F-B017227FC84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59407" y="6258982"/>
                  <a:ext cx="150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E7CF7EC-BA7E-EF48-D296-56008CFD69A4}"/>
                    </a:ext>
                  </a:extLst>
                </p14:cNvPr>
                <p14:cNvContentPartPr/>
                <p14:nvPr/>
              </p14:nvContentPartPr>
              <p14:xfrm>
                <a:off x="1627367" y="6306142"/>
                <a:ext cx="178200" cy="300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E7CF7EC-BA7E-EF48-D296-56008CFD69A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609727" y="6288142"/>
                  <a:ext cx="21384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FEDA8B4-B5F2-CFF4-C29D-184EC83C77FF}"/>
              </a:ext>
            </a:extLst>
          </p:cNvPr>
          <p:cNvGrpSpPr/>
          <p:nvPr/>
        </p:nvGrpSpPr>
        <p:grpSpPr>
          <a:xfrm>
            <a:off x="5524007" y="1504822"/>
            <a:ext cx="752760" cy="312840"/>
            <a:chOff x="5524007" y="1504822"/>
            <a:chExt cx="75276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30C76B9-04DA-AA20-1A40-BC2CB2D3F171}"/>
                    </a:ext>
                  </a:extLst>
                </p14:cNvPr>
                <p14:cNvContentPartPr/>
                <p14:nvPr/>
              </p14:nvContentPartPr>
              <p14:xfrm>
                <a:off x="5524007" y="1507342"/>
                <a:ext cx="28800" cy="305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30C76B9-04DA-AA20-1A40-BC2CB2D3F17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506007" y="1489702"/>
                  <a:ext cx="644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8491546-3FA1-BB1C-7FBD-04499664778D}"/>
                    </a:ext>
                  </a:extLst>
                </p14:cNvPr>
                <p14:cNvContentPartPr/>
                <p14:nvPr/>
              </p14:nvContentPartPr>
              <p14:xfrm>
                <a:off x="5659007" y="1505902"/>
                <a:ext cx="105120" cy="265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8491546-3FA1-BB1C-7FBD-04499664778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641367" y="1488262"/>
                  <a:ext cx="1407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E325428-89E4-B348-6B23-1C570B8E066D}"/>
                    </a:ext>
                  </a:extLst>
                </p14:cNvPr>
                <p14:cNvContentPartPr/>
                <p14:nvPr/>
              </p14:nvContentPartPr>
              <p14:xfrm>
                <a:off x="5638127" y="1641262"/>
                <a:ext cx="117000" cy="56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E325428-89E4-B348-6B23-1C570B8E066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20127" y="1623622"/>
                  <a:ext cx="152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0EAD9C4-8F0A-94D4-BF36-0034E14DE064}"/>
                    </a:ext>
                  </a:extLst>
                </p14:cNvPr>
                <p14:cNvContentPartPr/>
                <p14:nvPr/>
              </p14:nvContentPartPr>
              <p14:xfrm>
                <a:off x="5859527" y="1504822"/>
                <a:ext cx="23400" cy="3128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0EAD9C4-8F0A-94D4-BF36-0034E14DE06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41887" y="1487182"/>
                  <a:ext cx="590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5E89E4A-FF14-4DA0-8506-747A709B893D}"/>
                    </a:ext>
                  </a:extLst>
                </p14:cNvPr>
                <p14:cNvContentPartPr/>
                <p14:nvPr/>
              </p14:nvContentPartPr>
              <p14:xfrm>
                <a:off x="6047807" y="1617862"/>
                <a:ext cx="144000" cy="25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5E89E4A-FF14-4DA0-8506-747A709B893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029807" y="1600222"/>
                  <a:ext cx="179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D6494C3-B3F1-A226-A869-F9A934C88824}"/>
                    </a:ext>
                  </a:extLst>
                </p14:cNvPr>
                <p14:cNvContentPartPr/>
                <p14:nvPr/>
              </p14:nvContentPartPr>
              <p14:xfrm>
                <a:off x="6076247" y="1698142"/>
                <a:ext cx="200520" cy="486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D6494C3-B3F1-A226-A869-F9A934C8882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058247" y="1680142"/>
                  <a:ext cx="23616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EBAC0429-1CDD-56EA-8968-4C9DCA68FE12}"/>
              </a:ext>
            </a:extLst>
          </p:cNvPr>
          <p:cNvGrpSpPr/>
          <p:nvPr/>
        </p:nvGrpSpPr>
        <p:grpSpPr>
          <a:xfrm>
            <a:off x="6669527" y="1220782"/>
            <a:ext cx="1766520" cy="666360"/>
            <a:chOff x="6669527" y="1220782"/>
            <a:chExt cx="1766520" cy="66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F200AC7-16BC-98F9-95DB-C25DD39B9D51}"/>
                    </a:ext>
                  </a:extLst>
                </p14:cNvPr>
                <p14:cNvContentPartPr/>
                <p14:nvPr/>
              </p14:nvContentPartPr>
              <p14:xfrm>
                <a:off x="6669527" y="1437502"/>
                <a:ext cx="168120" cy="308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F200AC7-16BC-98F9-95DB-C25DD39B9D5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51527" y="1419862"/>
                  <a:ext cx="2037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8A2D2F8-080A-E0AC-5626-35D32932E52B}"/>
                    </a:ext>
                  </a:extLst>
                </p14:cNvPr>
                <p14:cNvContentPartPr/>
                <p14:nvPr/>
              </p14:nvContentPartPr>
              <p14:xfrm>
                <a:off x="6924047" y="1308982"/>
                <a:ext cx="209160" cy="578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8A2D2F8-080A-E0AC-5626-35D32932E52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906047" y="1291342"/>
                  <a:ext cx="24480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7CB2780-249A-062C-E842-8A37FE7CAFBE}"/>
                    </a:ext>
                  </a:extLst>
                </p14:cNvPr>
                <p14:cNvContentPartPr/>
                <p14:nvPr/>
              </p14:nvContentPartPr>
              <p14:xfrm>
                <a:off x="7306727" y="1830262"/>
                <a:ext cx="9360" cy="34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7CB2780-249A-062C-E842-8A37FE7CAFB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88727" y="1812262"/>
                  <a:ext cx="45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0077560-8B54-F0CC-5543-9E8D08FECC62}"/>
                    </a:ext>
                  </a:extLst>
                </p14:cNvPr>
                <p14:cNvContentPartPr/>
                <p14:nvPr/>
              </p14:nvContentPartPr>
              <p14:xfrm>
                <a:off x="7282247" y="1497982"/>
                <a:ext cx="168120" cy="2192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0077560-8B54-F0CC-5543-9E8D08FECC6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264607" y="1480342"/>
                  <a:ext cx="2037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F669FD7-4D1D-DF69-2119-D45B0A42BBF1}"/>
                    </a:ext>
                  </a:extLst>
                </p14:cNvPr>
                <p14:cNvContentPartPr/>
                <p14:nvPr/>
              </p14:nvContentPartPr>
              <p14:xfrm>
                <a:off x="7570967" y="1487902"/>
                <a:ext cx="268200" cy="2498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F669FD7-4D1D-DF69-2119-D45B0A42BBF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553327" y="1469902"/>
                  <a:ext cx="303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40B6BC0-2C85-FEFF-CA0D-73D1BF3474F2}"/>
                    </a:ext>
                  </a:extLst>
                </p14:cNvPr>
                <p14:cNvContentPartPr/>
                <p14:nvPr/>
              </p14:nvContentPartPr>
              <p14:xfrm>
                <a:off x="8002967" y="1406902"/>
                <a:ext cx="24120" cy="290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40B6BC0-2C85-FEFF-CA0D-73D1BF3474F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984967" y="1388902"/>
                  <a:ext cx="597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F6E26D3-A6F5-E249-D009-4B9887E0AAC7}"/>
                    </a:ext>
                  </a:extLst>
                </p14:cNvPr>
                <p14:cNvContentPartPr/>
                <p14:nvPr/>
              </p14:nvContentPartPr>
              <p14:xfrm>
                <a:off x="8181887" y="1404742"/>
                <a:ext cx="133560" cy="246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F6E26D3-A6F5-E249-D009-4B9887E0AAC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63887" y="1386742"/>
                  <a:ext cx="1692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6E44FD6-6F9E-20F0-74C6-C8B9633A1B3E}"/>
                    </a:ext>
                  </a:extLst>
                </p14:cNvPr>
                <p14:cNvContentPartPr/>
                <p14:nvPr/>
              </p14:nvContentPartPr>
              <p14:xfrm>
                <a:off x="8297087" y="1220782"/>
                <a:ext cx="138960" cy="5997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6E44FD6-6F9E-20F0-74C6-C8B9633A1B3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279447" y="1203142"/>
                  <a:ext cx="174600" cy="63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BEFD97B-5552-37CB-24A7-C651A17BB0FA}"/>
              </a:ext>
            </a:extLst>
          </p:cNvPr>
          <p:cNvGrpSpPr/>
          <p:nvPr/>
        </p:nvGrpSpPr>
        <p:grpSpPr>
          <a:xfrm>
            <a:off x="8733407" y="1393222"/>
            <a:ext cx="176760" cy="294840"/>
            <a:chOff x="8733407" y="1393222"/>
            <a:chExt cx="17676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FD8FD01-8775-2282-D090-6A9B94679A34}"/>
                    </a:ext>
                  </a:extLst>
                </p14:cNvPr>
                <p14:cNvContentPartPr/>
                <p14:nvPr/>
              </p14:nvContentPartPr>
              <p14:xfrm>
                <a:off x="8733407" y="1490782"/>
                <a:ext cx="176760" cy="428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FD8FD01-8775-2282-D090-6A9B94679A3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715407" y="1472782"/>
                  <a:ext cx="212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7F16A60-1DDF-0D1A-54A5-D8DD2C694D7A}"/>
                    </a:ext>
                  </a:extLst>
                </p14:cNvPr>
                <p14:cNvContentPartPr/>
                <p14:nvPr/>
              </p14:nvContentPartPr>
              <p14:xfrm>
                <a:off x="8845007" y="1393222"/>
                <a:ext cx="29160" cy="2948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7F16A60-1DDF-0D1A-54A5-D8DD2C694D7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827007" y="1375222"/>
                  <a:ext cx="6480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22B77DF-3DA2-D611-844E-A383557C6AF5}"/>
              </a:ext>
            </a:extLst>
          </p:cNvPr>
          <p:cNvGrpSpPr/>
          <p:nvPr/>
        </p:nvGrpSpPr>
        <p:grpSpPr>
          <a:xfrm>
            <a:off x="9139127" y="1073542"/>
            <a:ext cx="2193840" cy="859680"/>
            <a:chOff x="9139127" y="1073542"/>
            <a:chExt cx="2193840" cy="85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CBFE4BB-A9C7-1A45-E0F2-B00134D42DBE}"/>
                    </a:ext>
                  </a:extLst>
                </p14:cNvPr>
                <p14:cNvContentPartPr/>
                <p14:nvPr/>
              </p14:nvContentPartPr>
              <p14:xfrm>
                <a:off x="9139127" y="1318702"/>
                <a:ext cx="167400" cy="3088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CBFE4BB-A9C7-1A45-E0F2-B00134D42DB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121127" y="1301062"/>
                  <a:ext cx="2030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4427ADB-9796-500B-77B3-553D3FE45E67}"/>
                    </a:ext>
                  </a:extLst>
                </p14:cNvPr>
                <p14:cNvContentPartPr/>
                <p14:nvPr/>
              </p14:nvContentPartPr>
              <p14:xfrm>
                <a:off x="9413447" y="1154902"/>
                <a:ext cx="281160" cy="6444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4427ADB-9796-500B-77B3-553D3FE45E6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395807" y="1136902"/>
                  <a:ext cx="31680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4061A8A-3EA2-DC04-3C6D-B00C30B1D14F}"/>
                    </a:ext>
                  </a:extLst>
                </p14:cNvPr>
                <p14:cNvContentPartPr/>
                <p14:nvPr/>
              </p14:nvContentPartPr>
              <p14:xfrm>
                <a:off x="9831407" y="1410502"/>
                <a:ext cx="124200" cy="20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4061A8A-3EA2-DC04-3C6D-B00C30B1D14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13407" y="1392862"/>
                  <a:ext cx="159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E40062F-3420-CCCA-80FF-8935C025B41F}"/>
                    </a:ext>
                  </a:extLst>
                </p14:cNvPr>
                <p14:cNvContentPartPr/>
                <p14:nvPr/>
              </p14:nvContentPartPr>
              <p14:xfrm>
                <a:off x="10097087" y="1291342"/>
                <a:ext cx="32400" cy="236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E40062F-3420-CCCA-80FF-8935C025B41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079087" y="1273702"/>
                  <a:ext cx="680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9D5FE02-43E0-A62A-00E1-9D42F179117E}"/>
                    </a:ext>
                  </a:extLst>
                </p14:cNvPr>
                <p14:cNvContentPartPr/>
                <p14:nvPr/>
              </p14:nvContentPartPr>
              <p14:xfrm>
                <a:off x="10281767" y="1283062"/>
                <a:ext cx="114840" cy="275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9D5FE02-43E0-A62A-00E1-9D42F179117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263767" y="1265062"/>
                  <a:ext cx="1504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0CD941A-BAA8-A022-2A80-9D1BD9DFB615}"/>
                    </a:ext>
                  </a:extLst>
                </p14:cNvPr>
                <p14:cNvContentPartPr/>
                <p14:nvPr/>
              </p14:nvContentPartPr>
              <p14:xfrm>
                <a:off x="10535567" y="1377742"/>
                <a:ext cx="179280" cy="36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0CD941A-BAA8-A022-2A80-9D1BD9DFB61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517567" y="1359742"/>
                  <a:ext cx="2149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3ACE466-EBB9-51AB-73FE-4BD648346DA7}"/>
                    </a:ext>
                  </a:extLst>
                </p14:cNvPr>
                <p14:cNvContentPartPr/>
                <p14:nvPr/>
              </p14:nvContentPartPr>
              <p14:xfrm>
                <a:off x="10620527" y="1314382"/>
                <a:ext cx="33120" cy="214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3ACE466-EBB9-51AB-73FE-4BD648346DA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602527" y="1296742"/>
                  <a:ext cx="68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BFCC339-518A-6092-DF6D-9F421C064488}"/>
                    </a:ext>
                  </a:extLst>
                </p14:cNvPr>
                <p14:cNvContentPartPr/>
                <p14:nvPr/>
              </p14:nvContentPartPr>
              <p14:xfrm>
                <a:off x="10981607" y="1266502"/>
                <a:ext cx="146520" cy="226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BFCC339-518A-6092-DF6D-9F421C06448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963967" y="1248862"/>
                  <a:ext cx="1821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FCE64E6-738B-1CC1-4D0C-D496BED24F77}"/>
                    </a:ext>
                  </a:extLst>
                </p14:cNvPr>
                <p14:cNvContentPartPr/>
                <p14:nvPr/>
              </p14:nvContentPartPr>
              <p14:xfrm>
                <a:off x="11181767" y="1073542"/>
                <a:ext cx="151200" cy="580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FCE64E6-738B-1CC1-4D0C-D496BED24F7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64127" y="1055542"/>
                  <a:ext cx="18684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9CF84BD-9AE1-1B31-398E-D8859CF24A57}"/>
                    </a:ext>
                  </a:extLst>
                </p14:cNvPr>
                <p14:cNvContentPartPr/>
                <p14:nvPr/>
              </p14:nvContentPartPr>
              <p14:xfrm>
                <a:off x="10795487" y="1929622"/>
                <a:ext cx="18720" cy="36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9CF84BD-9AE1-1B31-398E-D8859CF24A5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777487" y="1911622"/>
                  <a:ext cx="543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4F30E111-A069-4E28-C909-F8F2E170C4AF}"/>
              </a:ext>
            </a:extLst>
          </p:cNvPr>
          <p:cNvGrpSpPr/>
          <p:nvPr/>
        </p:nvGrpSpPr>
        <p:grpSpPr>
          <a:xfrm>
            <a:off x="8496887" y="1988302"/>
            <a:ext cx="1575720" cy="412200"/>
            <a:chOff x="8496887" y="1988302"/>
            <a:chExt cx="1575720" cy="41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E854E9E-680E-3AD6-5052-07FE61374C3B}"/>
                    </a:ext>
                  </a:extLst>
                </p14:cNvPr>
                <p14:cNvContentPartPr/>
                <p14:nvPr/>
              </p14:nvContentPartPr>
              <p14:xfrm>
                <a:off x="8496887" y="2235622"/>
                <a:ext cx="245160" cy="34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E854E9E-680E-3AD6-5052-07FE61374C3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479247" y="2217982"/>
                  <a:ext cx="280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6B8B862-5064-BDA6-A8DE-1189A774130A}"/>
                    </a:ext>
                  </a:extLst>
                </p14:cNvPr>
                <p14:cNvContentPartPr/>
                <p14:nvPr/>
              </p14:nvContentPartPr>
              <p14:xfrm>
                <a:off x="8647727" y="2150302"/>
                <a:ext cx="24120" cy="194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6B8B862-5064-BDA6-A8DE-1189A774130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630087" y="2132662"/>
                  <a:ext cx="59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CC2A77B-2D11-843F-2A3C-6572D8A6E8A3}"/>
                    </a:ext>
                  </a:extLst>
                </p14:cNvPr>
                <p14:cNvContentPartPr/>
                <p14:nvPr/>
              </p14:nvContentPartPr>
              <p14:xfrm>
                <a:off x="8862647" y="2113942"/>
                <a:ext cx="202680" cy="218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CC2A77B-2D11-843F-2A3C-6572D8A6E8A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44647" y="2095942"/>
                  <a:ext cx="2383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86C0A17-97D6-F480-EC93-413FE786B4EF}"/>
                    </a:ext>
                  </a:extLst>
                </p14:cNvPr>
                <p14:cNvContentPartPr/>
                <p14:nvPr/>
              </p14:nvContentPartPr>
              <p14:xfrm>
                <a:off x="9170087" y="1988302"/>
                <a:ext cx="158040" cy="412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86C0A17-97D6-F480-EC93-413FE786B4E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152087" y="1970302"/>
                  <a:ext cx="1936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F48CE69-5742-8C9E-E976-06158186FA70}"/>
                    </a:ext>
                  </a:extLst>
                </p14:cNvPr>
                <p14:cNvContentPartPr/>
                <p14:nvPr/>
              </p14:nvContentPartPr>
              <p14:xfrm>
                <a:off x="9404807" y="2036542"/>
                <a:ext cx="158400" cy="2106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F48CE69-5742-8C9E-E976-06158186FA7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387167" y="2018902"/>
                  <a:ext cx="194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090CB7F-8095-1AB1-BCF5-E5254BB028FB}"/>
                    </a:ext>
                  </a:extLst>
                </p14:cNvPr>
                <p14:cNvContentPartPr/>
                <p14:nvPr/>
              </p14:nvContentPartPr>
              <p14:xfrm>
                <a:off x="9721607" y="2035462"/>
                <a:ext cx="97560" cy="2232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090CB7F-8095-1AB1-BCF5-E5254BB028F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703607" y="2017462"/>
                  <a:ext cx="1332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23886ED-F6F9-C1C8-4699-6646192AF9F9}"/>
                    </a:ext>
                  </a:extLst>
                </p14:cNvPr>
                <p14:cNvContentPartPr/>
                <p14:nvPr/>
              </p14:nvContentPartPr>
              <p14:xfrm>
                <a:off x="9933287" y="2122942"/>
                <a:ext cx="139320" cy="43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23886ED-F6F9-C1C8-4699-6646192AF9F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915287" y="2104942"/>
                  <a:ext cx="1749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92E81F8-2B60-4CA2-36D9-907CDA09778F}"/>
              </a:ext>
            </a:extLst>
          </p:cNvPr>
          <p:cNvGrpSpPr/>
          <p:nvPr/>
        </p:nvGrpSpPr>
        <p:grpSpPr>
          <a:xfrm>
            <a:off x="10331087" y="1723342"/>
            <a:ext cx="630360" cy="684000"/>
            <a:chOff x="10331087" y="1723342"/>
            <a:chExt cx="630360" cy="68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E18580F-1076-C9F2-5EE9-95A9C7DC3F9E}"/>
                    </a:ext>
                  </a:extLst>
                </p14:cNvPr>
                <p14:cNvContentPartPr/>
                <p14:nvPr/>
              </p14:nvContentPartPr>
              <p14:xfrm>
                <a:off x="10331087" y="1980382"/>
                <a:ext cx="25920" cy="2365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E18580F-1076-C9F2-5EE9-95A9C7DC3F9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313447" y="1962382"/>
                  <a:ext cx="615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61CF553-CA9F-B346-0AD3-D80F2971A264}"/>
                    </a:ext>
                  </a:extLst>
                </p14:cNvPr>
                <p14:cNvContentPartPr/>
                <p14:nvPr/>
              </p14:nvContentPartPr>
              <p14:xfrm>
                <a:off x="10521527" y="1940422"/>
                <a:ext cx="163800" cy="2559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61CF553-CA9F-B346-0AD3-D80F2971A26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503527" y="1922422"/>
                  <a:ext cx="1994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C5A6C3B-E489-8826-C827-84C0321586F3}"/>
                    </a:ext>
                  </a:extLst>
                </p14:cNvPr>
                <p14:cNvContentPartPr/>
                <p14:nvPr/>
              </p14:nvContentPartPr>
              <p14:xfrm>
                <a:off x="10793327" y="1723342"/>
                <a:ext cx="168120" cy="6840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C5A6C3B-E489-8826-C827-84C0321586F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775687" y="1705342"/>
                  <a:ext cx="203760" cy="71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9CCBFB1A-C13F-5795-5F1E-93A5AFE15F6B}"/>
                  </a:ext>
                </a:extLst>
              </p14:cNvPr>
              <p14:cNvContentPartPr/>
              <p14:nvPr/>
            </p14:nvContentPartPr>
            <p14:xfrm>
              <a:off x="9940487" y="2783542"/>
              <a:ext cx="20160" cy="1512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9CCBFB1A-C13F-5795-5F1E-93A5AFE15F6B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922847" y="2765902"/>
                <a:ext cx="5580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8D263A64-0702-54B4-DE56-A3FDE9DD62C9}"/>
              </a:ext>
            </a:extLst>
          </p:cNvPr>
          <p:cNvGrpSpPr/>
          <p:nvPr/>
        </p:nvGrpSpPr>
        <p:grpSpPr>
          <a:xfrm>
            <a:off x="6587087" y="2643502"/>
            <a:ext cx="177120" cy="132840"/>
            <a:chOff x="6587087" y="2643502"/>
            <a:chExt cx="17712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7FF1FBD-B0AF-4106-E8E5-4E6EB23B3D04}"/>
                    </a:ext>
                  </a:extLst>
                </p14:cNvPr>
                <p14:cNvContentPartPr/>
                <p14:nvPr/>
              </p14:nvContentPartPr>
              <p14:xfrm>
                <a:off x="6587087" y="2643502"/>
                <a:ext cx="101520" cy="266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7FF1FBD-B0AF-4106-E8E5-4E6EB23B3D0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569087" y="2625502"/>
                  <a:ext cx="137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6842143-3561-C3F5-445B-4445B37E2B20}"/>
                    </a:ext>
                  </a:extLst>
                </p14:cNvPr>
                <p14:cNvContentPartPr/>
                <p14:nvPr/>
              </p14:nvContentPartPr>
              <p14:xfrm>
                <a:off x="6591407" y="2739982"/>
                <a:ext cx="172800" cy="36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6842143-3561-C3F5-445B-4445B37E2B2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573767" y="2721982"/>
                  <a:ext cx="2084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87F45C5-07D3-9645-F14F-B592FEAD3E56}"/>
              </a:ext>
            </a:extLst>
          </p:cNvPr>
          <p:cNvGrpSpPr/>
          <p:nvPr/>
        </p:nvGrpSpPr>
        <p:grpSpPr>
          <a:xfrm>
            <a:off x="7658807" y="2580862"/>
            <a:ext cx="479520" cy="283680"/>
            <a:chOff x="7658807" y="2580862"/>
            <a:chExt cx="47952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2F99D26-7C93-DFA6-EA48-6CFABC3CDB6A}"/>
                    </a:ext>
                  </a:extLst>
                </p14:cNvPr>
                <p14:cNvContentPartPr/>
                <p14:nvPr/>
              </p14:nvContentPartPr>
              <p14:xfrm>
                <a:off x="7658807" y="2580862"/>
                <a:ext cx="193680" cy="2836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2F99D26-7C93-DFA6-EA48-6CFABC3CDB6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641167" y="2562862"/>
                  <a:ext cx="2293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8E545A5-2BD1-C9AD-B3D8-26D9E25456F2}"/>
                    </a:ext>
                  </a:extLst>
                </p14:cNvPr>
                <p14:cNvContentPartPr/>
                <p14:nvPr/>
              </p14:nvContentPartPr>
              <p14:xfrm>
                <a:off x="7976327" y="2707222"/>
                <a:ext cx="162000" cy="1411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8E545A5-2BD1-C9AD-B3D8-26D9E25456F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958687" y="2689222"/>
                  <a:ext cx="19764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299C7BF-6C0E-0127-7199-5ACA97D0378F}"/>
              </a:ext>
            </a:extLst>
          </p:cNvPr>
          <p:cNvGrpSpPr/>
          <p:nvPr/>
        </p:nvGrpSpPr>
        <p:grpSpPr>
          <a:xfrm>
            <a:off x="8569247" y="2605702"/>
            <a:ext cx="735480" cy="278280"/>
            <a:chOff x="8569247" y="2605702"/>
            <a:chExt cx="73548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6503FC1-A73D-8E3D-96B5-AC891A9D5534}"/>
                    </a:ext>
                  </a:extLst>
                </p14:cNvPr>
                <p14:cNvContentPartPr/>
                <p14:nvPr/>
              </p14:nvContentPartPr>
              <p14:xfrm>
                <a:off x="8569247" y="2718742"/>
                <a:ext cx="217080" cy="410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6503FC1-A73D-8E3D-96B5-AC891A9D553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551607" y="2701102"/>
                  <a:ext cx="252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B6EE4C3-DB1B-4DDE-1BA7-7FC253763F07}"/>
                    </a:ext>
                  </a:extLst>
                </p14:cNvPr>
                <p14:cNvContentPartPr/>
                <p14:nvPr/>
              </p14:nvContentPartPr>
              <p14:xfrm>
                <a:off x="8905487" y="2605702"/>
                <a:ext cx="172080" cy="2782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B6EE4C3-DB1B-4DDE-1BA7-7FC253763F0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887487" y="2588062"/>
                  <a:ext cx="2077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76849C0-4B9F-0473-A8B8-C3CBBEF60B56}"/>
                    </a:ext>
                  </a:extLst>
                </p14:cNvPr>
                <p14:cNvContentPartPr/>
                <p14:nvPr/>
              </p14:nvContentPartPr>
              <p14:xfrm>
                <a:off x="9151367" y="2665102"/>
                <a:ext cx="153360" cy="1897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76849C0-4B9F-0473-A8B8-C3CBBEF60B5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33727" y="2647102"/>
                  <a:ext cx="18900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3B7BD31C-E148-5BA6-EA79-C497514BD93F}"/>
              </a:ext>
            </a:extLst>
          </p:cNvPr>
          <p:cNvGrpSpPr/>
          <p:nvPr/>
        </p:nvGrpSpPr>
        <p:grpSpPr>
          <a:xfrm>
            <a:off x="9755087" y="2511022"/>
            <a:ext cx="339120" cy="293040"/>
            <a:chOff x="9755087" y="2511022"/>
            <a:chExt cx="33912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6DA2802-9764-7E64-3C0A-729627FA4216}"/>
                    </a:ext>
                  </a:extLst>
                </p14:cNvPr>
                <p14:cNvContentPartPr/>
                <p14:nvPr/>
              </p14:nvContentPartPr>
              <p14:xfrm>
                <a:off x="9755087" y="2661862"/>
                <a:ext cx="339120" cy="648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6DA2802-9764-7E64-3C0A-729627FA421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737087" y="2643862"/>
                  <a:ext cx="374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CED09A8-913B-EAEB-7027-6DB1E69966CD}"/>
                    </a:ext>
                  </a:extLst>
                </p14:cNvPr>
                <p14:cNvContentPartPr/>
                <p14:nvPr/>
              </p14:nvContentPartPr>
              <p14:xfrm>
                <a:off x="9906647" y="2511022"/>
                <a:ext cx="24480" cy="2930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CED09A8-913B-EAEB-7027-6DB1E69966C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88647" y="2493382"/>
                  <a:ext cx="6012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9D1D85D-B1E9-2411-662E-67AAA3E59713}"/>
              </a:ext>
            </a:extLst>
          </p:cNvPr>
          <p:cNvGrpSpPr/>
          <p:nvPr/>
        </p:nvGrpSpPr>
        <p:grpSpPr>
          <a:xfrm>
            <a:off x="10316687" y="2504542"/>
            <a:ext cx="459360" cy="303840"/>
            <a:chOff x="10316687" y="2504542"/>
            <a:chExt cx="45936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EBE90BA-0EDD-C2EF-E244-0B5D963D1774}"/>
                    </a:ext>
                  </a:extLst>
                </p14:cNvPr>
                <p14:cNvContentPartPr/>
                <p14:nvPr/>
              </p14:nvContentPartPr>
              <p14:xfrm>
                <a:off x="10316687" y="2504542"/>
                <a:ext cx="195840" cy="303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EBE90BA-0EDD-C2EF-E244-0B5D963D177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298687" y="2486542"/>
                  <a:ext cx="2314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E35F814-6E33-7F85-0B0E-C76845454462}"/>
                    </a:ext>
                  </a:extLst>
                </p14:cNvPr>
                <p14:cNvContentPartPr/>
                <p14:nvPr/>
              </p14:nvContentPartPr>
              <p14:xfrm>
                <a:off x="10572647" y="2582662"/>
                <a:ext cx="203400" cy="200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E35F814-6E33-7F85-0B0E-C7684545446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555007" y="2564662"/>
                  <a:ext cx="23904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3545FFC-407D-1C01-2A99-16C07E82E527}"/>
              </a:ext>
            </a:extLst>
          </p:cNvPr>
          <p:cNvGrpSpPr/>
          <p:nvPr/>
        </p:nvGrpSpPr>
        <p:grpSpPr>
          <a:xfrm>
            <a:off x="8410847" y="3500662"/>
            <a:ext cx="280440" cy="156240"/>
            <a:chOff x="8410847" y="3500662"/>
            <a:chExt cx="28044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94ACFAE-3C95-CAB0-FA0D-1F7FA07A5647}"/>
                    </a:ext>
                  </a:extLst>
                </p14:cNvPr>
                <p14:cNvContentPartPr/>
                <p14:nvPr/>
              </p14:nvContentPartPr>
              <p14:xfrm>
                <a:off x="8498687" y="3500662"/>
                <a:ext cx="111960" cy="15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94ACFAE-3C95-CAB0-FA0D-1F7FA07A564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481047" y="3483022"/>
                  <a:ext cx="147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CA68647-780C-DEA1-94F1-4BFB00A2005E}"/>
                    </a:ext>
                  </a:extLst>
                </p14:cNvPr>
                <p14:cNvContentPartPr/>
                <p14:nvPr/>
              </p14:nvContentPartPr>
              <p14:xfrm>
                <a:off x="8410847" y="3597862"/>
                <a:ext cx="280440" cy="590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CA68647-780C-DEA1-94F1-4BFB00A2005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393207" y="3579862"/>
                  <a:ext cx="31608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3CACDAFD-9CE7-46F5-EEF7-B27ADBF8F014}"/>
                  </a:ext>
                </a:extLst>
              </p14:cNvPr>
              <p14:cNvContentPartPr/>
              <p14:nvPr/>
            </p14:nvContentPartPr>
            <p14:xfrm>
              <a:off x="9442247" y="3208702"/>
              <a:ext cx="255240" cy="3297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3CACDAFD-9CE7-46F5-EEF7-B27ADBF8F014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9424247" y="3190702"/>
                <a:ext cx="29088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8AA287C5-A684-F7A0-15E8-D7C8E4C9861F}"/>
                  </a:ext>
                </a:extLst>
              </p14:cNvPr>
              <p14:cNvContentPartPr/>
              <p14:nvPr/>
            </p14:nvContentPartPr>
            <p14:xfrm>
              <a:off x="5250047" y="1598062"/>
              <a:ext cx="3600" cy="1008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8AA287C5-A684-F7A0-15E8-D7C8E4C9861F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5232047" y="1580422"/>
                <a:ext cx="3924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D4FB821F-4410-0E91-3C28-C71EB4BABF21}"/>
              </a:ext>
            </a:extLst>
          </p:cNvPr>
          <p:cNvGrpSpPr/>
          <p:nvPr/>
        </p:nvGrpSpPr>
        <p:grpSpPr>
          <a:xfrm>
            <a:off x="5331767" y="276862"/>
            <a:ext cx="4705560" cy="681480"/>
            <a:chOff x="5331767" y="276862"/>
            <a:chExt cx="4705560" cy="68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0D404BA-B584-86C4-609F-02BDEAF0776C}"/>
                    </a:ext>
                  </a:extLst>
                </p14:cNvPr>
                <p14:cNvContentPartPr/>
                <p14:nvPr/>
              </p14:nvContentPartPr>
              <p14:xfrm>
                <a:off x="5331767" y="411862"/>
                <a:ext cx="303840" cy="340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0D404BA-B584-86C4-609F-02BDEAF0776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313767" y="394222"/>
                  <a:ext cx="3394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1C867B4-74A2-C1FB-8F57-36E517CA7547}"/>
                    </a:ext>
                  </a:extLst>
                </p14:cNvPr>
                <p14:cNvContentPartPr/>
                <p14:nvPr/>
              </p14:nvContentPartPr>
              <p14:xfrm>
                <a:off x="5791847" y="276862"/>
                <a:ext cx="119880" cy="182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1C867B4-74A2-C1FB-8F57-36E517CA754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773847" y="259222"/>
                  <a:ext cx="155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236A7B5-6B06-3A54-3004-7D152C930E3C}"/>
                    </a:ext>
                  </a:extLst>
                </p14:cNvPr>
                <p14:cNvContentPartPr/>
                <p14:nvPr/>
              </p14:nvContentPartPr>
              <p14:xfrm>
                <a:off x="5947007" y="617062"/>
                <a:ext cx="141480" cy="3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236A7B5-6B06-3A54-3004-7D152C930E3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929367" y="599062"/>
                  <a:ext cx="177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DF5802-5A48-0A3E-4BBA-59D4199B04B3}"/>
                    </a:ext>
                  </a:extLst>
                </p14:cNvPr>
                <p14:cNvContentPartPr/>
                <p14:nvPr/>
              </p14:nvContentPartPr>
              <p14:xfrm>
                <a:off x="6363887" y="420502"/>
                <a:ext cx="115560" cy="241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DF5802-5A48-0A3E-4BBA-59D4199B04B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345887" y="402502"/>
                  <a:ext cx="151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669853-D8EC-C42C-C88C-2093315DF7F3}"/>
                    </a:ext>
                  </a:extLst>
                </p14:cNvPr>
                <p14:cNvContentPartPr/>
                <p14:nvPr/>
              </p14:nvContentPartPr>
              <p14:xfrm>
                <a:off x="6538487" y="618862"/>
                <a:ext cx="39240" cy="162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669853-D8EC-C42C-C88C-2093315DF7F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520487" y="601222"/>
                  <a:ext cx="74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15C7CC7-1E4A-A768-56F8-DEF7543D0E51}"/>
                    </a:ext>
                  </a:extLst>
                </p14:cNvPr>
                <p14:cNvContentPartPr/>
                <p14:nvPr/>
              </p14:nvContentPartPr>
              <p14:xfrm>
                <a:off x="6741167" y="440662"/>
                <a:ext cx="228240" cy="293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15C7CC7-1E4A-A768-56F8-DEF7543D0E5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723167" y="423022"/>
                  <a:ext cx="2638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AAB012A-3D83-9EBF-3B35-2C01A8B2FBFA}"/>
                    </a:ext>
                  </a:extLst>
                </p14:cNvPr>
                <p14:cNvContentPartPr/>
                <p14:nvPr/>
              </p14:nvContentPartPr>
              <p14:xfrm>
                <a:off x="7440287" y="541822"/>
                <a:ext cx="214200" cy="62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AAB012A-3D83-9EBF-3B35-2C01A8B2FBF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422287" y="523822"/>
                  <a:ext cx="2498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11B60E9-C299-110B-52F7-CDAD41E7674A}"/>
                    </a:ext>
                  </a:extLst>
                </p14:cNvPr>
                <p14:cNvContentPartPr/>
                <p14:nvPr/>
              </p14:nvContentPartPr>
              <p14:xfrm>
                <a:off x="7568087" y="506902"/>
                <a:ext cx="18360" cy="192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11B60E9-C299-110B-52F7-CDAD41E7674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550087" y="489262"/>
                  <a:ext cx="540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5F990F-BA34-005B-09CE-CD09931CF478}"/>
                    </a:ext>
                  </a:extLst>
                </p14:cNvPr>
                <p14:cNvContentPartPr/>
                <p14:nvPr/>
              </p14:nvContentPartPr>
              <p14:xfrm>
                <a:off x="7788047" y="398182"/>
                <a:ext cx="125280" cy="270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5F990F-BA34-005B-09CE-CD09931CF47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770047" y="380542"/>
                  <a:ext cx="160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4AC1A8E-B351-2750-5CE6-CFD54D5294A2}"/>
                    </a:ext>
                  </a:extLst>
                </p14:cNvPr>
                <p14:cNvContentPartPr/>
                <p14:nvPr/>
              </p14:nvContentPartPr>
              <p14:xfrm>
                <a:off x="8008007" y="592582"/>
                <a:ext cx="149040" cy="167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4AC1A8E-B351-2750-5CE6-CFD54D5294A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990367" y="574582"/>
                  <a:ext cx="184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2C6E1FD-DBFD-9481-81FF-AA4790FD80B8}"/>
                    </a:ext>
                  </a:extLst>
                </p14:cNvPr>
                <p14:cNvContentPartPr/>
                <p14:nvPr/>
              </p14:nvContentPartPr>
              <p14:xfrm>
                <a:off x="8244167" y="389182"/>
                <a:ext cx="212400" cy="282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2C6E1FD-DBFD-9481-81FF-AA4790FD80B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226527" y="371182"/>
                  <a:ext cx="2480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3E9AB6B-4943-CDBA-8A7A-C1B1F9997AD3}"/>
                    </a:ext>
                  </a:extLst>
                </p14:cNvPr>
                <p14:cNvContentPartPr/>
                <p14:nvPr/>
              </p14:nvContentPartPr>
              <p14:xfrm>
                <a:off x="8666447" y="499702"/>
                <a:ext cx="111960" cy="41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3E9AB6B-4943-CDBA-8A7A-C1B1F9997AD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648447" y="481702"/>
                  <a:ext cx="147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B82DB45-2CB8-DCA0-BC30-B9465341A43E}"/>
                    </a:ext>
                  </a:extLst>
                </p14:cNvPr>
                <p14:cNvContentPartPr/>
                <p14:nvPr/>
              </p14:nvContentPartPr>
              <p14:xfrm>
                <a:off x="8868407" y="324022"/>
                <a:ext cx="28080" cy="438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B82DB45-2CB8-DCA0-BC30-B9465341A43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50407" y="306022"/>
                  <a:ext cx="6372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DCB90F-8309-9A9A-DBFE-131C8DB06ECF}"/>
                    </a:ext>
                  </a:extLst>
                </p14:cNvPr>
                <p14:cNvContentPartPr/>
                <p14:nvPr/>
              </p14:nvContentPartPr>
              <p14:xfrm>
                <a:off x="9173687" y="443902"/>
                <a:ext cx="132840" cy="241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DCB90F-8309-9A9A-DBFE-131C8DB06EC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155687" y="426262"/>
                  <a:ext cx="168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CF0E31D-0BB3-2FCC-2D78-C86878ED6CCD}"/>
                    </a:ext>
                  </a:extLst>
                </p14:cNvPr>
                <p14:cNvContentPartPr/>
                <p14:nvPr/>
              </p14:nvContentPartPr>
              <p14:xfrm>
                <a:off x="9175127" y="554782"/>
                <a:ext cx="122760" cy="59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CF0E31D-0BB3-2FCC-2D78-C86878ED6CC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157127" y="536782"/>
                  <a:ext cx="158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DE0CCF-29E7-FEB5-EBBD-C8B044EB8D6B}"/>
                    </a:ext>
                  </a:extLst>
                </p14:cNvPr>
                <p14:cNvContentPartPr/>
                <p14:nvPr/>
              </p14:nvContentPartPr>
              <p14:xfrm>
                <a:off x="9447647" y="331582"/>
                <a:ext cx="43200" cy="367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DE0CCF-29E7-FEB5-EBBD-C8B044EB8D6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429647" y="313942"/>
                  <a:ext cx="788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7BA341E-149F-7A0E-EAED-4E6C5BBE1633}"/>
                    </a:ext>
                  </a:extLst>
                </p14:cNvPr>
                <p14:cNvContentPartPr/>
                <p14:nvPr/>
              </p14:nvContentPartPr>
              <p14:xfrm>
                <a:off x="9820247" y="510142"/>
                <a:ext cx="157320" cy="37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7BA341E-149F-7A0E-EAED-4E6C5BBE163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802247" y="492502"/>
                  <a:ext cx="1929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1384F64-F98B-A71F-ED49-5A79EFB1D683}"/>
                    </a:ext>
                  </a:extLst>
                </p14:cNvPr>
                <p14:cNvContentPartPr/>
                <p14:nvPr/>
              </p14:nvContentPartPr>
              <p14:xfrm>
                <a:off x="9812687" y="581062"/>
                <a:ext cx="224640" cy="44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1384F64-F98B-A71F-ED49-5A79EFB1D68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794687" y="563062"/>
                  <a:ext cx="2602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9FF6700-8220-31B2-8328-EEAB5AA28F10}"/>
                    </a:ext>
                  </a:extLst>
                </p14:cNvPr>
                <p14:cNvContentPartPr/>
                <p14:nvPr/>
              </p14:nvContentPartPr>
              <p14:xfrm>
                <a:off x="5622287" y="776902"/>
                <a:ext cx="4056120" cy="1814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9FF6700-8220-31B2-8328-EEAB5AA28F1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604647" y="758902"/>
                  <a:ext cx="4091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058D978-D7F7-5408-7A95-80577B8AD7D2}"/>
                    </a:ext>
                  </a:extLst>
                </p14:cNvPr>
                <p14:cNvContentPartPr/>
                <p14:nvPr/>
              </p14:nvContentPartPr>
              <p14:xfrm>
                <a:off x="6481967" y="763582"/>
                <a:ext cx="5400" cy="43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058D978-D7F7-5408-7A95-80577B8AD7D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463967" y="745942"/>
                  <a:ext cx="41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D2C209C-6242-DBC8-47AC-D5DC13209016}"/>
                    </a:ext>
                  </a:extLst>
                </p14:cNvPr>
                <p14:cNvContentPartPr/>
                <p14:nvPr/>
              </p14:nvContentPartPr>
              <p14:xfrm>
                <a:off x="7960847" y="721822"/>
                <a:ext cx="18360" cy="2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D2C209C-6242-DBC8-47AC-D5DC1320901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942847" y="703822"/>
                  <a:ext cx="54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B069E5C-D9A9-24B6-7412-E0972E79A438}"/>
                    </a:ext>
                  </a:extLst>
                </p14:cNvPr>
                <p14:cNvContentPartPr/>
                <p14:nvPr/>
              </p14:nvContentPartPr>
              <p14:xfrm>
                <a:off x="9211847" y="719662"/>
                <a:ext cx="3600" cy="21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B069E5C-D9A9-24B6-7412-E0972E79A43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194207" y="702022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9614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9628-E18E-0367-980B-2F7C47287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9DC1B02-655E-677E-C314-E6FCD1308BC3}"/>
              </a:ext>
            </a:extLst>
          </p:cNvPr>
          <p:cNvGrpSpPr/>
          <p:nvPr/>
        </p:nvGrpSpPr>
        <p:grpSpPr>
          <a:xfrm>
            <a:off x="712607" y="161302"/>
            <a:ext cx="1838520" cy="570960"/>
            <a:chOff x="712607" y="161302"/>
            <a:chExt cx="1838520" cy="57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D541D4D-6011-D1A4-8D4A-32B85F10C9E0}"/>
                    </a:ext>
                  </a:extLst>
                </p14:cNvPr>
                <p14:cNvContentPartPr/>
                <p14:nvPr/>
              </p14:nvContentPartPr>
              <p14:xfrm>
                <a:off x="712607" y="327262"/>
                <a:ext cx="308880" cy="405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D541D4D-6011-D1A4-8D4A-32B85F10C9E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4967" y="309262"/>
                  <a:ext cx="3445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B94353A-0908-0A87-0321-DF40806A1362}"/>
                    </a:ext>
                  </a:extLst>
                </p14:cNvPr>
                <p14:cNvContentPartPr/>
                <p14:nvPr/>
              </p14:nvContentPartPr>
              <p14:xfrm>
                <a:off x="1088087" y="161302"/>
                <a:ext cx="136080" cy="187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B94353A-0908-0A87-0321-DF40806A136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0447" y="143662"/>
                  <a:ext cx="171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52FE52E-2E5A-6A58-3286-4686B28A33D4}"/>
                    </a:ext>
                  </a:extLst>
                </p14:cNvPr>
                <p14:cNvContentPartPr/>
                <p14:nvPr/>
              </p14:nvContentPartPr>
              <p14:xfrm>
                <a:off x="1259087" y="478822"/>
                <a:ext cx="129600" cy="29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52FE52E-2E5A-6A58-3286-4686B28A33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1447" y="461182"/>
                  <a:ext cx="1652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0ADCC6-3CA1-0F1B-82F1-C36C730857F6}"/>
                    </a:ext>
                  </a:extLst>
                </p14:cNvPr>
                <p14:cNvContentPartPr/>
                <p14:nvPr/>
              </p14:nvContentPartPr>
              <p14:xfrm>
                <a:off x="1578047" y="331582"/>
                <a:ext cx="308160" cy="302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0ADCC6-3CA1-0F1B-82F1-C36C730857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60047" y="313582"/>
                  <a:ext cx="3438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6B015AD-3AAB-2E72-CF5C-CDC5A6EC95AF}"/>
                    </a:ext>
                  </a:extLst>
                </p14:cNvPr>
                <p14:cNvContentPartPr/>
                <p14:nvPr/>
              </p14:nvContentPartPr>
              <p14:xfrm>
                <a:off x="1997807" y="312502"/>
                <a:ext cx="171000" cy="287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6B015AD-3AAB-2E72-CF5C-CDC5A6EC95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80167" y="294862"/>
                  <a:ext cx="2066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84CAADC-D29B-7DB2-E72F-EB6468E3487B}"/>
                    </a:ext>
                  </a:extLst>
                </p14:cNvPr>
                <p14:cNvContentPartPr/>
                <p14:nvPr/>
              </p14:nvContentPartPr>
              <p14:xfrm>
                <a:off x="2308847" y="188662"/>
                <a:ext cx="242280" cy="151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84CAADC-D29B-7DB2-E72F-EB6468E3487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91207" y="171022"/>
                  <a:ext cx="27792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9F8BA8C-80D7-F641-02EE-7E467AA78F6B}"/>
              </a:ext>
            </a:extLst>
          </p:cNvPr>
          <p:cNvGrpSpPr/>
          <p:nvPr/>
        </p:nvGrpSpPr>
        <p:grpSpPr>
          <a:xfrm>
            <a:off x="2561927" y="461542"/>
            <a:ext cx="219960" cy="223560"/>
            <a:chOff x="2561927" y="461542"/>
            <a:chExt cx="21996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34913EB-D5E4-05C9-984C-E243BFBF20E4}"/>
                    </a:ext>
                  </a:extLst>
                </p14:cNvPr>
                <p14:cNvContentPartPr/>
                <p14:nvPr/>
              </p14:nvContentPartPr>
              <p14:xfrm>
                <a:off x="2561927" y="534262"/>
                <a:ext cx="219960" cy="1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34913EB-D5E4-05C9-984C-E243BFBF20E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43927" y="516262"/>
                  <a:ext cx="255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21B0CDD-CB91-ACE0-F521-26C326D663D0}"/>
                    </a:ext>
                  </a:extLst>
                </p14:cNvPr>
                <p14:cNvContentPartPr/>
                <p14:nvPr/>
              </p14:nvContentPartPr>
              <p14:xfrm>
                <a:off x="2631767" y="461542"/>
                <a:ext cx="43920" cy="223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21B0CDD-CB91-ACE0-F521-26C326D663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13767" y="443902"/>
                  <a:ext cx="79560" cy="25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6F72716-75BA-19D5-7720-920B75DFAACD}"/>
                  </a:ext>
                </a:extLst>
              </p14:cNvPr>
              <p14:cNvContentPartPr/>
              <p14:nvPr/>
            </p14:nvContentPartPr>
            <p14:xfrm>
              <a:off x="2921207" y="418342"/>
              <a:ext cx="202680" cy="330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6F72716-75BA-19D5-7720-920B75DFAAC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03207" y="400702"/>
                <a:ext cx="23832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F87682F-B1E5-7D96-7BD5-F7F87B9D86E8}"/>
                  </a:ext>
                </a:extLst>
              </p14:cNvPr>
              <p14:cNvContentPartPr/>
              <p14:nvPr/>
            </p14:nvContentPartPr>
            <p14:xfrm>
              <a:off x="3257087" y="472342"/>
              <a:ext cx="145440" cy="49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F87682F-B1E5-7D96-7BD5-F7F87B9D86E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39087" y="454342"/>
                <a:ext cx="1810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7E3E8F3-E4ED-2B37-7E74-5C364A2332C4}"/>
                  </a:ext>
                </a:extLst>
              </p14:cNvPr>
              <p14:cNvContentPartPr/>
              <p14:nvPr/>
            </p14:nvContentPartPr>
            <p14:xfrm>
              <a:off x="3205967" y="469462"/>
              <a:ext cx="163080" cy="225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7E3E8F3-E4ED-2B37-7E74-5C364A2332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88327" y="451462"/>
                <a:ext cx="19872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5FC9DF8-14E0-6100-DAFB-16FC11B2C9C5}"/>
                  </a:ext>
                </a:extLst>
              </p14:cNvPr>
              <p14:cNvContentPartPr/>
              <p14:nvPr/>
            </p14:nvContentPartPr>
            <p14:xfrm>
              <a:off x="3448247" y="400342"/>
              <a:ext cx="233280" cy="290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5FC9DF8-14E0-6100-DAFB-16FC11B2C9C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30607" y="382342"/>
                <a:ext cx="268920" cy="32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A0763D44-E3AA-97D8-DB56-6E98ADC77C77}"/>
              </a:ext>
            </a:extLst>
          </p:cNvPr>
          <p:cNvGrpSpPr/>
          <p:nvPr/>
        </p:nvGrpSpPr>
        <p:grpSpPr>
          <a:xfrm>
            <a:off x="4028927" y="522022"/>
            <a:ext cx="233280" cy="110520"/>
            <a:chOff x="4028927" y="522022"/>
            <a:chExt cx="23328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26D7CA-6782-E2BB-FD50-98DFB6CC4463}"/>
                    </a:ext>
                  </a:extLst>
                </p14:cNvPr>
                <p14:cNvContentPartPr/>
                <p14:nvPr/>
              </p14:nvContentPartPr>
              <p14:xfrm>
                <a:off x="4029647" y="522022"/>
                <a:ext cx="145800" cy="2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26D7CA-6782-E2BB-FD50-98DFB6CC446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12007" y="504022"/>
                  <a:ext cx="181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7ED87E4-8BD5-E1D9-C9DD-4F4383FC653E}"/>
                    </a:ext>
                  </a:extLst>
                </p14:cNvPr>
                <p14:cNvContentPartPr/>
                <p14:nvPr/>
              </p14:nvContentPartPr>
              <p14:xfrm>
                <a:off x="4028927" y="583942"/>
                <a:ext cx="233280" cy="48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7ED87E4-8BD5-E1D9-C9DD-4F4383FC653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10927" y="565942"/>
                  <a:ext cx="26892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B1298D9-80D5-F412-8344-B344EEAE329D}"/>
                  </a:ext>
                </a:extLst>
              </p14:cNvPr>
              <p14:cNvContentPartPr/>
              <p14:nvPr/>
            </p14:nvContentPartPr>
            <p14:xfrm>
              <a:off x="4572167" y="339142"/>
              <a:ext cx="267480" cy="326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B1298D9-80D5-F412-8344-B344EEAE329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54167" y="321142"/>
                <a:ext cx="303120" cy="36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7F378B18-611A-2971-0CD5-DD13F7597A5D}"/>
              </a:ext>
            </a:extLst>
          </p:cNvPr>
          <p:cNvGrpSpPr/>
          <p:nvPr/>
        </p:nvGrpSpPr>
        <p:grpSpPr>
          <a:xfrm>
            <a:off x="605327" y="1047982"/>
            <a:ext cx="1257480" cy="729000"/>
            <a:chOff x="605327" y="1047982"/>
            <a:chExt cx="1257480" cy="72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5E6A926-25E9-88CB-1176-1AD2A50EAAC6}"/>
                    </a:ext>
                  </a:extLst>
                </p14:cNvPr>
                <p14:cNvContentPartPr/>
                <p14:nvPr/>
              </p14:nvContentPartPr>
              <p14:xfrm>
                <a:off x="605327" y="1216462"/>
                <a:ext cx="350280" cy="382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5E6A926-25E9-88CB-1176-1AD2A50EAA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7327" y="1198822"/>
                  <a:ext cx="3859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5D75FAA-D47B-89B8-05AA-846A0879C106}"/>
                    </a:ext>
                  </a:extLst>
                </p14:cNvPr>
                <p14:cNvContentPartPr/>
                <p14:nvPr/>
              </p14:nvContentPartPr>
              <p14:xfrm>
                <a:off x="1127327" y="1049422"/>
                <a:ext cx="225720" cy="727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5D75FAA-D47B-89B8-05AA-846A0879C10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09687" y="1031422"/>
                  <a:ext cx="26136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98F7B92-C506-22C2-9A03-BDFBE379C330}"/>
                    </a:ext>
                  </a:extLst>
                </p14:cNvPr>
                <p14:cNvContentPartPr/>
                <p14:nvPr/>
              </p14:nvContentPartPr>
              <p14:xfrm>
                <a:off x="1348727" y="1202782"/>
                <a:ext cx="248760" cy="390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98F7B92-C506-22C2-9A03-BDFBE379C33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31087" y="1185142"/>
                  <a:ext cx="28440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8D31C49-5604-4028-CA4B-CDA442E03B59}"/>
                    </a:ext>
                  </a:extLst>
                </p14:cNvPr>
                <p14:cNvContentPartPr/>
                <p14:nvPr/>
              </p14:nvContentPartPr>
              <p14:xfrm>
                <a:off x="1701167" y="1047982"/>
                <a:ext cx="161640" cy="179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8D31C49-5604-4028-CA4B-CDA442E03B5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83167" y="1030342"/>
                  <a:ext cx="19728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74B42E5-76B5-29C2-4193-C845D48FCBFE}"/>
              </a:ext>
            </a:extLst>
          </p:cNvPr>
          <p:cNvGrpSpPr/>
          <p:nvPr/>
        </p:nvGrpSpPr>
        <p:grpSpPr>
          <a:xfrm>
            <a:off x="2096087" y="977782"/>
            <a:ext cx="1981440" cy="681120"/>
            <a:chOff x="2096087" y="977782"/>
            <a:chExt cx="1981440" cy="68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09EDAF5-E492-C310-11CE-4B145D6118E8}"/>
                    </a:ext>
                  </a:extLst>
                </p14:cNvPr>
                <p14:cNvContentPartPr/>
                <p14:nvPr/>
              </p14:nvContentPartPr>
              <p14:xfrm>
                <a:off x="2096087" y="1410862"/>
                <a:ext cx="182520" cy="27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09EDAF5-E492-C310-11CE-4B145D6118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78447" y="1393222"/>
                  <a:ext cx="2181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A592BAA-1FFC-E4D5-6487-D0B261FA8CD6}"/>
                    </a:ext>
                  </a:extLst>
                </p14:cNvPr>
                <p14:cNvContentPartPr/>
                <p14:nvPr/>
              </p14:nvContentPartPr>
              <p14:xfrm>
                <a:off x="2401007" y="1293862"/>
                <a:ext cx="39600" cy="297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A592BAA-1FFC-E4D5-6487-D0B261FA8CD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83367" y="1276222"/>
                  <a:ext cx="752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F79465-EBF3-8DD4-E7AD-217378105D2E}"/>
                    </a:ext>
                  </a:extLst>
                </p14:cNvPr>
                <p14:cNvContentPartPr/>
                <p14:nvPr/>
              </p14:nvContentPartPr>
              <p14:xfrm>
                <a:off x="2588927" y="1268662"/>
                <a:ext cx="149760" cy="293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F79465-EBF3-8DD4-E7AD-217378105D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71287" y="1251022"/>
                  <a:ext cx="1854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D3F9D2-6C5A-C21C-65AB-EDDD9E2B44F2}"/>
                    </a:ext>
                  </a:extLst>
                </p14:cNvPr>
                <p14:cNvContentPartPr/>
                <p14:nvPr/>
              </p14:nvContentPartPr>
              <p14:xfrm>
                <a:off x="2807087" y="1256782"/>
                <a:ext cx="164880" cy="282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D3F9D2-6C5A-C21C-65AB-EDDD9E2B44F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89087" y="1239142"/>
                  <a:ext cx="2005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ECD6B89-AD7C-18A9-8730-0BCF42A69606}"/>
                    </a:ext>
                  </a:extLst>
                </p14:cNvPr>
                <p14:cNvContentPartPr/>
                <p14:nvPr/>
              </p14:nvContentPartPr>
              <p14:xfrm>
                <a:off x="3164207" y="1375942"/>
                <a:ext cx="182160" cy="36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ECD6B89-AD7C-18A9-8730-0BCF42A6960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46567" y="1357942"/>
                  <a:ext cx="217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7FB423B-BAD2-A538-111E-EEAED372107B}"/>
                    </a:ext>
                  </a:extLst>
                </p14:cNvPr>
                <p14:cNvContentPartPr/>
                <p14:nvPr/>
              </p14:nvContentPartPr>
              <p14:xfrm>
                <a:off x="3231167" y="1325182"/>
                <a:ext cx="42480" cy="211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7FB423B-BAD2-A538-111E-EEAED372107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13167" y="1307542"/>
                  <a:ext cx="781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8B3F51B-61D5-8E26-BA08-94E1F57EFB11}"/>
                    </a:ext>
                  </a:extLst>
                </p14:cNvPr>
                <p14:cNvContentPartPr/>
                <p14:nvPr/>
              </p14:nvContentPartPr>
              <p14:xfrm>
                <a:off x="3556247" y="1235542"/>
                <a:ext cx="120960" cy="314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8B3F51B-61D5-8E26-BA08-94E1F57EFB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38607" y="1217902"/>
                  <a:ext cx="1566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73BF814-C891-4A8C-9CD7-3C3FFE5023AA}"/>
                    </a:ext>
                  </a:extLst>
                </p14:cNvPr>
                <p14:cNvContentPartPr/>
                <p14:nvPr/>
              </p14:nvContentPartPr>
              <p14:xfrm>
                <a:off x="3865127" y="1217542"/>
                <a:ext cx="135720" cy="41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73BF814-C891-4A8C-9CD7-3C3FFE5023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47127" y="1199902"/>
                  <a:ext cx="171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8B009E2-19D1-2F40-555F-48F1F710EF73}"/>
                    </a:ext>
                  </a:extLst>
                </p14:cNvPr>
                <p14:cNvContentPartPr/>
                <p14:nvPr/>
              </p14:nvContentPartPr>
              <p14:xfrm>
                <a:off x="3799967" y="1241662"/>
                <a:ext cx="154800" cy="254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8B009E2-19D1-2F40-555F-48F1F710EF7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81967" y="1224022"/>
                  <a:ext cx="1904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C4425A0-F3F8-7602-6384-590FC525FEF3}"/>
                    </a:ext>
                  </a:extLst>
                </p14:cNvPr>
                <p14:cNvContentPartPr/>
                <p14:nvPr/>
              </p14:nvContentPartPr>
              <p14:xfrm>
                <a:off x="3915167" y="977782"/>
                <a:ext cx="162360" cy="681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C4425A0-F3F8-7602-6384-590FC525FE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97527" y="960142"/>
                  <a:ext cx="198000" cy="71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E4D80B6-ACA1-E3F3-4ABF-E062F6230314}"/>
              </a:ext>
            </a:extLst>
          </p:cNvPr>
          <p:cNvGrpSpPr/>
          <p:nvPr/>
        </p:nvGrpSpPr>
        <p:grpSpPr>
          <a:xfrm>
            <a:off x="4371647" y="1345702"/>
            <a:ext cx="261000" cy="133200"/>
            <a:chOff x="4371647" y="1345702"/>
            <a:chExt cx="26100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EA6196F-2716-2EE0-303C-9B2894EFDE58}"/>
                    </a:ext>
                  </a:extLst>
                </p14:cNvPr>
                <p14:cNvContentPartPr/>
                <p14:nvPr/>
              </p14:nvContentPartPr>
              <p14:xfrm>
                <a:off x="4371647" y="1345702"/>
                <a:ext cx="176040" cy="34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EA6196F-2716-2EE0-303C-9B2894EFDE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53647" y="1328062"/>
                  <a:ext cx="211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5DD17FC-038C-852D-4B3F-3B3677385913}"/>
                    </a:ext>
                  </a:extLst>
                </p14:cNvPr>
                <p14:cNvContentPartPr/>
                <p14:nvPr/>
              </p14:nvContentPartPr>
              <p14:xfrm>
                <a:off x="4374527" y="1431022"/>
                <a:ext cx="258120" cy="47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5DD17FC-038C-852D-4B3F-3B36773859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56887" y="1413382"/>
                  <a:ext cx="293760" cy="8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FBB71D0-8AB6-2C8D-65A6-B76BD1B887A5}"/>
                  </a:ext>
                </a:extLst>
              </p14:cNvPr>
              <p14:cNvContentPartPr/>
              <p14:nvPr/>
            </p14:nvContentPartPr>
            <p14:xfrm>
              <a:off x="4938647" y="1234462"/>
              <a:ext cx="225360" cy="2768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FBB71D0-8AB6-2C8D-65A6-B76BD1B887A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21007" y="1216822"/>
                <a:ext cx="26100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1C525B8-717C-8C58-5ECF-A869C81F0A60}"/>
                  </a:ext>
                </a:extLst>
              </p14:cNvPr>
              <p14:cNvContentPartPr/>
              <p14:nvPr/>
            </p14:nvContentPartPr>
            <p14:xfrm>
              <a:off x="3486767" y="2340742"/>
              <a:ext cx="147960" cy="486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1C525B8-717C-8C58-5ECF-A869C81F0A6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469127" y="2323102"/>
                <a:ext cx="18360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92829AE-4FCD-858D-55AF-C4C0EB13D410}"/>
                  </a:ext>
                </a:extLst>
              </p14:cNvPr>
              <p14:cNvContentPartPr/>
              <p14:nvPr/>
            </p14:nvContentPartPr>
            <p14:xfrm>
              <a:off x="3685127" y="2213662"/>
              <a:ext cx="172080" cy="2779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92829AE-4FCD-858D-55AF-C4C0EB13D41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667487" y="2195662"/>
                <a:ext cx="20772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CF98F1B-46D6-8178-F56C-C1A6A3ACC303}"/>
                  </a:ext>
                </a:extLst>
              </p14:cNvPr>
              <p14:cNvContentPartPr/>
              <p14:nvPr/>
            </p14:nvContentPartPr>
            <p14:xfrm>
              <a:off x="3879167" y="2186662"/>
              <a:ext cx="265680" cy="3398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CF98F1B-46D6-8178-F56C-C1A6A3ACC30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61527" y="2168662"/>
                <a:ext cx="301320" cy="37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716A4CF4-4151-9691-B082-7C9EE6C6E2A3}"/>
              </a:ext>
            </a:extLst>
          </p:cNvPr>
          <p:cNvGrpSpPr/>
          <p:nvPr/>
        </p:nvGrpSpPr>
        <p:grpSpPr>
          <a:xfrm>
            <a:off x="4345007" y="2158582"/>
            <a:ext cx="735120" cy="321120"/>
            <a:chOff x="4345007" y="2158582"/>
            <a:chExt cx="73512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2BD00A4-2D36-5657-5EE9-CBCEE7CAC400}"/>
                    </a:ext>
                  </a:extLst>
                </p14:cNvPr>
                <p14:cNvContentPartPr/>
                <p14:nvPr/>
              </p14:nvContentPartPr>
              <p14:xfrm>
                <a:off x="4345007" y="2299342"/>
                <a:ext cx="164160" cy="57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2BD00A4-2D36-5657-5EE9-CBCEE7CAC4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27367" y="2281702"/>
                  <a:ext cx="199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F5ECF7B-3114-C77F-B086-AF19F9FB5758}"/>
                    </a:ext>
                  </a:extLst>
                </p14:cNvPr>
                <p14:cNvContentPartPr/>
                <p14:nvPr/>
              </p14:nvContentPartPr>
              <p14:xfrm>
                <a:off x="4408727" y="2228782"/>
                <a:ext cx="38880" cy="205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F5ECF7B-3114-C77F-B086-AF19F9FB57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90727" y="2210782"/>
                  <a:ext cx="74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6B364C9-76C1-65EC-56C0-035F73977A0B}"/>
                    </a:ext>
                  </a:extLst>
                </p14:cNvPr>
                <p14:cNvContentPartPr/>
                <p14:nvPr/>
              </p14:nvContentPartPr>
              <p14:xfrm>
                <a:off x="4599167" y="2158582"/>
                <a:ext cx="480960" cy="321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6B364C9-76C1-65EC-56C0-035F73977A0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81527" y="2140582"/>
                  <a:ext cx="516600" cy="35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BFDC4A3-A5C8-491D-F1B4-AEA2767148EB}"/>
              </a:ext>
            </a:extLst>
          </p:cNvPr>
          <p:cNvGrpSpPr/>
          <p:nvPr/>
        </p:nvGrpSpPr>
        <p:grpSpPr>
          <a:xfrm>
            <a:off x="4974647" y="2025022"/>
            <a:ext cx="941040" cy="798120"/>
            <a:chOff x="4974647" y="2025022"/>
            <a:chExt cx="94104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F5363F0-349C-D4F6-65BD-15C41F6BE8C3}"/>
                    </a:ext>
                  </a:extLst>
                </p14:cNvPr>
                <p14:cNvContentPartPr/>
                <p14:nvPr/>
              </p14:nvContentPartPr>
              <p14:xfrm>
                <a:off x="4974647" y="2025022"/>
                <a:ext cx="224640" cy="798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F5363F0-349C-D4F6-65BD-15C41F6BE8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57007" y="2007022"/>
                  <a:ext cx="26028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CA62FF5-979F-93FF-818E-52322F955EA4}"/>
                    </a:ext>
                  </a:extLst>
                </p14:cNvPr>
                <p14:cNvContentPartPr/>
                <p14:nvPr/>
              </p14:nvContentPartPr>
              <p14:xfrm>
                <a:off x="5385407" y="2377822"/>
                <a:ext cx="127080" cy="32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CA62FF5-979F-93FF-818E-52322F955EA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67407" y="2360182"/>
                  <a:ext cx="162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0AD80FD-EE87-771B-2A84-4CA675B52481}"/>
                    </a:ext>
                  </a:extLst>
                </p14:cNvPr>
                <p14:cNvContentPartPr/>
                <p14:nvPr/>
              </p14:nvContentPartPr>
              <p14:xfrm>
                <a:off x="5372807" y="2473222"/>
                <a:ext cx="177120" cy="48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0AD80FD-EE87-771B-2A84-4CA675B524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55167" y="2455582"/>
                  <a:ext cx="212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9CFC94C-1E67-8E31-327B-5910A6A64266}"/>
                    </a:ext>
                  </a:extLst>
                </p14:cNvPr>
                <p14:cNvContentPartPr/>
                <p14:nvPr/>
              </p14:nvContentPartPr>
              <p14:xfrm>
                <a:off x="5714807" y="2235262"/>
                <a:ext cx="200880" cy="264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9CFC94C-1E67-8E31-327B-5910A6A642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96807" y="2217262"/>
                  <a:ext cx="236520" cy="29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DE019C8-93B3-30DE-E1C6-003DC31A790F}"/>
                  </a:ext>
                </a:extLst>
              </p14:cNvPr>
              <p14:cNvContentPartPr/>
              <p14:nvPr/>
            </p14:nvContentPartPr>
            <p14:xfrm>
              <a:off x="893687" y="2246062"/>
              <a:ext cx="43920" cy="3492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DE019C8-93B3-30DE-E1C6-003DC31A790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75687" y="2228062"/>
                <a:ext cx="7956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23C7615-A2DB-D012-A51C-68B4899DEA5D}"/>
                  </a:ext>
                </a:extLst>
              </p14:cNvPr>
              <p14:cNvContentPartPr/>
              <p14:nvPr/>
            </p14:nvContentPartPr>
            <p14:xfrm>
              <a:off x="555647" y="2428582"/>
              <a:ext cx="341280" cy="213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23C7615-A2DB-D012-A51C-68B4899DEA5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37647" y="2410942"/>
                <a:ext cx="37692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20DC9E4-63FF-1BCC-2CF4-8CACCC3C99D5}"/>
                  </a:ext>
                </a:extLst>
              </p14:cNvPr>
              <p14:cNvContentPartPr/>
              <p14:nvPr/>
            </p14:nvContentPartPr>
            <p14:xfrm>
              <a:off x="1511807" y="2039062"/>
              <a:ext cx="2160" cy="19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20DC9E4-63FF-1BCC-2CF4-8CACCC3C99D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493807" y="2021422"/>
                <a:ext cx="378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A2BE943-9AEA-3FD6-D767-2629FDE6B24C}"/>
                  </a:ext>
                </a:extLst>
              </p14:cNvPr>
              <p14:cNvContentPartPr/>
              <p14:nvPr/>
            </p14:nvContentPartPr>
            <p14:xfrm>
              <a:off x="1168367" y="2092342"/>
              <a:ext cx="187200" cy="1011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A2BE943-9AEA-3FD6-D767-2629FDE6B24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50727" y="2074342"/>
                <a:ext cx="222840" cy="10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207AE4A-752D-A113-41CA-B37CE0AC63AD}"/>
                  </a:ext>
                </a:extLst>
              </p14:cNvPr>
              <p14:cNvContentPartPr/>
              <p14:nvPr/>
            </p14:nvContentPartPr>
            <p14:xfrm>
              <a:off x="1716647" y="2201782"/>
              <a:ext cx="46080" cy="422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207AE4A-752D-A113-41CA-B37CE0AC63A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698647" y="2183782"/>
                <a:ext cx="8172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07B7918-BF51-FA5D-0B4F-8AB34C15AB4D}"/>
                  </a:ext>
                </a:extLst>
              </p14:cNvPr>
              <p14:cNvContentPartPr/>
              <p14:nvPr/>
            </p14:nvContentPartPr>
            <p14:xfrm>
              <a:off x="1420727" y="2427502"/>
              <a:ext cx="288720" cy="200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07B7918-BF51-FA5D-0B4F-8AB34C15AB4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403087" y="2409502"/>
                <a:ext cx="3243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9E7B4ED-354C-6719-6460-1E1D34B47754}"/>
                  </a:ext>
                </a:extLst>
              </p14:cNvPr>
              <p14:cNvContentPartPr/>
              <p14:nvPr/>
            </p14:nvContentPartPr>
            <p14:xfrm>
              <a:off x="1957127" y="2086222"/>
              <a:ext cx="211680" cy="167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9E7B4ED-354C-6719-6460-1E1D34B4775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39127" y="2068222"/>
                <a:ext cx="2473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093BAD1-1724-D2B3-24AE-04805AEFC598}"/>
                  </a:ext>
                </a:extLst>
              </p14:cNvPr>
              <p14:cNvContentPartPr/>
              <p14:nvPr/>
            </p14:nvContentPartPr>
            <p14:xfrm>
              <a:off x="2192207" y="2400142"/>
              <a:ext cx="200880" cy="48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093BAD1-1724-D2B3-24AE-04805AEFC59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174207" y="2382142"/>
                <a:ext cx="2365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90832F6-EB4E-7A11-23BE-FB2F4D90400A}"/>
                  </a:ext>
                </a:extLst>
              </p14:cNvPr>
              <p14:cNvContentPartPr/>
              <p14:nvPr/>
            </p14:nvContentPartPr>
            <p14:xfrm>
              <a:off x="2658767" y="2238862"/>
              <a:ext cx="76680" cy="2901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90832F6-EB4E-7A11-23BE-FB2F4D90400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641127" y="2220862"/>
                <a:ext cx="11232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2831FB1-2ED9-0642-D230-E8F3FBBD7633}"/>
                  </a:ext>
                </a:extLst>
              </p14:cNvPr>
              <p14:cNvContentPartPr/>
              <p14:nvPr/>
            </p14:nvContentPartPr>
            <p14:xfrm>
              <a:off x="2869727" y="2224822"/>
              <a:ext cx="132840" cy="63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2831FB1-2ED9-0642-D230-E8F3FBBD763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852087" y="2206822"/>
                <a:ext cx="16848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94A2EA5-743C-7842-844A-E4E0CEC14C7F}"/>
                  </a:ext>
                </a:extLst>
              </p14:cNvPr>
              <p14:cNvContentPartPr/>
              <p14:nvPr/>
            </p14:nvContentPartPr>
            <p14:xfrm>
              <a:off x="2814287" y="2244262"/>
              <a:ext cx="138960" cy="2379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94A2EA5-743C-7842-844A-E4E0CEC14C7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796287" y="2226622"/>
                <a:ext cx="1746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2520A1E-BAC3-2692-20F9-38CD52BF1666}"/>
                  </a:ext>
                </a:extLst>
              </p14:cNvPr>
              <p14:cNvContentPartPr/>
              <p14:nvPr/>
            </p14:nvContentPartPr>
            <p14:xfrm>
              <a:off x="3236207" y="2196742"/>
              <a:ext cx="13320" cy="224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2520A1E-BAC3-2692-20F9-38CD52BF166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18207" y="2179102"/>
                <a:ext cx="489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FA95B13-6BF5-AE27-7DBE-7FB40DFFFEB2}"/>
                  </a:ext>
                </a:extLst>
              </p14:cNvPr>
              <p14:cNvContentPartPr/>
              <p14:nvPr/>
            </p14:nvContentPartPr>
            <p14:xfrm>
              <a:off x="3042887" y="2350102"/>
              <a:ext cx="209880" cy="1648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FA95B13-6BF5-AE27-7DBE-7FB40DFFFEB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025247" y="2332462"/>
                <a:ext cx="2455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8E005F8-FE2C-DAF7-C582-3435B8D10D24}"/>
                  </a:ext>
                </a:extLst>
              </p14:cNvPr>
              <p14:cNvContentPartPr/>
              <p14:nvPr/>
            </p14:nvContentPartPr>
            <p14:xfrm>
              <a:off x="395807" y="3360262"/>
              <a:ext cx="380160" cy="441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8E005F8-FE2C-DAF7-C582-3435B8D10D2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78167" y="3342262"/>
                <a:ext cx="41580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024155A-A9F6-4170-7352-42597510A51F}"/>
                  </a:ext>
                </a:extLst>
              </p14:cNvPr>
              <p14:cNvContentPartPr/>
              <p14:nvPr/>
            </p14:nvContentPartPr>
            <p14:xfrm>
              <a:off x="1621247" y="2579062"/>
              <a:ext cx="1605240" cy="2797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024155A-A9F6-4170-7352-42597510A51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603607" y="2561062"/>
                <a:ext cx="16408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CB178C1-36A9-EDBD-FA80-6E78D5EA41D3}"/>
                  </a:ext>
                </a:extLst>
              </p14:cNvPr>
              <p14:cNvContentPartPr/>
              <p14:nvPr/>
            </p14:nvContentPartPr>
            <p14:xfrm>
              <a:off x="1048847" y="3279622"/>
              <a:ext cx="138600" cy="6494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CB178C1-36A9-EDBD-FA80-6E78D5EA41D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30847" y="3261622"/>
                <a:ext cx="174240" cy="6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A48F0-95B1-EEE5-5A85-2447BA7CBB69}"/>
                  </a:ext>
                </a:extLst>
              </p14:cNvPr>
              <p14:cNvContentPartPr/>
              <p14:nvPr/>
            </p14:nvContentPartPr>
            <p14:xfrm>
              <a:off x="1180247" y="3370702"/>
              <a:ext cx="399600" cy="3945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A48F0-95B1-EEE5-5A85-2447BA7CBB6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62607" y="3352702"/>
                <a:ext cx="43524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CC30DFC-0E3C-EB93-DA71-E591450C90D9}"/>
                  </a:ext>
                </a:extLst>
              </p14:cNvPr>
              <p14:cNvContentPartPr/>
              <p14:nvPr/>
            </p14:nvContentPartPr>
            <p14:xfrm>
              <a:off x="1786847" y="3228862"/>
              <a:ext cx="332280" cy="737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CC30DFC-0E3C-EB93-DA71-E591450C90D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769207" y="3211222"/>
                <a:ext cx="367920" cy="77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3F7BB28-30F2-0214-93B8-9A370646896A}"/>
                  </a:ext>
                </a:extLst>
              </p14:cNvPr>
              <p14:cNvContentPartPr/>
              <p14:nvPr/>
            </p14:nvContentPartPr>
            <p14:xfrm>
              <a:off x="2006087" y="3477262"/>
              <a:ext cx="237600" cy="2966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3F7BB28-30F2-0214-93B8-9A370646896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988087" y="3459262"/>
                <a:ext cx="27324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147269A8-839C-7944-4010-9960B730A90C}"/>
                  </a:ext>
                </a:extLst>
              </p14:cNvPr>
              <p14:cNvContentPartPr/>
              <p14:nvPr/>
            </p14:nvContentPartPr>
            <p14:xfrm>
              <a:off x="2356727" y="3561502"/>
              <a:ext cx="145080" cy="216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147269A8-839C-7944-4010-9960B730A90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338727" y="3543502"/>
                <a:ext cx="1807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4563BE3-15A0-A49A-D201-566C4C89277B}"/>
                  </a:ext>
                </a:extLst>
              </p14:cNvPr>
              <p14:cNvContentPartPr/>
              <p14:nvPr/>
            </p14:nvContentPartPr>
            <p14:xfrm>
              <a:off x="2612687" y="3441262"/>
              <a:ext cx="41400" cy="249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4563BE3-15A0-A49A-D201-566C4C89277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595047" y="3423262"/>
                <a:ext cx="7704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A231E7D-0805-8A90-07E8-FC67EC4ED39F}"/>
                  </a:ext>
                </a:extLst>
              </p14:cNvPr>
              <p14:cNvContentPartPr/>
              <p14:nvPr/>
            </p14:nvContentPartPr>
            <p14:xfrm>
              <a:off x="2807087" y="3412462"/>
              <a:ext cx="94320" cy="637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A231E7D-0805-8A90-07E8-FC67EC4ED39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789447" y="3394462"/>
                <a:ext cx="1299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3A33ED6-2C13-FF0C-30BE-A00FC1C9EB78}"/>
                  </a:ext>
                </a:extLst>
              </p14:cNvPr>
              <p14:cNvContentPartPr/>
              <p14:nvPr/>
            </p14:nvContentPartPr>
            <p14:xfrm>
              <a:off x="2758127" y="3426862"/>
              <a:ext cx="140760" cy="2638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3A33ED6-2C13-FF0C-30BE-A00FC1C9EB7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740487" y="3409222"/>
                <a:ext cx="1764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74A5AC3-DD09-6AF6-0AB2-560CB1534C3F}"/>
                  </a:ext>
                </a:extLst>
              </p14:cNvPr>
              <p14:cNvContentPartPr/>
              <p14:nvPr/>
            </p14:nvContentPartPr>
            <p14:xfrm>
              <a:off x="2911487" y="3222382"/>
              <a:ext cx="147240" cy="6620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74A5AC3-DD09-6AF6-0AB2-560CB1534C3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893847" y="3204742"/>
                <a:ext cx="182880" cy="69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87BF959-8F1D-AB65-3A13-728539ED44AE}"/>
              </a:ext>
            </a:extLst>
          </p:cNvPr>
          <p:cNvGrpSpPr/>
          <p:nvPr/>
        </p:nvGrpSpPr>
        <p:grpSpPr>
          <a:xfrm>
            <a:off x="3267527" y="2999542"/>
            <a:ext cx="2273760" cy="822960"/>
            <a:chOff x="3267527" y="2999542"/>
            <a:chExt cx="2273760" cy="82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3F703C6-672B-EFD5-6D90-AAC19FB9D5B1}"/>
                    </a:ext>
                  </a:extLst>
                </p14:cNvPr>
                <p14:cNvContentPartPr/>
                <p14:nvPr/>
              </p14:nvContentPartPr>
              <p14:xfrm>
                <a:off x="3267527" y="3504622"/>
                <a:ext cx="220320" cy="47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3F703C6-672B-EFD5-6D90-AAC19FB9D5B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49527" y="3486622"/>
                  <a:ext cx="2559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D7E861C-428B-EFFD-B77C-9ED92F867F45}"/>
                    </a:ext>
                  </a:extLst>
                </p14:cNvPr>
                <p14:cNvContentPartPr/>
                <p14:nvPr/>
              </p14:nvContentPartPr>
              <p14:xfrm>
                <a:off x="3536807" y="3090622"/>
                <a:ext cx="889920" cy="731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D7E861C-428B-EFFD-B77C-9ED92F867F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19167" y="3072982"/>
                  <a:ext cx="925560" cy="76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79C1E8-B271-DCC0-6B36-20862E0BC290}"/>
                    </a:ext>
                  </a:extLst>
                </p14:cNvPr>
                <p14:cNvContentPartPr/>
                <p14:nvPr/>
              </p14:nvContentPartPr>
              <p14:xfrm>
                <a:off x="4281287" y="3273862"/>
                <a:ext cx="45000" cy="340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079C1E8-B271-DCC0-6B36-20862E0BC29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63647" y="3255862"/>
                  <a:ext cx="806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1291335-8B14-B57A-78FE-2E749E48E703}"/>
                    </a:ext>
                  </a:extLst>
                </p14:cNvPr>
                <p14:cNvContentPartPr/>
                <p14:nvPr/>
              </p14:nvContentPartPr>
              <p14:xfrm>
                <a:off x="4008407" y="3459262"/>
                <a:ext cx="308880" cy="182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1291335-8B14-B57A-78FE-2E749E48E70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90767" y="3441622"/>
                  <a:ext cx="344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3833E7F-C7C5-0936-08A1-2DC1133F437E}"/>
                    </a:ext>
                  </a:extLst>
                </p14:cNvPr>
                <p14:cNvContentPartPr/>
                <p14:nvPr/>
              </p14:nvContentPartPr>
              <p14:xfrm>
                <a:off x="4505927" y="3436222"/>
                <a:ext cx="105480" cy="35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3833E7F-C7C5-0936-08A1-2DC1133F437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87927" y="3418582"/>
                  <a:ext cx="141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6B5B357-F2AD-7F3A-DC9F-FC27214CF150}"/>
                    </a:ext>
                  </a:extLst>
                </p14:cNvPr>
                <p14:cNvContentPartPr/>
                <p14:nvPr/>
              </p14:nvContentPartPr>
              <p14:xfrm>
                <a:off x="4736687" y="3303742"/>
                <a:ext cx="48960" cy="289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6B5B357-F2AD-7F3A-DC9F-FC27214CF15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719047" y="3286102"/>
                  <a:ext cx="846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72B5911-C11D-4A43-BBF3-ABBB194D8CFA}"/>
                    </a:ext>
                  </a:extLst>
                </p14:cNvPr>
                <p14:cNvContentPartPr/>
                <p14:nvPr/>
              </p14:nvContentPartPr>
              <p14:xfrm>
                <a:off x="4858367" y="3331102"/>
                <a:ext cx="146160" cy="248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72B5911-C11D-4A43-BBF3-ABBB194D8CF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40367" y="3313102"/>
                  <a:ext cx="1818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AD1695A-9104-6FD5-548E-85D52420A644}"/>
                    </a:ext>
                  </a:extLst>
                </p14:cNvPr>
                <p14:cNvContentPartPr/>
                <p14:nvPr/>
              </p14:nvContentPartPr>
              <p14:xfrm>
                <a:off x="4959527" y="3290782"/>
                <a:ext cx="146520" cy="56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AD1695A-9104-6FD5-548E-85D52420A64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941527" y="3272782"/>
                  <a:ext cx="182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6545166-274C-1AA3-68B8-76E50BDF1708}"/>
                    </a:ext>
                  </a:extLst>
                </p14:cNvPr>
                <p14:cNvContentPartPr/>
                <p14:nvPr/>
              </p14:nvContentPartPr>
              <p14:xfrm>
                <a:off x="5099567" y="3105382"/>
                <a:ext cx="126720" cy="559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6545166-274C-1AA3-68B8-76E50BDF170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081927" y="3087742"/>
                  <a:ext cx="16236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ED198F2-52D3-866B-99A5-933141C36D7C}"/>
                    </a:ext>
                  </a:extLst>
                </p14:cNvPr>
                <p14:cNvContentPartPr/>
                <p14:nvPr/>
              </p14:nvContentPartPr>
              <p14:xfrm>
                <a:off x="5327807" y="2999542"/>
                <a:ext cx="213480" cy="811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ED198F2-52D3-866B-99A5-933141C36D7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10167" y="2981542"/>
                  <a:ext cx="249120" cy="84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D7AA220-08B6-4B43-FADC-A008BA2F8BDA}"/>
              </a:ext>
            </a:extLst>
          </p:cNvPr>
          <p:cNvGrpSpPr/>
          <p:nvPr/>
        </p:nvGrpSpPr>
        <p:grpSpPr>
          <a:xfrm>
            <a:off x="5806607" y="3333982"/>
            <a:ext cx="195120" cy="148320"/>
            <a:chOff x="5806607" y="3333982"/>
            <a:chExt cx="19512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BEDE769-9D16-0486-58C6-3607B5BFE23C}"/>
                    </a:ext>
                  </a:extLst>
                </p14:cNvPr>
                <p14:cNvContentPartPr/>
                <p14:nvPr/>
              </p14:nvContentPartPr>
              <p14:xfrm>
                <a:off x="5863847" y="3333982"/>
                <a:ext cx="105120" cy="33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BEDE769-9D16-0486-58C6-3607B5BFE23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845847" y="3316342"/>
                  <a:ext cx="140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3BEBEE9-59D5-CE22-1CDB-618739296236}"/>
                    </a:ext>
                  </a:extLst>
                </p14:cNvPr>
                <p14:cNvContentPartPr/>
                <p14:nvPr/>
              </p14:nvContentPartPr>
              <p14:xfrm>
                <a:off x="5806607" y="3432982"/>
                <a:ext cx="195120" cy="49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3BEBEE9-59D5-CE22-1CDB-61873929623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88607" y="3415342"/>
                  <a:ext cx="23076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3E7AEC2-0B4F-5F32-046E-9F61FE4EA43C}"/>
                  </a:ext>
                </a:extLst>
              </p14:cNvPr>
              <p14:cNvContentPartPr/>
              <p14:nvPr/>
            </p14:nvContentPartPr>
            <p14:xfrm>
              <a:off x="6241487" y="3219502"/>
              <a:ext cx="264240" cy="3225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3E7AEC2-0B4F-5F32-046E-9F61FE4EA43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223847" y="3201862"/>
                <a:ext cx="299880" cy="35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5F4D318-B825-BCF1-8F57-86126EABDC68}"/>
              </a:ext>
            </a:extLst>
          </p:cNvPr>
          <p:cNvGrpSpPr/>
          <p:nvPr/>
        </p:nvGrpSpPr>
        <p:grpSpPr>
          <a:xfrm>
            <a:off x="704687" y="4313902"/>
            <a:ext cx="1501560" cy="617400"/>
            <a:chOff x="704687" y="4313902"/>
            <a:chExt cx="1501560" cy="6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698313B-658D-659B-52E3-A8AC2E125A76}"/>
                    </a:ext>
                  </a:extLst>
                </p14:cNvPr>
                <p14:cNvContentPartPr/>
                <p14:nvPr/>
              </p14:nvContentPartPr>
              <p14:xfrm>
                <a:off x="893327" y="4480222"/>
                <a:ext cx="11520" cy="351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698313B-658D-659B-52E3-A8AC2E125A7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5327" y="4462582"/>
                  <a:ext cx="471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C194169-1B1E-2915-E5DC-9E579BA23213}"/>
                    </a:ext>
                  </a:extLst>
                </p14:cNvPr>
                <p14:cNvContentPartPr/>
                <p14:nvPr/>
              </p14:nvContentPartPr>
              <p14:xfrm>
                <a:off x="704687" y="4589662"/>
                <a:ext cx="222840" cy="210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C194169-1B1E-2915-E5DC-9E579BA2321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6687" y="4572022"/>
                  <a:ext cx="2584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E9793F8-92B9-A06C-B824-DAF09D07CCF3}"/>
                    </a:ext>
                  </a:extLst>
                </p14:cNvPr>
                <p14:cNvContentPartPr/>
                <p14:nvPr/>
              </p14:nvContentPartPr>
              <p14:xfrm>
                <a:off x="1141727" y="4313902"/>
                <a:ext cx="167400" cy="617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E9793F8-92B9-A06C-B824-DAF09D07CCF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23727" y="4295902"/>
                  <a:ext cx="20304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87583E2-5E95-5EDA-E7FD-7C8DE5DAB835}"/>
                    </a:ext>
                  </a:extLst>
                </p14:cNvPr>
                <p14:cNvContentPartPr/>
                <p14:nvPr/>
              </p14:nvContentPartPr>
              <p14:xfrm>
                <a:off x="1323527" y="4472302"/>
                <a:ext cx="231120" cy="366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87583E2-5E95-5EDA-E7FD-7C8DE5DAB83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305887" y="4454302"/>
                  <a:ext cx="2667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3145AD6-0A93-1373-21FD-A637E38E2BDF}"/>
                    </a:ext>
                  </a:extLst>
                </p14:cNvPr>
                <p14:cNvContentPartPr/>
                <p14:nvPr/>
              </p14:nvContentPartPr>
              <p14:xfrm>
                <a:off x="1592087" y="4562302"/>
                <a:ext cx="180720" cy="70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3145AD6-0A93-1373-21FD-A637E38E2B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74087" y="4544662"/>
                  <a:ext cx="216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2B8A143-C07B-C111-50CF-82DB0C987ECD}"/>
                    </a:ext>
                  </a:extLst>
                </p14:cNvPr>
                <p14:cNvContentPartPr/>
                <p14:nvPr/>
              </p14:nvContentPartPr>
              <p14:xfrm>
                <a:off x="1866767" y="4432702"/>
                <a:ext cx="142200" cy="298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2B8A143-C07B-C111-50CF-82DB0C987EC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49127" y="4415062"/>
                  <a:ext cx="177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CC14481-3DE6-9C3E-EB61-544887261707}"/>
                    </a:ext>
                  </a:extLst>
                </p14:cNvPr>
                <p14:cNvContentPartPr/>
                <p14:nvPr/>
              </p14:nvContentPartPr>
              <p14:xfrm>
                <a:off x="2041727" y="4336222"/>
                <a:ext cx="164520" cy="586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CC14481-3DE6-9C3E-EB61-54488726170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024087" y="4318222"/>
                  <a:ext cx="200160" cy="62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3FC370A-2C79-3124-3953-06454CF053F8}"/>
              </a:ext>
            </a:extLst>
          </p:cNvPr>
          <p:cNvGrpSpPr/>
          <p:nvPr/>
        </p:nvGrpSpPr>
        <p:grpSpPr>
          <a:xfrm>
            <a:off x="2587127" y="4262422"/>
            <a:ext cx="1355040" cy="711720"/>
            <a:chOff x="2587127" y="4262422"/>
            <a:chExt cx="1355040" cy="71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43525BD-CF6F-69DC-EE03-71D70E0BF163}"/>
                    </a:ext>
                  </a:extLst>
                </p14:cNvPr>
                <p14:cNvContentPartPr/>
                <p14:nvPr/>
              </p14:nvContentPartPr>
              <p14:xfrm>
                <a:off x="2587127" y="4356022"/>
                <a:ext cx="499320" cy="618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43525BD-CF6F-69DC-EE03-71D70E0BF16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569487" y="4338022"/>
                  <a:ext cx="53496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C9CE2A5-702D-CEFA-73FF-E048465220A6}"/>
                    </a:ext>
                  </a:extLst>
                </p14:cNvPr>
                <p14:cNvContentPartPr/>
                <p14:nvPr/>
              </p14:nvContentPartPr>
              <p14:xfrm>
                <a:off x="3258167" y="4565542"/>
                <a:ext cx="126000" cy="28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C9CE2A5-702D-CEFA-73FF-E048465220A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240527" y="4547902"/>
                  <a:ext cx="161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39A9D5A-33F1-0BCD-E6C1-FCA6A47B3F4F}"/>
                    </a:ext>
                  </a:extLst>
                </p14:cNvPr>
                <p14:cNvContentPartPr/>
                <p14:nvPr/>
              </p14:nvContentPartPr>
              <p14:xfrm>
                <a:off x="3487847" y="4450702"/>
                <a:ext cx="32400" cy="304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39A9D5A-33F1-0BCD-E6C1-FCA6A47B3F4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69847" y="4433062"/>
                  <a:ext cx="680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E590E5F-6A49-31AE-E84E-41E4D1955B95}"/>
                    </a:ext>
                  </a:extLst>
                </p14:cNvPr>
                <p14:cNvContentPartPr/>
                <p14:nvPr/>
              </p14:nvContentPartPr>
              <p14:xfrm>
                <a:off x="3606647" y="4483102"/>
                <a:ext cx="117360" cy="230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E590E5F-6A49-31AE-E84E-41E4D1955B9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88647" y="4465462"/>
                  <a:ext cx="1530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AA7F813-F079-DD4D-B4F4-9F26BDF15441}"/>
                    </a:ext>
                  </a:extLst>
                </p14:cNvPr>
                <p14:cNvContentPartPr/>
                <p14:nvPr/>
              </p14:nvContentPartPr>
              <p14:xfrm>
                <a:off x="3649127" y="4427662"/>
                <a:ext cx="207000" cy="67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AA7F813-F079-DD4D-B4F4-9F26BDF1544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631127" y="4409662"/>
                  <a:ext cx="242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94A760E-EF6E-F157-C561-09FC46A92350}"/>
                    </a:ext>
                  </a:extLst>
                </p14:cNvPr>
                <p14:cNvContentPartPr/>
                <p14:nvPr/>
              </p14:nvContentPartPr>
              <p14:xfrm>
                <a:off x="3787007" y="4262422"/>
                <a:ext cx="155160" cy="654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94A760E-EF6E-F157-C561-09FC46A9235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69007" y="4244782"/>
                  <a:ext cx="190800" cy="69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2D0E47F-542A-E6D2-3087-2DC523795374}"/>
              </a:ext>
            </a:extLst>
          </p:cNvPr>
          <p:cNvGrpSpPr/>
          <p:nvPr/>
        </p:nvGrpSpPr>
        <p:grpSpPr>
          <a:xfrm>
            <a:off x="4310807" y="4506142"/>
            <a:ext cx="238320" cy="147600"/>
            <a:chOff x="4310807" y="4506142"/>
            <a:chExt cx="238320" cy="14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2B923B9-E422-9D49-C9D9-58B680F161DC}"/>
                    </a:ext>
                  </a:extLst>
                </p14:cNvPr>
                <p14:cNvContentPartPr/>
                <p14:nvPr/>
              </p14:nvContentPartPr>
              <p14:xfrm>
                <a:off x="4362287" y="4506142"/>
                <a:ext cx="129600" cy="31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2B923B9-E422-9D49-C9D9-58B680F161D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344647" y="4488502"/>
                  <a:ext cx="165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00E4554-B635-C6EB-CAD0-ABFBE88B64E0}"/>
                    </a:ext>
                  </a:extLst>
                </p14:cNvPr>
                <p14:cNvContentPartPr/>
                <p14:nvPr/>
              </p14:nvContentPartPr>
              <p14:xfrm>
                <a:off x="4310807" y="4609462"/>
                <a:ext cx="238320" cy="44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00E4554-B635-C6EB-CAD0-ABFBE88B64E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92807" y="4591822"/>
                  <a:ext cx="27396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326F30F-C4AB-A46A-B729-E7E78206EDDC}"/>
                  </a:ext>
                </a:extLst>
              </p14:cNvPr>
              <p14:cNvContentPartPr/>
              <p14:nvPr/>
            </p14:nvContentPartPr>
            <p14:xfrm>
              <a:off x="4822367" y="4394902"/>
              <a:ext cx="230760" cy="2829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326F30F-C4AB-A46A-B729-E7E78206EDD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804727" y="4376902"/>
                <a:ext cx="26640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CA817A62-BBB6-A7F9-6372-EC5BC5A8E639}"/>
                  </a:ext>
                </a:extLst>
              </p14:cNvPr>
              <p14:cNvContentPartPr/>
              <p14:nvPr/>
            </p14:nvContentPartPr>
            <p14:xfrm>
              <a:off x="541967" y="5384542"/>
              <a:ext cx="354960" cy="4431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CA817A62-BBB6-A7F9-6372-EC5BC5A8E63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24327" y="5366542"/>
                <a:ext cx="390600" cy="47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E4F93DA-68D5-DE5D-642A-2F8FD3AA8B8B}"/>
              </a:ext>
            </a:extLst>
          </p:cNvPr>
          <p:cNvGrpSpPr/>
          <p:nvPr/>
        </p:nvGrpSpPr>
        <p:grpSpPr>
          <a:xfrm>
            <a:off x="1142087" y="5381662"/>
            <a:ext cx="1536480" cy="510120"/>
            <a:chOff x="1142087" y="5381662"/>
            <a:chExt cx="1536480" cy="51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D33CF38-BFE7-2788-F908-4C19BA9D3FF3}"/>
                    </a:ext>
                  </a:extLst>
                </p14:cNvPr>
                <p14:cNvContentPartPr/>
                <p14:nvPr/>
              </p14:nvContentPartPr>
              <p14:xfrm>
                <a:off x="1142087" y="5593342"/>
                <a:ext cx="99360" cy="24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D33CF38-BFE7-2788-F908-4C19BA9D3F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24447" y="5575702"/>
                  <a:ext cx="135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E825535-9C7F-8A13-D904-2FA720C0774A}"/>
                    </a:ext>
                  </a:extLst>
                </p14:cNvPr>
                <p14:cNvContentPartPr/>
                <p14:nvPr/>
              </p14:nvContentPartPr>
              <p14:xfrm>
                <a:off x="1143527" y="5595502"/>
                <a:ext cx="244080" cy="107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E825535-9C7F-8A13-D904-2FA720C0774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25887" y="5577502"/>
                  <a:ext cx="279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2ACD416-F903-8B87-490A-89CB200AC9CB}"/>
                    </a:ext>
                  </a:extLst>
                </p14:cNvPr>
                <p14:cNvContentPartPr/>
                <p14:nvPr/>
              </p14:nvContentPartPr>
              <p14:xfrm>
                <a:off x="1607927" y="5381662"/>
                <a:ext cx="204480" cy="302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2ACD416-F903-8B87-490A-89CB200AC9C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90287" y="5364022"/>
                  <a:ext cx="2401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13AF705-F738-7E2C-A3AE-9BBFCD3B69DC}"/>
                    </a:ext>
                  </a:extLst>
                </p14:cNvPr>
                <p14:cNvContentPartPr/>
                <p14:nvPr/>
              </p14:nvContentPartPr>
              <p14:xfrm>
                <a:off x="1953167" y="5632942"/>
                <a:ext cx="137160" cy="230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13AF705-F738-7E2C-A3AE-9BBFCD3B69D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35527" y="5614942"/>
                  <a:ext cx="1728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E5BAFED-908B-7CCE-C9A6-1D699D776195}"/>
                    </a:ext>
                  </a:extLst>
                </p14:cNvPr>
                <p14:cNvContentPartPr/>
                <p14:nvPr/>
              </p14:nvContentPartPr>
              <p14:xfrm>
                <a:off x="2221727" y="5421622"/>
                <a:ext cx="169200" cy="287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E5BAFED-908B-7CCE-C9A6-1D699D77619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03727" y="5403622"/>
                  <a:ext cx="2048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354BF72-685C-429A-1CE3-5D9B687EFBD0}"/>
                    </a:ext>
                  </a:extLst>
                </p14:cNvPr>
                <p14:cNvContentPartPr/>
                <p14:nvPr/>
              </p14:nvContentPartPr>
              <p14:xfrm>
                <a:off x="2611247" y="5644462"/>
                <a:ext cx="67320" cy="247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354BF72-685C-429A-1CE3-5D9B687EFBD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93607" y="5626822"/>
                  <a:ext cx="10296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EA0DAD8-86D2-3709-C989-566809C97094}"/>
              </a:ext>
            </a:extLst>
          </p:cNvPr>
          <p:cNvGrpSpPr/>
          <p:nvPr/>
        </p:nvGrpSpPr>
        <p:grpSpPr>
          <a:xfrm>
            <a:off x="2934167" y="5338462"/>
            <a:ext cx="324000" cy="340560"/>
            <a:chOff x="2934167" y="5338462"/>
            <a:chExt cx="32400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2E09BFD-E262-A1F5-0C42-DFBC953C30AD}"/>
                    </a:ext>
                  </a:extLst>
                </p14:cNvPr>
                <p14:cNvContentPartPr/>
                <p14:nvPr/>
              </p14:nvContentPartPr>
              <p14:xfrm>
                <a:off x="2934167" y="5358262"/>
                <a:ext cx="50400" cy="311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2E09BFD-E262-A1F5-0C42-DFBC953C30A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16527" y="5340622"/>
                  <a:ext cx="860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A653048-8F09-082D-78CF-5254EC33279A}"/>
                    </a:ext>
                  </a:extLst>
                </p14:cNvPr>
                <p14:cNvContentPartPr/>
                <p14:nvPr/>
              </p14:nvContentPartPr>
              <p14:xfrm>
                <a:off x="3124607" y="5338462"/>
                <a:ext cx="133560" cy="66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A653048-8F09-082D-78CF-5254EC33279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106967" y="5320462"/>
                  <a:ext cx="169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25BCBC3-16B7-5C61-ED2C-01ACF316901D}"/>
                    </a:ext>
                  </a:extLst>
                </p14:cNvPr>
                <p14:cNvContentPartPr/>
                <p14:nvPr/>
              </p14:nvContentPartPr>
              <p14:xfrm>
                <a:off x="3085007" y="5388142"/>
                <a:ext cx="170280" cy="290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25BCBC3-16B7-5C61-ED2C-01ACF316901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067007" y="5370502"/>
                  <a:ext cx="205920" cy="32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87977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4D77-9C48-8933-C9C7-BA293446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50F602F-1A90-9068-393D-1F343C460D44}"/>
              </a:ext>
            </a:extLst>
          </p:cNvPr>
          <p:cNvGrpSpPr/>
          <p:nvPr/>
        </p:nvGrpSpPr>
        <p:grpSpPr>
          <a:xfrm>
            <a:off x="149567" y="245902"/>
            <a:ext cx="497880" cy="398880"/>
            <a:chOff x="149567" y="245902"/>
            <a:chExt cx="49788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A667EE2-2E18-5196-E772-36C57612AB84}"/>
                    </a:ext>
                  </a:extLst>
                </p14:cNvPr>
                <p14:cNvContentPartPr/>
                <p14:nvPr/>
              </p14:nvContentPartPr>
              <p14:xfrm>
                <a:off x="174407" y="245902"/>
                <a:ext cx="36720" cy="398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A667EE2-2E18-5196-E772-36C57612AB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767" y="228262"/>
                  <a:ext cx="723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71BD649-B6A7-9FF9-4457-F3529089DD92}"/>
                    </a:ext>
                  </a:extLst>
                </p14:cNvPr>
                <p14:cNvContentPartPr/>
                <p14:nvPr/>
              </p14:nvContentPartPr>
              <p14:xfrm>
                <a:off x="166127" y="255982"/>
                <a:ext cx="172440" cy="72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71BD649-B6A7-9FF9-4457-F3529089DD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8127" y="237982"/>
                  <a:ext cx="208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A24B81-F1B8-BD00-DA86-7A3AF8935145}"/>
                    </a:ext>
                  </a:extLst>
                </p14:cNvPr>
                <p14:cNvContentPartPr/>
                <p14:nvPr/>
              </p14:nvContentPartPr>
              <p14:xfrm>
                <a:off x="149567" y="410062"/>
                <a:ext cx="140400" cy="29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A24B81-F1B8-BD00-DA86-7A3AF893514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567" y="392062"/>
                  <a:ext cx="176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D25D348-0B55-3250-3D6F-A359E3492C06}"/>
                    </a:ext>
                  </a:extLst>
                </p14:cNvPr>
                <p14:cNvContentPartPr/>
                <p14:nvPr/>
              </p14:nvContentPartPr>
              <p14:xfrm>
                <a:off x="331727" y="459382"/>
                <a:ext cx="115200" cy="139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D25D348-0B55-3250-3D6F-A359E3492C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3727" y="441742"/>
                  <a:ext cx="150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C8C31B4-0E18-2F7A-E22A-ABD58C5B0601}"/>
                    </a:ext>
                  </a:extLst>
                </p14:cNvPr>
                <p14:cNvContentPartPr/>
                <p14:nvPr/>
              </p14:nvContentPartPr>
              <p14:xfrm>
                <a:off x="529367" y="468382"/>
                <a:ext cx="118080" cy="140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8C31B4-0E18-2F7A-E22A-ABD58C5B06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1727" y="450742"/>
                  <a:ext cx="15372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D2DE95B-6DD5-74AC-5431-6CCF2F474C97}"/>
              </a:ext>
            </a:extLst>
          </p:cNvPr>
          <p:cNvGrpSpPr/>
          <p:nvPr/>
        </p:nvGrpSpPr>
        <p:grpSpPr>
          <a:xfrm>
            <a:off x="954527" y="335902"/>
            <a:ext cx="838800" cy="348120"/>
            <a:chOff x="954527" y="335902"/>
            <a:chExt cx="83880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540FC8C-2252-346B-4E1B-2A955E8116C8}"/>
                    </a:ext>
                  </a:extLst>
                </p14:cNvPr>
                <p14:cNvContentPartPr/>
                <p14:nvPr/>
              </p14:nvContentPartPr>
              <p14:xfrm>
                <a:off x="954527" y="335902"/>
                <a:ext cx="262800" cy="348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540FC8C-2252-346B-4E1B-2A955E8116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6527" y="317902"/>
                  <a:ext cx="2984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B6D8345-CA0B-5BA0-7467-B0879BA99A9D}"/>
                    </a:ext>
                  </a:extLst>
                </p14:cNvPr>
                <p14:cNvContentPartPr/>
                <p14:nvPr/>
              </p14:nvContentPartPr>
              <p14:xfrm>
                <a:off x="1354127" y="467662"/>
                <a:ext cx="101880" cy="7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B6D8345-CA0B-5BA0-7467-B0879BA99A9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36127" y="449662"/>
                  <a:ext cx="137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2B2832C-D4FB-78A0-3DC7-3CBB8D668BA9}"/>
                    </a:ext>
                  </a:extLst>
                </p14:cNvPr>
                <p14:cNvContentPartPr/>
                <p14:nvPr/>
              </p14:nvContentPartPr>
              <p14:xfrm>
                <a:off x="1323167" y="536062"/>
                <a:ext cx="144000" cy="35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2B2832C-D4FB-78A0-3DC7-3CBB8D668BA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05167" y="518422"/>
                  <a:ext cx="179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4B2978C-05FF-FFC8-A460-0789416B4464}"/>
                    </a:ext>
                  </a:extLst>
                </p14:cNvPr>
                <p14:cNvContentPartPr/>
                <p14:nvPr/>
              </p14:nvContentPartPr>
              <p14:xfrm>
                <a:off x="1586687" y="383062"/>
                <a:ext cx="206640" cy="250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4B2978C-05FF-FFC8-A460-0789416B44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68687" y="365062"/>
                  <a:ext cx="242280" cy="28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89E6A8B-58E5-0CC7-7FFC-CE861FA877E9}"/>
                  </a:ext>
                </a:extLst>
              </p14:cNvPr>
              <p14:cNvContentPartPr/>
              <p14:nvPr/>
            </p14:nvContentPartPr>
            <p14:xfrm>
              <a:off x="8935007" y="292342"/>
              <a:ext cx="211320" cy="277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89E6A8B-58E5-0CC7-7FFC-CE861FA877E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17007" y="274342"/>
                <a:ext cx="246960" cy="31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E5D1A98E-8002-55A2-77B3-529661EBF209}"/>
              </a:ext>
            </a:extLst>
          </p:cNvPr>
          <p:cNvGrpSpPr/>
          <p:nvPr/>
        </p:nvGrpSpPr>
        <p:grpSpPr>
          <a:xfrm>
            <a:off x="3157007" y="124222"/>
            <a:ext cx="5563080" cy="2599920"/>
            <a:chOff x="3157007" y="124222"/>
            <a:chExt cx="5563080" cy="259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9DED7E-007D-F7B9-2B2F-1D1DF59EF0C5}"/>
                    </a:ext>
                  </a:extLst>
                </p14:cNvPr>
                <p14:cNvContentPartPr/>
                <p14:nvPr/>
              </p14:nvContentPartPr>
              <p14:xfrm>
                <a:off x="3677207" y="316462"/>
                <a:ext cx="60120" cy="21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9DED7E-007D-F7B9-2B2F-1D1DF59EF0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59567" y="298822"/>
                  <a:ext cx="95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181FDBD-C31F-E039-6A43-5A376EE92311}"/>
                    </a:ext>
                  </a:extLst>
                </p14:cNvPr>
                <p14:cNvContentPartPr/>
                <p14:nvPr/>
              </p14:nvContentPartPr>
              <p14:xfrm>
                <a:off x="3725807" y="262102"/>
                <a:ext cx="140760" cy="250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181FDBD-C31F-E039-6A43-5A376EE923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08167" y="244462"/>
                  <a:ext cx="176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C61BCF-716F-01E0-F41B-4ACA4E7B03C2}"/>
                    </a:ext>
                  </a:extLst>
                </p14:cNvPr>
                <p14:cNvContentPartPr/>
                <p14:nvPr/>
              </p14:nvContentPartPr>
              <p14:xfrm>
                <a:off x="3710327" y="443542"/>
                <a:ext cx="110520" cy="25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C61BCF-716F-01E0-F41B-4ACA4E7B03C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92687" y="425542"/>
                  <a:ext cx="146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F052D26-353A-B854-AB6B-806260EDD015}"/>
                    </a:ext>
                  </a:extLst>
                </p14:cNvPr>
                <p14:cNvContentPartPr/>
                <p14:nvPr/>
              </p14:nvContentPartPr>
              <p14:xfrm>
                <a:off x="3998687" y="443542"/>
                <a:ext cx="148320" cy="21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F052D26-353A-B854-AB6B-806260EDD0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80687" y="425542"/>
                  <a:ext cx="183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1852B3D-87C6-B4D1-7D39-19F975E49157}"/>
                    </a:ext>
                  </a:extLst>
                </p14:cNvPr>
                <p14:cNvContentPartPr/>
                <p14:nvPr/>
              </p14:nvContentPartPr>
              <p14:xfrm>
                <a:off x="4224407" y="285142"/>
                <a:ext cx="194400" cy="237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1852B3D-87C6-B4D1-7D39-19F975E4915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06767" y="267142"/>
                  <a:ext cx="230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50999C-FC0F-CA6C-05F2-8BB40DF0D4E6}"/>
                    </a:ext>
                  </a:extLst>
                </p14:cNvPr>
                <p14:cNvContentPartPr/>
                <p14:nvPr/>
              </p14:nvContentPartPr>
              <p14:xfrm>
                <a:off x="4648127" y="331942"/>
                <a:ext cx="128520" cy="15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50999C-FC0F-CA6C-05F2-8BB40DF0D4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30487" y="314302"/>
                  <a:ext cx="164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184A2D-2CB9-DA75-F52F-202455B9E4F0}"/>
                    </a:ext>
                  </a:extLst>
                </p14:cNvPr>
                <p14:cNvContentPartPr/>
                <p14:nvPr/>
              </p14:nvContentPartPr>
              <p14:xfrm>
                <a:off x="4710407" y="323302"/>
                <a:ext cx="32040" cy="208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184A2D-2CB9-DA75-F52F-202455B9E4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92407" y="305662"/>
                  <a:ext cx="676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DB0777E-3D04-4878-9DC1-EF6CA278A8CD}"/>
                    </a:ext>
                  </a:extLst>
                </p14:cNvPr>
                <p14:cNvContentPartPr/>
                <p14:nvPr/>
              </p14:nvContentPartPr>
              <p14:xfrm>
                <a:off x="4588367" y="555862"/>
                <a:ext cx="218160" cy="31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DB0777E-3D04-4878-9DC1-EF6CA278A8C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70727" y="538222"/>
                  <a:ext cx="2538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397712-13E0-FE42-D48F-2E102741EBAF}"/>
                    </a:ext>
                  </a:extLst>
                </p14:cNvPr>
                <p14:cNvContentPartPr/>
                <p14:nvPr/>
              </p14:nvContentPartPr>
              <p14:xfrm>
                <a:off x="4803287" y="202702"/>
                <a:ext cx="176040" cy="543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397712-13E0-FE42-D48F-2E102741EBA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85647" y="185062"/>
                  <a:ext cx="21168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E43A94-30B6-72EA-2958-29B2CD8FA256}"/>
                    </a:ext>
                  </a:extLst>
                </p14:cNvPr>
                <p14:cNvContentPartPr/>
                <p14:nvPr/>
              </p14:nvContentPartPr>
              <p14:xfrm>
                <a:off x="3373727" y="124222"/>
                <a:ext cx="249840" cy="778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E43A94-30B6-72EA-2958-29B2CD8FA2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55727" y="106222"/>
                  <a:ext cx="28548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E08970B-9140-D359-9DC9-7B48EFEAD254}"/>
                    </a:ext>
                  </a:extLst>
                </p14:cNvPr>
                <p14:cNvContentPartPr/>
                <p14:nvPr/>
              </p14:nvContentPartPr>
              <p14:xfrm>
                <a:off x="5112527" y="415822"/>
                <a:ext cx="160920" cy="19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E08970B-9140-D359-9DC9-7B48EFEAD25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94887" y="397822"/>
                  <a:ext cx="196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2DD5D35-4437-C401-1099-A9035C6CB1E4}"/>
                    </a:ext>
                  </a:extLst>
                </p14:cNvPr>
                <p14:cNvContentPartPr/>
                <p14:nvPr/>
              </p14:nvContentPartPr>
              <p14:xfrm>
                <a:off x="5078327" y="423742"/>
                <a:ext cx="173880" cy="212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2DD5D35-4437-C401-1099-A9035C6CB1E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60687" y="405742"/>
                  <a:ext cx="209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87B192-48BF-3CC7-9C50-8B75CEB83A15}"/>
                    </a:ext>
                  </a:extLst>
                </p14:cNvPr>
                <p14:cNvContentPartPr/>
                <p14:nvPr/>
              </p14:nvContentPartPr>
              <p14:xfrm>
                <a:off x="5513927" y="438502"/>
                <a:ext cx="171000" cy="1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87B192-48BF-3CC7-9C50-8B75CEB83A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96287" y="420502"/>
                  <a:ext cx="20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C8108D-728F-8E89-80FF-43975787D77A}"/>
                    </a:ext>
                  </a:extLst>
                </p14:cNvPr>
                <p14:cNvContentPartPr/>
                <p14:nvPr/>
              </p14:nvContentPartPr>
              <p14:xfrm>
                <a:off x="5526887" y="533542"/>
                <a:ext cx="169920" cy="32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C8108D-728F-8E89-80FF-43975787D77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09247" y="515902"/>
                  <a:ext cx="205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5981D6C-E5D4-EB2B-9B3F-5597E5F4A73F}"/>
                    </a:ext>
                  </a:extLst>
                </p14:cNvPr>
                <p14:cNvContentPartPr/>
                <p14:nvPr/>
              </p14:nvContentPartPr>
              <p14:xfrm>
                <a:off x="5919647" y="354982"/>
                <a:ext cx="213840" cy="265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5981D6C-E5D4-EB2B-9B3F-5597E5F4A73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02007" y="337342"/>
                  <a:ext cx="2494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FA0C82-C9FA-57F2-A1E3-70B012A95652}"/>
                    </a:ext>
                  </a:extLst>
                </p14:cNvPr>
                <p14:cNvContentPartPr/>
                <p14:nvPr/>
              </p14:nvContentPartPr>
              <p14:xfrm>
                <a:off x="6693287" y="455782"/>
                <a:ext cx="201600" cy="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FA0C82-C9FA-57F2-A1E3-70B012A9565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75647" y="437782"/>
                  <a:ext cx="237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257D2E-20EA-FE4D-770A-30AE395A2632}"/>
                    </a:ext>
                  </a:extLst>
                </p14:cNvPr>
                <p14:cNvContentPartPr/>
                <p14:nvPr/>
              </p14:nvContentPartPr>
              <p14:xfrm>
                <a:off x="6696887" y="234022"/>
                <a:ext cx="1216440" cy="509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F257D2E-20EA-FE4D-770A-30AE395A263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79247" y="216382"/>
                  <a:ext cx="125208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634A1BC-9690-D4BB-2B1F-BC25C37246A4}"/>
                    </a:ext>
                  </a:extLst>
                </p14:cNvPr>
                <p14:cNvContentPartPr/>
                <p14:nvPr/>
              </p14:nvContentPartPr>
              <p14:xfrm>
                <a:off x="7739807" y="430222"/>
                <a:ext cx="171720" cy="19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634A1BC-9690-D4BB-2B1F-BC25C37246A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21807" y="412582"/>
                  <a:ext cx="207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F16CD1-9E70-0820-847A-01F2472B801F}"/>
                    </a:ext>
                  </a:extLst>
                </p14:cNvPr>
                <p14:cNvContentPartPr/>
                <p14:nvPr/>
              </p14:nvContentPartPr>
              <p14:xfrm>
                <a:off x="8092247" y="333022"/>
                <a:ext cx="176400" cy="188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5F16CD1-9E70-0820-847A-01F2472B801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74247" y="315022"/>
                  <a:ext cx="212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9D36CA-79DD-5FF5-1B3E-B07E429FE9E7}"/>
                    </a:ext>
                  </a:extLst>
                </p14:cNvPr>
                <p14:cNvContentPartPr/>
                <p14:nvPr/>
              </p14:nvContentPartPr>
              <p14:xfrm>
                <a:off x="8080007" y="352822"/>
                <a:ext cx="216360" cy="224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9D36CA-79DD-5FF5-1B3E-B07E429FE9E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62007" y="335182"/>
                  <a:ext cx="252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CBDB880-E3E4-F111-07E1-48FB02D89685}"/>
                    </a:ext>
                  </a:extLst>
                </p14:cNvPr>
                <p14:cNvContentPartPr/>
                <p14:nvPr/>
              </p14:nvContentPartPr>
              <p14:xfrm>
                <a:off x="8498687" y="403942"/>
                <a:ext cx="154080" cy="27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CBDB880-E3E4-F111-07E1-48FB02D896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81047" y="385942"/>
                  <a:ext cx="189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506AD36-7429-B0DC-110E-59F504BAFC09}"/>
                    </a:ext>
                  </a:extLst>
                </p14:cNvPr>
                <p14:cNvContentPartPr/>
                <p14:nvPr/>
              </p14:nvContentPartPr>
              <p14:xfrm>
                <a:off x="8512007" y="460102"/>
                <a:ext cx="208080" cy="40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506AD36-7429-B0DC-110E-59F504BAFC0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94007" y="442102"/>
                  <a:ext cx="2437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41EDB5C-9120-E406-3BFD-E0805A83FA76}"/>
                    </a:ext>
                  </a:extLst>
                </p14:cNvPr>
                <p14:cNvContentPartPr/>
                <p14:nvPr/>
              </p14:nvContentPartPr>
              <p14:xfrm>
                <a:off x="3157007" y="1028542"/>
                <a:ext cx="596520" cy="154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41EDB5C-9120-E406-3BFD-E0805A83FA7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39007" y="1010542"/>
                  <a:ext cx="632160" cy="15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8FC1BE6-7491-98B7-C3F6-9831263841F8}"/>
                    </a:ext>
                  </a:extLst>
                </p14:cNvPr>
                <p14:cNvContentPartPr/>
                <p14:nvPr/>
              </p14:nvContentPartPr>
              <p14:xfrm>
                <a:off x="3374807" y="1147342"/>
                <a:ext cx="144360" cy="235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8FC1BE6-7491-98B7-C3F6-9831263841F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56807" y="1129702"/>
                  <a:ext cx="1800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BDED588-885B-C90D-B4C5-EE805CD66E18}"/>
                    </a:ext>
                  </a:extLst>
                </p14:cNvPr>
                <p14:cNvContentPartPr/>
                <p14:nvPr/>
              </p14:nvContentPartPr>
              <p14:xfrm>
                <a:off x="3874127" y="1222942"/>
                <a:ext cx="125280" cy="36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BDED588-885B-C90D-B4C5-EE805CD66E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56127" y="1204942"/>
                  <a:ext cx="1609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D4AD388-6B2C-95EB-8E68-1BD1B893BB62}"/>
                    </a:ext>
                  </a:extLst>
                </p14:cNvPr>
                <p14:cNvContentPartPr/>
                <p14:nvPr/>
              </p14:nvContentPartPr>
              <p14:xfrm>
                <a:off x="4152407" y="1050142"/>
                <a:ext cx="81360" cy="24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D4AD388-6B2C-95EB-8E68-1BD1B893BB6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34767" y="1032502"/>
                  <a:ext cx="1170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209DEA2-F0FB-1DDA-2462-CC7F50F4F2E9}"/>
                    </a:ext>
                  </a:extLst>
                </p14:cNvPr>
                <p14:cNvContentPartPr/>
                <p14:nvPr/>
              </p14:nvContentPartPr>
              <p14:xfrm>
                <a:off x="4708247" y="1085782"/>
                <a:ext cx="280440" cy="208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209DEA2-F0FB-1DDA-2462-CC7F50F4F2E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90247" y="1068142"/>
                  <a:ext cx="3160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E1A732C-BF09-A7D7-4798-9ED6BA5BE199}"/>
                    </a:ext>
                  </a:extLst>
                </p14:cNvPr>
                <p14:cNvContentPartPr/>
                <p14:nvPr/>
              </p14:nvContentPartPr>
              <p14:xfrm>
                <a:off x="3275087" y="1804702"/>
                <a:ext cx="164520" cy="41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E1A732C-BF09-A7D7-4798-9ED6BA5BE19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57447" y="1786702"/>
                  <a:ext cx="200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7B496A4-25ED-4393-62A3-89FD7C7A70B8}"/>
                    </a:ext>
                  </a:extLst>
                </p14:cNvPr>
                <p14:cNvContentPartPr/>
                <p14:nvPr/>
              </p14:nvContentPartPr>
              <p14:xfrm>
                <a:off x="3523847" y="1642702"/>
                <a:ext cx="110880" cy="238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7B496A4-25ED-4393-62A3-89FD7C7A70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05847" y="1625062"/>
                  <a:ext cx="146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F67A085-063A-35EF-7798-97C97E92BF62}"/>
                    </a:ext>
                  </a:extLst>
                </p14:cNvPr>
                <p14:cNvContentPartPr/>
                <p14:nvPr/>
              </p14:nvContentPartPr>
              <p14:xfrm>
                <a:off x="4054487" y="1532182"/>
                <a:ext cx="135360" cy="314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F67A085-063A-35EF-7798-97C97E92BF6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36847" y="1514182"/>
                  <a:ext cx="1710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6439F4-D26F-2337-D886-E20624232529}"/>
                    </a:ext>
                  </a:extLst>
                </p14:cNvPr>
                <p14:cNvContentPartPr/>
                <p14:nvPr/>
              </p14:nvContentPartPr>
              <p14:xfrm>
                <a:off x="3427007" y="2202502"/>
                <a:ext cx="254880" cy="194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6439F4-D26F-2337-D886-E2062423252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09007" y="2184502"/>
                  <a:ext cx="290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1B8FF92-F668-79B4-A6EB-F08127BD9059}"/>
                    </a:ext>
                  </a:extLst>
                </p14:cNvPr>
                <p14:cNvContentPartPr/>
                <p14:nvPr/>
              </p14:nvContentPartPr>
              <p14:xfrm>
                <a:off x="3928487" y="2199262"/>
                <a:ext cx="127440" cy="38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1B8FF92-F668-79B4-A6EB-F08127BD90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10847" y="2181262"/>
                  <a:ext cx="163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9DDF796-63B4-9A76-DA99-EFD8238704BB}"/>
                    </a:ext>
                  </a:extLst>
                </p14:cNvPr>
                <p14:cNvContentPartPr/>
                <p14:nvPr/>
              </p14:nvContentPartPr>
              <p14:xfrm>
                <a:off x="4116767" y="2086582"/>
                <a:ext cx="103680" cy="317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9DDF796-63B4-9A76-DA99-EFD8238704B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98767" y="2068942"/>
                  <a:ext cx="1393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8ABBA1-A67A-9D10-FCDB-BEC910385490}"/>
                    </a:ext>
                  </a:extLst>
                </p14:cNvPr>
                <p14:cNvContentPartPr/>
                <p14:nvPr/>
              </p14:nvContentPartPr>
              <p14:xfrm>
                <a:off x="4578647" y="1605982"/>
                <a:ext cx="226440" cy="48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8ABBA1-A67A-9D10-FCDB-BEC9103854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61007" y="1587982"/>
                  <a:ext cx="2620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57FA4DD-5272-7AAE-F6DC-E88FF9E4C023}"/>
                    </a:ext>
                  </a:extLst>
                </p14:cNvPr>
                <p14:cNvContentPartPr/>
                <p14:nvPr/>
              </p14:nvContentPartPr>
              <p14:xfrm>
                <a:off x="4867007" y="1444702"/>
                <a:ext cx="189360" cy="370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57FA4DD-5272-7AAE-F6DC-E88FF9E4C02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49367" y="1427062"/>
                  <a:ext cx="2250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2D48ABF-67F5-D614-7EE9-FC786B8FD50A}"/>
                    </a:ext>
                  </a:extLst>
                </p14:cNvPr>
                <p14:cNvContentPartPr/>
                <p14:nvPr/>
              </p14:nvContentPartPr>
              <p14:xfrm>
                <a:off x="4721567" y="2080462"/>
                <a:ext cx="149040" cy="254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2D48ABF-67F5-D614-7EE9-FC786B8FD50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03927" y="2062822"/>
                  <a:ext cx="1846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4DE57BA-0D1F-4657-0565-2D1D663762C8}"/>
                    </a:ext>
                  </a:extLst>
                </p14:cNvPr>
                <p14:cNvContentPartPr/>
                <p14:nvPr/>
              </p14:nvContentPartPr>
              <p14:xfrm>
                <a:off x="5049887" y="1008382"/>
                <a:ext cx="219600" cy="1408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4DE57BA-0D1F-4657-0565-2D1D663762C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31887" y="990382"/>
                  <a:ext cx="255240" cy="14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DBD84D-09C0-B9A4-D831-138E500DA112}"/>
                    </a:ext>
                  </a:extLst>
                </p14:cNvPr>
                <p14:cNvContentPartPr/>
                <p14:nvPr/>
              </p14:nvContentPartPr>
              <p14:xfrm>
                <a:off x="5441927" y="1002622"/>
                <a:ext cx="322560" cy="1530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DBD84D-09C0-B9A4-D831-138E500DA11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23927" y="984622"/>
                  <a:ext cx="358200" cy="15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9967063-D710-2984-8C31-60443864F4D6}"/>
                    </a:ext>
                  </a:extLst>
                </p14:cNvPr>
                <p14:cNvContentPartPr/>
                <p14:nvPr/>
              </p14:nvContentPartPr>
              <p14:xfrm>
                <a:off x="5618687" y="1193422"/>
                <a:ext cx="204120" cy="138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9967063-D710-2984-8C31-60443864F4D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01047" y="1175782"/>
                  <a:ext cx="239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141C243-F631-9008-B53A-AF02FB3A995A}"/>
                    </a:ext>
                  </a:extLst>
                </p14:cNvPr>
                <p14:cNvContentPartPr/>
                <p14:nvPr/>
              </p14:nvContentPartPr>
              <p14:xfrm>
                <a:off x="5705087" y="1589062"/>
                <a:ext cx="135360" cy="293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141C243-F631-9008-B53A-AF02FB3A995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87087" y="1571422"/>
                  <a:ext cx="1710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6B6202-1178-2286-77C1-D0D1D16AD2A9}"/>
                    </a:ext>
                  </a:extLst>
                </p14:cNvPr>
                <p14:cNvContentPartPr/>
                <p14:nvPr/>
              </p14:nvContentPartPr>
              <p14:xfrm>
                <a:off x="5769167" y="2104222"/>
                <a:ext cx="297000" cy="207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6B6202-1178-2286-77C1-D0D1D16AD2A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51167" y="2086222"/>
                  <a:ext cx="332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5913D48-E3C6-6D99-D570-787F4425B84D}"/>
                    </a:ext>
                  </a:extLst>
                </p14:cNvPr>
                <p14:cNvContentPartPr/>
                <p14:nvPr/>
              </p14:nvContentPartPr>
              <p14:xfrm>
                <a:off x="5974367" y="1042222"/>
                <a:ext cx="264600" cy="1379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5913D48-E3C6-6D99-D570-787F4425B84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56367" y="1024582"/>
                  <a:ext cx="300240" cy="14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947C31D-8E5D-C347-4374-B6635A0FFA3A}"/>
                    </a:ext>
                  </a:extLst>
                </p14:cNvPr>
                <p14:cNvContentPartPr/>
                <p14:nvPr/>
              </p14:nvContentPartPr>
              <p14:xfrm>
                <a:off x="6444167" y="1681582"/>
                <a:ext cx="70200" cy="13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947C31D-8E5D-C347-4374-B6635A0FFA3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426167" y="1663582"/>
                  <a:ext cx="105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E7E71E-AD6A-57B3-8C01-745900EF8604}"/>
                    </a:ext>
                  </a:extLst>
                </p14:cNvPr>
                <p14:cNvContentPartPr/>
                <p14:nvPr/>
              </p14:nvContentPartPr>
              <p14:xfrm>
                <a:off x="6488087" y="1721902"/>
                <a:ext cx="141840" cy="50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E7E71E-AD6A-57B3-8C01-745900EF860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70447" y="1703902"/>
                  <a:ext cx="1774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2F2873A-8FF8-212A-C535-0DDD0D5E0EA0}"/>
                    </a:ext>
                  </a:extLst>
                </p14:cNvPr>
                <p14:cNvContentPartPr/>
                <p14:nvPr/>
              </p14:nvContentPartPr>
              <p14:xfrm>
                <a:off x="6890567" y="947902"/>
                <a:ext cx="389520" cy="1614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2F2873A-8FF8-212A-C535-0DDD0D5E0EA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72927" y="930262"/>
                  <a:ext cx="425160" cy="16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4AB52CD-1E6C-2D9A-0640-20CDABF1E0CB}"/>
                    </a:ext>
                  </a:extLst>
                </p14:cNvPr>
                <p14:cNvContentPartPr/>
                <p14:nvPr/>
              </p14:nvContentPartPr>
              <p14:xfrm>
                <a:off x="7075967" y="1053382"/>
                <a:ext cx="157680" cy="247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4AB52CD-1E6C-2D9A-0640-20CDABF1E0C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57967" y="1035742"/>
                  <a:ext cx="1933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04C40BA-6500-7C89-6BA1-2E95C040612F}"/>
                    </a:ext>
                  </a:extLst>
                </p14:cNvPr>
                <p14:cNvContentPartPr/>
                <p14:nvPr/>
              </p14:nvContentPartPr>
              <p14:xfrm>
                <a:off x="7149767" y="1597702"/>
                <a:ext cx="102600" cy="216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04C40BA-6500-7C89-6BA1-2E95C040612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31767" y="1580062"/>
                  <a:ext cx="138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8D20F7-2EF7-B6DF-98B2-A044FC82C798}"/>
                    </a:ext>
                  </a:extLst>
                </p14:cNvPr>
                <p14:cNvContentPartPr/>
                <p14:nvPr/>
              </p14:nvContentPartPr>
              <p14:xfrm>
                <a:off x="7177487" y="2138782"/>
                <a:ext cx="140040" cy="215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8D20F7-2EF7-B6DF-98B2-A044FC82C79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59847" y="2121142"/>
                  <a:ext cx="1756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612D984-5887-209A-4D95-5C257623EBED}"/>
                    </a:ext>
                  </a:extLst>
                </p14:cNvPr>
                <p14:cNvContentPartPr/>
                <p14:nvPr/>
              </p14:nvContentPartPr>
              <p14:xfrm>
                <a:off x="7211327" y="902902"/>
                <a:ext cx="470880" cy="1821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612D984-5887-209A-4D95-5C257623EBE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93327" y="885262"/>
                  <a:ext cx="506520" cy="18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5DB4E5B-8100-B3F1-1EC0-4D1224E540BB}"/>
                  </a:ext>
                </a:extLst>
              </p14:cNvPr>
              <p14:cNvContentPartPr/>
              <p14:nvPr/>
            </p14:nvContentPartPr>
            <p14:xfrm>
              <a:off x="4824887" y="2963542"/>
              <a:ext cx="195120" cy="8665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5DB4E5B-8100-B3F1-1EC0-4D1224E540B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806887" y="2945902"/>
                <a:ext cx="230760" cy="90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C0AA0E3-86CE-B6BA-A768-06DF2329654C}"/>
              </a:ext>
            </a:extLst>
          </p:cNvPr>
          <p:cNvGrpSpPr/>
          <p:nvPr/>
        </p:nvGrpSpPr>
        <p:grpSpPr>
          <a:xfrm>
            <a:off x="5980847" y="3133462"/>
            <a:ext cx="777960" cy="383400"/>
            <a:chOff x="5980847" y="3133462"/>
            <a:chExt cx="77796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B1651C0-3C01-54A3-FE92-88BB4CC030D3}"/>
                    </a:ext>
                  </a:extLst>
                </p14:cNvPr>
                <p14:cNvContentPartPr/>
                <p14:nvPr/>
              </p14:nvContentPartPr>
              <p14:xfrm>
                <a:off x="6229607" y="3133462"/>
                <a:ext cx="255240" cy="185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B1651C0-3C01-54A3-FE92-88BB4CC030D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11607" y="3115822"/>
                  <a:ext cx="290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D2E0473-4F19-0775-F778-9C75A539E78C}"/>
                    </a:ext>
                  </a:extLst>
                </p14:cNvPr>
                <p14:cNvContentPartPr/>
                <p14:nvPr/>
              </p14:nvContentPartPr>
              <p14:xfrm>
                <a:off x="5980847" y="3366382"/>
                <a:ext cx="777960" cy="150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D2E0473-4F19-0775-F778-9C75A539E78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63207" y="3348382"/>
                  <a:ext cx="81360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D938310-6204-2EF7-8EEC-CDCFACD9A3C9}"/>
              </a:ext>
            </a:extLst>
          </p:cNvPr>
          <p:cNvGrpSpPr/>
          <p:nvPr/>
        </p:nvGrpSpPr>
        <p:grpSpPr>
          <a:xfrm>
            <a:off x="1321007" y="2961022"/>
            <a:ext cx="3310560" cy="2157480"/>
            <a:chOff x="1321007" y="2961022"/>
            <a:chExt cx="3310560" cy="21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250E06B-2750-E1CD-44A6-10C8173C4CF7}"/>
                    </a:ext>
                  </a:extLst>
                </p14:cNvPr>
                <p14:cNvContentPartPr/>
                <p14:nvPr/>
              </p14:nvContentPartPr>
              <p14:xfrm>
                <a:off x="1527647" y="3083062"/>
                <a:ext cx="233640" cy="342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250E06B-2750-E1CD-44A6-10C8173C4CF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509647" y="3065062"/>
                  <a:ext cx="2692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4360F19-FE10-56BE-7251-D3BA426DFC4D}"/>
                    </a:ext>
                  </a:extLst>
                </p14:cNvPr>
                <p14:cNvContentPartPr/>
                <p14:nvPr/>
              </p14:nvContentPartPr>
              <p14:xfrm>
                <a:off x="1590647" y="3114022"/>
                <a:ext cx="130320" cy="275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4360F19-FE10-56BE-7251-D3BA426DFC4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72647" y="3096022"/>
                  <a:ext cx="1659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33D282A-3E27-1950-4BEE-EB9C5AA2A0F1}"/>
                    </a:ext>
                  </a:extLst>
                </p14:cNvPr>
                <p14:cNvContentPartPr/>
                <p14:nvPr/>
              </p14:nvContentPartPr>
              <p14:xfrm>
                <a:off x="1841567" y="3180262"/>
                <a:ext cx="221040" cy="222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33D282A-3E27-1950-4BEE-EB9C5AA2A0F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23567" y="3162262"/>
                  <a:ext cx="2566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C47033C-EB65-9550-0CA0-B2979CADFA4C}"/>
                    </a:ext>
                  </a:extLst>
                </p14:cNvPr>
                <p14:cNvContentPartPr/>
                <p14:nvPr/>
              </p14:nvContentPartPr>
              <p14:xfrm>
                <a:off x="2308127" y="3194302"/>
                <a:ext cx="138600" cy="32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C47033C-EB65-9550-0CA0-B2979CADFA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90487" y="3176662"/>
                  <a:ext cx="1742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2DA6698-A8AD-2C52-250F-35F2E675D910}"/>
                    </a:ext>
                  </a:extLst>
                </p14:cNvPr>
                <p14:cNvContentPartPr/>
                <p14:nvPr/>
              </p14:nvContentPartPr>
              <p14:xfrm>
                <a:off x="2529887" y="2961022"/>
                <a:ext cx="145080" cy="369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2DA6698-A8AD-2C52-250F-35F2E675D91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11887" y="2943022"/>
                  <a:ext cx="1807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EE21E8D-7B56-518C-BF81-4D192E0C1263}"/>
                    </a:ext>
                  </a:extLst>
                </p14:cNvPr>
                <p14:cNvContentPartPr/>
                <p14:nvPr/>
              </p14:nvContentPartPr>
              <p14:xfrm>
                <a:off x="2742647" y="3150382"/>
                <a:ext cx="196200" cy="560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EE21E8D-7B56-518C-BF81-4D192E0C12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24647" y="3132742"/>
                  <a:ext cx="23184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39051C0-A838-02A1-3B82-7A235C249B2A}"/>
                    </a:ext>
                  </a:extLst>
                </p14:cNvPr>
                <p14:cNvContentPartPr/>
                <p14:nvPr/>
              </p14:nvContentPartPr>
              <p14:xfrm>
                <a:off x="3136127" y="3202942"/>
                <a:ext cx="155520" cy="45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39051C0-A838-02A1-3B82-7A235C249B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118487" y="3184942"/>
                  <a:ext cx="191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2202070-8637-1DF9-F7C6-8E241E687174}"/>
                    </a:ext>
                  </a:extLst>
                </p14:cNvPr>
                <p14:cNvContentPartPr/>
                <p14:nvPr/>
              </p14:nvContentPartPr>
              <p14:xfrm>
                <a:off x="3167447" y="3153622"/>
                <a:ext cx="46080" cy="203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2202070-8637-1DF9-F7C6-8E241E68717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49447" y="3135982"/>
                  <a:ext cx="817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F297A9-2C38-630F-0E18-4E9D3EA367C3}"/>
                    </a:ext>
                  </a:extLst>
                </p14:cNvPr>
                <p14:cNvContentPartPr/>
                <p14:nvPr/>
              </p14:nvContentPartPr>
              <p14:xfrm>
                <a:off x="3393527" y="3039502"/>
                <a:ext cx="165960" cy="268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F297A9-2C38-630F-0E18-4E9D3EA367C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75527" y="3021502"/>
                  <a:ext cx="2016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E2BC61D-6229-272A-A0F3-9F3864BA6754}"/>
                    </a:ext>
                  </a:extLst>
                </p14:cNvPr>
                <p14:cNvContentPartPr/>
                <p14:nvPr/>
              </p14:nvContentPartPr>
              <p14:xfrm>
                <a:off x="3571727" y="3128782"/>
                <a:ext cx="236880" cy="204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E2BC61D-6229-272A-A0F3-9F3864BA675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554087" y="3110782"/>
                  <a:ext cx="272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F46F567-1EC9-C671-A685-764FBE8C01B5}"/>
                    </a:ext>
                  </a:extLst>
                </p14:cNvPr>
                <p14:cNvContentPartPr/>
                <p14:nvPr/>
              </p14:nvContentPartPr>
              <p14:xfrm>
                <a:off x="3984647" y="3188542"/>
                <a:ext cx="85320" cy="16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F46F567-1EC9-C671-A685-764FBE8C01B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67007" y="3170542"/>
                  <a:ext cx="120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ABEF287-3CA7-E0AE-857E-C66D290F9BC5}"/>
                    </a:ext>
                  </a:extLst>
                </p14:cNvPr>
                <p14:cNvContentPartPr/>
                <p14:nvPr/>
              </p14:nvContentPartPr>
              <p14:xfrm>
                <a:off x="3990407" y="3233902"/>
                <a:ext cx="153360" cy="53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ABEF287-3CA7-E0AE-857E-C66D290F9BC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972767" y="3216262"/>
                  <a:ext cx="189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C8EBCF-D2CF-9A53-6C75-CF303C1B65AC}"/>
                    </a:ext>
                  </a:extLst>
                </p14:cNvPr>
                <p14:cNvContentPartPr/>
                <p14:nvPr/>
              </p14:nvContentPartPr>
              <p14:xfrm>
                <a:off x="4342127" y="2976862"/>
                <a:ext cx="267480" cy="305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C8EBCF-D2CF-9A53-6C75-CF303C1B65A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24127" y="2959222"/>
                  <a:ext cx="3031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E3D71F0-3A96-F4B9-EA5A-D257913FB418}"/>
                    </a:ext>
                  </a:extLst>
                </p14:cNvPr>
                <p14:cNvContentPartPr/>
                <p14:nvPr/>
              </p14:nvContentPartPr>
              <p14:xfrm>
                <a:off x="1321007" y="3880822"/>
                <a:ext cx="146880" cy="40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E3D71F0-3A96-F4B9-EA5A-D257913FB41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03367" y="3863182"/>
                  <a:ext cx="1825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80E8072-7E33-D31C-7C1C-AB7E92F915DF}"/>
                    </a:ext>
                  </a:extLst>
                </p14:cNvPr>
                <p14:cNvContentPartPr/>
                <p14:nvPr/>
              </p14:nvContentPartPr>
              <p14:xfrm>
                <a:off x="1580207" y="3751942"/>
                <a:ext cx="131400" cy="335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80E8072-7E33-D31C-7C1C-AB7E92F915D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62567" y="3734302"/>
                  <a:ext cx="1670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2205509-AEA2-4EC9-233F-993A34B03991}"/>
                    </a:ext>
                  </a:extLst>
                </p14:cNvPr>
                <p14:cNvContentPartPr/>
                <p14:nvPr/>
              </p14:nvContentPartPr>
              <p14:xfrm>
                <a:off x="1745447" y="3908182"/>
                <a:ext cx="238320" cy="178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2205509-AEA2-4EC9-233F-993A34B0399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27807" y="3890542"/>
                  <a:ext cx="273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A30A3FA-B067-D6E3-4F3C-003564C61A7C}"/>
                    </a:ext>
                  </a:extLst>
                </p14:cNvPr>
                <p14:cNvContentPartPr/>
                <p14:nvPr/>
              </p14:nvContentPartPr>
              <p14:xfrm>
                <a:off x="2134607" y="3703342"/>
                <a:ext cx="366120" cy="349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A30A3FA-B067-D6E3-4F3C-003564C61A7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16607" y="3685702"/>
                  <a:ext cx="4017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153F824-BF9E-2F1E-43BF-51083CC44396}"/>
                    </a:ext>
                  </a:extLst>
                </p14:cNvPr>
                <p14:cNvContentPartPr/>
                <p14:nvPr/>
              </p14:nvContentPartPr>
              <p14:xfrm>
                <a:off x="2617367" y="3826822"/>
                <a:ext cx="210600" cy="606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153F824-BF9E-2F1E-43BF-51083CC4439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99727" y="3809182"/>
                  <a:ext cx="24624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13EB34B-7D1D-B6AA-C089-B8503C110D37}"/>
                    </a:ext>
                  </a:extLst>
                </p14:cNvPr>
                <p14:cNvContentPartPr/>
                <p14:nvPr/>
              </p14:nvContentPartPr>
              <p14:xfrm>
                <a:off x="3108047" y="3890902"/>
                <a:ext cx="185760" cy="54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13EB34B-7D1D-B6AA-C089-B8503C110D3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90047" y="3872902"/>
                  <a:ext cx="2214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278C014-B1CF-44E7-CE1F-ED51873F7837}"/>
                    </a:ext>
                  </a:extLst>
                </p14:cNvPr>
                <p14:cNvContentPartPr/>
                <p14:nvPr/>
              </p14:nvContentPartPr>
              <p14:xfrm>
                <a:off x="3373367" y="3706222"/>
                <a:ext cx="134280" cy="335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278C014-B1CF-44E7-CE1F-ED51873F783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55367" y="3688582"/>
                  <a:ext cx="1699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44E1C05-9A13-151D-AC27-BFE090D1CCDB}"/>
                    </a:ext>
                  </a:extLst>
                </p14:cNvPr>
                <p14:cNvContentPartPr/>
                <p14:nvPr/>
              </p14:nvContentPartPr>
              <p14:xfrm>
                <a:off x="3576767" y="3827182"/>
                <a:ext cx="230040" cy="208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44E1C05-9A13-151D-AC27-BFE090D1CCD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559127" y="3809182"/>
                  <a:ext cx="265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F4CB82C-B2A4-3BE8-B240-53121491E3ED}"/>
                    </a:ext>
                  </a:extLst>
                </p14:cNvPr>
                <p14:cNvContentPartPr/>
                <p14:nvPr/>
              </p14:nvContentPartPr>
              <p14:xfrm>
                <a:off x="3906527" y="3845182"/>
                <a:ext cx="179280" cy="49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F4CB82C-B2A4-3BE8-B240-53121491E3E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888527" y="3827182"/>
                  <a:ext cx="214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FC40A18-A987-8476-F292-7020870A192F}"/>
                    </a:ext>
                  </a:extLst>
                </p14:cNvPr>
                <p14:cNvContentPartPr/>
                <p14:nvPr/>
              </p14:nvContentPartPr>
              <p14:xfrm>
                <a:off x="3982127" y="3926182"/>
                <a:ext cx="122040" cy="47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FC40A18-A987-8476-F292-7020870A192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64127" y="3908182"/>
                  <a:ext cx="157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652687A-45AA-9FB3-C751-27A98C817361}"/>
                    </a:ext>
                  </a:extLst>
                </p14:cNvPr>
                <p14:cNvContentPartPr/>
                <p14:nvPr/>
              </p14:nvContentPartPr>
              <p14:xfrm>
                <a:off x="4406207" y="3670582"/>
                <a:ext cx="225360" cy="313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652687A-45AA-9FB3-C751-27A98C8173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388567" y="3652582"/>
                  <a:ext cx="2610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F94B1DA-A440-357C-DAEA-B4F0273E6C86}"/>
                    </a:ext>
                  </a:extLst>
                </p14:cNvPr>
                <p14:cNvContentPartPr/>
                <p14:nvPr/>
              </p14:nvContentPartPr>
              <p14:xfrm>
                <a:off x="1379327" y="4438102"/>
                <a:ext cx="226440" cy="354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F94B1DA-A440-357C-DAEA-B4F0273E6C8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61687" y="4420102"/>
                  <a:ext cx="2620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DD368DB-D7DB-036D-D0CD-C8B1EB0D776F}"/>
                    </a:ext>
                  </a:extLst>
                </p14:cNvPr>
                <p14:cNvContentPartPr/>
                <p14:nvPr/>
              </p14:nvContentPartPr>
              <p14:xfrm>
                <a:off x="1670927" y="4586062"/>
                <a:ext cx="235800" cy="162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DD368DB-D7DB-036D-D0CD-C8B1EB0D776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53287" y="4568062"/>
                  <a:ext cx="271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337FCC2-033F-98C6-4907-3BEB31685356}"/>
                    </a:ext>
                  </a:extLst>
                </p14:cNvPr>
                <p14:cNvContentPartPr/>
                <p14:nvPr/>
              </p14:nvContentPartPr>
              <p14:xfrm>
                <a:off x="2003207" y="4619902"/>
                <a:ext cx="69480" cy="15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337FCC2-033F-98C6-4907-3BEB3168535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985567" y="4602262"/>
                  <a:ext cx="105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1193D0C-F9AB-081E-C55A-2F3ABDBF2FAB}"/>
                    </a:ext>
                  </a:extLst>
                </p14:cNvPr>
                <p14:cNvContentPartPr/>
                <p14:nvPr/>
              </p14:nvContentPartPr>
              <p14:xfrm>
                <a:off x="2242247" y="4401742"/>
                <a:ext cx="117720" cy="381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1193D0C-F9AB-081E-C55A-2F3ABDBF2FA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24247" y="4383742"/>
                  <a:ext cx="15336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E87A51F-E60A-9721-5070-2FAFDC7357FE}"/>
                    </a:ext>
                  </a:extLst>
                </p14:cNvPr>
                <p14:cNvContentPartPr/>
                <p14:nvPr/>
              </p14:nvContentPartPr>
              <p14:xfrm>
                <a:off x="2458967" y="4613062"/>
                <a:ext cx="173520" cy="505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E87A51F-E60A-9721-5070-2FAFDC7357F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41327" y="4595422"/>
                  <a:ext cx="20916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1BCD9AD-9319-F3E1-CFB3-5C29ED2E6356}"/>
                    </a:ext>
                  </a:extLst>
                </p14:cNvPr>
                <p14:cNvContentPartPr/>
                <p14:nvPr/>
              </p14:nvContentPartPr>
              <p14:xfrm>
                <a:off x="2948927" y="4633942"/>
                <a:ext cx="183600" cy="26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1BCD9AD-9319-F3E1-CFB3-5C29ED2E635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31287" y="4616302"/>
                  <a:ext cx="219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732DAB3-AD2D-C5D6-6B71-5A752004C39F}"/>
                    </a:ext>
                  </a:extLst>
                </p14:cNvPr>
                <p14:cNvContentPartPr/>
                <p14:nvPr/>
              </p14:nvContentPartPr>
              <p14:xfrm>
                <a:off x="3038927" y="4555102"/>
                <a:ext cx="52200" cy="198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732DAB3-AD2D-C5D6-6B71-5A752004C39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020927" y="4537462"/>
                  <a:ext cx="878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40E3767-67F4-B5AA-65B6-DADA7095CA83}"/>
                    </a:ext>
                  </a:extLst>
                </p14:cNvPr>
                <p14:cNvContentPartPr/>
                <p14:nvPr/>
              </p14:nvContentPartPr>
              <p14:xfrm>
                <a:off x="3268247" y="4416142"/>
                <a:ext cx="169920" cy="333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40E3767-67F4-B5AA-65B6-DADA7095CA8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250247" y="4398502"/>
                  <a:ext cx="205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EA25EAE-AF8D-F982-71C8-7E132FD854BE}"/>
                    </a:ext>
                  </a:extLst>
                </p14:cNvPr>
                <p14:cNvContentPartPr/>
                <p14:nvPr/>
              </p14:nvContentPartPr>
              <p14:xfrm>
                <a:off x="3573167" y="4536382"/>
                <a:ext cx="207360" cy="212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EA25EAE-AF8D-F982-71C8-7E132FD854B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55527" y="4518382"/>
                  <a:ext cx="243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0A42F38-F74D-A5FC-8743-CB6463AF3B84}"/>
                    </a:ext>
                  </a:extLst>
                </p14:cNvPr>
                <p14:cNvContentPartPr/>
                <p14:nvPr/>
              </p14:nvContentPartPr>
              <p14:xfrm>
                <a:off x="3940007" y="4338742"/>
                <a:ext cx="634320" cy="322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0A42F38-F74D-A5FC-8743-CB6463AF3B8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22367" y="4321102"/>
                  <a:ext cx="6699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ADF5DDA-13E7-CBE4-0F44-10D6026722BC}"/>
                    </a:ext>
                  </a:extLst>
                </p14:cNvPr>
                <p14:cNvContentPartPr/>
                <p14:nvPr/>
              </p14:nvContentPartPr>
              <p14:xfrm>
                <a:off x="2670647" y="3358462"/>
                <a:ext cx="9000" cy="8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ADF5DDA-13E7-CBE4-0F44-10D6026722B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653007" y="3340462"/>
                  <a:ext cx="44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B56A2CD-CD0F-0166-30CE-A1056E7BB1F5}"/>
                    </a:ext>
                  </a:extLst>
                </p14:cNvPr>
                <p14:cNvContentPartPr/>
                <p14:nvPr/>
              </p14:nvContentPartPr>
              <p14:xfrm>
                <a:off x="3710327" y="4044982"/>
                <a:ext cx="360" cy="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B56A2CD-CD0F-0166-30CE-A1056E7BB1F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692687" y="40269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232A36D-E159-76D9-BEBF-022E5F335D0D}"/>
                    </a:ext>
                  </a:extLst>
                </p14:cNvPr>
                <p14:cNvContentPartPr/>
                <p14:nvPr/>
              </p14:nvContentPartPr>
              <p14:xfrm>
                <a:off x="2718527" y="3441622"/>
                <a:ext cx="15840" cy="10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232A36D-E159-76D9-BEBF-022E5F335D0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00527" y="3423982"/>
                  <a:ext cx="514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898CE70-643C-3B23-03CF-3179853D1BFB}"/>
              </a:ext>
            </a:extLst>
          </p:cNvPr>
          <p:cNvGrpSpPr/>
          <p:nvPr/>
        </p:nvGrpSpPr>
        <p:grpSpPr>
          <a:xfrm>
            <a:off x="5868887" y="3693262"/>
            <a:ext cx="396360" cy="373680"/>
            <a:chOff x="5868887" y="3693262"/>
            <a:chExt cx="39636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59323B7-09F6-0166-AD84-4F6A0172CEFF}"/>
                    </a:ext>
                  </a:extLst>
                </p14:cNvPr>
                <p14:cNvContentPartPr/>
                <p14:nvPr/>
              </p14:nvContentPartPr>
              <p14:xfrm>
                <a:off x="5868887" y="3693262"/>
                <a:ext cx="194040" cy="293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59323B7-09F6-0166-AD84-4F6A0172CEF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51247" y="3675622"/>
                  <a:ext cx="2296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354F179-6788-FD83-C58B-5FFFBE80BC92}"/>
                    </a:ext>
                  </a:extLst>
                </p14:cNvPr>
                <p14:cNvContentPartPr/>
                <p14:nvPr/>
              </p14:nvContentPartPr>
              <p14:xfrm>
                <a:off x="6151127" y="3702622"/>
                <a:ext cx="114120" cy="364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354F179-6788-FD83-C58B-5FFFBE80BC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133127" y="3684622"/>
                  <a:ext cx="149760" cy="39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F00AB9D-5789-26FA-E894-4DB1BA1A103D}"/>
              </a:ext>
            </a:extLst>
          </p:cNvPr>
          <p:cNvGrpSpPr/>
          <p:nvPr/>
        </p:nvGrpSpPr>
        <p:grpSpPr>
          <a:xfrm>
            <a:off x="6512927" y="3675622"/>
            <a:ext cx="572400" cy="402120"/>
            <a:chOff x="6512927" y="3675622"/>
            <a:chExt cx="57240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4824783-E26A-B044-D5E6-85EAA2EBD301}"/>
                    </a:ext>
                  </a:extLst>
                </p14:cNvPr>
                <p14:cNvContentPartPr/>
                <p14:nvPr/>
              </p14:nvContentPartPr>
              <p14:xfrm>
                <a:off x="6512927" y="3805582"/>
                <a:ext cx="192960" cy="73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4824783-E26A-B044-D5E6-85EAA2EBD30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495287" y="3787582"/>
                  <a:ext cx="228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D28B9D0-C2AB-F503-553A-63CF98F2139F}"/>
                    </a:ext>
                  </a:extLst>
                </p14:cNvPr>
                <p14:cNvContentPartPr/>
                <p14:nvPr/>
              </p14:nvContentPartPr>
              <p14:xfrm>
                <a:off x="6823967" y="3677062"/>
                <a:ext cx="46080" cy="393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D28B9D0-C2AB-F503-553A-63CF98F2139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05967" y="3659422"/>
                  <a:ext cx="817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BEEDA80-EA2F-1802-CDDD-64B491F50738}"/>
                    </a:ext>
                  </a:extLst>
                </p14:cNvPr>
                <p14:cNvContentPartPr/>
                <p14:nvPr/>
              </p14:nvContentPartPr>
              <p14:xfrm>
                <a:off x="6940607" y="3675622"/>
                <a:ext cx="144720" cy="402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BEEDA80-EA2F-1802-CDDD-64B491F5073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922607" y="3657982"/>
                  <a:ext cx="180360" cy="43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0F53DA2-B0AE-018A-BCB8-4A2CBF6B6192}"/>
              </a:ext>
            </a:extLst>
          </p:cNvPr>
          <p:cNvGrpSpPr/>
          <p:nvPr/>
        </p:nvGrpSpPr>
        <p:grpSpPr>
          <a:xfrm>
            <a:off x="7353527" y="3156502"/>
            <a:ext cx="174600" cy="127800"/>
            <a:chOff x="7353527" y="3156502"/>
            <a:chExt cx="174600" cy="1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1F88989-46F3-5CB7-4A40-F1678FD798AD}"/>
                    </a:ext>
                  </a:extLst>
                </p14:cNvPr>
                <p14:cNvContentPartPr/>
                <p14:nvPr/>
              </p14:nvContentPartPr>
              <p14:xfrm>
                <a:off x="7353527" y="3156502"/>
                <a:ext cx="148680" cy="23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1F88989-46F3-5CB7-4A40-F1678FD798A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335887" y="3138862"/>
                  <a:ext cx="184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09ED98E-9A4E-7C11-4777-8E5FD634AEA5}"/>
                    </a:ext>
                  </a:extLst>
                </p14:cNvPr>
                <p14:cNvContentPartPr/>
                <p14:nvPr/>
              </p14:nvContentPartPr>
              <p14:xfrm>
                <a:off x="7375127" y="3241462"/>
                <a:ext cx="153000" cy="42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09ED98E-9A4E-7C11-4777-8E5FD634AEA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57127" y="3223462"/>
                  <a:ext cx="1886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03C3F97-5543-D280-B4A9-D6BF2D30590F}"/>
              </a:ext>
            </a:extLst>
          </p:cNvPr>
          <p:cNvGrpSpPr/>
          <p:nvPr/>
        </p:nvGrpSpPr>
        <p:grpSpPr>
          <a:xfrm>
            <a:off x="7861847" y="3005302"/>
            <a:ext cx="1284120" cy="971280"/>
            <a:chOff x="7861847" y="3005302"/>
            <a:chExt cx="1284120" cy="97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DCCA6B9-7505-6A30-D611-D07829148C0B}"/>
                    </a:ext>
                  </a:extLst>
                </p14:cNvPr>
                <p14:cNvContentPartPr/>
                <p14:nvPr/>
              </p14:nvContentPartPr>
              <p14:xfrm>
                <a:off x="8268287" y="3005302"/>
                <a:ext cx="128520" cy="320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DCCA6B9-7505-6A30-D611-D07829148C0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50287" y="2987302"/>
                  <a:ext cx="1641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B7204EE-E0F0-42F5-26BA-84E424C03C15}"/>
                    </a:ext>
                  </a:extLst>
                </p14:cNvPr>
                <p14:cNvContentPartPr/>
                <p14:nvPr/>
              </p14:nvContentPartPr>
              <p14:xfrm>
                <a:off x="7880207" y="3378262"/>
                <a:ext cx="871920" cy="183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B7204EE-E0F0-42F5-26BA-84E424C03C1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862207" y="3360622"/>
                  <a:ext cx="907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D296783-B6E9-E591-FD32-8B7756152CF1}"/>
                    </a:ext>
                  </a:extLst>
                </p14:cNvPr>
                <p14:cNvContentPartPr/>
                <p14:nvPr/>
              </p14:nvContentPartPr>
              <p14:xfrm>
                <a:off x="7861847" y="3846622"/>
                <a:ext cx="99720" cy="6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D296783-B6E9-E591-FD32-8B7756152CF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44207" y="3828622"/>
                  <a:ext cx="135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01215CE-D694-AE83-DBF1-5AC2E463C47F}"/>
                    </a:ext>
                  </a:extLst>
                </p14:cNvPr>
                <p14:cNvContentPartPr/>
                <p14:nvPr/>
              </p14:nvContentPartPr>
              <p14:xfrm>
                <a:off x="8032487" y="3741142"/>
                <a:ext cx="21960" cy="235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01215CE-D694-AE83-DBF1-5AC2E463C47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14847" y="3723142"/>
                  <a:ext cx="576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DC0961B-2064-4EAD-BA33-2F7E3894716B}"/>
                    </a:ext>
                  </a:extLst>
                </p14:cNvPr>
                <p14:cNvContentPartPr/>
                <p14:nvPr/>
              </p14:nvContentPartPr>
              <p14:xfrm>
                <a:off x="8163527" y="3728902"/>
                <a:ext cx="144360" cy="237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DC0961B-2064-4EAD-BA33-2F7E3894716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145887" y="3710902"/>
                  <a:ext cx="1800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F4708DB-CF14-0ED1-C9F3-5FADCCD960B1}"/>
                    </a:ext>
                  </a:extLst>
                </p14:cNvPr>
                <p14:cNvContentPartPr/>
                <p14:nvPr/>
              </p14:nvContentPartPr>
              <p14:xfrm>
                <a:off x="8445047" y="3745822"/>
                <a:ext cx="147240" cy="55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F4708DB-CF14-0ED1-C9F3-5FADCCD960B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27407" y="3728182"/>
                  <a:ext cx="182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2181BFF-CE93-2DEB-0056-7D77965AF12B}"/>
                    </a:ext>
                  </a:extLst>
                </p14:cNvPr>
                <p14:cNvContentPartPr/>
                <p14:nvPr/>
              </p14:nvContentPartPr>
              <p14:xfrm>
                <a:off x="8506247" y="3676342"/>
                <a:ext cx="20880" cy="238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2181BFF-CE93-2DEB-0056-7D77965AF12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488607" y="3658702"/>
                  <a:ext cx="56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477704C-1638-C990-D9A6-C8B06DCED1E1}"/>
                    </a:ext>
                  </a:extLst>
                </p14:cNvPr>
                <p14:cNvContentPartPr/>
                <p14:nvPr/>
              </p14:nvContentPartPr>
              <p14:xfrm>
                <a:off x="8725487" y="3642862"/>
                <a:ext cx="109440" cy="257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477704C-1638-C990-D9A6-C8B06DCED1E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707847" y="3624862"/>
                  <a:ext cx="1450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1B1C22F-091B-06E7-1A27-377B0009BA17}"/>
                    </a:ext>
                  </a:extLst>
                </p14:cNvPr>
                <p14:cNvContentPartPr/>
                <p14:nvPr/>
              </p14:nvContentPartPr>
              <p14:xfrm>
                <a:off x="8933567" y="3664462"/>
                <a:ext cx="212400" cy="227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1B1C22F-091B-06E7-1A27-377B0009BA1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915927" y="3646462"/>
                  <a:ext cx="24804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B48F3BC-A452-2680-57D1-894868AAA70D}"/>
              </a:ext>
            </a:extLst>
          </p:cNvPr>
          <p:cNvGrpSpPr/>
          <p:nvPr/>
        </p:nvGrpSpPr>
        <p:grpSpPr>
          <a:xfrm>
            <a:off x="9354407" y="3138142"/>
            <a:ext cx="176040" cy="119880"/>
            <a:chOff x="9354407" y="3138142"/>
            <a:chExt cx="17604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CAB595C-29F1-E768-3611-6B94E516E9D3}"/>
                    </a:ext>
                  </a:extLst>
                </p14:cNvPr>
                <p14:cNvContentPartPr/>
                <p14:nvPr/>
              </p14:nvContentPartPr>
              <p14:xfrm>
                <a:off x="9377087" y="3138142"/>
                <a:ext cx="106560" cy="12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CAB595C-29F1-E768-3611-6B94E516E9D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359087" y="3120142"/>
                  <a:ext cx="142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15AF11E-7F6C-05AF-3FAB-CFD37646FBFB}"/>
                    </a:ext>
                  </a:extLst>
                </p14:cNvPr>
                <p14:cNvContentPartPr/>
                <p14:nvPr/>
              </p14:nvContentPartPr>
              <p14:xfrm>
                <a:off x="9354407" y="3221662"/>
                <a:ext cx="176040" cy="36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15AF11E-7F6C-05AF-3FAB-CFD37646FBF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336407" y="3203662"/>
                  <a:ext cx="21168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9450F09-77CD-CEC7-F514-54D6E074171A}"/>
              </a:ext>
            </a:extLst>
          </p:cNvPr>
          <p:cNvGrpSpPr/>
          <p:nvPr/>
        </p:nvGrpSpPr>
        <p:grpSpPr>
          <a:xfrm>
            <a:off x="10048127" y="2965702"/>
            <a:ext cx="642240" cy="388080"/>
            <a:chOff x="10048127" y="2965702"/>
            <a:chExt cx="64224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874E9B0-F0D5-D9C2-092A-1B01E75E9DD8}"/>
                    </a:ext>
                  </a:extLst>
                </p14:cNvPr>
                <p14:cNvContentPartPr/>
                <p14:nvPr/>
              </p14:nvContentPartPr>
              <p14:xfrm>
                <a:off x="10186727" y="2965702"/>
                <a:ext cx="252360" cy="245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874E9B0-F0D5-D9C2-092A-1B01E75E9DD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169087" y="2947702"/>
                  <a:ext cx="288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C688474-16A8-9D92-E5D0-8FE94DCE241F}"/>
                    </a:ext>
                  </a:extLst>
                </p14:cNvPr>
                <p14:cNvContentPartPr/>
                <p14:nvPr/>
              </p14:nvContentPartPr>
              <p14:xfrm>
                <a:off x="10048127" y="3235342"/>
                <a:ext cx="642240" cy="1184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C688474-16A8-9D92-E5D0-8FE94DCE241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030487" y="3217342"/>
                  <a:ext cx="67788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C25F782F-D048-118E-A6FA-C52B06D8E226}"/>
              </a:ext>
            </a:extLst>
          </p:cNvPr>
          <p:cNvGrpSpPr/>
          <p:nvPr/>
        </p:nvGrpSpPr>
        <p:grpSpPr>
          <a:xfrm>
            <a:off x="9786047" y="3497062"/>
            <a:ext cx="1116720" cy="338040"/>
            <a:chOff x="9786047" y="3497062"/>
            <a:chExt cx="111672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422A24B-CB4B-D8C1-D4DB-0A4E6EC73282}"/>
                    </a:ext>
                  </a:extLst>
                </p14:cNvPr>
                <p14:cNvContentPartPr/>
                <p14:nvPr/>
              </p14:nvContentPartPr>
              <p14:xfrm>
                <a:off x="9888647" y="3569422"/>
                <a:ext cx="88560" cy="22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422A24B-CB4B-D8C1-D4DB-0A4E6EC7328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870647" y="3551782"/>
                  <a:ext cx="124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B4287AE-FBE5-4716-8011-441C89B087B7}"/>
                    </a:ext>
                  </a:extLst>
                </p14:cNvPr>
                <p14:cNvContentPartPr/>
                <p14:nvPr/>
              </p14:nvContentPartPr>
              <p14:xfrm>
                <a:off x="9786047" y="3573382"/>
                <a:ext cx="153360" cy="261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B4287AE-FBE5-4716-8011-441C89B087B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768047" y="3555742"/>
                  <a:ext cx="1890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7A5702D-0ACD-814D-848A-9BCC2DE6E518}"/>
                    </a:ext>
                  </a:extLst>
                </p14:cNvPr>
                <p14:cNvContentPartPr/>
                <p14:nvPr/>
              </p14:nvContentPartPr>
              <p14:xfrm>
                <a:off x="10069367" y="3549262"/>
                <a:ext cx="89280" cy="2365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7A5702D-0ACD-814D-848A-9BCC2DE6E51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051727" y="3531262"/>
                  <a:ext cx="1249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C37DCC2-AF21-E382-0BB7-2AB3C3E93B55}"/>
                    </a:ext>
                  </a:extLst>
                </p14:cNvPr>
                <p14:cNvContentPartPr/>
                <p14:nvPr/>
              </p14:nvContentPartPr>
              <p14:xfrm>
                <a:off x="10331447" y="3637822"/>
                <a:ext cx="121320" cy="27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C37DCC2-AF21-E382-0BB7-2AB3C3E93B5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313447" y="3620182"/>
                  <a:ext cx="156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793C0C9-7791-BF4C-BF10-AF362C14438D}"/>
                    </a:ext>
                  </a:extLst>
                </p14:cNvPr>
                <p14:cNvContentPartPr/>
                <p14:nvPr/>
              </p14:nvContentPartPr>
              <p14:xfrm>
                <a:off x="10561487" y="3497062"/>
                <a:ext cx="120600" cy="256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793C0C9-7791-BF4C-BF10-AF362C14438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543487" y="3479062"/>
                  <a:ext cx="1562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6E30978-F937-07D4-D893-79B84E2EAE47}"/>
                    </a:ext>
                  </a:extLst>
                </p14:cNvPr>
                <p14:cNvContentPartPr/>
                <p14:nvPr/>
              </p14:nvContentPartPr>
              <p14:xfrm>
                <a:off x="10774247" y="3498502"/>
                <a:ext cx="128520" cy="232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6E30978-F937-07D4-D893-79B84E2EAE4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756607" y="3480862"/>
                  <a:ext cx="16416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849D495-B107-701D-49FF-E2818EC162C5}"/>
              </a:ext>
            </a:extLst>
          </p:cNvPr>
          <p:cNvGrpSpPr/>
          <p:nvPr/>
        </p:nvGrpSpPr>
        <p:grpSpPr>
          <a:xfrm>
            <a:off x="5966087" y="4723222"/>
            <a:ext cx="657000" cy="665280"/>
            <a:chOff x="5966087" y="4723222"/>
            <a:chExt cx="657000" cy="66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582B2B8-6FCE-BE8D-8068-7F1368A7D07A}"/>
                    </a:ext>
                  </a:extLst>
                </p14:cNvPr>
                <p14:cNvContentPartPr/>
                <p14:nvPr/>
              </p14:nvContentPartPr>
              <p14:xfrm>
                <a:off x="6189287" y="4723222"/>
                <a:ext cx="259920" cy="1908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582B2B8-6FCE-BE8D-8068-7F1368A7D07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171287" y="4705222"/>
                  <a:ext cx="295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04A9CF5-9F02-19D3-ADDB-0B1768141D3B}"/>
                    </a:ext>
                  </a:extLst>
                </p14:cNvPr>
                <p14:cNvContentPartPr/>
                <p14:nvPr/>
              </p14:nvContentPartPr>
              <p14:xfrm>
                <a:off x="5966087" y="4947862"/>
                <a:ext cx="657000" cy="194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04A9CF5-9F02-19D3-ADDB-0B1768141D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948447" y="4929862"/>
                  <a:ext cx="692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3293F1F-CC2B-3172-1F80-6D31846BA868}"/>
                    </a:ext>
                  </a:extLst>
                </p14:cNvPr>
                <p14:cNvContentPartPr/>
                <p14:nvPr/>
              </p14:nvContentPartPr>
              <p14:xfrm>
                <a:off x="6223487" y="5164942"/>
                <a:ext cx="38520" cy="223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3293F1F-CC2B-3172-1F80-6D31846BA86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205847" y="5146942"/>
                  <a:ext cx="74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EC752D5-01CE-00CD-3DBF-61C108016373}"/>
                    </a:ext>
                  </a:extLst>
                </p14:cNvPr>
                <p14:cNvContentPartPr/>
                <p14:nvPr/>
              </p14:nvContentPartPr>
              <p14:xfrm>
                <a:off x="6389447" y="5158822"/>
                <a:ext cx="167400" cy="1735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EC752D5-01CE-00CD-3DBF-61C10801637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371807" y="5140822"/>
                  <a:ext cx="20304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B27214D-E84D-B0D1-CBF6-FD10B8224BAD}"/>
              </a:ext>
            </a:extLst>
          </p:cNvPr>
          <p:cNvGrpSpPr/>
          <p:nvPr/>
        </p:nvGrpSpPr>
        <p:grpSpPr>
          <a:xfrm>
            <a:off x="7074167" y="4674982"/>
            <a:ext cx="280800" cy="155520"/>
            <a:chOff x="7074167" y="4674982"/>
            <a:chExt cx="280800" cy="1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7584A25-18AF-C696-75BA-921FD7C5F61B}"/>
                    </a:ext>
                  </a:extLst>
                </p14:cNvPr>
                <p14:cNvContentPartPr/>
                <p14:nvPr/>
              </p14:nvContentPartPr>
              <p14:xfrm>
                <a:off x="7074167" y="4674982"/>
                <a:ext cx="127080" cy="223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7584A25-18AF-C696-75BA-921FD7C5F61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056167" y="4657342"/>
                  <a:ext cx="162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F6D0F86-AF05-7EDB-26C8-FA152037EDDB}"/>
                    </a:ext>
                  </a:extLst>
                </p14:cNvPr>
                <p14:cNvContentPartPr/>
                <p14:nvPr/>
              </p14:nvContentPartPr>
              <p14:xfrm>
                <a:off x="7093967" y="4768942"/>
                <a:ext cx="261000" cy="61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F6D0F86-AF05-7EDB-26C8-FA152037EDD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075967" y="4751302"/>
                  <a:ext cx="29664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A00B562-C55C-EEC5-C994-364E77E06348}"/>
              </a:ext>
            </a:extLst>
          </p:cNvPr>
          <p:cNvGrpSpPr/>
          <p:nvPr/>
        </p:nvGrpSpPr>
        <p:grpSpPr>
          <a:xfrm>
            <a:off x="7669967" y="4508302"/>
            <a:ext cx="1393920" cy="789840"/>
            <a:chOff x="7669967" y="4508302"/>
            <a:chExt cx="1393920" cy="78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1605917-5D11-22AB-36A4-C67F2C674A7B}"/>
                    </a:ext>
                  </a:extLst>
                </p14:cNvPr>
                <p14:cNvContentPartPr/>
                <p14:nvPr/>
              </p14:nvContentPartPr>
              <p14:xfrm>
                <a:off x="7829807" y="4508302"/>
                <a:ext cx="172440" cy="3225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1605917-5D11-22AB-36A4-C67F2C674A7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11807" y="4490662"/>
                  <a:ext cx="2080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470EF1A-6C21-F5FE-7EDB-082DEFD5C4A5}"/>
                    </a:ext>
                  </a:extLst>
                </p14:cNvPr>
                <p14:cNvContentPartPr/>
                <p14:nvPr/>
              </p14:nvContentPartPr>
              <p14:xfrm>
                <a:off x="7669967" y="4806382"/>
                <a:ext cx="578520" cy="119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470EF1A-6C21-F5FE-7EDB-082DEFD5C4A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651967" y="4788382"/>
                  <a:ext cx="614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FC90836-8E6A-EB19-D593-EAD0AAA1E2FC}"/>
                    </a:ext>
                  </a:extLst>
                </p14:cNvPr>
                <p14:cNvContentPartPr/>
                <p14:nvPr/>
              </p14:nvContentPartPr>
              <p14:xfrm>
                <a:off x="7764287" y="5105902"/>
                <a:ext cx="199080" cy="1922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FC90836-8E6A-EB19-D593-EAD0AAA1E2F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746647" y="5087902"/>
                  <a:ext cx="234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ACD0294-9083-81ED-BC47-BCD75B89999E}"/>
                    </a:ext>
                  </a:extLst>
                </p14:cNvPr>
                <p14:cNvContentPartPr/>
                <p14:nvPr/>
              </p14:nvContentPartPr>
              <p14:xfrm>
                <a:off x="8003327" y="4540342"/>
                <a:ext cx="1060560" cy="724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ACD0294-9083-81ED-BC47-BCD75B89999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985687" y="4522342"/>
                  <a:ext cx="1096200" cy="75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C463A1F6-F0CE-A04D-6F38-9BBE0CFE038D}"/>
                  </a:ext>
                </a:extLst>
              </p14:cNvPr>
              <p14:cNvContentPartPr/>
              <p14:nvPr/>
            </p14:nvContentPartPr>
            <p14:xfrm>
              <a:off x="9744647" y="4254502"/>
              <a:ext cx="198000" cy="2044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C463A1F6-F0CE-A04D-6F38-9BBE0CFE038D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726647" y="4236502"/>
                <a:ext cx="2336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102D569-B23E-2134-A566-F3F3B8EFE5B5}"/>
                  </a:ext>
                </a:extLst>
              </p14:cNvPr>
              <p14:cNvContentPartPr/>
              <p14:nvPr/>
            </p14:nvContentPartPr>
            <p14:xfrm>
              <a:off x="9743207" y="4631062"/>
              <a:ext cx="311760" cy="561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102D569-B23E-2134-A566-F3F3B8EFE5B5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725567" y="4613422"/>
                <a:ext cx="34740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C7CB937-0B1A-69B6-D1FB-A0BFA78C10C4}"/>
              </a:ext>
            </a:extLst>
          </p:cNvPr>
          <p:cNvGrpSpPr/>
          <p:nvPr/>
        </p:nvGrpSpPr>
        <p:grpSpPr>
          <a:xfrm>
            <a:off x="9790367" y="4795582"/>
            <a:ext cx="450360" cy="271440"/>
            <a:chOff x="9790367" y="4795582"/>
            <a:chExt cx="45036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01F5820-03B3-CDAE-DCFC-E3AE55404B1F}"/>
                    </a:ext>
                  </a:extLst>
                </p14:cNvPr>
                <p14:cNvContentPartPr/>
                <p14:nvPr/>
              </p14:nvContentPartPr>
              <p14:xfrm>
                <a:off x="9790367" y="4795582"/>
                <a:ext cx="231840" cy="271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01F5820-03B3-CDAE-DCFC-E3AE55404B1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772367" y="4777942"/>
                  <a:ext cx="2674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5427898-4BD9-ED60-549C-B7859A39504C}"/>
                    </a:ext>
                  </a:extLst>
                </p14:cNvPr>
                <p14:cNvContentPartPr/>
                <p14:nvPr/>
              </p14:nvContentPartPr>
              <p14:xfrm>
                <a:off x="9952367" y="4829422"/>
                <a:ext cx="288360" cy="1936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5427898-4BD9-ED60-549C-B7859A39504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934367" y="4811422"/>
                  <a:ext cx="32400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C5A562CD-34C4-5EEC-A436-6B81495E612A}"/>
              </a:ext>
            </a:extLst>
          </p:cNvPr>
          <p:cNvGrpSpPr/>
          <p:nvPr/>
        </p:nvGrpSpPr>
        <p:grpSpPr>
          <a:xfrm>
            <a:off x="6126647" y="5796382"/>
            <a:ext cx="556920" cy="439200"/>
            <a:chOff x="6126647" y="5796382"/>
            <a:chExt cx="55692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50E3E36-1E3D-CC34-8F46-02DDEB1A2E58}"/>
                    </a:ext>
                  </a:extLst>
                </p14:cNvPr>
                <p14:cNvContentPartPr/>
                <p14:nvPr/>
              </p14:nvContentPartPr>
              <p14:xfrm>
                <a:off x="6296567" y="5796382"/>
                <a:ext cx="283320" cy="234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50E3E36-1E3D-CC34-8F46-02DDEB1A2E5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278567" y="5778382"/>
                  <a:ext cx="3189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107AB00-1DD7-EF44-537C-3D9E3E00D3F5}"/>
                    </a:ext>
                  </a:extLst>
                </p14:cNvPr>
                <p14:cNvContentPartPr/>
                <p14:nvPr/>
              </p14:nvContentPartPr>
              <p14:xfrm>
                <a:off x="6126647" y="6084382"/>
                <a:ext cx="556920" cy="151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107AB00-1DD7-EF44-537C-3D9E3E00D3F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09007" y="6066742"/>
                  <a:ext cx="5925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A8CEE3C7-F8FD-DABE-195F-E2B0F427217F}"/>
                  </a:ext>
                </a:extLst>
              </p14:cNvPr>
              <p14:cNvContentPartPr/>
              <p14:nvPr/>
            </p14:nvContentPartPr>
            <p14:xfrm>
              <a:off x="6392327" y="6364462"/>
              <a:ext cx="16920" cy="27036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A8CEE3C7-F8FD-DABE-195F-E2B0F427217F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374327" y="6346462"/>
                <a:ext cx="52560" cy="30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4D4A5B3-8EDF-6995-6EC0-DB910549D375}"/>
              </a:ext>
            </a:extLst>
          </p:cNvPr>
          <p:cNvGrpSpPr/>
          <p:nvPr/>
        </p:nvGrpSpPr>
        <p:grpSpPr>
          <a:xfrm>
            <a:off x="7070207" y="5779102"/>
            <a:ext cx="187200" cy="148680"/>
            <a:chOff x="7070207" y="5779102"/>
            <a:chExt cx="187200" cy="1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EC29897-5E7D-0FDC-69E5-19E35C5D1A0E}"/>
                    </a:ext>
                  </a:extLst>
                </p14:cNvPr>
                <p14:cNvContentPartPr/>
                <p14:nvPr/>
              </p14:nvContentPartPr>
              <p14:xfrm>
                <a:off x="7070207" y="5779102"/>
                <a:ext cx="146160" cy="770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EC29897-5E7D-0FDC-69E5-19E35C5D1A0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052567" y="5761102"/>
                  <a:ext cx="181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0E3C2F5-F779-F99C-8D29-267CBB25FE95}"/>
                    </a:ext>
                  </a:extLst>
                </p14:cNvPr>
                <p14:cNvContentPartPr/>
                <p14:nvPr/>
              </p14:nvContentPartPr>
              <p14:xfrm>
                <a:off x="7082807" y="5873782"/>
                <a:ext cx="174600" cy="540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0E3C2F5-F779-F99C-8D29-267CBB25FE9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064807" y="5855782"/>
                  <a:ext cx="21024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3CD272E-F05A-8B22-1AF7-31C7A2520204}"/>
              </a:ext>
            </a:extLst>
          </p:cNvPr>
          <p:cNvGrpSpPr/>
          <p:nvPr/>
        </p:nvGrpSpPr>
        <p:grpSpPr>
          <a:xfrm>
            <a:off x="7663487" y="5560942"/>
            <a:ext cx="386640" cy="442800"/>
            <a:chOff x="7663487" y="5560942"/>
            <a:chExt cx="38664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C0C9A22-119A-0126-BB1F-110E41FADC70}"/>
                    </a:ext>
                  </a:extLst>
                </p14:cNvPr>
                <p14:cNvContentPartPr/>
                <p14:nvPr/>
              </p14:nvContentPartPr>
              <p14:xfrm>
                <a:off x="7851767" y="5560942"/>
                <a:ext cx="170640" cy="3045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C0C9A22-119A-0126-BB1F-110E41FADC7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834127" y="5543302"/>
                  <a:ext cx="2062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A91B0A5-BBAB-5424-2ABA-19E35B362F49}"/>
                    </a:ext>
                  </a:extLst>
                </p14:cNvPr>
                <p14:cNvContentPartPr/>
                <p14:nvPr/>
              </p14:nvContentPartPr>
              <p14:xfrm>
                <a:off x="7663487" y="5925262"/>
                <a:ext cx="386640" cy="784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A91B0A5-BBAB-5424-2ABA-19E35B362F4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645847" y="5907622"/>
                  <a:ext cx="422280" cy="11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C1CAF5E-395E-D1A9-CE41-38EA68D6FBDB}"/>
                  </a:ext>
                </a:extLst>
              </p14:cNvPr>
              <p14:cNvContentPartPr/>
              <p14:nvPr/>
            </p14:nvContentPartPr>
            <p14:xfrm>
              <a:off x="7834487" y="6159262"/>
              <a:ext cx="374040" cy="2390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C1CAF5E-395E-D1A9-CE41-38EA68D6FBD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816847" y="6141622"/>
                <a:ext cx="409680" cy="27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99AD3A4B-4D9F-3B4D-0E41-BA1AFDFA94BA}"/>
              </a:ext>
            </a:extLst>
          </p:cNvPr>
          <p:cNvGrpSpPr/>
          <p:nvPr/>
        </p:nvGrpSpPr>
        <p:grpSpPr>
          <a:xfrm>
            <a:off x="8684447" y="5488222"/>
            <a:ext cx="922680" cy="363960"/>
            <a:chOff x="8684447" y="5488222"/>
            <a:chExt cx="92268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B5A9438-4335-C81F-119F-E59D74C5FE05}"/>
                    </a:ext>
                  </a:extLst>
                </p14:cNvPr>
                <p14:cNvContentPartPr/>
                <p14:nvPr/>
              </p14:nvContentPartPr>
              <p14:xfrm>
                <a:off x="8684447" y="5587582"/>
                <a:ext cx="282960" cy="130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B5A9438-4335-C81F-119F-E59D74C5FE0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666447" y="5569582"/>
                  <a:ext cx="318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3FA52F4-C87A-E87C-57EA-F8A5525E9273}"/>
                    </a:ext>
                  </a:extLst>
                </p14:cNvPr>
                <p14:cNvContentPartPr/>
                <p14:nvPr/>
              </p14:nvContentPartPr>
              <p14:xfrm>
                <a:off x="9305447" y="5488222"/>
                <a:ext cx="301680" cy="1756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3FA52F4-C87A-E87C-57EA-F8A5525E927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87807" y="5470582"/>
                  <a:ext cx="337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BD4CC65-1A5A-988A-B71D-5117AD2B7CCE}"/>
                    </a:ext>
                  </a:extLst>
                </p14:cNvPr>
                <p14:cNvContentPartPr/>
                <p14:nvPr/>
              </p14:nvContentPartPr>
              <p14:xfrm>
                <a:off x="9217967" y="5780542"/>
                <a:ext cx="305640" cy="71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BD4CC65-1A5A-988A-B71D-5117AD2B7CC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200327" y="5762542"/>
                  <a:ext cx="341280" cy="10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5FAE31B-A15C-830F-10CA-59F21D076F8A}"/>
                  </a:ext>
                </a:extLst>
              </p14:cNvPr>
              <p14:cNvContentPartPr/>
              <p14:nvPr/>
            </p14:nvContentPartPr>
            <p14:xfrm>
              <a:off x="9329927" y="5973142"/>
              <a:ext cx="306000" cy="1987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5FAE31B-A15C-830F-10CA-59F21D076F8A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312287" y="5955502"/>
                <a:ext cx="34164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4F723BB3-312C-F4D4-AB55-A82FC5167C87}"/>
              </a:ext>
            </a:extLst>
          </p:cNvPr>
          <p:cNvGrpSpPr/>
          <p:nvPr/>
        </p:nvGrpSpPr>
        <p:grpSpPr>
          <a:xfrm>
            <a:off x="9925727" y="5526022"/>
            <a:ext cx="120240" cy="140400"/>
            <a:chOff x="9925727" y="5526022"/>
            <a:chExt cx="120240" cy="14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22088AB-E04A-2A17-DF32-1DFD1B877951}"/>
                    </a:ext>
                  </a:extLst>
                </p14:cNvPr>
                <p14:cNvContentPartPr/>
                <p14:nvPr/>
              </p14:nvContentPartPr>
              <p14:xfrm>
                <a:off x="9941207" y="5526022"/>
                <a:ext cx="70560" cy="54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22088AB-E04A-2A17-DF32-1DFD1B87795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923207" y="5508022"/>
                  <a:ext cx="106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5E6CC9C-918C-5B5C-8AA3-402DF3252121}"/>
                    </a:ext>
                  </a:extLst>
                </p14:cNvPr>
                <p14:cNvContentPartPr/>
                <p14:nvPr/>
              </p14:nvContentPartPr>
              <p14:xfrm>
                <a:off x="9925727" y="5636902"/>
                <a:ext cx="120240" cy="29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5E6CC9C-918C-5B5C-8AA3-402DF325212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908087" y="5618902"/>
                  <a:ext cx="15588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291E39B-0854-5ABA-DE1B-1C81EE410286}"/>
              </a:ext>
            </a:extLst>
          </p:cNvPr>
          <p:cNvGrpSpPr/>
          <p:nvPr/>
        </p:nvGrpSpPr>
        <p:grpSpPr>
          <a:xfrm>
            <a:off x="10356287" y="5220382"/>
            <a:ext cx="1324080" cy="716040"/>
            <a:chOff x="10356287" y="5220382"/>
            <a:chExt cx="1324080" cy="71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365992C-12ED-5CAB-5CBC-CC05320A6C8A}"/>
                    </a:ext>
                  </a:extLst>
                </p14:cNvPr>
                <p14:cNvContentPartPr/>
                <p14:nvPr/>
              </p14:nvContentPartPr>
              <p14:xfrm>
                <a:off x="10433687" y="5307862"/>
                <a:ext cx="99720" cy="3135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365992C-12ED-5CAB-5CBC-CC05320A6C8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415687" y="5290222"/>
                  <a:ext cx="1353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8202C33-8546-E01C-F122-EDC1F369A23E}"/>
                    </a:ext>
                  </a:extLst>
                </p14:cNvPr>
                <p14:cNvContentPartPr/>
                <p14:nvPr/>
              </p14:nvContentPartPr>
              <p14:xfrm>
                <a:off x="10356287" y="5411902"/>
                <a:ext cx="165960" cy="73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8202C33-8546-E01C-F122-EDC1F369A23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338287" y="5394262"/>
                  <a:ext cx="201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D1C4A20-FC70-9530-731A-57C646E09244}"/>
                    </a:ext>
                  </a:extLst>
                </p14:cNvPr>
                <p14:cNvContentPartPr/>
                <p14:nvPr/>
              </p14:nvContentPartPr>
              <p14:xfrm>
                <a:off x="10763807" y="5220382"/>
                <a:ext cx="155520" cy="4806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D1C4A20-FC70-9530-731A-57C646E0924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746167" y="5202742"/>
                  <a:ext cx="19116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264B2CB-EB1F-CCE2-82D1-0E9485F23858}"/>
                    </a:ext>
                  </a:extLst>
                </p14:cNvPr>
                <p14:cNvContentPartPr/>
                <p14:nvPr/>
              </p14:nvContentPartPr>
              <p14:xfrm>
                <a:off x="10896287" y="5440702"/>
                <a:ext cx="184680" cy="2311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264B2CB-EB1F-CCE2-82D1-0E9485F2385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878287" y="5422702"/>
                  <a:ext cx="2203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9B86859-B585-8D8B-50C6-C4A59C310384}"/>
                    </a:ext>
                  </a:extLst>
                </p14:cNvPr>
                <p14:cNvContentPartPr/>
                <p14:nvPr/>
              </p14:nvContentPartPr>
              <p14:xfrm>
                <a:off x="11105447" y="5450062"/>
                <a:ext cx="413640" cy="486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9B86859-B585-8D8B-50C6-C4A59C31038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087447" y="5432062"/>
                  <a:ext cx="44928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948DA34-AD17-2A12-5545-C977AA4F7CFE}"/>
                    </a:ext>
                  </a:extLst>
                </p14:cNvPr>
                <p14:cNvContentPartPr/>
                <p14:nvPr/>
              </p14:nvContentPartPr>
              <p14:xfrm>
                <a:off x="11416847" y="5232622"/>
                <a:ext cx="263520" cy="703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948DA34-AD17-2A12-5545-C977AA4F7CF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399207" y="5214622"/>
                  <a:ext cx="299160" cy="73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360489F4-083D-47CE-C8AE-A2158B9E41C7}"/>
              </a:ext>
            </a:extLst>
          </p:cNvPr>
          <p:cNvGrpSpPr/>
          <p:nvPr/>
        </p:nvGrpSpPr>
        <p:grpSpPr>
          <a:xfrm>
            <a:off x="585527" y="5330182"/>
            <a:ext cx="2071080" cy="1477800"/>
            <a:chOff x="585527" y="5330182"/>
            <a:chExt cx="2071080" cy="147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6B98E4B-8706-02B4-23EB-1894705EF992}"/>
                    </a:ext>
                  </a:extLst>
                </p14:cNvPr>
                <p14:cNvContentPartPr/>
                <p14:nvPr/>
              </p14:nvContentPartPr>
              <p14:xfrm>
                <a:off x="585527" y="5673982"/>
                <a:ext cx="284400" cy="253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6B98E4B-8706-02B4-23EB-1894705EF99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67887" y="5656342"/>
                  <a:ext cx="320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FA22393-AB63-0067-27C8-3EB9199A99B1}"/>
                    </a:ext>
                  </a:extLst>
                </p14:cNvPr>
                <p14:cNvContentPartPr/>
                <p14:nvPr/>
              </p14:nvContentPartPr>
              <p14:xfrm>
                <a:off x="619007" y="5641222"/>
                <a:ext cx="192600" cy="430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FA22393-AB63-0067-27C8-3EB9199A99B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01367" y="5623222"/>
                  <a:ext cx="22824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5B640AD-1900-9E4D-99A8-92EAD94F4A1E}"/>
                    </a:ext>
                  </a:extLst>
                </p14:cNvPr>
                <p14:cNvContentPartPr/>
                <p14:nvPr/>
              </p14:nvContentPartPr>
              <p14:xfrm>
                <a:off x="984047" y="5906182"/>
                <a:ext cx="7920" cy="249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5B640AD-1900-9E4D-99A8-92EAD94F4A1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66047" y="5888542"/>
                  <a:ext cx="435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4E285E2-6AB0-611F-38AA-20709F00CEDE}"/>
                    </a:ext>
                  </a:extLst>
                </p14:cNvPr>
                <p14:cNvContentPartPr/>
                <p14:nvPr/>
              </p14:nvContentPartPr>
              <p14:xfrm>
                <a:off x="1193207" y="5814382"/>
                <a:ext cx="156240" cy="532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4E285E2-6AB0-611F-38AA-20709F00CED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75567" y="5796742"/>
                  <a:ext cx="191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9C51F2E-C74B-8C90-CB97-E187E26CAD8D}"/>
                    </a:ext>
                  </a:extLst>
                </p14:cNvPr>
                <p14:cNvContentPartPr/>
                <p14:nvPr/>
              </p14:nvContentPartPr>
              <p14:xfrm>
                <a:off x="1218047" y="5350702"/>
                <a:ext cx="972000" cy="1449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9C51F2E-C74B-8C90-CB97-E187E26CAD8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200047" y="5332702"/>
                  <a:ext cx="1007640" cy="14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A2DDBDB-6C10-263C-F200-195280BED3AA}"/>
                    </a:ext>
                  </a:extLst>
                </p14:cNvPr>
                <p14:cNvContentPartPr/>
                <p14:nvPr/>
              </p14:nvContentPartPr>
              <p14:xfrm>
                <a:off x="2200847" y="5482462"/>
                <a:ext cx="23760" cy="2242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A2DDBDB-6C10-263C-F200-195280BED3A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182847" y="5464822"/>
                  <a:ext cx="59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F6D6044-33EF-9F50-9741-F8C27926D169}"/>
                    </a:ext>
                  </a:extLst>
                </p14:cNvPr>
                <p14:cNvContentPartPr/>
                <p14:nvPr/>
              </p14:nvContentPartPr>
              <p14:xfrm>
                <a:off x="2178167" y="5976382"/>
                <a:ext cx="205200" cy="178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F6D6044-33EF-9F50-9741-F8C27926D16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160167" y="5958382"/>
                  <a:ext cx="240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5DBB5FB-941C-C0F9-7EB4-1334F66E6FC8}"/>
                    </a:ext>
                  </a:extLst>
                </p14:cNvPr>
                <p14:cNvContentPartPr/>
                <p14:nvPr/>
              </p14:nvContentPartPr>
              <p14:xfrm>
                <a:off x="2155487" y="6374182"/>
                <a:ext cx="296280" cy="1756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5DBB5FB-941C-C0F9-7EB4-1334F66E6FC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137487" y="6356542"/>
                  <a:ext cx="331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07F36A8-7CBD-3624-77C9-036E883B79E1}"/>
                    </a:ext>
                  </a:extLst>
                </p14:cNvPr>
                <p14:cNvContentPartPr/>
                <p14:nvPr/>
              </p14:nvContentPartPr>
              <p14:xfrm>
                <a:off x="2307767" y="5330182"/>
                <a:ext cx="348840" cy="1477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07F36A8-7CBD-3624-77C9-036E883B79E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289767" y="5312182"/>
                  <a:ext cx="384480" cy="151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86973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CDB5-E76B-1742-8201-531315AD0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3273A63-8E59-2654-3C4A-9F27C30E0149}"/>
              </a:ext>
            </a:extLst>
          </p:cNvPr>
          <p:cNvGrpSpPr/>
          <p:nvPr/>
        </p:nvGrpSpPr>
        <p:grpSpPr>
          <a:xfrm>
            <a:off x="426767" y="203422"/>
            <a:ext cx="678240" cy="309600"/>
            <a:chOff x="426767" y="203422"/>
            <a:chExt cx="67824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52588A0-F178-8B0B-3781-353FF6BF14EE}"/>
                    </a:ext>
                  </a:extLst>
                </p14:cNvPr>
                <p14:cNvContentPartPr/>
                <p14:nvPr/>
              </p14:nvContentPartPr>
              <p14:xfrm>
                <a:off x="605687" y="203422"/>
                <a:ext cx="20520" cy="309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52588A0-F178-8B0B-3781-353FF6BF14E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7687" y="185422"/>
                  <a:ext cx="561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D8F3C8C-AFB3-D8E0-DCD6-FF0EDA841900}"/>
                    </a:ext>
                  </a:extLst>
                </p14:cNvPr>
                <p14:cNvContentPartPr/>
                <p14:nvPr/>
              </p14:nvContentPartPr>
              <p14:xfrm>
                <a:off x="426767" y="372262"/>
                <a:ext cx="191520" cy="135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D8F3C8C-AFB3-D8E0-DCD6-FF0EDA8419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8767" y="354622"/>
                  <a:ext cx="227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FF46647-EF49-011A-20C8-E0660FD61378}"/>
                    </a:ext>
                  </a:extLst>
                </p14:cNvPr>
                <p14:cNvContentPartPr/>
                <p14:nvPr/>
              </p14:nvContentPartPr>
              <p14:xfrm>
                <a:off x="719447" y="356422"/>
                <a:ext cx="126720" cy="37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FF46647-EF49-011A-20C8-E0660FD613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1447" y="338422"/>
                  <a:ext cx="162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FC9B5F-E50A-A080-65E4-8A863A922951}"/>
                    </a:ext>
                  </a:extLst>
                </p14:cNvPr>
                <p14:cNvContentPartPr/>
                <p14:nvPr/>
              </p14:nvContentPartPr>
              <p14:xfrm>
                <a:off x="760847" y="431662"/>
                <a:ext cx="113400" cy="50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FC9B5F-E50A-A080-65E4-8A863A92295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2847" y="413662"/>
                  <a:ext cx="149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4F3099F-87E7-E5CF-DF7E-07DE197B341B}"/>
                    </a:ext>
                  </a:extLst>
                </p14:cNvPr>
                <p14:cNvContentPartPr/>
                <p14:nvPr/>
              </p14:nvContentPartPr>
              <p14:xfrm>
                <a:off x="934727" y="251302"/>
                <a:ext cx="170280" cy="234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4F3099F-87E7-E5CF-DF7E-07DE197B341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7087" y="233302"/>
                  <a:ext cx="20592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F1AC69-5485-8DBC-2838-C220670861EB}"/>
              </a:ext>
            </a:extLst>
          </p:cNvPr>
          <p:cNvGrpSpPr/>
          <p:nvPr/>
        </p:nvGrpSpPr>
        <p:grpSpPr>
          <a:xfrm>
            <a:off x="3017687" y="141502"/>
            <a:ext cx="2144160" cy="763920"/>
            <a:chOff x="3017687" y="141502"/>
            <a:chExt cx="2144160" cy="76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3A2CCE-8FE5-857F-3114-C8D1C8DE8AA3}"/>
                    </a:ext>
                  </a:extLst>
                </p14:cNvPr>
                <p14:cNvContentPartPr/>
                <p14:nvPr/>
              </p14:nvContentPartPr>
              <p14:xfrm>
                <a:off x="3324407" y="248062"/>
                <a:ext cx="162720" cy="309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3A2CCE-8FE5-857F-3114-C8D1C8DE8AA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06767" y="230422"/>
                  <a:ext cx="1983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03FEBD6-E9F9-DB18-E36C-164F9F8EDE1E}"/>
                    </a:ext>
                  </a:extLst>
                </p14:cNvPr>
                <p14:cNvContentPartPr/>
                <p14:nvPr/>
              </p14:nvContentPartPr>
              <p14:xfrm>
                <a:off x="3343127" y="410062"/>
                <a:ext cx="156240" cy="50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03FEBD6-E9F9-DB18-E36C-164F9F8EDE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25127" y="392062"/>
                  <a:ext cx="191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E0D36E-CF1A-9D93-E52F-955C462176A1}"/>
                    </a:ext>
                  </a:extLst>
                </p14:cNvPr>
                <p14:cNvContentPartPr/>
                <p14:nvPr/>
              </p14:nvContentPartPr>
              <p14:xfrm>
                <a:off x="3639767" y="388822"/>
                <a:ext cx="101160" cy="32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E0D36E-CF1A-9D93-E52F-955C462176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22127" y="371182"/>
                  <a:ext cx="136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7B0E58A-B2C5-B921-93FE-CB0089B09A9A}"/>
                    </a:ext>
                  </a:extLst>
                </p14:cNvPr>
                <p14:cNvContentPartPr/>
                <p14:nvPr/>
              </p14:nvContentPartPr>
              <p14:xfrm>
                <a:off x="3828047" y="239782"/>
                <a:ext cx="137880" cy="26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7B0E58A-B2C5-B921-93FE-CB0089B09A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10047" y="222142"/>
                  <a:ext cx="1735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9EF5FD9-2AF0-41E2-70D8-21CBA64631ED}"/>
                    </a:ext>
                  </a:extLst>
                </p14:cNvPr>
                <p14:cNvContentPartPr/>
                <p14:nvPr/>
              </p14:nvContentPartPr>
              <p14:xfrm>
                <a:off x="4087607" y="285862"/>
                <a:ext cx="132120" cy="24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9EF5FD9-2AF0-41E2-70D8-21CBA64631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69967" y="268222"/>
                  <a:ext cx="167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DCA42F-E07F-60F5-6D25-56F04C73FCE8}"/>
                    </a:ext>
                  </a:extLst>
                </p14:cNvPr>
                <p14:cNvContentPartPr/>
                <p14:nvPr/>
              </p14:nvContentPartPr>
              <p14:xfrm>
                <a:off x="4134767" y="286222"/>
                <a:ext cx="66240" cy="221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DCA42F-E07F-60F5-6D25-56F04C73FCE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17127" y="268582"/>
                  <a:ext cx="101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FBE3EAE-ED72-1648-361D-2E70042FADB8}"/>
                    </a:ext>
                  </a:extLst>
                </p14:cNvPr>
                <p14:cNvContentPartPr/>
                <p14:nvPr/>
              </p14:nvContentPartPr>
              <p14:xfrm>
                <a:off x="4078607" y="487462"/>
                <a:ext cx="193680" cy="61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FBE3EAE-ED72-1648-361D-2E70042FADB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60967" y="469462"/>
                  <a:ext cx="229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14D3662-0202-C244-97DB-FB0EF09079B4}"/>
                    </a:ext>
                  </a:extLst>
                </p14:cNvPr>
                <p14:cNvContentPartPr/>
                <p14:nvPr/>
              </p14:nvContentPartPr>
              <p14:xfrm>
                <a:off x="4240967" y="141502"/>
                <a:ext cx="262800" cy="65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14D3662-0202-C244-97DB-FB0EF09079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23327" y="123862"/>
                  <a:ext cx="2984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A2419DF-5FDA-A575-E1AA-7E3467B620A3}"/>
                    </a:ext>
                  </a:extLst>
                </p14:cNvPr>
                <p14:cNvContentPartPr/>
                <p14:nvPr/>
              </p14:nvContentPartPr>
              <p14:xfrm>
                <a:off x="3017687" y="185782"/>
                <a:ext cx="208800" cy="719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A2419DF-5FDA-A575-E1AA-7E3467B620A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99687" y="167782"/>
                  <a:ext cx="24444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AD0FD02-E18B-BCB3-DD8C-FFDEB422DD32}"/>
                    </a:ext>
                  </a:extLst>
                </p14:cNvPr>
                <p14:cNvContentPartPr/>
                <p14:nvPr/>
              </p14:nvContentPartPr>
              <p14:xfrm>
                <a:off x="4725527" y="336262"/>
                <a:ext cx="99360" cy="205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AD0FD02-E18B-BCB3-DD8C-FFDEB422DD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7527" y="318622"/>
                  <a:ext cx="135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B7AE3E7-B05B-E015-2BA7-18A3F15B96D3}"/>
                    </a:ext>
                  </a:extLst>
                </p14:cNvPr>
                <p14:cNvContentPartPr/>
                <p14:nvPr/>
              </p14:nvContentPartPr>
              <p14:xfrm>
                <a:off x="4648127" y="382342"/>
                <a:ext cx="179640" cy="188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B7AE3E7-B05B-E015-2BA7-18A3F15B96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30127" y="364702"/>
                  <a:ext cx="215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66D92F-04A8-67EA-BC50-DEB46F1862F5}"/>
                    </a:ext>
                  </a:extLst>
                </p14:cNvPr>
                <p14:cNvContentPartPr/>
                <p14:nvPr/>
              </p14:nvContentPartPr>
              <p14:xfrm>
                <a:off x="4982207" y="400342"/>
                <a:ext cx="151560" cy="18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66D92F-04A8-67EA-BC50-DEB46F1862F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64207" y="382342"/>
                  <a:ext cx="187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3BF9ED-AC50-BD79-3720-2F29AC67FBC0}"/>
                    </a:ext>
                  </a:extLst>
                </p14:cNvPr>
                <p14:cNvContentPartPr/>
                <p14:nvPr/>
              </p14:nvContentPartPr>
              <p14:xfrm>
                <a:off x="5025767" y="486022"/>
                <a:ext cx="136080" cy="45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3BF9ED-AC50-BD79-3720-2F29AC67FBC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07767" y="468382"/>
                  <a:ext cx="17172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E9127B3-1C41-D5BF-2447-74F155391493}"/>
                  </a:ext>
                </a:extLst>
              </p14:cNvPr>
              <p14:cNvContentPartPr/>
              <p14:nvPr/>
            </p14:nvContentPartPr>
            <p14:xfrm>
              <a:off x="5516807" y="254542"/>
              <a:ext cx="215280" cy="235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E9127B3-1C41-D5BF-2447-74F1553914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499167" y="236902"/>
                <a:ext cx="2509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2B70445-AB86-37A8-39B4-6B0DB0178FE3}"/>
                  </a:ext>
                </a:extLst>
              </p14:cNvPr>
              <p14:cNvContentPartPr/>
              <p14:nvPr/>
            </p14:nvContentPartPr>
            <p14:xfrm>
              <a:off x="1630247" y="1050862"/>
              <a:ext cx="739080" cy="1670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2B70445-AB86-37A8-39B4-6B0DB0178FE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612247" y="1033222"/>
                <a:ext cx="774720" cy="170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44A94979-00C6-EE4E-6F9B-A25D810EE35B}"/>
              </a:ext>
            </a:extLst>
          </p:cNvPr>
          <p:cNvGrpSpPr/>
          <p:nvPr/>
        </p:nvGrpSpPr>
        <p:grpSpPr>
          <a:xfrm>
            <a:off x="1852007" y="1307542"/>
            <a:ext cx="194040" cy="249480"/>
            <a:chOff x="1852007" y="1307542"/>
            <a:chExt cx="19404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97EAB1-F9B7-53CC-D227-610D35F7A8EC}"/>
                    </a:ext>
                  </a:extLst>
                </p14:cNvPr>
                <p14:cNvContentPartPr/>
                <p14:nvPr/>
              </p14:nvContentPartPr>
              <p14:xfrm>
                <a:off x="1897727" y="1307542"/>
                <a:ext cx="94320" cy="16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97EAB1-F9B7-53CC-D227-610D35F7A8E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79727" y="1289542"/>
                  <a:ext cx="129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479ADA-A35D-B06C-6D94-12053C188872}"/>
                    </a:ext>
                  </a:extLst>
                </p14:cNvPr>
                <p14:cNvContentPartPr/>
                <p14:nvPr/>
              </p14:nvContentPartPr>
              <p14:xfrm>
                <a:off x="1852007" y="1353622"/>
                <a:ext cx="194040" cy="203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479ADA-A35D-B06C-6D94-12053C18887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34367" y="1335982"/>
                  <a:ext cx="22968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E28D7BD-FEB7-6942-CBDC-498D9A1862EE}"/>
              </a:ext>
            </a:extLst>
          </p:cNvPr>
          <p:cNvGrpSpPr/>
          <p:nvPr/>
        </p:nvGrpSpPr>
        <p:grpSpPr>
          <a:xfrm>
            <a:off x="2634287" y="1180822"/>
            <a:ext cx="392400" cy="272160"/>
            <a:chOff x="2634287" y="1180822"/>
            <a:chExt cx="39240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0EE06B6-62FB-4D49-D5D6-AEA84BD75BAD}"/>
                    </a:ext>
                  </a:extLst>
                </p14:cNvPr>
                <p14:cNvContentPartPr/>
                <p14:nvPr/>
              </p14:nvContentPartPr>
              <p14:xfrm>
                <a:off x="2634287" y="1330222"/>
                <a:ext cx="126000" cy="27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0EE06B6-62FB-4D49-D5D6-AEA84BD75BA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16647" y="1312582"/>
                  <a:ext cx="1616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B29BBAC-934C-41A1-E6FF-8C6E15411DBF}"/>
                    </a:ext>
                  </a:extLst>
                </p14:cNvPr>
                <p14:cNvContentPartPr/>
                <p14:nvPr/>
              </p14:nvContentPartPr>
              <p14:xfrm>
                <a:off x="2911847" y="1180822"/>
                <a:ext cx="114840" cy="272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B29BBAC-934C-41A1-E6FF-8C6E15411D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94207" y="1162822"/>
                  <a:ext cx="150480" cy="30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E67991A-FA41-8FCD-A544-76D91F2AA887}"/>
                  </a:ext>
                </a:extLst>
              </p14:cNvPr>
              <p14:cNvContentPartPr/>
              <p14:nvPr/>
            </p14:nvContentPartPr>
            <p14:xfrm>
              <a:off x="3569927" y="1206022"/>
              <a:ext cx="296280" cy="2250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E67991A-FA41-8FCD-A544-76D91F2AA88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552287" y="1188382"/>
                <a:ext cx="331920" cy="26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18AD671-548E-8F6A-AA63-2BDBEAE82B89}"/>
              </a:ext>
            </a:extLst>
          </p:cNvPr>
          <p:cNvGrpSpPr/>
          <p:nvPr/>
        </p:nvGrpSpPr>
        <p:grpSpPr>
          <a:xfrm>
            <a:off x="1942007" y="1828102"/>
            <a:ext cx="244440" cy="207000"/>
            <a:chOff x="1942007" y="1828102"/>
            <a:chExt cx="24444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26AE6F-128F-9ACD-93FF-BCD067F2BDE7}"/>
                    </a:ext>
                  </a:extLst>
                </p14:cNvPr>
                <p14:cNvContentPartPr/>
                <p14:nvPr/>
              </p14:nvContentPartPr>
              <p14:xfrm>
                <a:off x="1942007" y="1887502"/>
                <a:ext cx="92880" cy="13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26AE6F-128F-9ACD-93FF-BCD067F2BDE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24367" y="1869862"/>
                  <a:ext cx="1285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4C869E-4934-FA26-CCA1-E6F90CAA619A}"/>
                    </a:ext>
                  </a:extLst>
                </p14:cNvPr>
                <p14:cNvContentPartPr/>
                <p14:nvPr/>
              </p14:nvContentPartPr>
              <p14:xfrm>
                <a:off x="2096087" y="1828102"/>
                <a:ext cx="90360" cy="207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4C869E-4934-FA26-CCA1-E6F90CAA61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78447" y="1810462"/>
                  <a:ext cx="126000" cy="24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F01FA2C-40DA-CAA2-9F1C-8064F77B0BAB}"/>
                  </a:ext>
                </a:extLst>
              </p14:cNvPr>
              <p14:cNvContentPartPr/>
              <p14:nvPr/>
            </p14:nvContentPartPr>
            <p14:xfrm>
              <a:off x="1960007" y="2296822"/>
              <a:ext cx="202680" cy="240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F01FA2C-40DA-CAA2-9F1C-8064F77B0BA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942367" y="2279182"/>
                <a:ext cx="23832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BE90D49-CB59-C1D5-8560-838096497DC4}"/>
                  </a:ext>
                </a:extLst>
              </p14:cNvPr>
              <p14:cNvContentPartPr/>
              <p14:nvPr/>
            </p14:nvContentPartPr>
            <p14:xfrm>
              <a:off x="2807447" y="1784182"/>
              <a:ext cx="114840" cy="297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BE90D49-CB59-C1D5-8560-838096497DC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89447" y="1766182"/>
                <a:ext cx="150480" cy="33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EABF964-0B8F-A328-8250-0D65C8B3694C}"/>
              </a:ext>
            </a:extLst>
          </p:cNvPr>
          <p:cNvGrpSpPr/>
          <p:nvPr/>
        </p:nvGrpSpPr>
        <p:grpSpPr>
          <a:xfrm>
            <a:off x="2568767" y="2321662"/>
            <a:ext cx="441360" cy="367200"/>
            <a:chOff x="2568767" y="2321662"/>
            <a:chExt cx="44136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7A2FF5-20A4-DB61-8C7B-490BDE8CCA6A}"/>
                    </a:ext>
                  </a:extLst>
                </p14:cNvPr>
                <p14:cNvContentPartPr/>
                <p14:nvPr/>
              </p14:nvContentPartPr>
              <p14:xfrm>
                <a:off x="2568767" y="2454142"/>
                <a:ext cx="218520" cy="67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7A2FF5-20A4-DB61-8C7B-490BDE8CCA6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51127" y="2436142"/>
                  <a:ext cx="254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8B918B8-7456-A89A-5F76-10571F57A2CB}"/>
                    </a:ext>
                  </a:extLst>
                </p14:cNvPr>
                <p14:cNvContentPartPr/>
                <p14:nvPr/>
              </p14:nvContentPartPr>
              <p14:xfrm>
                <a:off x="2884127" y="2321662"/>
                <a:ext cx="126000" cy="367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8B918B8-7456-A89A-5F76-10571F57A2C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66127" y="2304022"/>
                  <a:ext cx="161640" cy="40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71A40B8-E916-E6A6-FB32-0BA19EE32E9A}"/>
              </a:ext>
            </a:extLst>
          </p:cNvPr>
          <p:cNvGrpSpPr/>
          <p:nvPr/>
        </p:nvGrpSpPr>
        <p:grpSpPr>
          <a:xfrm>
            <a:off x="3511967" y="1130422"/>
            <a:ext cx="1581840" cy="1545120"/>
            <a:chOff x="3511967" y="1130422"/>
            <a:chExt cx="1581840" cy="154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D82165F-4ABC-1840-E437-85F12AAC6340}"/>
                    </a:ext>
                  </a:extLst>
                </p14:cNvPr>
                <p14:cNvContentPartPr/>
                <p14:nvPr/>
              </p14:nvContentPartPr>
              <p14:xfrm>
                <a:off x="3511967" y="1858342"/>
                <a:ext cx="153720" cy="33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D82165F-4ABC-1840-E437-85F12AAC63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93967" y="1840342"/>
                  <a:ext cx="189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84965F2-079F-C741-CD41-9B645D018D6D}"/>
                    </a:ext>
                  </a:extLst>
                </p14:cNvPr>
                <p14:cNvContentPartPr/>
                <p14:nvPr/>
              </p14:nvContentPartPr>
              <p14:xfrm>
                <a:off x="3778367" y="1716142"/>
                <a:ext cx="116280" cy="330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84965F2-079F-C741-CD41-9B645D018D6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60727" y="1698142"/>
                  <a:ext cx="1519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60E5B16-3B12-C9BE-220F-66098B9BA549}"/>
                    </a:ext>
                  </a:extLst>
                </p14:cNvPr>
                <p14:cNvContentPartPr/>
                <p14:nvPr/>
              </p14:nvContentPartPr>
              <p14:xfrm>
                <a:off x="3719687" y="2295382"/>
                <a:ext cx="164160" cy="249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60E5B16-3B12-C9BE-220F-66098B9BA5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02047" y="2277382"/>
                  <a:ext cx="1998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BF25C32-7235-5F05-4D42-B22E0B2BEC3A}"/>
                    </a:ext>
                  </a:extLst>
                </p14:cNvPr>
                <p14:cNvContentPartPr/>
                <p14:nvPr/>
              </p14:nvContentPartPr>
              <p14:xfrm>
                <a:off x="3878807" y="1147702"/>
                <a:ext cx="276480" cy="1527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BF25C32-7235-5F05-4D42-B22E0B2BEC3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60807" y="1130062"/>
                  <a:ext cx="31212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109A562-B867-8050-862E-5CFEA73671A8}"/>
                    </a:ext>
                  </a:extLst>
                </p14:cNvPr>
                <p14:cNvContentPartPr/>
                <p14:nvPr/>
              </p14:nvContentPartPr>
              <p14:xfrm>
                <a:off x="4323047" y="1130422"/>
                <a:ext cx="336600" cy="1537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109A562-B867-8050-862E-5CFEA73671A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05047" y="1112782"/>
                  <a:ext cx="372240" cy="15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226DD3B-0240-AFDE-309F-7A5B1389A96F}"/>
                    </a:ext>
                  </a:extLst>
                </p14:cNvPr>
                <p14:cNvContentPartPr/>
                <p14:nvPr/>
              </p14:nvContentPartPr>
              <p14:xfrm>
                <a:off x="4567847" y="1271902"/>
                <a:ext cx="213840" cy="151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226DD3B-0240-AFDE-309F-7A5B1389A96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49847" y="1253902"/>
                  <a:ext cx="2494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4E07EFD-699E-98D3-2191-305D1B3A77CC}"/>
                    </a:ext>
                  </a:extLst>
                </p14:cNvPr>
                <p14:cNvContentPartPr/>
                <p14:nvPr/>
              </p14:nvContentPartPr>
              <p14:xfrm>
                <a:off x="4684847" y="1744222"/>
                <a:ext cx="99360" cy="329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4E07EFD-699E-98D3-2191-305D1B3A77C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66847" y="1726582"/>
                  <a:ext cx="13500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CECCDCC-0069-7F2F-47D6-36D3F6B12563}"/>
                    </a:ext>
                  </a:extLst>
                </p14:cNvPr>
                <p14:cNvContentPartPr/>
                <p14:nvPr/>
              </p14:nvContentPartPr>
              <p14:xfrm>
                <a:off x="4653887" y="2322742"/>
                <a:ext cx="198720" cy="173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CECCDCC-0069-7F2F-47D6-36D3F6B1256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35887" y="2305102"/>
                  <a:ext cx="234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696797-03BE-792C-5AED-B5983248BAB0}"/>
                    </a:ext>
                  </a:extLst>
                </p14:cNvPr>
                <p14:cNvContentPartPr/>
                <p14:nvPr/>
              </p14:nvContentPartPr>
              <p14:xfrm>
                <a:off x="4800767" y="1130422"/>
                <a:ext cx="293040" cy="1515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696797-03BE-792C-5AED-B5983248BAB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83127" y="1112422"/>
                  <a:ext cx="328680" cy="155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1D519A0-A98B-8C6C-CD6C-39E8E017C4C1}"/>
              </a:ext>
            </a:extLst>
          </p:cNvPr>
          <p:cNvGrpSpPr/>
          <p:nvPr/>
        </p:nvGrpSpPr>
        <p:grpSpPr>
          <a:xfrm>
            <a:off x="5324207" y="939262"/>
            <a:ext cx="831240" cy="1735200"/>
            <a:chOff x="5324207" y="939262"/>
            <a:chExt cx="831240" cy="173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71D8B90-1F8B-8166-7E94-960C093526DF}"/>
                    </a:ext>
                  </a:extLst>
                </p14:cNvPr>
                <p14:cNvContentPartPr/>
                <p14:nvPr/>
              </p14:nvContentPartPr>
              <p14:xfrm>
                <a:off x="5324207" y="1773742"/>
                <a:ext cx="101160" cy="26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71D8B90-1F8B-8166-7E94-960C093526D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06567" y="1755742"/>
                  <a:ext cx="136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ED19201-9D0E-3F18-E848-364AFBB3F630}"/>
                    </a:ext>
                  </a:extLst>
                </p14:cNvPr>
                <p14:cNvContentPartPr/>
                <p14:nvPr/>
              </p14:nvContentPartPr>
              <p14:xfrm>
                <a:off x="5350847" y="1819462"/>
                <a:ext cx="127800" cy="60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ED19201-9D0E-3F18-E848-364AFBB3F63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32847" y="1801822"/>
                  <a:ext cx="163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0F3F803-6F40-0447-6B77-8D723F22C4CD}"/>
                    </a:ext>
                  </a:extLst>
                </p14:cNvPr>
                <p14:cNvContentPartPr/>
                <p14:nvPr/>
              </p14:nvContentPartPr>
              <p14:xfrm>
                <a:off x="5557847" y="1081462"/>
                <a:ext cx="285480" cy="1593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0F3F803-6F40-0447-6B77-8D723F22C4C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40207" y="1063462"/>
                  <a:ext cx="321120" cy="16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93C5601-B8B2-BA17-E50C-D3BB2D803C82}"/>
                    </a:ext>
                  </a:extLst>
                </p14:cNvPr>
                <p14:cNvContentPartPr/>
                <p14:nvPr/>
              </p14:nvContentPartPr>
              <p14:xfrm>
                <a:off x="5742887" y="1224022"/>
                <a:ext cx="193320" cy="283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93C5601-B8B2-BA17-E50C-D3BB2D803C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24887" y="1206022"/>
                  <a:ext cx="2289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397933A-7D4D-49AA-FEB0-3B972FE34517}"/>
                    </a:ext>
                  </a:extLst>
                </p14:cNvPr>
                <p14:cNvContentPartPr/>
                <p14:nvPr/>
              </p14:nvContentPartPr>
              <p14:xfrm>
                <a:off x="5854487" y="1800382"/>
                <a:ext cx="149400" cy="255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397933A-7D4D-49AA-FEB0-3B972FE3451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36487" y="1782742"/>
                  <a:ext cx="1850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D2D007B-6BC9-6ADE-57C0-C54D3888E1DC}"/>
                    </a:ext>
                  </a:extLst>
                </p14:cNvPr>
                <p14:cNvContentPartPr/>
                <p14:nvPr/>
              </p14:nvContentPartPr>
              <p14:xfrm>
                <a:off x="5808407" y="2291422"/>
                <a:ext cx="159480" cy="243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D2D007B-6BC9-6ADE-57C0-C54D3888E1D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90407" y="2273422"/>
                  <a:ext cx="1951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B5085EF-F01E-F817-D676-ED48F12F029E}"/>
                    </a:ext>
                  </a:extLst>
                </p14:cNvPr>
                <p14:cNvContentPartPr/>
                <p14:nvPr/>
              </p14:nvContentPartPr>
              <p14:xfrm>
                <a:off x="5812727" y="939262"/>
                <a:ext cx="342720" cy="1735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B5085EF-F01E-F817-D676-ED48F12F02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94727" y="921622"/>
                  <a:ext cx="378360" cy="177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2FA9265-ED89-62E6-EE65-07FB817118A3}"/>
              </a:ext>
            </a:extLst>
          </p:cNvPr>
          <p:cNvGrpSpPr/>
          <p:nvPr/>
        </p:nvGrpSpPr>
        <p:grpSpPr>
          <a:xfrm>
            <a:off x="801167" y="3184222"/>
            <a:ext cx="2480040" cy="599760"/>
            <a:chOff x="801167" y="3184222"/>
            <a:chExt cx="2480040" cy="59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E9370DC-885B-5628-C610-FF913E4B41EC}"/>
                    </a:ext>
                  </a:extLst>
                </p14:cNvPr>
                <p14:cNvContentPartPr/>
                <p14:nvPr/>
              </p14:nvContentPartPr>
              <p14:xfrm>
                <a:off x="807647" y="3184222"/>
                <a:ext cx="159480" cy="30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E9370DC-885B-5628-C610-FF913E4B41E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0007" y="3166222"/>
                  <a:ext cx="195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3E47257-B9E4-FF03-5281-AC9AD8AA116D}"/>
                    </a:ext>
                  </a:extLst>
                </p14:cNvPr>
                <p14:cNvContentPartPr/>
                <p14:nvPr/>
              </p14:nvContentPartPr>
              <p14:xfrm>
                <a:off x="801167" y="3202222"/>
                <a:ext cx="106920" cy="227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3E47257-B9E4-FF03-5281-AC9AD8AA116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3167" y="3184222"/>
                  <a:ext cx="1425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DE190A0-EBF7-0901-7B07-BFBCDBF9BF8A}"/>
                    </a:ext>
                  </a:extLst>
                </p14:cNvPr>
                <p14:cNvContentPartPr/>
                <p14:nvPr/>
              </p14:nvContentPartPr>
              <p14:xfrm>
                <a:off x="982967" y="3323542"/>
                <a:ext cx="204120" cy="132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DE190A0-EBF7-0901-7B07-BFBCDBF9BF8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4967" y="3305902"/>
                  <a:ext cx="239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5939433-D3F5-3F37-A47F-EF57A73925C0}"/>
                    </a:ext>
                  </a:extLst>
                </p14:cNvPr>
                <p14:cNvContentPartPr/>
                <p14:nvPr/>
              </p14:nvContentPartPr>
              <p14:xfrm>
                <a:off x="1307327" y="3345142"/>
                <a:ext cx="108720" cy="14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5939433-D3F5-3F37-A47F-EF57A73925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89687" y="3327502"/>
                  <a:ext cx="144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FF4A871-0E0D-8AB2-8A4E-DC7AF22BB1BB}"/>
                    </a:ext>
                  </a:extLst>
                </p14:cNvPr>
                <p14:cNvContentPartPr/>
                <p14:nvPr/>
              </p14:nvContentPartPr>
              <p14:xfrm>
                <a:off x="1542047" y="3203302"/>
                <a:ext cx="95760" cy="256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FF4A871-0E0D-8AB2-8A4E-DC7AF22BB1B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24047" y="3185302"/>
                  <a:ext cx="1314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EBD220C-85BC-DC34-E26C-B102500C66FE}"/>
                    </a:ext>
                  </a:extLst>
                </p14:cNvPr>
                <p14:cNvContentPartPr/>
                <p14:nvPr/>
              </p14:nvContentPartPr>
              <p14:xfrm>
                <a:off x="1703327" y="3328582"/>
                <a:ext cx="140040" cy="455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EBD220C-85BC-DC34-E26C-B102500C66F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85687" y="3310582"/>
                  <a:ext cx="1756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87ACC93-82CE-3807-0C37-6A0CFB2F7C81}"/>
                    </a:ext>
                  </a:extLst>
                </p14:cNvPr>
                <p14:cNvContentPartPr/>
                <p14:nvPr/>
              </p14:nvContentPartPr>
              <p14:xfrm>
                <a:off x="2019767" y="3354862"/>
                <a:ext cx="154440" cy="24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87ACC93-82CE-3807-0C37-6A0CFB2F7C8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02127" y="3336862"/>
                  <a:ext cx="190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C6C8FBD-6A61-D301-86EF-6AAB6B427F98}"/>
                    </a:ext>
                  </a:extLst>
                </p14:cNvPr>
                <p14:cNvContentPartPr/>
                <p14:nvPr/>
              </p14:nvContentPartPr>
              <p14:xfrm>
                <a:off x="2055767" y="3292582"/>
                <a:ext cx="22680" cy="201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C6C8FBD-6A61-D301-86EF-6AAB6B427F9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38127" y="3274942"/>
                  <a:ext cx="583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E5C3B64-B9BD-493F-A593-1144656EE5C7}"/>
                    </a:ext>
                  </a:extLst>
                </p14:cNvPr>
                <p14:cNvContentPartPr/>
                <p14:nvPr/>
              </p14:nvContentPartPr>
              <p14:xfrm>
                <a:off x="2258087" y="3211222"/>
                <a:ext cx="367200" cy="276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E5C3B64-B9BD-493F-A593-1144656EE5C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40447" y="3193582"/>
                  <a:ext cx="4028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30F8455-B640-BC21-E97D-B9A2DF0BF5AE}"/>
                    </a:ext>
                  </a:extLst>
                </p14:cNvPr>
                <p14:cNvContentPartPr/>
                <p14:nvPr/>
              </p14:nvContentPartPr>
              <p14:xfrm>
                <a:off x="2766767" y="3305182"/>
                <a:ext cx="71640" cy="20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30F8455-B640-BC21-E97D-B9A2DF0BF5A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748767" y="3287182"/>
                  <a:ext cx="1072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F400E78-B298-6BB3-8E47-4908A6DCB3EA}"/>
                    </a:ext>
                  </a:extLst>
                </p14:cNvPr>
                <p14:cNvContentPartPr/>
                <p14:nvPr/>
              </p14:nvContentPartPr>
              <p14:xfrm>
                <a:off x="2752727" y="3393022"/>
                <a:ext cx="146520" cy="33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F400E78-B298-6BB3-8E47-4908A6DCB3E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34727" y="3375022"/>
                  <a:ext cx="182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6DBE558-ACF5-CD6A-E18C-C6A0E1781932}"/>
                    </a:ext>
                  </a:extLst>
                </p14:cNvPr>
                <p14:cNvContentPartPr/>
                <p14:nvPr/>
              </p14:nvContentPartPr>
              <p14:xfrm>
                <a:off x="3046487" y="3207262"/>
                <a:ext cx="234720" cy="260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6DBE558-ACF5-CD6A-E18C-C6A0E178193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28847" y="3189262"/>
                  <a:ext cx="27036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7CB8469-7AAF-D541-B7C1-B1B0237FBF21}"/>
              </a:ext>
            </a:extLst>
          </p:cNvPr>
          <p:cNvGrpSpPr/>
          <p:nvPr/>
        </p:nvGrpSpPr>
        <p:grpSpPr>
          <a:xfrm>
            <a:off x="580127" y="3785062"/>
            <a:ext cx="2842200" cy="684000"/>
            <a:chOff x="580127" y="3785062"/>
            <a:chExt cx="2842200" cy="68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83C71AA-55E6-B71B-5675-F59B9C1FD082}"/>
                    </a:ext>
                  </a:extLst>
                </p14:cNvPr>
                <p14:cNvContentPartPr/>
                <p14:nvPr/>
              </p14:nvContentPartPr>
              <p14:xfrm>
                <a:off x="580127" y="3884422"/>
                <a:ext cx="135360" cy="7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83C71AA-55E6-B71B-5675-F59B9C1FD08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2487" y="3866782"/>
                  <a:ext cx="171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0114A36-F6D9-856B-D814-00A0BA648487}"/>
                    </a:ext>
                  </a:extLst>
                </p14:cNvPr>
                <p14:cNvContentPartPr/>
                <p14:nvPr/>
              </p14:nvContentPartPr>
              <p14:xfrm>
                <a:off x="780287" y="3785062"/>
                <a:ext cx="131760" cy="333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0114A36-F6D9-856B-D814-00A0BA64848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2647" y="3767062"/>
                  <a:ext cx="1674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75D0157-E224-9E51-5321-D9B3828173BC}"/>
                    </a:ext>
                  </a:extLst>
                </p14:cNvPr>
                <p14:cNvContentPartPr/>
                <p14:nvPr/>
              </p14:nvContentPartPr>
              <p14:xfrm>
                <a:off x="1024367" y="3966862"/>
                <a:ext cx="259560" cy="146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75D0157-E224-9E51-5321-D9B3828173B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06727" y="3948862"/>
                  <a:ext cx="295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CA92B79-1E9F-E02A-CAAD-1EA7EF1E7C94}"/>
                    </a:ext>
                  </a:extLst>
                </p14:cNvPr>
                <p14:cNvContentPartPr/>
                <p14:nvPr/>
              </p14:nvContentPartPr>
              <p14:xfrm>
                <a:off x="1448087" y="3984142"/>
                <a:ext cx="109080" cy="16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CA92B79-1E9F-E02A-CAAD-1EA7EF1E7C9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30087" y="3966142"/>
                  <a:ext cx="144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B28617E-09DF-D39D-CBB9-DC041A2D1972}"/>
                    </a:ext>
                  </a:extLst>
                </p14:cNvPr>
                <p14:cNvContentPartPr/>
                <p14:nvPr/>
              </p14:nvContentPartPr>
              <p14:xfrm>
                <a:off x="1498847" y="3890542"/>
                <a:ext cx="29160" cy="222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B28617E-09DF-D39D-CBB9-DC041A2D197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81207" y="3872542"/>
                  <a:ext cx="648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5E6A835-B465-613C-44CE-50E47A0EFD36}"/>
                    </a:ext>
                  </a:extLst>
                </p14:cNvPr>
                <p14:cNvContentPartPr/>
                <p14:nvPr/>
              </p14:nvContentPartPr>
              <p14:xfrm>
                <a:off x="1617287" y="3865342"/>
                <a:ext cx="127440" cy="310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5E6A835-B465-613C-44CE-50E47A0EFD3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599647" y="3847342"/>
                  <a:ext cx="1630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885C9CE-2ACF-A375-C544-8339BC6641C0}"/>
                    </a:ext>
                  </a:extLst>
                </p14:cNvPr>
                <p14:cNvContentPartPr/>
                <p14:nvPr/>
              </p14:nvContentPartPr>
              <p14:xfrm>
                <a:off x="1790447" y="4018702"/>
                <a:ext cx="155520" cy="450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885C9CE-2ACF-A375-C544-8339BC6641C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72807" y="4001062"/>
                  <a:ext cx="19116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01F078-4EBB-ECBB-E023-69C8C21646DF}"/>
                    </a:ext>
                  </a:extLst>
                </p14:cNvPr>
                <p14:cNvContentPartPr/>
                <p14:nvPr/>
              </p14:nvContentPartPr>
              <p14:xfrm>
                <a:off x="2131367" y="4029862"/>
                <a:ext cx="136800" cy="15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01F078-4EBB-ECBB-E023-69C8C21646D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113727" y="4012222"/>
                  <a:ext cx="172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1F88977-3FC9-D63F-2AAA-E7D6F3224118}"/>
                    </a:ext>
                  </a:extLst>
                </p14:cNvPr>
                <p14:cNvContentPartPr/>
                <p14:nvPr/>
              </p14:nvContentPartPr>
              <p14:xfrm>
                <a:off x="2355287" y="3854182"/>
                <a:ext cx="114840" cy="328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1F88977-3FC9-D63F-2AAA-E7D6F322411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337647" y="3836182"/>
                  <a:ext cx="1504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EA1A5FE-47B4-79ED-CBC9-9A651C441EC9}"/>
                    </a:ext>
                  </a:extLst>
                </p14:cNvPr>
                <p14:cNvContentPartPr/>
                <p14:nvPr/>
              </p14:nvContentPartPr>
              <p14:xfrm>
                <a:off x="2533127" y="4000342"/>
                <a:ext cx="241200" cy="161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EA1A5FE-47B4-79ED-CBC9-9A651C441EC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15127" y="3982342"/>
                  <a:ext cx="276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0838E04-314F-4640-C9F1-7650AA9F1569}"/>
                    </a:ext>
                  </a:extLst>
                </p14:cNvPr>
                <p14:cNvContentPartPr/>
                <p14:nvPr/>
              </p14:nvContentPartPr>
              <p14:xfrm>
                <a:off x="2903927" y="3960742"/>
                <a:ext cx="104760" cy="19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0838E04-314F-4640-C9F1-7650AA9F156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85927" y="3943102"/>
                  <a:ext cx="1404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22832EE-E477-1475-DAC9-AE19B114816A}"/>
                    </a:ext>
                  </a:extLst>
                </p14:cNvPr>
                <p14:cNvContentPartPr/>
                <p14:nvPr/>
              </p14:nvContentPartPr>
              <p14:xfrm>
                <a:off x="2925167" y="4018702"/>
                <a:ext cx="136800" cy="392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22832EE-E477-1475-DAC9-AE19B114816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07167" y="4001062"/>
                  <a:ext cx="172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111C286-0565-8A3A-B891-0708A8B1BF91}"/>
                    </a:ext>
                  </a:extLst>
                </p14:cNvPr>
                <p14:cNvContentPartPr/>
                <p14:nvPr/>
              </p14:nvContentPartPr>
              <p14:xfrm>
                <a:off x="3205967" y="3857062"/>
                <a:ext cx="216360" cy="241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111C286-0565-8A3A-B891-0708A8B1BF9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187967" y="3839062"/>
                  <a:ext cx="25200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ABD3E5A-C362-1D4F-198C-BDAD20867E54}"/>
              </a:ext>
            </a:extLst>
          </p:cNvPr>
          <p:cNvGrpSpPr/>
          <p:nvPr/>
        </p:nvGrpSpPr>
        <p:grpSpPr>
          <a:xfrm>
            <a:off x="525767" y="4486702"/>
            <a:ext cx="1137960" cy="713880"/>
            <a:chOff x="525767" y="4486702"/>
            <a:chExt cx="1137960" cy="71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7AEFD6F-80DE-7B92-DFC9-E71A8732B2C4}"/>
                    </a:ext>
                  </a:extLst>
                </p14:cNvPr>
                <p14:cNvContentPartPr/>
                <p14:nvPr/>
              </p14:nvContentPartPr>
              <p14:xfrm>
                <a:off x="525767" y="4486702"/>
                <a:ext cx="219600" cy="306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7AEFD6F-80DE-7B92-DFC9-E71A8732B2C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7767" y="4468702"/>
                  <a:ext cx="2552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D64F5AE-D904-A3C7-06F1-8B11E5C932D5}"/>
                    </a:ext>
                  </a:extLst>
                </p14:cNvPr>
                <p14:cNvContentPartPr/>
                <p14:nvPr/>
              </p14:nvContentPartPr>
              <p14:xfrm>
                <a:off x="824927" y="4644742"/>
                <a:ext cx="173520" cy="175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D64F5AE-D904-A3C7-06F1-8B11E5C932D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7287" y="4626742"/>
                  <a:ext cx="2091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30BE93F-526B-D606-1739-4B6EFC0E83F8}"/>
                    </a:ext>
                  </a:extLst>
                </p14:cNvPr>
                <p14:cNvContentPartPr/>
                <p14:nvPr/>
              </p14:nvContentPartPr>
              <p14:xfrm>
                <a:off x="1144967" y="4667422"/>
                <a:ext cx="92520" cy="23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30BE93F-526B-D606-1739-4B6EFC0E83F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26967" y="4649422"/>
                  <a:ext cx="1281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F62A045-D400-0BCB-B6B9-ACA4057F02B2}"/>
                    </a:ext>
                  </a:extLst>
                </p14:cNvPr>
                <p14:cNvContentPartPr/>
                <p14:nvPr/>
              </p14:nvContentPartPr>
              <p14:xfrm>
                <a:off x="1330367" y="4503622"/>
                <a:ext cx="139320" cy="366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F62A045-D400-0BCB-B6B9-ACA4057F02B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12727" y="4485982"/>
                  <a:ext cx="1749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F25316A-1205-CCFC-67DE-E61CD1FD5709}"/>
                    </a:ext>
                  </a:extLst>
                </p14:cNvPr>
                <p14:cNvContentPartPr/>
                <p14:nvPr/>
              </p14:nvContentPartPr>
              <p14:xfrm>
                <a:off x="1497767" y="4745542"/>
                <a:ext cx="165960" cy="455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F25316A-1205-CCFC-67DE-E61CD1FD570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479767" y="4727902"/>
                  <a:ext cx="201600" cy="49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640663F-73EF-8A1A-7DDB-B2E4F362BD29}"/>
              </a:ext>
            </a:extLst>
          </p:cNvPr>
          <p:cNvGrpSpPr/>
          <p:nvPr/>
        </p:nvGrpSpPr>
        <p:grpSpPr>
          <a:xfrm>
            <a:off x="2029847" y="4686862"/>
            <a:ext cx="268920" cy="128160"/>
            <a:chOff x="2029847" y="4686862"/>
            <a:chExt cx="268920" cy="1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F246882-BBB9-8FB0-2128-404D054D4D87}"/>
                    </a:ext>
                  </a:extLst>
                </p14:cNvPr>
                <p14:cNvContentPartPr/>
                <p14:nvPr/>
              </p14:nvContentPartPr>
              <p14:xfrm>
                <a:off x="2029847" y="4686862"/>
                <a:ext cx="153720" cy="26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F246882-BBB9-8FB0-2128-404D054D4D8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12207" y="4668862"/>
                  <a:ext cx="189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B0AF642-F95D-0481-CEE5-6E5623294A09}"/>
                    </a:ext>
                  </a:extLst>
                </p14:cNvPr>
                <p14:cNvContentPartPr/>
                <p14:nvPr/>
              </p14:nvContentPartPr>
              <p14:xfrm>
                <a:off x="2069447" y="4760302"/>
                <a:ext cx="229320" cy="54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B0AF642-F95D-0481-CEE5-6E5623294A0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051807" y="4742662"/>
                  <a:ext cx="264960" cy="9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29116F1-1D3E-0EDA-031B-D2B673505D80}"/>
                  </a:ext>
                </a:extLst>
              </p14:cNvPr>
              <p14:cNvContentPartPr/>
              <p14:nvPr/>
            </p14:nvContentPartPr>
            <p14:xfrm>
              <a:off x="2541407" y="4510462"/>
              <a:ext cx="231480" cy="2714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29116F1-1D3E-0EDA-031B-D2B673505D8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523767" y="4492822"/>
                <a:ext cx="2671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EACE8EB-6428-B4D9-CE8F-86B9FEA97A03}"/>
                  </a:ext>
                </a:extLst>
              </p14:cNvPr>
              <p14:cNvContentPartPr/>
              <p14:nvPr/>
            </p14:nvContentPartPr>
            <p14:xfrm>
              <a:off x="3550487" y="3281062"/>
              <a:ext cx="280800" cy="8010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EACE8EB-6428-B4D9-CE8F-86B9FEA97A0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532487" y="3263062"/>
                <a:ext cx="316440" cy="83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39F2251-8EAE-0504-3F08-14CD705715CF}"/>
              </a:ext>
            </a:extLst>
          </p:cNvPr>
          <p:cNvGrpSpPr/>
          <p:nvPr/>
        </p:nvGrpSpPr>
        <p:grpSpPr>
          <a:xfrm>
            <a:off x="4255727" y="3413542"/>
            <a:ext cx="1186920" cy="878400"/>
            <a:chOff x="4255727" y="3413542"/>
            <a:chExt cx="1186920" cy="87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EF6B4ED-F01D-3498-D6BE-57F682E6C1CB}"/>
                    </a:ext>
                  </a:extLst>
                </p14:cNvPr>
                <p14:cNvContentPartPr/>
                <p14:nvPr/>
              </p14:nvContentPartPr>
              <p14:xfrm>
                <a:off x="4886447" y="3413542"/>
                <a:ext cx="249120" cy="157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EF6B4ED-F01D-3498-D6BE-57F682E6C1C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868447" y="3395902"/>
                  <a:ext cx="284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04720F1-EE2D-B611-35EF-3A5EE4B198BD}"/>
                    </a:ext>
                  </a:extLst>
                </p14:cNvPr>
                <p14:cNvContentPartPr/>
                <p14:nvPr/>
              </p14:nvContentPartPr>
              <p14:xfrm>
                <a:off x="4430687" y="3672382"/>
                <a:ext cx="1011960" cy="71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04720F1-EE2D-B611-35EF-3A5EE4B198B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413047" y="3654742"/>
                  <a:ext cx="1047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1BA3BA-3605-678D-ED18-403540A7050D}"/>
                    </a:ext>
                  </a:extLst>
                </p14:cNvPr>
                <p14:cNvContentPartPr/>
                <p14:nvPr/>
              </p14:nvContentPartPr>
              <p14:xfrm>
                <a:off x="4255727" y="3907102"/>
                <a:ext cx="212400" cy="289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1BA3BA-3605-678D-ED18-403540A7050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237727" y="3889102"/>
                  <a:ext cx="2480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524A797-022C-7EF3-F0E0-4CD3597B23B7}"/>
                    </a:ext>
                  </a:extLst>
                </p14:cNvPr>
                <p14:cNvContentPartPr/>
                <p14:nvPr/>
              </p14:nvContentPartPr>
              <p14:xfrm>
                <a:off x="4586567" y="3965782"/>
                <a:ext cx="110160" cy="326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524A797-022C-7EF3-F0E0-4CD3597B23B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568567" y="3947782"/>
                  <a:ext cx="14580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5DB4CCE-0A5C-F073-3986-52E028D8A56D}"/>
              </a:ext>
            </a:extLst>
          </p:cNvPr>
          <p:cNvGrpSpPr/>
          <p:nvPr/>
        </p:nvGrpSpPr>
        <p:grpSpPr>
          <a:xfrm>
            <a:off x="4865207" y="3936982"/>
            <a:ext cx="484560" cy="339840"/>
            <a:chOff x="4865207" y="3936982"/>
            <a:chExt cx="48456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E1A6738-F7F9-06A8-761F-FC98CE8990CD}"/>
                    </a:ext>
                  </a:extLst>
                </p14:cNvPr>
                <p14:cNvContentPartPr/>
                <p14:nvPr/>
              </p14:nvContentPartPr>
              <p14:xfrm>
                <a:off x="4865207" y="4097542"/>
                <a:ext cx="143280" cy="6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E1A6738-F7F9-06A8-761F-FC98CE8990C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47207" y="4079542"/>
                  <a:ext cx="178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5320309-90B1-FBC4-BA35-99368D535BAA}"/>
                    </a:ext>
                  </a:extLst>
                </p14:cNvPr>
                <p14:cNvContentPartPr/>
                <p14:nvPr/>
              </p14:nvContentPartPr>
              <p14:xfrm>
                <a:off x="5202167" y="3936982"/>
                <a:ext cx="147600" cy="339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5320309-90B1-FBC4-BA35-99368D535BA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184167" y="3919342"/>
                  <a:ext cx="183240" cy="37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2F7F8F0-A09E-01F5-B0F8-5F80ADA44490}"/>
              </a:ext>
            </a:extLst>
          </p:cNvPr>
          <p:cNvGrpSpPr/>
          <p:nvPr/>
        </p:nvGrpSpPr>
        <p:grpSpPr>
          <a:xfrm>
            <a:off x="5913887" y="3380422"/>
            <a:ext cx="999000" cy="411480"/>
            <a:chOff x="5913887" y="3380422"/>
            <a:chExt cx="9990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AB0907F-E99C-E1EE-EC93-BC8199E88B30}"/>
                    </a:ext>
                  </a:extLst>
                </p14:cNvPr>
                <p14:cNvContentPartPr/>
                <p14:nvPr/>
              </p14:nvContentPartPr>
              <p14:xfrm>
                <a:off x="5958527" y="3500662"/>
                <a:ext cx="111600" cy="14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AB0907F-E99C-E1EE-EC93-BC8199E88B3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940887" y="3482662"/>
                  <a:ext cx="147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023479F-0094-4E3B-BD89-7D32447BC735}"/>
                    </a:ext>
                  </a:extLst>
                </p14:cNvPr>
                <p14:cNvContentPartPr/>
                <p14:nvPr/>
              </p14:nvContentPartPr>
              <p14:xfrm>
                <a:off x="5913887" y="3596422"/>
                <a:ext cx="298080" cy="49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023479F-0094-4E3B-BD89-7D32447BC73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96247" y="3578422"/>
                  <a:ext cx="333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1EB8EAE-FE21-F5BD-C1E0-70D17F007DC3}"/>
                    </a:ext>
                  </a:extLst>
                </p14:cNvPr>
                <p14:cNvContentPartPr/>
                <p14:nvPr/>
              </p14:nvContentPartPr>
              <p14:xfrm>
                <a:off x="6570527" y="3380422"/>
                <a:ext cx="239400" cy="315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1EB8EAE-FE21-F5BD-C1E0-70D17F007DC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52887" y="3362782"/>
                  <a:ext cx="2750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3530904-11AD-008C-B925-5F669F46115E}"/>
                    </a:ext>
                  </a:extLst>
                </p14:cNvPr>
                <p14:cNvContentPartPr/>
                <p14:nvPr/>
              </p14:nvContentPartPr>
              <p14:xfrm>
                <a:off x="6403487" y="3736102"/>
                <a:ext cx="509400" cy="55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3530904-11AD-008C-B925-5F669F46115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85487" y="3718462"/>
                  <a:ext cx="54504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178F792-0F17-552F-BE7F-616F854C7C93}"/>
              </a:ext>
            </a:extLst>
          </p:cNvPr>
          <p:cNvGrpSpPr/>
          <p:nvPr/>
        </p:nvGrpSpPr>
        <p:grpSpPr>
          <a:xfrm>
            <a:off x="6216647" y="3980902"/>
            <a:ext cx="1380600" cy="271440"/>
            <a:chOff x="6216647" y="3980902"/>
            <a:chExt cx="138060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55D2061-91AC-A5F5-CA63-7492A5934D19}"/>
                    </a:ext>
                  </a:extLst>
                </p14:cNvPr>
                <p14:cNvContentPartPr/>
                <p14:nvPr/>
              </p14:nvContentPartPr>
              <p14:xfrm>
                <a:off x="6216647" y="4052902"/>
                <a:ext cx="155520" cy="32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55D2061-91AC-A5F5-CA63-7492A5934D1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198647" y="4034902"/>
                  <a:ext cx="191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FA8D26A-C1B2-100E-7D34-60AD65C00CA0}"/>
                    </a:ext>
                  </a:extLst>
                </p14:cNvPr>
                <p14:cNvContentPartPr/>
                <p14:nvPr/>
              </p14:nvContentPartPr>
              <p14:xfrm>
                <a:off x="6441287" y="3980902"/>
                <a:ext cx="82800" cy="260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FA8D26A-C1B2-100E-7D34-60AD65C00CA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23647" y="3962902"/>
                  <a:ext cx="118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14B1FE7-3D30-2368-5E83-E4438465857A}"/>
                    </a:ext>
                  </a:extLst>
                </p14:cNvPr>
                <p14:cNvContentPartPr/>
                <p14:nvPr/>
              </p14:nvContentPartPr>
              <p14:xfrm>
                <a:off x="6633527" y="4001422"/>
                <a:ext cx="141480" cy="210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14B1FE7-3D30-2368-5E83-E4438465857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15527" y="3983422"/>
                  <a:ext cx="177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EA3450D-E151-72CA-1DEF-3EBCCDA9EEF4}"/>
                    </a:ext>
                  </a:extLst>
                </p14:cNvPr>
                <p14:cNvContentPartPr/>
                <p14:nvPr/>
              </p14:nvContentPartPr>
              <p14:xfrm>
                <a:off x="6941327" y="4109062"/>
                <a:ext cx="150480" cy="23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EA3450D-E151-72CA-1DEF-3EBCCDA9EEF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23327" y="4091422"/>
                  <a:ext cx="186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FCD4C33-34A7-1626-B71B-A8C4589CA0DE}"/>
                    </a:ext>
                  </a:extLst>
                </p14:cNvPr>
                <p14:cNvContentPartPr/>
                <p14:nvPr/>
              </p14:nvContentPartPr>
              <p14:xfrm>
                <a:off x="6958967" y="4069462"/>
                <a:ext cx="36000" cy="182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FCD4C33-34A7-1626-B71B-A8C4589CA0D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941327" y="4051462"/>
                  <a:ext cx="716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484EAD7-22D0-618C-D2E1-EE361455AA07}"/>
                    </a:ext>
                  </a:extLst>
                </p14:cNvPr>
                <p14:cNvContentPartPr/>
                <p14:nvPr/>
              </p14:nvContentPartPr>
              <p14:xfrm>
                <a:off x="7155167" y="3981982"/>
                <a:ext cx="147960" cy="234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484EAD7-22D0-618C-D2E1-EE361455AA0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137527" y="3963982"/>
                  <a:ext cx="183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CB1F775-D071-4A37-F58D-5635251E6B1F}"/>
                    </a:ext>
                  </a:extLst>
                </p14:cNvPr>
                <p14:cNvContentPartPr/>
                <p14:nvPr/>
              </p14:nvContentPartPr>
              <p14:xfrm>
                <a:off x="7424807" y="4004662"/>
                <a:ext cx="172440" cy="171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CB1F775-D071-4A37-F58D-5635251E6B1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407167" y="3986662"/>
                  <a:ext cx="20808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9902502-D80F-75E5-CEB5-BFC0B013C34E}"/>
              </a:ext>
            </a:extLst>
          </p:cNvPr>
          <p:cNvGrpSpPr/>
          <p:nvPr/>
        </p:nvGrpSpPr>
        <p:grpSpPr>
          <a:xfrm>
            <a:off x="7760687" y="3593902"/>
            <a:ext cx="197640" cy="101520"/>
            <a:chOff x="7760687" y="3593902"/>
            <a:chExt cx="19764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7812DD1-182C-03FA-0425-E4EA2B717360}"/>
                    </a:ext>
                  </a:extLst>
                </p14:cNvPr>
                <p14:cNvContentPartPr/>
                <p14:nvPr/>
              </p14:nvContentPartPr>
              <p14:xfrm>
                <a:off x="7760687" y="3593902"/>
                <a:ext cx="171360" cy="23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7812DD1-182C-03FA-0425-E4EA2B71736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742687" y="3575902"/>
                  <a:ext cx="207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667A4D4-A87A-ECE4-10F2-81C13FDE87A4}"/>
                    </a:ext>
                  </a:extLst>
                </p14:cNvPr>
                <p14:cNvContentPartPr/>
                <p14:nvPr/>
              </p14:nvContentPartPr>
              <p14:xfrm>
                <a:off x="7790927" y="3663742"/>
                <a:ext cx="167400" cy="316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667A4D4-A87A-ECE4-10F2-81C13FDE87A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772927" y="3646102"/>
                  <a:ext cx="20304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6666ED9D-2E4D-C4C5-CA58-D4A828DE64EC}"/>
                  </a:ext>
                </a:extLst>
              </p14:cNvPr>
              <p14:cNvContentPartPr/>
              <p14:nvPr/>
            </p14:nvContentPartPr>
            <p14:xfrm>
              <a:off x="8449727" y="3399862"/>
              <a:ext cx="1006920" cy="3294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6666ED9D-2E4D-C4C5-CA58-D4A828DE64E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432087" y="3381862"/>
                <a:ext cx="104256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37415FF-F91F-E56E-6575-FDED99C781DB}"/>
                  </a:ext>
                </a:extLst>
              </p14:cNvPr>
              <p14:cNvContentPartPr/>
              <p14:nvPr/>
            </p14:nvContentPartPr>
            <p14:xfrm>
              <a:off x="9617207" y="4558702"/>
              <a:ext cx="12240" cy="151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37415FF-F91F-E56E-6575-FDED99C781D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599207" y="4541062"/>
                <a:ext cx="478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F4C4DD16-88E9-334B-E106-8BA1CE7180A3}"/>
                  </a:ext>
                </a:extLst>
              </p14:cNvPr>
              <p14:cNvContentPartPr/>
              <p14:nvPr/>
            </p14:nvContentPartPr>
            <p14:xfrm>
              <a:off x="4691327" y="4843822"/>
              <a:ext cx="281880" cy="1648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F4C4DD16-88E9-334B-E106-8BA1CE7180A3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673327" y="4826182"/>
                <a:ext cx="3175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5A542F3-4BB5-DCC9-0E3E-2201C947BEA2}"/>
                  </a:ext>
                </a:extLst>
              </p14:cNvPr>
              <p14:cNvContentPartPr/>
              <p14:nvPr/>
            </p14:nvContentPartPr>
            <p14:xfrm>
              <a:off x="4361567" y="5156302"/>
              <a:ext cx="775080" cy="824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5A542F3-4BB5-DCC9-0E3E-2201C947BEA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343927" y="5138662"/>
                <a:ext cx="8107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B981001A-16C8-2008-6641-B4E3DC51F3C7}"/>
                  </a:ext>
                </a:extLst>
              </p14:cNvPr>
              <p14:cNvContentPartPr/>
              <p14:nvPr/>
            </p14:nvContentPartPr>
            <p14:xfrm>
              <a:off x="4539407" y="5375542"/>
              <a:ext cx="60480" cy="3654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B981001A-16C8-2008-6641-B4E3DC51F3C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521407" y="5357902"/>
                <a:ext cx="9612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68BE3DFB-7F6C-1201-57AB-B58132B91D06}"/>
                  </a:ext>
                </a:extLst>
              </p14:cNvPr>
              <p14:cNvContentPartPr/>
              <p14:nvPr/>
            </p14:nvContentPartPr>
            <p14:xfrm>
              <a:off x="4832807" y="5424502"/>
              <a:ext cx="151200" cy="2764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68BE3DFB-7F6C-1201-57AB-B58132B91D0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815167" y="5406502"/>
                <a:ext cx="186840" cy="31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C96EDECF-5D28-B64E-3676-F0DF0D613F26}"/>
              </a:ext>
            </a:extLst>
          </p:cNvPr>
          <p:cNvGrpSpPr/>
          <p:nvPr/>
        </p:nvGrpSpPr>
        <p:grpSpPr>
          <a:xfrm>
            <a:off x="5646407" y="4968382"/>
            <a:ext cx="301320" cy="145440"/>
            <a:chOff x="5646407" y="4968382"/>
            <a:chExt cx="301320" cy="14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8E3E3E1-D6E6-58E4-D037-59A916B9B87B}"/>
                    </a:ext>
                  </a:extLst>
                </p14:cNvPr>
                <p14:cNvContentPartPr/>
                <p14:nvPr/>
              </p14:nvContentPartPr>
              <p14:xfrm>
                <a:off x="5646407" y="4968382"/>
                <a:ext cx="156240" cy="19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8E3E3E1-D6E6-58E4-D037-59A916B9B87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28407" y="4950742"/>
                  <a:ext cx="191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B2B8943-866E-E99D-94BA-7750124ABC29}"/>
                    </a:ext>
                  </a:extLst>
                </p14:cNvPr>
                <p14:cNvContentPartPr/>
                <p14:nvPr/>
              </p14:nvContentPartPr>
              <p14:xfrm>
                <a:off x="5661527" y="5049742"/>
                <a:ext cx="286200" cy="64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B2B8943-866E-E99D-94BA-7750124ABC2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643887" y="5032102"/>
                  <a:ext cx="32184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F832DC0-BBF8-E628-88F2-57B522939350}"/>
              </a:ext>
            </a:extLst>
          </p:cNvPr>
          <p:cNvGrpSpPr/>
          <p:nvPr/>
        </p:nvGrpSpPr>
        <p:grpSpPr>
          <a:xfrm>
            <a:off x="6344447" y="4764982"/>
            <a:ext cx="677880" cy="844200"/>
            <a:chOff x="6344447" y="4764982"/>
            <a:chExt cx="677880" cy="84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622C7A2-E6A4-E93F-E8CF-DA3FDB1CF2B0}"/>
                    </a:ext>
                  </a:extLst>
                </p14:cNvPr>
                <p14:cNvContentPartPr/>
                <p14:nvPr/>
              </p14:nvContentPartPr>
              <p14:xfrm>
                <a:off x="6573047" y="4764982"/>
                <a:ext cx="209160" cy="294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622C7A2-E6A4-E93F-E8CF-DA3FDB1CF2B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555047" y="4746982"/>
                  <a:ext cx="2448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8C270AF-E53E-0D7A-43CE-F1268E6FC427}"/>
                    </a:ext>
                  </a:extLst>
                </p14:cNvPr>
                <p14:cNvContentPartPr/>
                <p14:nvPr/>
              </p14:nvContentPartPr>
              <p14:xfrm>
                <a:off x="6344447" y="5132182"/>
                <a:ext cx="677880" cy="477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8C270AF-E53E-0D7A-43CE-F1268E6FC42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326807" y="5114182"/>
                  <a:ext cx="713520" cy="51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5D24A98-A4ED-B6D2-5428-0A5DA6D9E160}"/>
              </a:ext>
            </a:extLst>
          </p:cNvPr>
          <p:cNvGrpSpPr/>
          <p:nvPr/>
        </p:nvGrpSpPr>
        <p:grpSpPr>
          <a:xfrm>
            <a:off x="7503647" y="4946062"/>
            <a:ext cx="322200" cy="118800"/>
            <a:chOff x="7503647" y="4946062"/>
            <a:chExt cx="32220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4B3BB20-67E0-F2C8-282C-9783B3233168}"/>
                    </a:ext>
                  </a:extLst>
                </p14:cNvPr>
                <p14:cNvContentPartPr/>
                <p14:nvPr/>
              </p14:nvContentPartPr>
              <p14:xfrm>
                <a:off x="7503647" y="4946062"/>
                <a:ext cx="207720" cy="16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4B3BB20-67E0-F2C8-282C-9783B323316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485647" y="4928062"/>
                  <a:ext cx="243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2D2125F-CBAB-9791-FB4F-1CBF0999AB62}"/>
                    </a:ext>
                  </a:extLst>
                </p14:cNvPr>
                <p14:cNvContentPartPr/>
                <p14:nvPr/>
              </p14:nvContentPartPr>
              <p14:xfrm>
                <a:off x="7544687" y="5008342"/>
                <a:ext cx="281160" cy="56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2D2125F-CBAB-9791-FB4F-1CBF0999AB6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527047" y="4990702"/>
                  <a:ext cx="3168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8C3AAF7-B4E8-C0BC-A08D-FC46316E247F}"/>
              </a:ext>
            </a:extLst>
          </p:cNvPr>
          <p:cNvGrpSpPr/>
          <p:nvPr/>
        </p:nvGrpSpPr>
        <p:grpSpPr>
          <a:xfrm>
            <a:off x="8245247" y="4793062"/>
            <a:ext cx="661680" cy="320040"/>
            <a:chOff x="8245247" y="4793062"/>
            <a:chExt cx="66168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3122DBA-8FF4-D3C4-9948-AFDDF0D41215}"/>
                    </a:ext>
                  </a:extLst>
                </p14:cNvPr>
                <p14:cNvContentPartPr/>
                <p14:nvPr/>
              </p14:nvContentPartPr>
              <p14:xfrm>
                <a:off x="8352167" y="4793062"/>
                <a:ext cx="307080" cy="164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3122DBA-8FF4-D3C4-9948-AFDDF0D4121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334167" y="4775062"/>
                  <a:ext cx="342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BBE5E73-65BA-0321-24DC-DB58D0BEB34E}"/>
                    </a:ext>
                  </a:extLst>
                </p14:cNvPr>
                <p14:cNvContentPartPr/>
                <p14:nvPr/>
              </p14:nvContentPartPr>
              <p14:xfrm>
                <a:off x="8245247" y="5041822"/>
                <a:ext cx="661680" cy="71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BBE5E73-65BA-0321-24DC-DB58D0BEB34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227607" y="5024182"/>
                  <a:ext cx="69732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FD2C971-60F8-B7AF-DAB0-21469BC01E06}"/>
                  </a:ext>
                </a:extLst>
              </p14:cNvPr>
              <p14:cNvContentPartPr/>
              <p14:nvPr/>
            </p14:nvContentPartPr>
            <p14:xfrm>
              <a:off x="9389327" y="4094302"/>
              <a:ext cx="2880" cy="21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FD2C971-60F8-B7AF-DAB0-21469BC01E06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9371687" y="4076302"/>
                <a:ext cx="3852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E7DAF7B-E1BC-6B09-FBFC-95531C671283}"/>
              </a:ext>
            </a:extLst>
          </p:cNvPr>
          <p:cNvGrpSpPr/>
          <p:nvPr/>
        </p:nvGrpSpPr>
        <p:grpSpPr>
          <a:xfrm>
            <a:off x="8349647" y="3917542"/>
            <a:ext cx="1268280" cy="405360"/>
            <a:chOff x="8349647" y="3917542"/>
            <a:chExt cx="126828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9C7C638-D5F0-5257-3013-CDA77FAF3B76}"/>
                    </a:ext>
                  </a:extLst>
                </p14:cNvPr>
                <p14:cNvContentPartPr/>
                <p14:nvPr/>
              </p14:nvContentPartPr>
              <p14:xfrm>
                <a:off x="8349647" y="3917542"/>
                <a:ext cx="201960" cy="268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9C7C638-D5F0-5257-3013-CDA77FAF3B7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332007" y="3899902"/>
                  <a:ext cx="2376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C5ED342-0C63-82A1-9228-64A6061769DE}"/>
                    </a:ext>
                  </a:extLst>
                </p14:cNvPr>
                <p14:cNvContentPartPr/>
                <p14:nvPr/>
              </p14:nvContentPartPr>
              <p14:xfrm>
                <a:off x="8663927" y="4013662"/>
                <a:ext cx="145080" cy="175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C5ED342-0C63-82A1-9228-64A6061769D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645927" y="3996022"/>
                  <a:ext cx="1807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8649234-5C1A-B8FB-7726-B48F3E8E0886}"/>
                    </a:ext>
                  </a:extLst>
                </p14:cNvPr>
                <p14:cNvContentPartPr/>
                <p14:nvPr/>
              </p14:nvContentPartPr>
              <p14:xfrm>
                <a:off x="8989367" y="4056862"/>
                <a:ext cx="144720" cy="24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8649234-5C1A-B8FB-7726-B48F3E8E088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971367" y="4039222"/>
                  <a:ext cx="180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8789763-1EE9-3360-61AB-057B89953FFE}"/>
                    </a:ext>
                  </a:extLst>
                </p14:cNvPr>
                <p14:cNvContentPartPr/>
                <p14:nvPr/>
              </p14:nvContentPartPr>
              <p14:xfrm>
                <a:off x="9219767" y="3931222"/>
                <a:ext cx="132480" cy="222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8789763-1EE9-3360-61AB-057B89953FF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01767" y="3913222"/>
                  <a:ext cx="1681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BD0C8E7-8A29-05DA-8069-3B933EAD8D92}"/>
                    </a:ext>
                  </a:extLst>
                </p14:cNvPr>
                <p14:cNvContentPartPr/>
                <p14:nvPr/>
              </p14:nvContentPartPr>
              <p14:xfrm>
                <a:off x="9457367" y="3954622"/>
                <a:ext cx="160560" cy="210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BD0C8E7-8A29-05DA-8069-3B933EAD8D9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439727" y="3936982"/>
                  <a:ext cx="196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AFFEA50-A719-6F6F-08A7-D64D41CE7557}"/>
                    </a:ext>
                  </a:extLst>
                </p14:cNvPr>
                <p14:cNvContentPartPr/>
                <p14:nvPr/>
              </p14:nvContentPartPr>
              <p14:xfrm>
                <a:off x="9105287" y="4157302"/>
                <a:ext cx="210960" cy="165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AFFEA50-A719-6F6F-08A7-D64D41CE755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087647" y="4139662"/>
                  <a:ext cx="24660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AA9BCA2-4C93-537E-CCAB-9936DE353756}"/>
              </a:ext>
            </a:extLst>
          </p:cNvPr>
          <p:cNvGrpSpPr/>
          <p:nvPr/>
        </p:nvGrpSpPr>
        <p:grpSpPr>
          <a:xfrm>
            <a:off x="8179007" y="5225422"/>
            <a:ext cx="588960" cy="306360"/>
            <a:chOff x="8179007" y="5225422"/>
            <a:chExt cx="58896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E40D295-EE61-6B8B-1884-0839DA13D837}"/>
                    </a:ext>
                  </a:extLst>
                </p14:cNvPr>
                <p14:cNvContentPartPr/>
                <p14:nvPr/>
              </p14:nvContentPartPr>
              <p14:xfrm>
                <a:off x="8179007" y="5410462"/>
                <a:ext cx="165960" cy="19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E40D295-EE61-6B8B-1884-0839DA13D8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161007" y="5392462"/>
                  <a:ext cx="201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2CAB0BE-F165-30D2-DEF2-CD1CA18BF8BA}"/>
                    </a:ext>
                  </a:extLst>
                </p14:cNvPr>
                <p14:cNvContentPartPr/>
                <p14:nvPr/>
              </p14:nvContentPartPr>
              <p14:xfrm>
                <a:off x="8467727" y="5225422"/>
                <a:ext cx="53280" cy="306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2CAB0BE-F165-30D2-DEF2-CD1CA18BF8B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450087" y="5207782"/>
                  <a:ext cx="889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EA028D8-C82C-76A4-5910-7C80CA78FAB1}"/>
                    </a:ext>
                  </a:extLst>
                </p14:cNvPr>
                <p14:cNvContentPartPr/>
                <p14:nvPr/>
              </p14:nvContentPartPr>
              <p14:xfrm>
                <a:off x="8621807" y="5240542"/>
                <a:ext cx="146160" cy="243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EA028D8-C82C-76A4-5910-7C80CA78FAB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604167" y="5222902"/>
                  <a:ext cx="18180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45FB9289-9028-48AE-CE11-C605F6848152}"/>
              </a:ext>
            </a:extLst>
          </p:cNvPr>
          <p:cNvGrpSpPr/>
          <p:nvPr/>
        </p:nvGrpSpPr>
        <p:grpSpPr>
          <a:xfrm>
            <a:off x="4582607" y="6110662"/>
            <a:ext cx="484560" cy="289800"/>
            <a:chOff x="4582607" y="6110662"/>
            <a:chExt cx="48456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F83E1C0-6947-F7FB-FEE6-7E35D2CCFC46}"/>
                    </a:ext>
                  </a:extLst>
                </p14:cNvPr>
                <p14:cNvContentPartPr/>
                <p14:nvPr/>
              </p14:nvContentPartPr>
              <p14:xfrm>
                <a:off x="4700687" y="6110662"/>
                <a:ext cx="249120" cy="165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F83E1C0-6947-F7FB-FEE6-7E35D2CCFC4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682687" y="6093022"/>
                  <a:ext cx="284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6C2F6B6-173C-C3BA-86D9-17546F6AE73E}"/>
                    </a:ext>
                  </a:extLst>
                </p14:cNvPr>
                <p14:cNvContentPartPr/>
                <p14:nvPr/>
              </p14:nvContentPartPr>
              <p14:xfrm>
                <a:off x="4582607" y="6338902"/>
                <a:ext cx="484560" cy="61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6C2F6B6-173C-C3BA-86D9-17546F6AE73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64607" y="6320902"/>
                  <a:ext cx="52020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65DED0E-AEE4-B48D-60DA-1AC8EC758C9E}"/>
                  </a:ext>
                </a:extLst>
              </p14:cNvPr>
              <p14:cNvContentPartPr/>
              <p14:nvPr/>
            </p14:nvContentPartPr>
            <p14:xfrm>
              <a:off x="4679807" y="6495502"/>
              <a:ext cx="296640" cy="2145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65DED0E-AEE4-B48D-60DA-1AC8EC758C9E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661807" y="6477502"/>
                <a:ext cx="332280" cy="2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B005EFF-3215-56F9-DA21-BDF6A0BE05F8}"/>
              </a:ext>
            </a:extLst>
          </p:cNvPr>
          <p:cNvGrpSpPr/>
          <p:nvPr/>
        </p:nvGrpSpPr>
        <p:grpSpPr>
          <a:xfrm>
            <a:off x="5657927" y="6057022"/>
            <a:ext cx="321840" cy="180360"/>
            <a:chOff x="5657927" y="6057022"/>
            <a:chExt cx="32184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752F957-0C43-9A42-8BA8-C911D808AF31}"/>
                    </a:ext>
                  </a:extLst>
                </p14:cNvPr>
                <p14:cNvContentPartPr/>
                <p14:nvPr/>
              </p14:nvContentPartPr>
              <p14:xfrm>
                <a:off x="5657927" y="6057022"/>
                <a:ext cx="232200" cy="49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752F957-0C43-9A42-8BA8-C911D808AF3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639927" y="6039022"/>
                  <a:ext cx="267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1CEC1CC-141B-B381-FB1A-1E5FF0395CB3}"/>
                    </a:ext>
                  </a:extLst>
                </p14:cNvPr>
                <p14:cNvContentPartPr/>
                <p14:nvPr/>
              </p14:nvContentPartPr>
              <p14:xfrm>
                <a:off x="5679887" y="6208942"/>
                <a:ext cx="299880" cy="284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1CEC1CC-141B-B381-FB1A-1E5FF0395CB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662247" y="6190942"/>
                  <a:ext cx="33552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6D98782-45EA-EAD2-A299-2EE4488A7B8F}"/>
              </a:ext>
            </a:extLst>
          </p:cNvPr>
          <p:cNvGrpSpPr/>
          <p:nvPr/>
        </p:nvGrpSpPr>
        <p:grpSpPr>
          <a:xfrm>
            <a:off x="6427607" y="5965582"/>
            <a:ext cx="398160" cy="317880"/>
            <a:chOff x="6427607" y="5965582"/>
            <a:chExt cx="39816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BAE9232-89DB-7330-E280-0E7983AC10B5}"/>
                    </a:ext>
                  </a:extLst>
                </p14:cNvPr>
                <p14:cNvContentPartPr/>
                <p14:nvPr/>
              </p14:nvContentPartPr>
              <p14:xfrm>
                <a:off x="6573407" y="5965582"/>
                <a:ext cx="146880" cy="229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BAE9232-89DB-7330-E280-0E7983AC10B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555767" y="5947582"/>
                  <a:ext cx="1825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2962A40-34C9-D0E1-4A71-18018760E291}"/>
                    </a:ext>
                  </a:extLst>
                </p14:cNvPr>
                <p14:cNvContentPartPr/>
                <p14:nvPr/>
              </p14:nvContentPartPr>
              <p14:xfrm>
                <a:off x="6427607" y="6246742"/>
                <a:ext cx="398160" cy="367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2962A40-34C9-D0E1-4A71-18018760E29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409607" y="6228742"/>
                  <a:ext cx="43380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DE74A11-6349-B35F-04E5-20B78D1E9B8B}"/>
                  </a:ext>
                </a:extLst>
              </p14:cNvPr>
              <p14:cNvContentPartPr/>
              <p14:nvPr/>
            </p14:nvContentPartPr>
            <p14:xfrm>
              <a:off x="6632807" y="6411622"/>
              <a:ext cx="43560" cy="2811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DE74A11-6349-B35F-04E5-20B78D1E9B8B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6615167" y="6393982"/>
                <a:ext cx="79200" cy="31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60C157F-BF16-15FA-6B5A-8C53C51FD0D0}"/>
              </a:ext>
            </a:extLst>
          </p:cNvPr>
          <p:cNvGrpSpPr/>
          <p:nvPr/>
        </p:nvGrpSpPr>
        <p:grpSpPr>
          <a:xfrm>
            <a:off x="7262807" y="6060622"/>
            <a:ext cx="254520" cy="128880"/>
            <a:chOff x="7262807" y="6060622"/>
            <a:chExt cx="25452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3590E8D-79F5-CE05-5A64-6706296C2CC3}"/>
                    </a:ext>
                  </a:extLst>
                </p14:cNvPr>
                <p14:cNvContentPartPr/>
                <p14:nvPr/>
              </p14:nvContentPartPr>
              <p14:xfrm>
                <a:off x="7283687" y="6060622"/>
                <a:ext cx="128880" cy="25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3590E8D-79F5-CE05-5A64-6706296C2CC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265687" y="6042982"/>
                  <a:ext cx="164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A5B2BDF-23F2-E630-27B7-778B26CD4DFE}"/>
                    </a:ext>
                  </a:extLst>
                </p14:cNvPr>
                <p14:cNvContentPartPr/>
                <p14:nvPr/>
              </p14:nvContentPartPr>
              <p14:xfrm>
                <a:off x="7262807" y="6150262"/>
                <a:ext cx="254520" cy="39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A5B2BDF-23F2-E630-27B7-778B26CD4DF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44807" y="6132262"/>
                  <a:ext cx="29016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FBA9BAB8-5488-1C03-2FAA-7F92379960F9}"/>
                  </a:ext>
                </a:extLst>
              </p14:cNvPr>
              <p14:cNvContentPartPr/>
              <p14:nvPr/>
            </p14:nvContentPartPr>
            <p14:xfrm>
              <a:off x="7808927" y="6293542"/>
              <a:ext cx="363960" cy="486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FBA9BAB8-5488-1C03-2FAA-7F92379960F9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7790927" y="6275902"/>
                <a:ext cx="39960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FC61F17-2EA5-2E16-6C17-9774E24B7ED1}"/>
              </a:ext>
            </a:extLst>
          </p:cNvPr>
          <p:cNvGrpSpPr/>
          <p:nvPr/>
        </p:nvGrpSpPr>
        <p:grpSpPr>
          <a:xfrm>
            <a:off x="7894967" y="6484702"/>
            <a:ext cx="561600" cy="259920"/>
            <a:chOff x="7894967" y="6484702"/>
            <a:chExt cx="56160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C24B596-C8E1-74E8-9502-140B8FA119F9}"/>
                    </a:ext>
                  </a:extLst>
                </p14:cNvPr>
                <p14:cNvContentPartPr/>
                <p14:nvPr/>
              </p14:nvContentPartPr>
              <p14:xfrm>
                <a:off x="7894967" y="6590542"/>
                <a:ext cx="173160" cy="39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C24B596-C8E1-74E8-9502-140B8FA119F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877327" y="6572902"/>
                  <a:ext cx="208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674B981-D477-3B37-B474-6439030B731B}"/>
                    </a:ext>
                  </a:extLst>
                </p14:cNvPr>
                <p14:cNvContentPartPr/>
                <p14:nvPr/>
              </p14:nvContentPartPr>
              <p14:xfrm>
                <a:off x="8141567" y="6484702"/>
                <a:ext cx="315000" cy="259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674B981-D477-3B37-B474-6439030B731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123567" y="6466702"/>
                  <a:ext cx="35064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2AC9D9D-DCA4-0139-5801-3F579832ED95}"/>
              </a:ext>
            </a:extLst>
          </p:cNvPr>
          <p:cNvGrpSpPr/>
          <p:nvPr/>
        </p:nvGrpSpPr>
        <p:grpSpPr>
          <a:xfrm>
            <a:off x="7927367" y="5960182"/>
            <a:ext cx="636840" cy="177840"/>
            <a:chOff x="7927367" y="5960182"/>
            <a:chExt cx="636840" cy="1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48DFF91-8E17-B1B9-E389-6F5975B1D295}"/>
                    </a:ext>
                  </a:extLst>
                </p14:cNvPr>
                <p14:cNvContentPartPr/>
                <p14:nvPr/>
              </p14:nvContentPartPr>
              <p14:xfrm>
                <a:off x="7927367" y="5991502"/>
                <a:ext cx="253800" cy="146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48DFF91-8E17-B1B9-E389-6F5975B1D29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09367" y="5973862"/>
                  <a:ext cx="2894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154F13C-9AC8-42CA-A0F9-FDE9C35FA982}"/>
                    </a:ext>
                  </a:extLst>
                </p14:cNvPr>
                <p14:cNvContentPartPr/>
                <p14:nvPr/>
              </p14:nvContentPartPr>
              <p14:xfrm>
                <a:off x="8402567" y="5960182"/>
                <a:ext cx="83160" cy="32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154F13C-9AC8-42CA-A0F9-FDE9C35FA98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384567" y="5942542"/>
                  <a:ext cx="118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684069E-430F-2965-B7D8-BBE45E709B67}"/>
                    </a:ext>
                  </a:extLst>
                </p14:cNvPr>
                <p14:cNvContentPartPr/>
                <p14:nvPr/>
              </p14:nvContentPartPr>
              <p14:xfrm>
                <a:off x="8441087" y="6064942"/>
                <a:ext cx="123120" cy="11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684069E-430F-2965-B7D8-BBE45E709B6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423087" y="6046942"/>
                  <a:ext cx="15876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A9B81A4-A5B7-574E-DB84-1FE07348D3E6}"/>
              </a:ext>
            </a:extLst>
          </p:cNvPr>
          <p:cNvGrpSpPr/>
          <p:nvPr/>
        </p:nvGrpSpPr>
        <p:grpSpPr>
          <a:xfrm>
            <a:off x="8937887" y="5769022"/>
            <a:ext cx="1796040" cy="793800"/>
            <a:chOff x="8937887" y="5769022"/>
            <a:chExt cx="1796040" cy="79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11AA1F0-F3D7-6DC4-3418-5665571CC472}"/>
                    </a:ext>
                  </a:extLst>
                </p14:cNvPr>
                <p14:cNvContentPartPr/>
                <p14:nvPr/>
              </p14:nvContentPartPr>
              <p14:xfrm>
                <a:off x="8937887" y="5977822"/>
                <a:ext cx="385920" cy="140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11AA1F0-F3D7-6DC4-3418-5665571CC47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919887" y="5960182"/>
                  <a:ext cx="4215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0B92361-7AD9-F56D-4E02-1A86CFE1013F}"/>
                    </a:ext>
                  </a:extLst>
                </p14:cNvPr>
                <p14:cNvContentPartPr/>
                <p14:nvPr/>
              </p14:nvContentPartPr>
              <p14:xfrm>
                <a:off x="9506327" y="5808262"/>
                <a:ext cx="120960" cy="3582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0B92361-7AD9-F56D-4E02-1A86CFE1013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88327" y="5790262"/>
                  <a:ext cx="1566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D3A4AD8-FAF6-0DF7-7502-4923422C0DF7}"/>
                    </a:ext>
                  </a:extLst>
                </p14:cNvPr>
                <p14:cNvContentPartPr/>
                <p14:nvPr/>
              </p14:nvContentPartPr>
              <p14:xfrm>
                <a:off x="9736727" y="5963062"/>
                <a:ext cx="158760" cy="1598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D3A4AD8-FAF6-0DF7-7502-4923422C0DF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718727" y="5945062"/>
                  <a:ext cx="1944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1B9ABBA-E75D-3595-D9C7-FABD2233ACA2}"/>
                    </a:ext>
                  </a:extLst>
                </p14:cNvPr>
                <p14:cNvContentPartPr/>
                <p14:nvPr/>
              </p14:nvContentPartPr>
              <p14:xfrm>
                <a:off x="9989087" y="5943262"/>
                <a:ext cx="469440" cy="471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1B9ABBA-E75D-3595-D9C7-FABD2233ACA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971447" y="5925622"/>
                  <a:ext cx="50508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DDBA987-DDCB-66F2-C089-41D3263A03FB}"/>
                    </a:ext>
                  </a:extLst>
                </p14:cNvPr>
                <p14:cNvContentPartPr/>
                <p14:nvPr/>
              </p14:nvContentPartPr>
              <p14:xfrm>
                <a:off x="10510727" y="5769022"/>
                <a:ext cx="223200" cy="793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DDBA987-DDCB-66F2-C089-41D3263A03F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493087" y="5751382"/>
                  <a:ext cx="258840" cy="82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6A721B4-4285-A75A-6EF4-DA621E9361A3}"/>
              </a:ext>
            </a:extLst>
          </p:cNvPr>
          <p:cNvGrpSpPr/>
          <p:nvPr/>
        </p:nvGrpSpPr>
        <p:grpSpPr>
          <a:xfrm>
            <a:off x="532607" y="5674342"/>
            <a:ext cx="686520" cy="401040"/>
            <a:chOff x="532607" y="5674342"/>
            <a:chExt cx="68652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5D83EDE-BD0A-6F24-F61D-78EEE3E3C25F}"/>
                    </a:ext>
                  </a:extLst>
                </p14:cNvPr>
                <p14:cNvContentPartPr/>
                <p14:nvPr/>
              </p14:nvContentPartPr>
              <p14:xfrm>
                <a:off x="554927" y="5674342"/>
                <a:ext cx="123120" cy="2606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5D83EDE-BD0A-6F24-F61D-78EEE3E3C25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37287" y="5656702"/>
                  <a:ext cx="1587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1BD45B6-EF65-DAA7-84F1-A60652623BF0}"/>
                    </a:ext>
                  </a:extLst>
                </p14:cNvPr>
                <p14:cNvContentPartPr/>
                <p14:nvPr/>
              </p14:nvContentPartPr>
              <p14:xfrm>
                <a:off x="532607" y="5718982"/>
                <a:ext cx="123480" cy="232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1BD45B6-EF65-DAA7-84F1-A60652623BF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14607" y="5700982"/>
                  <a:ext cx="1591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35AF80A-3D29-AB28-8348-746B7943FFD4}"/>
                    </a:ext>
                  </a:extLst>
                </p14:cNvPr>
                <p14:cNvContentPartPr/>
                <p14:nvPr/>
              </p14:nvContentPartPr>
              <p14:xfrm>
                <a:off x="818447" y="5850742"/>
                <a:ext cx="132120" cy="224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35AF80A-3D29-AB28-8348-746B7943FFD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00807" y="5833102"/>
                  <a:ext cx="167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53DBF89-EB01-EAC9-0A2F-7A8F480BB030}"/>
                    </a:ext>
                  </a:extLst>
                </p14:cNvPr>
                <p14:cNvContentPartPr/>
                <p14:nvPr/>
              </p14:nvContentPartPr>
              <p14:xfrm>
                <a:off x="1130927" y="5788462"/>
                <a:ext cx="80640" cy="33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53DBF89-EB01-EAC9-0A2F-7A8F480BB03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12927" y="5770462"/>
                  <a:ext cx="116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E1AEA0A-706B-9521-F38D-2E2CA077D388}"/>
                    </a:ext>
                  </a:extLst>
                </p14:cNvPr>
                <p14:cNvContentPartPr/>
                <p14:nvPr/>
              </p14:nvContentPartPr>
              <p14:xfrm>
                <a:off x="1123367" y="5887102"/>
                <a:ext cx="95760" cy="40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E1AEA0A-706B-9521-F38D-2E2CA077D38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5367" y="5869462"/>
                  <a:ext cx="13140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F06211E0-4D2C-F8C1-330E-F295D3F9075B}"/>
              </a:ext>
            </a:extLst>
          </p:cNvPr>
          <p:cNvGrpSpPr/>
          <p:nvPr/>
        </p:nvGrpSpPr>
        <p:grpSpPr>
          <a:xfrm>
            <a:off x="1477607" y="5505862"/>
            <a:ext cx="1006560" cy="1297800"/>
            <a:chOff x="1477607" y="5505862"/>
            <a:chExt cx="1006560" cy="129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AB8529A-4F11-91A0-7CCC-3BCD44BCD1DB}"/>
                    </a:ext>
                  </a:extLst>
                </p14:cNvPr>
                <p14:cNvContentPartPr/>
                <p14:nvPr/>
              </p14:nvContentPartPr>
              <p14:xfrm>
                <a:off x="1477607" y="5505862"/>
                <a:ext cx="262080" cy="1196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AB8529A-4F11-91A0-7CCC-3BCD44BCD1D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459967" y="5487862"/>
                  <a:ext cx="297720" cy="12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EF6D854-1781-A4E1-D9AF-CA345DF49753}"/>
                    </a:ext>
                  </a:extLst>
                </p14:cNvPr>
                <p14:cNvContentPartPr/>
                <p14:nvPr/>
              </p14:nvContentPartPr>
              <p14:xfrm>
                <a:off x="1913567" y="5663542"/>
                <a:ext cx="207720" cy="1904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EF6D854-1781-A4E1-D9AF-CA345DF4975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895567" y="5645902"/>
                  <a:ext cx="243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B4A1F77-87C8-230C-183E-FEE924CC3246}"/>
                    </a:ext>
                  </a:extLst>
                </p14:cNvPr>
                <p14:cNvContentPartPr/>
                <p14:nvPr/>
              </p14:nvContentPartPr>
              <p14:xfrm>
                <a:off x="2001767" y="6031462"/>
                <a:ext cx="7560" cy="1900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B4A1F77-87C8-230C-183E-FEE924CC324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983767" y="6013822"/>
                  <a:ext cx="432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AB07785-9C4E-10D3-9323-38DA445C6477}"/>
                    </a:ext>
                  </a:extLst>
                </p14:cNvPr>
                <p14:cNvContentPartPr/>
                <p14:nvPr/>
              </p14:nvContentPartPr>
              <p14:xfrm>
                <a:off x="1743287" y="6509542"/>
                <a:ext cx="172800" cy="28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AB07785-9C4E-10D3-9323-38DA445C647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725287" y="6491542"/>
                  <a:ext cx="2084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0BC83FD-E35E-EA94-302F-8CF3625605BF}"/>
                    </a:ext>
                  </a:extLst>
                </p14:cNvPr>
                <p14:cNvContentPartPr/>
                <p14:nvPr/>
              </p14:nvContentPartPr>
              <p14:xfrm>
                <a:off x="2016527" y="6439342"/>
                <a:ext cx="195120" cy="193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0BC83FD-E35E-EA94-302F-8CF3625605B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998887" y="6421702"/>
                  <a:ext cx="2307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72DEF08-1DB9-279F-CEBF-0A0E5B0D7FA6}"/>
                    </a:ext>
                  </a:extLst>
                </p14:cNvPr>
                <p14:cNvContentPartPr/>
                <p14:nvPr/>
              </p14:nvContentPartPr>
              <p14:xfrm>
                <a:off x="2057207" y="5542222"/>
                <a:ext cx="426960" cy="12614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72DEF08-1DB9-279F-CEBF-0A0E5B0D7FA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039207" y="5524222"/>
                  <a:ext cx="462600" cy="129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580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F6897-0D0B-3356-DE80-A4AB0C832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2793B4F1-5A1D-D69F-875E-9F4BF55CD412}"/>
              </a:ext>
            </a:extLst>
          </p:cNvPr>
          <p:cNvGrpSpPr/>
          <p:nvPr/>
        </p:nvGrpSpPr>
        <p:grpSpPr>
          <a:xfrm>
            <a:off x="202487" y="195862"/>
            <a:ext cx="811800" cy="362160"/>
            <a:chOff x="202487" y="195862"/>
            <a:chExt cx="81180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570088B-8884-F65D-5430-25116BDB0F1A}"/>
                    </a:ext>
                  </a:extLst>
                </p14:cNvPr>
                <p14:cNvContentPartPr/>
                <p14:nvPr/>
              </p14:nvContentPartPr>
              <p14:xfrm>
                <a:off x="202487" y="195862"/>
                <a:ext cx="219240" cy="362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570088B-8884-F65D-5430-25116BDB0F1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4487" y="178222"/>
                  <a:ext cx="2548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026321-25B2-1CD6-5D12-9DDDEFA65FE0}"/>
                    </a:ext>
                  </a:extLst>
                </p14:cNvPr>
                <p14:cNvContentPartPr/>
                <p14:nvPr/>
              </p14:nvContentPartPr>
              <p14:xfrm>
                <a:off x="513527" y="382342"/>
                <a:ext cx="86040" cy="19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026321-25B2-1CD6-5D12-9DDDEFA65F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5527" y="364342"/>
                  <a:ext cx="121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3529BC1-FDDA-952E-1635-4445917FF47D}"/>
                    </a:ext>
                  </a:extLst>
                </p14:cNvPr>
                <p14:cNvContentPartPr/>
                <p14:nvPr/>
              </p14:nvContentPartPr>
              <p14:xfrm>
                <a:off x="536567" y="455062"/>
                <a:ext cx="112680" cy="51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3529BC1-FDDA-952E-1635-4445917FF4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8927" y="437422"/>
                  <a:ext cx="1483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6AD4B18-3775-9442-E75E-BEA2E99EE3BD}"/>
                    </a:ext>
                  </a:extLst>
                </p14:cNvPr>
                <p14:cNvContentPartPr/>
                <p14:nvPr/>
              </p14:nvContentPartPr>
              <p14:xfrm>
                <a:off x="727007" y="294142"/>
                <a:ext cx="45360" cy="233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AD4B18-3775-9442-E75E-BEA2E99EE3B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9367" y="276142"/>
                  <a:ext cx="810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4ADAF92-AFE5-CC7E-20BD-971017F04733}"/>
                    </a:ext>
                  </a:extLst>
                </p14:cNvPr>
                <p14:cNvContentPartPr/>
                <p14:nvPr/>
              </p14:nvContentPartPr>
              <p14:xfrm>
                <a:off x="890087" y="302782"/>
                <a:ext cx="102600" cy="202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4ADAF92-AFE5-CC7E-20BD-971017F0473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2447" y="285142"/>
                  <a:ext cx="1382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5D264FD-5967-BF78-4415-EA5B8B7DEF2C}"/>
                    </a:ext>
                  </a:extLst>
                </p14:cNvPr>
                <p14:cNvContentPartPr/>
                <p14:nvPr/>
              </p14:nvContentPartPr>
              <p14:xfrm>
                <a:off x="897647" y="302422"/>
                <a:ext cx="116640" cy="29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5D264FD-5967-BF78-4415-EA5B8B7DEF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9647" y="284422"/>
                  <a:ext cx="15228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02A8211-52BF-FE0E-D34C-7D22C1B23B50}"/>
                  </a:ext>
                </a:extLst>
              </p14:cNvPr>
              <p14:cNvContentPartPr/>
              <p14:nvPr/>
            </p14:nvContentPartPr>
            <p14:xfrm>
              <a:off x="2015807" y="220702"/>
              <a:ext cx="146160" cy="561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02A8211-52BF-FE0E-D34C-7D22C1B23B5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97807" y="202702"/>
                <a:ext cx="181800" cy="59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22264CD-FFEA-1C6B-096A-2E48E588EE6C}"/>
              </a:ext>
            </a:extLst>
          </p:cNvPr>
          <p:cNvGrpSpPr/>
          <p:nvPr/>
        </p:nvGrpSpPr>
        <p:grpSpPr>
          <a:xfrm>
            <a:off x="2690807" y="270382"/>
            <a:ext cx="172080" cy="341640"/>
            <a:chOff x="2690807" y="270382"/>
            <a:chExt cx="17208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4B79D04-2BB8-5238-6CDC-3AC6FAC70257}"/>
                    </a:ext>
                  </a:extLst>
                </p14:cNvPr>
                <p14:cNvContentPartPr/>
                <p14:nvPr/>
              </p14:nvContentPartPr>
              <p14:xfrm>
                <a:off x="2690807" y="270382"/>
                <a:ext cx="172080" cy="341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4B79D04-2BB8-5238-6CDC-3AC6FAC7025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72807" y="252742"/>
                  <a:ext cx="2077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BAACD2-E262-8627-495C-E98F99227DD8}"/>
                    </a:ext>
                  </a:extLst>
                </p14:cNvPr>
                <p14:cNvContentPartPr/>
                <p14:nvPr/>
              </p14:nvContentPartPr>
              <p14:xfrm>
                <a:off x="2721407" y="494662"/>
                <a:ext cx="135720" cy="42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BAACD2-E262-8627-495C-E98F99227DD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03767" y="477022"/>
                  <a:ext cx="17136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8C2D27-1758-26B6-EEC5-345C87432CDB}"/>
              </a:ext>
            </a:extLst>
          </p:cNvPr>
          <p:cNvGrpSpPr/>
          <p:nvPr/>
        </p:nvGrpSpPr>
        <p:grpSpPr>
          <a:xfrm>
            <a:off x="3059087" y="185422"/>
            <a:ext cx="1473840" cy="657000"/>
            <a:chOff x="3059087" y="185422"/>
            <a:chExt cx="1473840" cy="65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B404E31-D7D3-C4C1-98D0-F17A227A167B}"/>
                    </a:ext>
                  </a:extLst>
                </p14:cNvPr>
                <p14:cNvContentPartPr/>
                <p14:nvPr/>
              </p14:nvContentPartPr>
              <p14:xfrm>
                <a:off x="3059087" y="468022"/>
                <a:ext cx="118080" cy="25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B404E31-D7D3-C4C1-98D0-F17A227A16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41087" y="450382"/>
                  <a:ext cx="153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177A4D-FB4F-B871-8A8A-FB295F1CAC97}"/>
                    </a:ext>
                  </a:extLst>
                </p14:cNvPr>
                <p14:cNvContentPartPr/>
                <p14:nvPr/>
              </p14:nvContentPartPr>
              <p14:xfrm>
                <a:off x="3323327" y="338062"/>
                <a:ext cx="45000" cy="277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C177A4D-FB4F-B871-8A8A-FB295F1CAC9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05327" y="320422"/>
                  <a:ext cx="806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535DDAC-5242-298D-AB02-F5B5217885BD}"/>
                    </a:ext>
                  </a:extLst>
                </p14:cNvPr>
                <p14:cNvContentPartPr/>
                <p14:nvPr/>
              </p14:nvContentPartPr>
              <p14:xfrm>
                <a:off x="3504767" y="369022"/>
                <a:ext cx="113040" cy="199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535DDAC-5242-298D-AB02-F5B5217885B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87127" y="351382"/>
                  <a:ext cx="148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42C1BE2-EC5A-4FEB-B8C6-CA74EC996C0C}"/>
                    </a:ext>
                  </a:extLst>
                </p14:cNvPr>
                <p14:cNvContentPartPr/>
                <p14:nvPr/>
              </p14:nvContentPartPr>
              <p14:xfrm>
                <a:off x="3589007" y="317902"/>
                <a:ext cx="151560" cy="49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42C1BE2-EC5A-4FEB-B8C6-CA74EC996C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71367" y="299902"/>
                  <a:ext cx="187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558E3D-E304-C3B8-FF31-10B79E4760D2}"/>
                    </a:ext>
                  </a:extLst>
                </p14:cNvPr>
                <p14:cNvContentPartPr/>
                <p14:nvPr/>
              </p14:nvContentPartPr>
              <p14:xfrm>
                <a:off x="3884207" y="286582"/>
                <a:ext cx="93960" cy="16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558E3D-E304-C3B8-FF31-10B79E4760D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66567" y="268942"/>
                  <a:ext cx="129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D0A9D3-D842-3C64-8C70-510A8C471B37}"/>
                    </a:ext>
                  </a:extLst>
                </p14:cNvPr>
                <p14:cNvContentPartPr/>
                <p14:nvPr/>
              </p14:nvContentPartPr>
              <p14:xfrm>
                <a:off x="3882407" y="298102"/>
                <a:ext cx="78840" cy="248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D0A9D3-D842-3C64-8C70-510A8C471B3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64767" y="280102"/>
                  <a:ext cx="1144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F343A4-9F06-452C-1382-4762DA4AE9DA}"/>
                    </a:ext>
                  </a:extLst>
                </p14:cNvPr>
                <p14:cNvContentPartPr/>
                <p14:nvPr/>
              </p14:nvContentPartPr>
              <p14:xfrm>
                <a:off x="3741287" y="560542"/>
                <a:ext cx="217800" cy="43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F343A4-9F06-452C-1382-4762DA4AE9D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23287" y="542902"/>
                  <a:ext cx="2534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FDDD34-BF52-19A4-2279-C8D09C869A8A}"/>
                    </a:ext>
                  </a:extLst>
                </p14:cNvPr>
                <p14:cNvContentPartPr/>
                <p14:nvPr/>
              </p14:nvContentPartPr>
              <p14:xfrm>
                <a:off x="3968447" y="185422"/>
                <a:ext cx="251280" cy="657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FDDD34-BF52-19A4-2279-C8D09C869A8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50807" y="167782"/>
                  <a:ext cx="28692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7437EB-79EA-2294-2006-8432D969737A}"/>
                    </a:ext>
                  </a:extLst>
                </p14:cNvPr>
                <p14:cNvContentPartPr/>
                <p14:nvPr/>
              </p14:nvContentPartPr>
              <p14:xfrm>
                <a:off x="4338887" y="322222"/>
                <a:ext cx="157320" cy="262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7437EB-79EA-2294-2006-8432D969737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21247" y="304582"/>
                  <a:ext cx="192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871947-22CF-D6FD-7572-494674DFBBA7}"/>
                    </a:ext>
                  </a:extLst>
                </p14:cNvPr>
                <p14:cNvContentPartPr/>
                <p14:nvPr/>
              </p14:nvContentPartPr>
              <p14:xfrm>
                <a:off x="4348607" y="357862"/>
                <a:ext cx="184320" cy="207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871947-22CF-D6FD-7572-494674DFBB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30967" y="340222"/>
                  <a:ext cx="21996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5D31647-6F1C-4A21-9074-10B597262B01}"/>
              </a:ext>
            </a:extLst>
          </p:cNvPr>
          <p:cNvGrpSpPr/>
          <p:nvPr/>
        </p:nvGrpSpPr>
        <p:grpSpPr>
          <a:xfrm>
            <a:off x="4779887" y="410062"/>
            <a:ext cx="215640" cy="110880"/>
            <a:chOff x="4779887" y="410062"/>
            <a:chExt cx="21564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ACEC8C-9985-5220-5A79-D11762E36A4A}"/>
                    </a:ext>
                  </a:extLst>
                </p14:cNvPr>
                <p14:cNvContentPartPr/>
                <p14:nvPr/>
              </p14:nvContentPartPr>
              <p14:xfrm>
                <a:off x="4779887" y="410062"/>
                <a:ext cx="162360" cy="33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ACEC8C-9985-5220-5A79-D11762E36A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61887" y="392422"/>
                  <a:ext cx="198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6F4A050-7A99-D260-23B4-0398A42CE3E0}"/>
                    </a:ext>
                  </a:extLst>
                </p14:cNvPr>
                <p14:cNvContentPartPr/>
                <p14:nvPr/>
              </p14:nvContentPartPr>
              <p14:xfrm>
                <a:off x="4783847" y="465142"/>
                <a:ext cx="211680" cy="55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6F4A050-7A99-D260-23B4-0398A42CE3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66207" y="447142"/>
                  <a:ext cx="24732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004CA4B-B34F-4300-C54A-AE069894C3A2}"/>
                  </a:ext>
                </a:extLst>
              </p14:cNvPr>
              <p14:cNvContentPartPr/>
              <p14:nvPr/>
            </p14:nvContentPartPr>
            <p14:xfrm>
              <a:off x="5265887" y="308182"/>
              <a:ext cx="263520" cy="263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004CA4B-B34F-4300-C54A-AE069894C3A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247887" y="290542"/>
                <a:ext cx="299160" cy="29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41EB5A29-1A16-D432-9312-040F196FB615}"/>
              </a:ext>
            </a:extLst>
          </p:cNvPr>
          <p:cNvGrpSpPr/>
          <p:nvPr/>
        </p:nvGrpSpPr>
        <p:grpSpPr>
          <a:xfrm>
            <a:off x="1303367" y="1070662"/>
            <a:ext cx="767160" cy="1653480"/>
            <a:chOff x="1303367" y="1070662"/>
            <a:chExt cx="767160" cy="165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017F18C-5DD1-99C3-9C49-2445F685512A}"/>
                    </a:ext>
                  </a:extLst>
                </p14:cNvPr>
                <p14:cNvContentPartPr/>
                <p14:nvPr/>
              </p14:nvContentPartPr>
              <p14:xfrm>
                <a:off x="1303367" y="1070662"/>
                <a:ext cx="268200" cy="1653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017F18C-5DD1-99C3-9C49-2445F685512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85727" y="1052662"/>
                  <a:ext cx="303840" cy="16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52AB14-4593-4AA2-20C0-A432C6DC6BF4}"/>
                    </a:ext>
                  </a:extLst>
                </p14:cNvPr>
                <p14:cNvContentPartPr/>
                <p14:nvPr/>
              </p14:nvContentPartPr>
              <p14:xfrm>
                <a:off x="1637087" y="1341382"/>
                <a:ext cx="147600" cy="3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52AB14-4593-4AA2-20C0-A432C6DC6BF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19087" y="1323382"/>
                  <a:ext cx="183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872654B-E55B-59D4-B603-DFABA29075F8}"/>
                    </a:ext>
                  </a:extLst>
                </p14:cNvPr>
                <p14:cNvContentPartPr/>
                <p14:nvPr/>
              </p14:nvContentPartPr>
              <p14:xfrm>
                <a:off x="1886927" y="1232302"/>
                <a:ext cx="183600" cy="331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872654B-E55B-59D4-B603-DFABA29075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68927" y="1214662"/>
                  <a:ext cx="219240" cy="36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5357A3-57D7-8126-0D2C-FC4FC2533D8F}"/>
              </a:ext>
            </a:extLst>
          </p:cNvPr>
          <p:cNvGrpSpPr/>
          <p:nvPr/>
        </p:nvGrpSpPr>
        <p:grpSpPr>
          <a:xfrm>
            <a:off x="2367167" y="1707502"/>
            <a:ext cx="412560" cy="258840"/>
            <a:chOff x="2367167" y="1707502"/>
            <a:chExt cx="41256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77D988A-7056-9BBE-E8BE-EDF55E5D2026}"/>
                    </a:ext>
                  </a:extLst>
                </p14:cNvPr>
                <p14:cNvContentPartPr/>
                <p14:nvPr/>
              </p14:nvContentPartPr>
              <p14:xfrm>
                <a:off x="2367167" y="1849702"/>
                <a:ext cx="194760" cy="35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77D988A-7056-9BBE-E8BE-EDF55E5D20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49527" y="1831702"/>
                  <a:ext cx="230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660F523-ECD9-E0AB-5461-216D5596E31A}"/>
                    </a:ext>
                  </a:extLst>
                </p14:cNvPr>
                <p14:cNvContentPartPr/>
                <p14:nvPr/>
              </p14:nvContentPartPr>
              <p14:xfrm>
                <a:off x="2645447" y="1707502"/>
                <a:ext cx="134280" cy="258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660F523-ECD9-E0AB-5461-216D5596E3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27447" y="1689862"/>
                  <a:ext cx="16992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E521CEF-D42B-DA56-67FC-19DDA199F06D}"/>
              </a:ext>
            </a:extLst>
          </p:cNvPr>
          <p:cNvGrpSpPr/>
          <p:nvPr/>
        </p:nvGrpSpPr>
        <p:grpSpPr>
          <a:xfrm>
            <a:off x="2475167" y="1215742"/>
            <a:ext cx="369000" cy="204120"/>
            <a:chOff x="2475167" y="1215742"/>
            <a:chExt cx="36900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4705F8-D4DA-961A-EC00-100957183E94}"/>
                    </a:ext>
                  </a:extLst>
                </p14:cNvPr>
                <p14:cNvContentPartPr/>
                <p14:nvPr/>
              </p14:nvContentPartPr>
              <p14:xfrm>
                <a:off x="2475167" y="1331662"/>
                <a:ext cx="116640" cy="30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4705F8-D4DA-961A-EC00-100957183E9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57527" y="1313662"/>
                  <a:ext cx="152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7B35F6E-B829-D4D9-F9C9-713003922F91}"/>
                    </a:ext>
                  </a:extLst>
                </p14:cNvPr>
                <p14:cNvContentPartPr/>
                <p14:nvPr/>
              </p14:nvContentPartPr>
              <p14:xfrm>
                <a:off x="2754527" y="1215742"/>
                <a:ext cx="89640" cy="204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7B35F6E-B829-D4D9-F9C9-713003922F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36527" y="1198102"/>
                  <a:ext cx="12528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2F18BCB-FB68-4913-5E93-DD460565E3B1}"/>
              </a:ext>
            </a:extLst>
          </p:cNvPr>
          <p:cNvGrpSpPr/>
          <p:nvPr/>
        </p:nvGrpSpPr>
        <p:grpSpPr>
          <a:xfrm>
            <a:off x="1535927" y="1960942"/>
            <a:ext cx="318960" cy="227160"/>
            <a:chOff x="1535927" y="1960942"/>
            <a:chExt cx="31896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E477380-4263-DD5A-025F-528F5869ED39}"/>
                    </a:ext>
                  </a:extLst>
                </p14:cNvPr>
                <p14:cNvContentPartPr/>
                <p14:nvPr/>
              </p14:nvContentPartPr>
              <p14:xfrm>
                <a:off x="1535927" y="2063542"/>
                <a:ext cx="143640" cy="10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E477380-4263-DD5A-025F-528F5869ED3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18287" y="2045542"/>
                  <a:ext cx="179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64BAE7-E9F0-DEDE-3175-A9513295AAC5}"/>
                    </a:ext>
                  </a:extLst>
                </p14:cNvPr>
                <p14:cNvContentPartPr/>
                <p14:nvPr/>
              </p14:nvContentPartPr>
              <p14:xfrm>
                <a:off x="1751567" y="1960942"/>
                <a:ext cx="103320" cy="227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64BAE7-E9F0-DEDE-3175-A9513295AA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33567" y="1942942"/>
                  <a:ext cx="138960" cy="26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22F505D-9C87-4B14-B45A-77894E186FFF}"/>
                  </a:ext>
                </a:extLst>
              </p14:cNvPr>
              <p14:cNvContentPartPr/>
              <p14:nvPr/>
            </p14:nvContentPartPr>
            <p14:xfrm>
              <a:off x="1584167" y="2490502"/>
              <a:ext cx="172440" cy="1839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22F505D-9C87-4B14-B45A-77894E186FF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66527" y="2472862"/>
                <a:ext cx="208080" cy="21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E15524D7-5DB6-AA55-F37A-4295A765ABC1}"/>
              </a:ext>
            </a:extLst>
          </p:cNvPr>
          <p:cNvGrpSpPr/>
          <p:nvPr/>
        </p:nvGrpSpPr>
        <p:grpSpPr>
          <a:xfrm>
            <a:off x="2385887" y="2340742"/>
            <a:ext cx="318240" cy="328680"/>
            <a:chOff x="2385887" y="2340742"/>
            <a:chExt cx="31824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775253-C8B1-2090-92C9-6B889D8B270E}"/>
                    </a:ext>
                  </a:extLst>
                </p14:cNvPr>
                <p14:cNvContentPartPr/>
                <p14:nvPr/>
              </p14:nvContentPartPr>
              <p14:xfrm>
                <a:off x="2385887" y="2480422"/>
                <a:ext cx="119880" cy="29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775253-C8B1-2090-92C9-6B889D8B270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68247" y="2462782"/>
                  <a:ext cx="155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86DCC7A-FF13-2CC5-05F3-3B414654BFD8}"/>
                    </a:ext>
                  </a:extLst>
                </p14:cNvPr>
                <p14:cNvContentPartPr/>
                <p14:nvPr/>
              </p14:nvContentPartPr>
              <p14:xfrm>
                <a:off x="2561207" y="2340742"/>
                <a:ext cx="142920" cy="328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86DCC7A-FF13-2CC5-05F3-3B414654BF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43207" y="2322742"/>
                  <a:ext cx="17856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E1F3E79-576C-4599-F1E7-85855EAA16C8}"/>
              </a:ext>
            </a:extLst>
          </p:cNvPr>
          <p:cNvGrpSpPr/>
          <p:nvPr/>
        </p:nvGrpSpPr>
        <p:grpSpPr>
          <a:xfrm>
            <a:off x="3205247" y="1077502"/>
            <a:ext cx="1544400" cy="1635840"/>
            <a:chOff x="3205247" y="1077502"/>
            <a:chExt cx="1544400" cy="163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5CE3D9B-6406-DD9E-351E-3802BC6BFB19}"/>
                    </a:ext>
                  </a:extLst>
                </p14:cNvPr>
                <p14:cNvContentPartPr/>
                <p14:nvPr/>
              </p14:nvContentPartPr>
              <p14:xfrm>
                <a:off x="3205247" y="2352622"/>
                <a:ext cx="100440" cy="3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5CE3D9B-6406-DD9E-351E-3802BC6BFB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87607" y="2334982"/>
                  <a:ext cx="136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9086869-64B6-82F3-F9BA-787CC5662F6C}"/>
                    </a:ext>
                  </a:extLst>
                </p14:cNvPr>
                <p14:cNvContentPartPr/>
                <p14:nvPr/>
              </p14:nvContentPartPr>
              <p14:xfrm>
                <a:off x="3348167" y="2256142"/>
                <a:ext cx="65880" cy="260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9086869-64B6-82F3-F9BA-787CC5662F6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30527" y="2238502"/>
                  <a:ext cx="1015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F8CEA1-BAF9-1E15-2D78-948CD1ED5CCA}"/>
                    </a:ext>
                  </a:extLst>
                </p14:cNvPr>
                <p14:cNvContentPartPr/>
                <p14:nvPr/>
              </p14:nvContentPartPr>
              <p14:xfrm>
                <a:off x="3535007" y="2278102"/>
                <a:ext cx="209520" cy="238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F8CEA1-BAF9-1E15-2D78-948CD1ED5CC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17007" y="2260102"/>
                  <a:ext cx="2451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FE1D2B0-1FE8-0AE3-3A20-D297183E2767}"/>
                    </a:ext>
                  </a:extLst>
                </p14:cNvPr>
                <p14:cNvContentPartPr/>
                <p14:nvPr/>
              </p14:nvContentPartPr>
              <p14:xfrm>
                <a:off x="3310367" y="1321222"/>
                <a:ext cx="238320" cy="192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FE1D2B0-1FE8-0AE3-3A20-D297183E276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92727" y="1303222"/>
                  <a:ext cx="2739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C55D46E-64FC-4FAD-8755-74D2ABA62301}"/>
                    </a:ext>
                  </a:extLst>
                </p14:cNvPr>
                <p14:cNvContentPartPr/>
                <p14:nvPr/>
              </p14:nvContentPartPr>
              <p14:xfrm>
                <a:off x="3206687" y="1818742"/>
                <a:ext cx="118800" cy="18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C55D46E-64FC-4FAD-8755-74D2ABA6230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89047" y="1801102"/>
                  <a:ext cx="154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167B3F2-692E-86E2-BBD0-EDF72F028708}"/>
                    </a:ext>
                  </a:extLst>
                </p14:cNvPr>
                <p14:cNvContentPartPr/>
                <p14:nvPr/>
              </p14:nvContentPartPr>
              <p14:xfrm>
                <a:off x="3358607" y="1747462"/>
                <a:ext cx="127080" cy="287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167B3F2-692E-86E2-BBD0-EDF72F0287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340967" y="1729462"/>
                  <a:ext cx="1627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50FB82-E1F8-D1CA-D438-35D10C4274F9}"/>
                    </a:ext>
                  </a:extLst>
                </p14:cNvPr>
                <p14:cNvContentPartPr/>
                <p14:nvPr/>
              </p14:nvContentPartPr>
              <p14:xfrm>
                <a:off x="3603407" y="1086142"/>
                <a:ext cx="272520" cy="1617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50FB82-E1F8-D1CA-D438-35D10C4274F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85767" y="1068142"/>
                  <a:ext cx="308160" cy="16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CEAB7E8-B8E3-EFF0-A712-5C3D4BC4298C}"/>
                    </a:ext>
                  </a:extLst>
                </p14:cNvPr>
                <p14:cNvContentPartPr/>
                <p14:nvPr/>
              </p14:nvContentPartPr>
              <p14:xfrm>
                <a:off x="4033967" y="1077502"/>
                <a:ext cx="249480" cy="1635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CEAB7E8-B8E3-EFF0-A712-5C3D4BC4298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15967" y="1059502"/>
                  <a:ext cx="285120" cy="16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3BEC3E7-2EFE-0016-184A-88D907C2DBEB}"/>
                    </a:ext>
                  </a:extLst>
                </p14:cNvPr>
                <p14:cNvContentPartPr/>
                <p14:nvPr/>
              </p14:nvContentPartPr>
              <p14:xfrm>
                <a:off x="4312967" y="1357582"/>
                <a:ext cx="174600" cy="149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3BEC3E7-2EFE-0016-184A-88D907C2DBE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95327" y="1339582"/>
                  <a:ext cx="210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EDC4130-3827-0F45-1888-DBE1A6CD933F}"/>
                    </a:ext>
                  </a:extLst>
                </p14:cNvPr>
                <p14:cNvContentPartPr/>
                <p14:nvPr/>
              </p14:nvContentPartPr>
              <p14:xfrm>
                <a:off x="4276247" y="1767262"/>
                <a:ext cx="116640" cy="250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EDC4130-3827-0F45-1888-DBE1A6CD93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58247" y="1749262"/>
                  <a:ext cx="1522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EDCC53-787C-E3E3-90D9-33ECFD917C82}"/>
                    </a:ext>
                  </a:extLst>
                </p14:cNvPr>
                <p14:cNvContentPartPr/>
                <p14:nvPr/>
              </p14:nvContentPartPr>
              <p14:xfrm>
                <a:off x="4210007" y="2324182"/>
                <a:ext cx="230760" cy="173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EDCC53-787C-E3E3-90D9-33ECFD917C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92007" y="2306542"/>
                  <a:ext cx="266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30BF57-710B-920B-0AE1-9C4453184CBA}"/>
                    </a:ext>
                  </a:extLst>
                </p14:cNvPr>
                <p14:cNvContentPartPr/>
                <p14:nvPr/>
              </p14:nvContentPartPr>
              <p14:xfrm>
                <a:off x="4460207" y="1141582"/>
                <a:ext cx="289440" cy="1535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30BF57-710B-920B-0AE1-9C4453184C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42207" y="1123942"/>
                  <a:ext cx="325080" cy="157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0977FAE-01C6-FB04-59E3-599C3812A3F0}"/>
              </a:ext>
            </a:extLst>
          </p:cNvPr>
          <p:cNvGrpSpPr/>
          <p:nvPr/>
        </p:nvGrpSpPr>
        <p:grpSpPr>
          <a:xfrm>
            <a:off x="5081207" y="1841422"/>
            <a:ext cx="177840" cy="132840"/>
            <a:chOff x="5081207" y="1841422"/>
            <a:chExt cx="17784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9302594-F00E-321F-9175-208F3A515008}"/>
                    </a:ext>
                  </a:extLst>
                </p14:cNvPr>
                <p14:cNvContentPartPr/>
                <p14:nvPr/>
              </p14:nvContentPartPr>
              <p14:xfrm>
                <a:off x="5081207" y="1841422"/>
                <a:ext cx="124920" cy="29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9302594-F00E-321F-9175-208F3A51500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63567" y="1823782"/>
                  <a:ext cx="160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25E87C-FDEB-06E2-36A2-9BBCF2964A40}"/>
                    </a:ext>
                  </a:extLst>
                </p14:cNvPr>
                <p14:cNvContentPartPr/>
                <p14:nvPr/>
              </p14:nvContentPartPr>
              <p14:xfrm>
                <a:off x="5082287" y="1919182"/>
                <a:ext cx="176760" cy="55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25E87C-FDEB-06E2-36A2-9BBCF2964A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64287" y="1901182"/>
                  <a:ext cx="2124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655805A-2AD5-F3D5-988E-8675DD77E583}"/>
              </a:ext>
            </a:extLst>
          </p:cNvPr>
          <p:cNvGrpSpPr/>
          <p:nvPr/>
        </p:nvGrpSpPr>
        <p:grpSpPr>
          <a:xfrm>
            <a:off x="5469287" y="1025302"/>
            <a:ext cx="800640" cy="1928160"/>
            <a:chOff x="5469287" y="1025302"/>
            <a:chExt cx="800640" cy="19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10785DF-7632-C0D8-4CB3-92E42E9B8502}"/>
                    </a:ext>
                  </a:extLst>
                </p14:cNvPr>
                <p14:cNvContentPartPr/>
                <p14:nvPr/>
              </p14:nvContentPartPr>
              <p14:xfrm>
                <a:off x="5469287" y="1152382"/>
                <a:ext cx="223560" cy="1790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10785DF-7632-C0D8-4CB3-92E42E9B85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51647" y="1134742"/>
                  <a:ext cx="259200" cy="18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A12CE77-F785-B4D8-90E1-9BE4711FEAAF}"/>
                    </a:ext>
                  </a:extLst>
                </p14:cNvPr>
                <p14:cNvContentPartPr/>
                <p14:nvPr/>
              </p14:nvContentPartPr>
              <p14:xfrm>
                <a:off x="5787167" y="1285942"/>
                <a:ext cx="226800" cy="225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A12CE77-F785-B4D8-90E1-9BE4711FEAA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69167" y="1267942"/>
                  <a:ext cx="2624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8B9099E-24AB-A8D1-41AD-07DADD36407B}"/>
                    </a:ext>
                  </a:extLst>
                </p14:cNvPr>
                <p14:cNvContentPartPr/>
                <p14:nvPr/>
              </p14:nvContentPartPr>
              <p14:xfrm>
                <a:off x="5860607" y="1827022"/>
                <a:ext cx="168480" cy="260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8B9099E-24AB-A8D1-41AD-07DADD36407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42607" y="1809382"/>
                  <a:ext cx="204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5763C6F-37D2-9E4D-6ACD-04E2864C946D}"/>
                    </a:ext>
                  </a:extLst>
                </p14:cNvPr>
                <p14:cNvContentPartPr/>
                <p14:nvPr/>
              </p14:nvContentPartPr>
              <p14:xfrm>
                <a:off x="5864567" y="2373502"/>
                <a:ext cx="147240" cy="199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5763C6F-37D2-9E4D-6ACD-04E2864C94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46567" y="2355862"/>
                  <a:ext cx="1828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CB6976A-B203-F252-0D20-AE696848FB67}"/>
                    </a:ext>
                  </a:extLst>
                </p14:cNvPr>
                <p14:cNvContentPartPr/>
                <p14:nvPr/>
              </p14:nvContentPartPr>
              <p14:xfrm>
                <a:off x="5813807" y="1025302"/>
                <a:ext cx="456120" cy="1928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CB6976A-B203-F252-0D20-AE696848FB6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96167" y="1007662"/>
                  <a:ext cx="491760" cy="19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B73527D-97D4-B7A6-48C2-A1EE449144FD}"/>
              </a:ext>
            </a:extLst>
          </p:cNvPr>
          <p:cNvGrpSpPr/>
          <p:nvPr/>
        </p:nvGrpSpPr>
        <p:grpSpPr>
          <a:xfrm>
            <a:off x="810527" y="3345142"/>
            <a:ext cx="2558160" cy="742680"/>
            <a:chOff x="810527" y="3345142"/>
            <a:chExt cx="2558160" cy="74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202F266-2228-075C-978B-4444A4EC3A02}"/>
                    </a:ext>
                  </a:extLst>
                </p14:cNvPr>
                <p14:cNvContentPartPr/>
                <p14:nvPr/>
              </p14:nvContentPartPr>
              <p14:xfrm>
                <a:off x="810527" y="3506782"/>
                <a:ext cx="137160" cy="19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202F266-2228-075C-978B-4444A4EC3A0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2527" y="3488782"/>
                  <a:ext cx="1728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2079BB2-EAA6-F680-0C9D-2AB8F3477629}"/>
                    </a:ext>
                  </a:extLst>
                </p14:cNvPr>
                <p14:cNvContentPartPr/>
                <p14:nvPr/>
              </p14:nvContentPartPr>
              <p14:xfrm>
                <a:off x="1062167" y="3345142"/>
                <a:ext cx="142560" cy="376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2079BB2-EAA6-F680-0C9D-2AB8F347762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44167" y="3327142"/>
                  <a:ext cx="1782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5B5C180-A511-6B5C-2A8C-6823AA6FC084}"/>
                    </a:ext>
                  </a:extLst>
                </p14:cNvPr>
                <p14:cNvContentPartPr/>
                <p14:nvPr/>
              </p14:nvContentPartPr>
              <p14:xfrm>
                <a:off x="1237127" y="3543502"/>
                <a:ext cx="199800" cy="151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5B5C180-A511-6B5C-2A8C-6823AA6FC08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219487" y="3525502"/>
                  <a:ext cx="235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F897C6B-7EAF-0370-D010-B707F2D54901}"/>
                    </a:ext>
                  </a:extLst>
                </p14:cNvPr>
                <p14:cNvContentPartPr/>
                <p14:nvPr/>
              </p14:nvContentPartPr>
              <p14:xfrm>
                <a:off x="1556807" y="3582382"/>
                <a:ext cx="73440" cy="15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F897C6B-7EAF-0370-D010-B707F2D5490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39167" y="3564382"/>
                  <a:ext cx="109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C1C3DB3-51BE-AE82-BE5E-664E87A213E1}"/>
                    </a:ext>
                  </a:extLst>
                </p14:cNvPr>
                <p14:cNvContentPartPr/>
                <p14:nvPr/>
              </p14:nvContentPartPr>
              <p14:xfrm>
                <a:off x="1766687" y="3377182"/>
                <a:ext cx="149760" cy="300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C1C3DB3-51BE-AE82-BE5E-664E87A213E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48687" y="3359542"/>
                  <a:ext cx="1854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D8C2E0C-6896-D02F-2671-E58B0F06A1AF}"/>
                    </a:ext>
                  </a:extLst>
                </p14:cNvPr>
                <p14:cNvContentPartPr/>
                <p14:nvPr/>
              </p14:nvContentPartPr>
              <p14:xfrm>
                <a:off x="1908887" y="3562222"/>
                <a:ext cx="189000" cy="525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D8C2E0C-6896-D02F-2671-E58B0F06A1A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91247" y="3544582"/>
                  <a:ext cx="22464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9ABBBAC-9A67-9232-5B51-6E251A2C18BC}"/>
                    </a:ext>
                  </a:extLst>
                </p14:cNvPr>
                <p14:cNvContentPartPr/>
                <p14:nvPr/>
              </p14:nvContentPartPr>
              <p14:xfrm>
                <a:off x="2249087" y="3601822"/>
                <a:ext cx="190440" cy="19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9ABBBAC-9A67-9232-5B51-6E251A2C18B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231087" y="3584182"/>
                  <a:ext cx="226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D6CCACD-0A75-2865-8445-51320D177B56}"/>
                    </a:ext>
                  </a:extLst>
                </p14:cNvPr>
                <p14:cNvContentPartPr/>
                <p14:nvPr/>
              </p14:nvContentPartPr>
              <p14:xfrm>
                <a:off x="2339087" y="3455662"/>
                <a:ext cx="356040" cy="283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D6CCACD-0A75-2865-8445-51320D177B5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21087" y="3437662"/>
                  <a:ext cx="3916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3E22CE-07E2-C26A-DCD7-3DAE1F04E720}"/>
                    </a:ext>
                  </a:extLst>
                </p14:cNvPr>
                <p14:cNvContentPartPr/>
                <p14:nvPr/>
              </p14:nvContentPartPr>
              <p14:xfrm>
                <a:off x="2797007" y="3572662"/>
                <a:ext cx="178920" cy="148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3E22CE-07E2-C26A-DCD7-3DAE1F04E72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79367" y="3555022"/>
                  <a:ext cx="2145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7E4CBDF-0C1C-2430-EB1F-60F2F10E801F}"/>
                    </a:ext>
                  </a:extLst>
                </p14:cNvPr>
                <p14:cNvContentPartPr/>
                <p14:nvPr/>
              </p14:nvContentPartPr>
              <p14:xfrm>
                <a:off x="3203447" y="3598222"/>
                <a:ext cx="91080" cy="21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7E4CBDF-0C1C-2430-EB1F-60F2F10E801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85447" y="3580222"/>
                  <a:ext cx="126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7AAC9C8-4676-F35E-0956-41FCE254D4D1}"/>
                    </a:ext>
                  </a:extLst>
                </p14:cNvPr>
                <p14:cNvContentPartPr/>
                <p14:nvPr/>
              </p14:nvContentPartPr>
              <p14:xfrm>
                <a:off x="3173207" y="3663382"/>
                <a:ext cx="195480" cy="38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7AAC9C8-4676-F35E-0956-41FCE254D4D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55567" y="3645382"/>
                  <a:ext cx="23112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E6B5889-75B2-15D5-052F-CB759BCB24AD}"/>
                  </a:ext>
                </a:extLst>
              </p14:cNvPr>
              <p14:cNvContentPartPr/>
              <p14:nvPr/>
            </p14:nvContentPartPr>
            <p14:xfrm>
              <a:off x="3596567" y="3377542"/>
              <a:ext cx="348840" cy="2948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E6B5889-75B2-15D5-052F-CB759BCB24A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578927" y="3359902"/>
                <a:ext cx="384480" cy="33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EBF08330-F763-3C39-9D97-AC2307FBF5B1}"/>
              </a:ext>
            </a:extLst>
          </p:cNvPr>
          <p:cNvGrpSpPr/>
          <p:nvPr/>
        </p:nvGrpSpPr>
        <p:grpSpPr>
          <a:xfrm>
            <a:off x="744287" y="4025182"/>
            <a:ext cx="1395000" cy="669240"/>
            <a:chOff x="744287" y="4025182"/>
            <a:chExt cx="1395000" cy="66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50BC160-7F2E-B59E-256E-41C320BC7D17}"/>
                    </a:ext>
                  </a:extLst>
                </p14:cNvPr>
                <p14:cNvContentPartPr/>
                <p14:nvPr/>
              </p14:nvContentPartPr>
              <p14:xfrm>
                <a:off x="744287" y="4110862"/>
                <a:ext cx="115920" cy="25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50BC160-7F2E-B59E-256E-41C320BC7D1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6287" y="4093222"/>
                  <a:ext cx="151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81554A0-958A-8ED5-55CB-596FFDAE0E75}"/>
                    </a:ext>
                  </a:extLst>
                </p14:cNvPr>
                <p14:cNvContentPartPr/>
                <p14:nvPr/>
              </p14:nvContentPartPr>
              <p14:xfrm>
                <a:off x="960647" y="4025182"/>
                <a:ext cx="140760" cy="311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81554A0-958A-8ED5-55CB-596FFDAE0E7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2647" y="4007542"/>
                  <a:ext cx="1764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F9E01D8-BD1D-0CA8-66B1-6E1C08B92C49}"/>
                    </a:ext>
                  </a:extLst>
                </p14:cNvPr>
                <p14:cNvContentPartPr/>
                <p14:nvPr/>
              </p14:nvContentPartPr>
              <p14:xfrm>
                <a:off x="1222367" y="4177102"/>
                <a:ext cx="223560" cy="184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F9E01D8-BD1D-0CA8-66B1-6E1C08B92C4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04367" y="4159462"/>
                  <a:ext cx="259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152AD44-8E4A-6CE1-6720-6ACD2384C764}"/>
                    </a:ext>
                  </a:extLst>
                </p14:cNvPr>
                <p14:cNvContentPartPr/>
                <p14:nvPr/>
              </p14:nvContentPartPr>
              <p14:xfrm>
                <a:off x="1543847" y="4252702"/>
                <a:ext cx="113040" cy="15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152AD44-8E4A-6CE1-6720-6ACD2384C76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25847" y="4234702"/>
                  <a:ext cx="148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C0B65FB-06EB-CAC4-BAFE-F313AD950F39}"/>
                    </a:ext>
                  </a:extLst>
                </p14:cNvPr>
                <p14:cNvContentPartPr/>
                <p14:nvPr/>
              </p14:nvContentPartPr>
              <p14:xfrm>
                <a:off x="1778927" y="4142182"/>
                <a:ext cx="131760" cy="254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C0B65FB-06EB-CAC4-BAFE-F313AD950F3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61287" y="4124182"/>
                  <a:ext cx="167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DE35B33-E2FF-9781-F8FB-121DB911F44D}"/>
                    </a:ext>
                  </a:extLst>
                </p14:cNvPr>
                <p14:cNvContentPartPr/>
                <p14:nvPr/>
              </p14:nvContentPartPr>
              <p14:xfrm>
                <a:off x="1961087" y="4248742"/>
                <a:ext cx="178200" cy="445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DE35B33-E2FF-9781-F8FB-121DB911F44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43087" y="4230742"/>
                  <a:ext cx="213840" cy="48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7566424-8DEF-4F63-E797-D7E758278071}"/>
              </a:ext>
            </a:extLst>
          </p:cNvPr>
          <p:cNvGrpSpPr/>
          <p:nvPr/>
        </p:nvGrpSpPr>
        <p:grpSpPr>
          <a:xfrm>
            <a:off x="2390567" y="4117342"/>
            <a:ext cx="983520" cy="294480"/>
            <a:chOff x="2390567" y="4117342"/>
            <a:chExt cx="98352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C1FA8E1-ED88-2CFE-C262-9B9BC5A2F7D6}"/>
                    </a:ext>
                  </a:extLst>
                </p14:cNvPr>
                <p14:cNvContentPartPr/>
                <p14:nvPr/>
              </p14:nvContentPartPr>
              <p14:xfrm>
                <a:off x="2390567" y="4301302"/>
                <a:ext cx="129600" cy="45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C1FA8E1-ED88-2CFE-C262-9B9BC5A2F7D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372927" y="4283662"/>
                  <a:ext cx="165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7AC7EE7-7F35-084F-01E9-62C61FBE8AEB}"/>
                    </a:ext>
                  </a:extLst>
                </p14:cNvPr>
                <p14:cNvContentPartPr/>
                <p14:nvPr/>
              </p14:nvContentPartPr>
              <p14:xfrm>
                <a:off x="2641847" y="4117342"/>
                <a:ext cx="121680" cy="293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7AC7EE7-7F35-084F-01E9-62C61FBE8AE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24207" y="4099702"/>
                  <a:ext cx="1573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5B687C1-008D-A23F-ED00-DE5E34A3E7F7}"/>
                    </a:ext>
                  </a:extLst>
                </p14:cNvPr>
                <p14:cNvContentPartPr/>
                <p14:nvPr/>
              </p14:nvContentPartPr>
              <p14:xfrm>
                <a:off x="2855687" y="4255582"/>
                <a:ext cx="187920" cy="156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5B687C1-008D-A23F-ED00-DE5E34A3E7F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37687" y="4237942"/>
                  <a:ext cx="2235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C311EC-EED0-B64B-C9CE-15C5EA6FD325}"/>
                    </a:ext>
                  </a:extLst>
                </p14:cNvPr>
                <p14:cNvContentPartPr/>
                <p14:nvPr/>
              </p14:nvContentPartPr>
              <p14:xfrm>
                <a:off x="3202727" y="4226062"/>
                <a:ext cx="119880" cy="11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C311EC-EED0-B64B-C9CE-15C5EA6FD32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84727" y="4208422"/>
                  <a:ext cx="155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BA4D9C5-64BE-35D8-65AD-6ADAFE3BB6BD}"/>
                    </a:ext>
                  </a:extLst>
                </p14:cNvPr>
                <p14:cNvContentPartPr/>
                <p14:nvPr/>
              </p14:nvContentPartPr>
              <p14:xfrm>
                <a:off x="3173927" y="4314982"/>
                <a:ext cx="200160" cy="4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BA4D9C5-64BE-35D8-65AD-6ADAFE3BB6B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56287" y="4297342"/>
                  <a:ext cx="23580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2C0AD1B-E310-F2AC-C5EA-085208B419CE}"/>
                  </a:ext>
                </a:extLst>
              </p14:cNvPr>
              <p14:cNvContentPartPr/>
              <p14:nvPr/>
            </p14:nvContentPartPr>
            <p14:xfrm>
              <a:off x="3632567" y="4092862"/>
              <a:ext cx="204120" cy="2775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2C0AD1B-E310-F2AC-C5EA-085208B419C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614567" y="4075222"/>
                <a:ext cx="239760" cy="31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F26E506-B052-ED6C-16D4-9186AA372657}"/>
              </a:ext>
            </a:extLst>
          </p:cNvPr>
          <p:cNvGrpSpPr/>
          <p:nvPr/>
        </p:nvGrpSpPr>
        <p:grpSpPr>
          <a:xfrm>
            <a:off x="734207" y="4786942"/>
            <a:ext cx="1281600" cy="756360"/>
            <a:chOff x="734207" y="4786942"/>
            <a:chExt cx="1281600" cy="75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C87B48D-0580-DE72-A16A-FC39C9A9FE1E}"/>
                    </a:ext>
                  </a:extLst>
                </p14:cNvPr>
                <p14:cNvContentPartPr/>
                <p14:nvPr/>
              </p14:nvContentPartPr>
              <p14:xfrm>
                <a:off x="734207" y="4786942"/>
                <a:ext cx="172800" cy="242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C87B48D-0580-DE72-A16A-FC39C9A9FE1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6567" y="4769302"/>
                  <a:ext cx="2084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9EB4756-4A47-A4EF-5826-F317EC7BCA9E}"/>
                    </a:ext>
                  </a:extLst>
                </p14:cNvPr>
                <p14:cNvContentPartPr/>
                <p14:nvPr/>
              </p14:nvContentPartPr>
              <p14:xfrm>
                <a:off x="980807" y="4927342"/>
                <a:ext cx="357480" cy="150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9EB4756-4A47-A4EF-5826-F317EC7BCA9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3167" y="4909702"/>
                  <a:ext cx="3931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A19B7F3-B3C3-975A-E9D1-9966DD9355EC}"/>
                    </a:ext>
                  </a:extLst>
                </p14:cNvPr>
                <p14:cNvContentPartPr/>
                <p14:nvPr/>
              </p14:nvContentPartPr>
              <p14:xfrm>
                <a:off x="1351967" y="4972342"/>
                <a:ext cx="164880" cy="29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A19B7F3-B3C3-975A-E9D1-9966DD9355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334327" y="4954342"/>
                  <a:ext cx="200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5A355A7-871D-F23C-CB30-DD8D8F791DBA}"/>
                    </a:ext>
                  </a:extLst>
                </p14:cNvPr>
                <p14:cNvContentPartPr/>
                <p14:nvPr/>
              </p14:nvContentPartPr>
              <p14:xfrm>
                <a:off x="1610807" y="4789102"/>
                <a:ext cx="163080" cy="402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5A355A7-871D-F23C-CB30-DD8D8F791DB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93167" y="4771462"/>
                  <a:ext cx="19872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14E6092-183E-2D3D-0F1F-A2AD3C6AFA17}"/>
                    </a:ext>
                  </a:extLst>
                </p14:cNvPr>
                <p14:cNvContentPartPr/>
                <p14:nvPr/>
              </p14:nvContentPartPr>
              <p14:xfrm>
                <a:off x="1820327" y="5001502"/>
                <a:ext cx="195480" cy="541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14E6092-183E-2D3D-0F1F-A2AD3C6AFA1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802327" y="4983502"/>
                  <a:ext cx="231120" cy="57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D7F16FC-B62A-A528-68B5-EA91EFAA1AD9}"/>
              </a:ext>
            </a:extLst>
          </p:cNvPr>
          <p:cNvGrpSpPr/>
          <p:nvPr/>
        </p:nvGrpSpPr>
        <p:grpSpPr>
          <a:xfrm>
            <a:off x="2219927" y="4797022"/>
            <a:ext cx="1730160" cy="502200"/>
            <a:chOff x="2219927" y="4797022"/>
            <a:chExt cx="173016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3BF50F0-05B4-B979-424F-F2DD266544C3}"/>
                    </a:ext>
                  </a:extLst>
                </p14:cNvPr>
                <p14:cNvContentPartPr/>
                <p14:nvPr/>
              </p14:nvContentPartPr>
              <p14:xfrm>
                <a:off x="2219927" y="5059822"/>
                <a:ext cx="146160" cy="38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3BF50F0-05B4-B979-424F-F2DD266544C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201927" y="5041822"/>
                  <a:ext cx="181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1BFD0FE-C1F5-E42C-BA7E-F1FDE8FA014F}"/>
                    </a:ext>
                  </a:extLst>
                </p14:cNvPr>
                <p14:cNvContentPartPr/>
                <p14:nvPr/>
              </p14:nvContentPartPr>
              <p14:xfrm>
                <a:off x="2488127" y="4855342"/>
                <a:ext cx="20880" cy="326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1BFD0FE-C1F5-E42C-BA7E-F1FDE8FA014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470487" y="4837342"/>
                  <a:ext cx="565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D355B53-32B6-9A16-5041-75BD26A9EBEC}"/>
                    </a:ext>
                  </a:extLst>
                </p14:cNvPr>
                <p14:cNvContentPartPr/>
                <p14:nvPr/>
              </p14:nvContentPartPr>
              <p14:xfrm>
                <a:off x="2621327" y="4919422"/>
                <a:ext cx="218520" cy="239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D355B53-32B6-9A16-5041-75BD26A9EBE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03687" y="4901422"/>
                  <a:ext cx="2541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4200183-8D74-C812-042E-1A86A36420F6}"/>
                    </a:ext>
                  </a:extLst>
                </p14:cNvPr>
                <p14:cNvContentPartPr/>
                <p14:nvPr/>
              </p14:nvContentPartPr>
              <p14:xfrm>
                <a:off x="2920487" y="4989262"/>
                <a:ext cx="255240" cy="182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4200183-8D74-C812-042E-1A86A36420F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02847" y="4971262"/>
                  <a:ext cx="290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5B0FB1A-F247-9245-DA97-FA2C1252C9C3}"/>
                    </a:ext>
                  </a:extLst>
                </p14:cNvPr>
                <p14:cNvContentPartPr/>
                <p14:nvPr/>
              </p14:nvContentPartPr>
              <p14:xfrm>
                <a:off x="3367607" y="4956502"/>
                <a:ext cx="100080" cy="144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5B0FB1A-F247-9245-DA97-FA2C1252C9C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349607" y="4938862"/>
                  <a:ext cx="135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DF41034-38BF-C86B-06E5-476413FDD604}"/>
                    </a:ext>
                  </a:extLst>
                </p14:cNvPr>
                <p14:cNvContentPartPr/>
                <p14:nvPr/>
              </p14:nvContentPartPr>
              <p14:xfrm>
                <a:off x="3379487" y="5014462"/>
                <a:ext cx="131040" cy="54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DF41034-38BF-C86B-06E5-476413FDD60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361847" y="4996822"/>
                  <a:ext cx="166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D6F87F3-983B-F8C3-0396-A841F05B94FB}"/>
                    </a:ext>
                  </a:extLst>
                </p14:cNvPr>
                <p14:cNvContentPartPr/>
                <p14:nvPr/>
              </p14:nvContentPartPr>
              <p14:xfrm>
                <a:off x="3572447" y="4797022"/>
                <a:ext cx="377640" cy="26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D6F87F3-983B-F8C3-0396-A841F05B94F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54807" y="4779382"/>
                  <a:ext cx="4132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6426B78-FAE8-D48A-483C-A7F5B1791567}"/>
                    </a:ext>
                  </a:extLst>
                </p14:cNvPr>
                <p14:cNvContentPartPr/>
                <p14:nvPr/>
              </p14:nvContentPartPr>
              <p14:xfrm>
                <a:off x="3750647" y="5251342"/>
                <a:ext cx="9000" cy="47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6426B78-FAE8-D48A-483C-A7F5B179156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33007" y="5233702"/>
                  <a:ext cx="4464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88F1C27-54DC-4581-A35F-03BBA26A25D7}"/>
              </a:ext>
            </a:extLst>
          </p:cNvPr>
          <p:cNvGrpSpPr/>
          <p:nvPr/>
        </p:nvGrpSpPr>
        <p:grpSpPr>
          <a:xfrm>
            <a:off x="4004807" y="3427942"/>
            <a:ext cx="287640" cy="906120"/>
            <a:chOff x="4004807" y="3427942"/>
            <a:chExt cx="287640" cy="90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0E7049A-D9D3-CFB1-38C0-6074B0B0B2EE}"/>
                    </a:ext>
                  </a:extLst>
                </p14:cNvPr>
                <p14:cNvContentPartPr/>
                <p14:nvPr/>
              </p14:nvContentPartPr>
              <p14:xfrm>
                <a:off x="4118567" y="3427942"/>
                <a:ext cx="173880" cy="685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0E7049A-D9D3-CFB1-38C0-6074B0B0B2E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00567" y="3410302"/>
                  <a:ext cx="20952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F4D759F-6363-5756-484F-8973A81482DC}"/>
                    </a:ext>
                  </a:extLst>
                </p14:cNvPr>
                <p14:cNvContentPartPr/>
                <p14:nvPr/>
              </p14:nvContentPartPr>
              <p14:xfrm>
                <a:off x="4121087" y="4090342"/>
                <a:ext cx="10440" cy="8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F4D759F-6363-5756-484F-8973A81482D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103447" y="4072342"/>
                  <a:ext cx="46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99EEE45-ED75-6850-672D-1F16BD9C600D}"/>
                    </a:ext>
                  </a:extLst>
                </p14:cNvPr>
                <p14:cNvContentPartPr/>
                <p14:nvPr/>
              </p14:nvContentPartPr>
              <p14:xfrm>
                <a:off x="4004807" y="4104742"/>
                <a:ext cx="165240" cy="229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99EEE45-ED75-6850-672D-1F16BD9C600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87167" y="4087102"/>
                  <a:ext cx="20088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8274705-1074-02D8-E192-CEDA9927A6B2}"/>
              </a:ext>
            </a:extLst>
          </p:cNvPr>
          <p:cNvGrpSpPr/>
          <p:nvPr/>
        </p:nvGrpSpPr>
        <p:grpSpPr>
          <a:xfrm>
            <a:off x="4848647" y="3564742"/>
            <a:ext cx="1363320" cy="1064160"/>
            <a:chOff x="4848647" y="3564742"/>
            <a:chExt cx="1363320" cy="10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48D5E47-7F03-077B-D480-50432A59B5AB}"/>
                    </a:ext>
                  </a:extLst>
                </p14:cNvPr>
                <p14:cNvContentPartPr/>
                <p14:nvPr/>
              </p14:nvContentPartPr>
              <p14:xfrm>
                <a:off x="5457767" y="3564742"/>
                <a:ext cx="247680" cy="211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48D5E47-7F03-077B-D480-50432A59B5A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40127" y="3546742"/>
                  <a:ext cx="2833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6ABF4DF-49B4-E6D6-024C-BA8DD65F944A}"/>
                    </a:ext>
                  </a:extLst>
                </p14:cNvPr>
                <p14:cNvContentPartPr/>
                <p14:nvPr/>
              </p14:nvContentPartPr>
              <p14:xfrm>
                <a:off x="5034767" y="3826102"/>
                <a:ext cx="1139040" cy="186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6ABF4DF-49B4-E6D6-024C-BA8DD65F944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16767" y="3808102"/>
                  <a:ext cx="1174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4A61B1A-524A-BF17-CCBA-0E9A1BBCC7AA}"/>
                    </a:ext>
                  </a:extLst>
                </p14:cNvPr>
                <p14:cNvContentPartPr/>
                <p14:nvPr/>
              </p14:nvContentPartPr>
              <p14:xfrm>
                <a:off x="4848647" y="4242982"/>
                <a:ext cx="241920" cy="273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4A61B1A-524A-BF17-CCBA-0E9A1BBCC7A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31007" y="4225342"/>
                  <a:ext cx="2775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6E892B0-C967-B707-D32E-3B57927608F3}"/>
                    </a:ext>
                  </a:extLst>
                </p14:cNvPr>
                <p14:cNvContentPartPr/>
                <p14:nvPr/>
              </p14:nvContentPartPr>
              <p14:xfrm>
                <a:off x="5183087" y="4266742"/>
                <a:ext cx="124560" cy="362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6E892B0-C967-B707-D32E-3B57927608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65087" y="4249102"/>
                  <a:ext cx="1602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B3117D8-D9C1-9853-7735-91149644E419}"/>
                    </a:ext>
                  </a:extLst>
                </p14:cNvPr>
                <p14:cNvContentPartPr/>
                <p14:nvPr/>
              </p14:nvContentPartPr>
              <p14:xfrm>
                <a:off x="5469287" y="4389862"/>
                <a:ext cx="218160" cy="28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B3117D8-D9C1-9853-7735-91149644E41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451647" y="4372222"/>
                  <a:ext cx="253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8304AF1-BE03-83F0-65C8-BDEFFB26C47F}"/>
                    </a:ext>
                  </a:extLst>
                </p14:cNvPr>
                <p14:cNvContentPartPr/>
                <p14:nvPr/>
              </p14:nvContentPartPr>
              <p14:xfrm>
                <a:off x="5544167" y="4238662"/>
                <a:ext cx="38520" cy="284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8304AF1-BE03-83F0-65C8-BDEFFB26C47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526167" y="4221022"/>
                  <a:ext cx="741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8F08EE4-7811-C218-3A52-592CE5D00BF9}"/>
                    </a:ext>
                  </a:extLst>
                </p14:cNvPr>
                <p14:cNvContentPartPr/>
                <p14:nvPr/>
              </p14:nvContentPartPr>
              <p14:xfrm>
                <a:off x="5797247" y="4178542"/>
                <a:ext cx="45000" cy="320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8F08EE4-7811-C218-3A52-592CE5D00BF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779247" y="4160542"/>
                  <a:ext cx="806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BCB5977-E9D6-A9BB-4F9C-A2380118EFD8}"/>
                    </a:ext>
                  </a:extLst>
                </p14:cNvPr>
                <p14:cNvContentPartPr/>
                <p14:nvPr/>
              </p14:nvContentPartPr>
              <p14:xfrm>
                <a:off x="6005327" y="4146142"/>
                <a:ext cx="206640" cy="336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BCB5977-E9D6-A9BB-4F9C-A2380118EFD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87327" y="4128502"/>
                  <a:ext cx="24228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A048886-E684-C88E-FE1D-314148C2F8B1}"/>
              </a:ext>
            </a:extLst>
          </p:cNvPr>
          <p:cNvGrpSpPr/>
          <p:nvPr/>
        </p:nvGrpSpPr>
        <p:grpSpPr>
          <a:xfrm>
            <a:off x="6623807" y="3479782"/>
            <a:ext cx="1008360" cy="441720"/>
            <a:chOff x="6623807" y="3479782"/>
            <a:chExt cx="1008360" cy="4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378DB0F-2025-1C0E-9D42-927955D4AB33}"/>
                    </a:ext>
                  </a:extLst>
                </p14:cNvPr>
                <p14:cNvContentPartPr/>
                <p14:nvPr/>
              </p14:nvContentPartPr>
              <p14:xfrm>
                <a:off x="6623807" y="3562222"/>
                <a:ext cx="191880" cy="40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378DB0F-2025-1C0E-9D42-927955D4AB3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606167" y="3544582"/>
                  <a:ext cx="2275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888A70C-2F4D-A5BC-FFE9-598AAEA1A00C}"/>
                    </a:ext>
                  </a:extLst>
                </p14:cNvPr>
                <p14:cNvContentPartPr/>
                <p14:nvPr/>
              </p14:nvContentPartPr>
              <p14:xfrm>
                <a:off x="6632087" y="3684982"/>
                <a:ext cx="211320" cy="32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888A70C-2F4D-A5BC-FFE9-598AAEA1A00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14447" y="3666982"/>
                  <a:ext cx="246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01BF86B-B59C-82B8-B43F-1019FCC7EDDA}"/>
                    </a:ext>
                  </a:extLst>
                </p14:cNvPr>
                <p14:cNvContentPartPr/>
                <p14:nvPr/>
              </p14:nvContentPartPr>
              <p14:xfrm>
                <a:off x="7290527" y="3479782"/>
                <a:ext cx="193680" cy="277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01BF86B-B59C-82B8-B43F-1019FCC7EDD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72887" y="3461782"/>
                  <a:ext cx="2293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67C9B8A-A433-3248-718B-343161E1086F}"/>
                    </a:ext>
                  </a:extLst>
                </p14:cNvPr>
                <p14:cNvContentPartPr/>
                <p14:nvPr/>
              </p14:nvContentPartPr>
              <p14:xfrm>
                <a:off x="7058687" y="3837622"/>
                <a:ext cx="573480" cy="83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67C9B8A-A433-3248-718B-343161E1086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040687" y="3819622"/>
                  <a:ext cx="60912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8B99CA5-225F-827A-EF00-FDF15F73770D}"/>
                  </a:ext>
                </a:extLst>
              </p14:cNvPr>
              <p14:cNvContentPartPr/>
              <p14:nvPr/>
            </p14:nvContentPartPr>
            <p14:xfrm>
              <a:off x="7048607" y="4217422"/>
              <a:ext cx="137520" cy="104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8B99CA5-225F-827A-EF00-FDF15F73770D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030607" y="4199422"/>
                <a:ext cx="1731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FB0F14A7-3F20-57AA-E334-D14FBCBFFFAF}"/>
                  </a:ext>
                </a:extLst>
              </p14:cNvPr>
              <p14:cNvContentPartPr/>
              <p14:nvPr/>
            </p14:nvContentPartPr>
            <p14:xfrm>
              <a:off x="7322567" y="4100422"/>
              <a:ext cx="39240" cy="2642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FB0F14A7-3F20-57AA-E334-D14FBCBFFFAF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304927" y="4082782"/>
                <a:ext cx="748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E9C24C5-D81A-E43B-E347-A979A91F4CAB}"/>
                  </a:ext>
                </a:extLst>
              </p14:cNvPr>
              <p14:cNvContentPartPr/>
              <p14:nvPr/>
            </p14:nvContentPartPr>
            <p14:xfrm>
              <a:off x="7425167" y="4101142"/>
              <a:ext cx="202680" cy="2548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E9C24C5-D81A-E43B-E347-A979A91F4CA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407167" y="4083142"/>
                <a:ext cx="2383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701F8B9-1FD6-7175-138B-EA4AF0B5E51E}"/>
                  </a:ext>
                </a:extLst>
              </p14:cNvPr>
              <p14:cNvContentPartPr/>
              <p14:nvPr/>
            </p14:nvContentPartPr>
            <p14:xfrm>
              <a:off x="7713887" y="4163422"/>
              <a:ext cx="198720" cy="234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701F8B9-1FD6-7175-138B-EA4AF0B5E51E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696247" y="4145782"/>
                <a:ext cx="23436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443B9AE-4BC0-4561-C6DE-3E508F78D107}"/>
              </a:ext>
            </a:extLst>
          </p:cNvPr>
          <p:cNvGrpSpPr/>
          <p:nvPr/>
        </p:nvGrpSpPr>
        <p:grpSpPr>
          <a:xfrm>
            <a:off x="7968407" y="3657622"/>
            <a:ext cx="806040" cy="653040"/>
            <a:chOff x="7968407" y="3657622"/>
            <a:chExt cx="806040" cy="65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9EE0F59-F580-E32D-CA3E-023EDC4D5E50}"/>
                    </a:ext>
                  </a:extLst>
                </p14:cNvPr>
                <p14:cNvContentPartPr/>
                <p14:nvPr/>
              </p14:nvContentPartPr>
              <p14:xfrm>
                <a:off x="7968407" y="4008262"/>
                <a:ext cx="132480" cy="269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9EE0F59-F580-E32D-CA3E-023EDC4D5E5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950407" y="3990262"/>
                  <a:ext cx="168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93ABB52-D75C-3CE2-CEDB-DA7F5D7158D9}"/>
                    </a:ext>
                  </a:extLst>
                </p14:cNvPr>
                <p14:cNvContentPartPr/>
                <p14:nvPr/>
              </p14:nvContentPartPr>
              <p14:xfrm>
                <a:off x="8220047" y="4035622"/>
                <a:ext cx="125640" cy="275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93ABB52-D75C-3CE2-CEDB-DA7F5D7158D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202407" y="4017982"/>
                  <a:ext cx="1612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32C7AB2-69D3-8891-8F2A-8949526D4CC9}"/>
                    </a:ext>
                  </a:extLst>
                </p14:cNvPr>
                <p14:cNvContentPartPr/>
                <p14:nvPr/>
              </p14:nvContentPartPr>
              <p14:xfrm>
                <a:off x="8617127" y="3657622"/>
                <a:ext cx="132840" cy="16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32C7AB2-69D3-8891-8F2A-8949526D4CC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599127" y="3639982"/>
                  <a:ext cx="168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5AAE937-F3EB-A229-51A0-1A44F64973EA}"/>
                    </a:ext>
                  </a:extLst>
                </p14:cNvPr>
                <p14:cNvContentPartPr/>
                <p14:nvPr/>
              </p14:nvContentPartPr>
              <p14:xfrm>
                <a:off x="8576447" y="3808102"/>
                <a:ext cx="198000" cy="32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5AAE937-F3EB-A229-51A0-1A44F64973E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558807" y="3790102"/>
                  <a:ext cx="23364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409B78C-76F7-F58C-7F86-3A49E02B5E6E}"/>
                  </a:ext>
                </a:extLst>
              </p14:cNvPr>
              <p14:cNvContentPartPr/>
              <p14:nvPr/>
            </p14:nvContentPartPr>
            <p14:xfrm>
              <a:off x="9476087" y="3530902"/>
              <a:ext cx="303480" cy="1767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409B78C-76F7-F58C-7F86-3A49E02B5E6E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458447" y="3512902"/>
                <a:ext cx="3391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240BA68-BA97-43EF-07C0-2A12A15C7407}"/>
                  </a:ext>
                </a:extLst>
              </p14:cNvPr>
              <p14:cNvContentPartPr/>
              <p14:nvPr/>
            </p14:nvContentPartPr>
            <p14:xfrm>
              <a:off x="9301847" y="3858142"/>
              <a:ext cx="761040" cy="576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240BA68-BA97-43EF-07C0-2A12A15C7407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9283847" y="3840142"/>
                <a:ext cx="79668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F892888-7115-B681-EFB8-5E51AFE851B0}"/>
              </a:ext>
            </a:extLst>
          </p:cNvPr>
          <p:cNvGrpSpPr/>
          <p:nvPr/>
        </p:nvGrpSpPr>
        <p:grpSpPr>
          <a:xfrm>
            <a:off x="9351167" y="4074502"/>
            <a:ext cx="1151280" cy="325800"/>
            <a:chOff x="9351167" y="4074502"/>
            <a:chExt cx="115128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56AAB65-C420-7D06-11D1-656862359AD3}"/>
                    </a:ext>
                  </a:extLst>
                </p14:cNvPr>
                <p14:cNvContentPartPr/>
                <p14:nvPr/>
              </p14:nvContentPartPr>
              <p14:xfrm>
                <a:off x="9424247" y="4074502"/>
                <a:ext cx="106200" cy="26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56AAB65-C420-7D06-11D1-656862359AD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06247" y="4056502"/>
                  <a:ext cx="141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8FBF97A-1E4D-001A-7BA6-5FCCD0AA72A6}"/>
                    </a:ext>
                  </a:extLst>
                </p14:cNvPr>
                <p14:cNvContentPartPr/>
                <p14:nvPr/>
              </p14:nvContentPartPr>
              <p14:xfrm>
                <a:off x="9351167" y="4096822"/>
                <a:ext cx="164160" cy="2606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8FBF97A-1E4D-001A-7BA6-5FCCD0AA72A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333167" y="4078822"/>
                  <a:ext cx="199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594A902-2464-46F3-691F-EDA39A68F40E}"/>
                    </a:ext>
                  </a:extLst>
                </p14:cNvPr>
                <p14:cNvContentPartPr/>
                <p14:nvPr/>
              </p14:nvContentPartPr>
              <p14:xfrm>
                <a:off x="9614327" y="4128502"/>
                <a:ext cx="117360" cy="249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594A902-2464-46F3-691F-EDA39A68F40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596687" y="4110502"/>
                  <a:ext cx="1530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D670220-D9C0-BF97-5350-AE8B13FD7A4B}"/>
                    </a:ext>
                  </a:extLst>
                </p14:cNvPr>
                <p14:cNvContentPartPr/>
                <p14:nvPr/>
              </p14:nvContentPartPr>
              <p14:xfrm>
                <a:off x="9880727" y="4235422"/>
                <a:ext cx="135720" cy="338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D670220-D9C0-BF97-5350-AE8B13FD7A4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862727" y="4217422"/>
                  <a:ext cx="171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C1B1E98-4A70-57F2-B3B2-5E255DF2A833}"/>
                    </a:ext>
                  </a:extLst>
                </p14:cNvPr>
                <p14:cNvContentPartPr/>
                <p14:nvPr/>
              </p14:nvContentPartPr>
              <p14:xfrm>
                <a:off x="10029407" y="4104022"/>
                <a:ext cx="173880" cy="2962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C1B1E98-4A70-57F2-B3B2-5E255DF2A83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011767" y="4086382"/>
                  <a:ext cx="2095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4E72E88-A081-F87F-77D3-AD2795AA0EC8}"/>
                    </a:ext>
                  </a:extLst>
                </p14:cNvPr>
                <p14:cNvContentPartPr/>
                <p14:nvPr/>
              </p14:nvContentPartPr>
              <p14:xfrm>
                <a:off x="10354847" y="4092862"/>
                <a:ext cx="147600" cy="267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4E72E88-A081-F87F-77D3-AD2795AA0EC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337207" y="4075222"/>
                  <a:ext cx="183240" cy="30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8D8CE08-1BB0-3D91-0A99-530AD3484779}"/>
                  </a:ext>
                </a:extLst>
              </p14:cNvPr>
              <p14:cNvContentPartPr/>
              <p14:nvPr/>
            </p14:nvContentPartPr>
            <p14:xfrm>
              <a:off x="5342927" y="4940302"/>
              <a:ext cx="327240" cy="234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8D8CE08-1BB0-3D91-0A99-530AD348477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325287" y="4922662"/>
                <a:ext cx="36288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D6D4A32-2FBD-F670-C28C-42D099AAD407}"/>
              </a:ext>
            </a:extLst>
          </p:cNvPr>
          <p:cNvGrpSpPr/>
          <p:nvPr/>
        </p:nvGrpSpPr>
        <p:grpSpPr>
          <a:xfrm>
            <a:off x="4880687" y="5315062"/>
            <a:ext cx="1081440" cy="637920"/>
            <a:chOff x="4880687" y="5315062"/>
            <a:chExt cx="1081440" cy="63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767C8D0-CD3E-4BFD-E61E-EF6C46065667}"/>
                    </a:ext>
                  </a:extLst>
                </p14:cNvPr>
                <p14:cNvContentPartPr/>
                <p14:nvPr/>
              </p14:nvContentPartPr>
              <p14:xfrm>
                <a:off x="4880687" y="5315062"/>
                <a:ext cx="1081440" cy="198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767C8D0-CD3E-4BFD-E61E-EF6C4606566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863047" y="5297422"/>
                  <a:ext cx="1117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1F9213A-4DFB-7991-BFF8-16331B96EC28}"/>
                    </a:ext>
                  </a:extLst>
                </p14:cNvPr>
                <p14:cNvContentPartPr/>
                <p14:nvPr/>
              </p14:nvContentPartPr>
              <p14:xfrm>
                <a:off x="5248967" y="5597662"/>
                <a:ext cx="172080" cy="355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1F9213A-4DFB-7991-BFF8-16331B96EC2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230967" y="5580022"/>
                  <a:ext cx="2077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E6CC6B4-8E3A-55AA-1CBE-8B70DEBD9DC3}"/>
                    </a:ext>
                  </a:extLst>
                </p14:cNvPr>
                <p14:cNvContentPartPr/>
                <p14:nvPr/>
              </p14:nvContentPartPr>
              <p14:xfrm>
                <a:off x="5591687" y="5686942"/>
                <a:ext cx="140040" cy="218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E6CC6B4-8E3A-55AA-1CBE-8B70DEBD9DC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574047" y="5669302"/>
                  <a:ext cx="17568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CE630D5-7FD3-C7E7-3BD1-6F7868DE1108}"/>
              </a:ext>
            </a:extLst>
          </p:cNvPr>
          <p:cNvGrpSpPr/>
          <p:nvPr/>
        </p:nvGrpSpPr>
        <p:grpSpPr>
          <a:xfrm>
            <a:off x="6299087" y="5115982"/>
            <a:ext cx="293760" cy="116280"/>
            <a:chOff x="6299087" y="5115982"/>
            <a:chExt cx="29376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420B82C-9DE9-B0D0-F3FA-B4E7C362DA3A}"/>
                    </a:ext>
                  </a:extLst>
                </p14:cNvPr>
                <p14:cNvContentPartPr/>
                <p14:nvPr/>
              </p14:nvContentPartPr>
              <p14:xfrm>
                <a:off x="6299087" y="5115982"/>
                <a:ext cx="106560" cy="38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420B82C-9DE9-B0D0-F3FA-B4E7C362DA3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281447" y="5098342"/>
                  <a:ext cx="142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6793133-3C4F-569A-4815-2ECC680FD12F}"/>
                    </a:ext>
                  </a:extLst>
                </p14:cNvPr>
                <p14:cNvContentPartPr/>
                <p14:nvPr/>
              </p14:nvContentPartPr>
              <p14:xfrm>
                <a:off x="6342287" y="5181142"/>
                <a:ext cx="250560" cy="51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6793133-3C4F-569A-4815-2ECC680FD12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324647" y="5163142"/>
                  <a:ext cx="28620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DA09035-3474-6795-E56F-046631408302}"/>
              </a:ext>
            </a:extLst>
          </p:cNvPr>
          <p:cNvGrpSpPr/>
          <p:nvPr/>
        </p:nvGrpSpPr>
        <p:grpSpPr>
          <a:xfrm>
            <a:off x="6978767" y="4923382"/>
            <a:ext cx="924480" cy="431280"/>
            <a:chOff x="6978767" y="4923382"/>
            <a:chExt cx="92448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DC7849D-46EC-FE99-C241-EDCBCA9DFE91}"/>
                    </a:ext>
                  </a:extLst>
                </p14:cNvPr>
                <p14:cNvContentPartPr/>
                <p14:nvPr/>
              </p14:nvContentPartPr>
              <p14:xfrm>
                <a:off x="7290167" y="4923382"/>
                <a:ext cx="241920" cy="2520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DC7849D-46EC-FE99-C241-EDCBCA9DFE9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272167" y="4905382"/>
                  <a:ext cx="277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776AA72-6808-75A7-0DF9-5083DF31B213}"/>
                    </a:ext>
                  </a:extLst>
                </p14:cNvPr>
                <p14:cNvContentPartPr/>
                <p14:nvPr/>
              </p14:nvContentPartPr>
              <p14:xfrm>
                <a:off x="6978767" y="5247382"/>
                <a:ext cx="924480" cy="107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776AA72-6808-75A7-0DF9-5083DF31B21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960767" y="5229742"/>
                  <a:ext cx="96012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BC0FBE9-B8E5-3C2D-5F2D-D9737F7637E4}"/>
              </a:ext>
            </a:extLst>
          </p:cNvPr>
          <p:cNvGrpSpPr/>
          <p:nvPr/>
        </p:nvGrpSpPr>
        <p:grpSpPr>
          <a:xfrm>
            <a:off x="7135367" y="5559142"/>
            <a:ext cx="444600" cy="352440"/>
            <a:chOff x="7135367" y="5559142"/>
            <a:chExt cx="44460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46DF122-DA8C-CEE7-590F-D53F678BF3CD}"/>
                    </a:ext>
                  </a:extLst>
                </p14:cNvPr>
                <p14:cNvContentPartPr/>
                <p14:nvPr/>
              </p14:nvContentPartPr>
              <p14:xfrm>
                <a:off x="7135367" y="5559142"/>
                <a:ext cx="160920" cy="352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46DF122-DA8C-CEE7-590F-D53F678BF3C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117367" y="5541502"/>
                  <a:ext cx="1965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7FFC644-DB91-50AB-712B-919A66CF0B57}"/>
                    </a:ext>
                  </a:extLst>
                </p14:cNvPr>
                <p14:cNvContentPartPr/>
                <p14:nvPr/>
              </p14:nvContentPartPr>
              <p14:xfrm>
                <a:off x="7410767" y="5659222"/>
                <a:ext cx="169200" cy="223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7FFC644-DB91-50AB-712B-919A66CF0B5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392767" y="5641222"/>
                  <a:ext cx="20484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CC31846-05E3-2767-45EC-C5C528F9DAF9}"/>
              </a:ext>
            </a:extLst>
          </p:cNvPr>
          <p:cNvGrpSpPr/>
          <p:nvPr/>
        </p:nvGrpSpPr>
        <p:grpSpPr>
          <a:xfrm>
            <a:off x="8226887" y="5016982"/>
            <a:ext cx="275400" cy="162360"/>
            <a:chOff x="8226887" y="5016982"/>
            <a:chExt cx="275400" cy="16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B6FD0A6-4FAE-3A9F-CB97-2D2F42DDB6E0}"/>
                    </a:ext>
                  </a:extLst>
                </p14:cNvPr>
                <p14:cNvContentPartPr/>
                <p14:nvPr/>
              </p14:nvContentPartPr>
              <p14:xfrm>
                <a:off x="8226887" y="5016982"/>
                <a:ext cx="162720" cy="26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B6FD0A6-4FAE-3A9F-CB97-2D2F42DDB6E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08887" y="4998982"/>
                  <a:ext cx="1983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EC4B35D-D4D6-75A3-2C98-776D807CED7F}"/>
                    </a:ext>
                  </a:extLst>
                </p14:cNvPr>
                <p14:cNvContentPartPr/>
                <p14:nvPr/>
              </p14:nvContentPartPr>
              <p14:xfrm>
                <a:off x="8228327" y="5127142"/>
                <a:ext cx="273960" cy="52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EC4B35D-D4D6-75A3-2C98-776D807CED7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210327" y="5109502"/>
                  <a:ext cx="309600" cy="8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A94EF94-60C4-33B0-9E4F-4E7F8442AED4}"/>
                  </a:ext>
                </a:extLst>
              </p14:cNvPr>
              <p14:cNvContentPartPr/>
              <p14:nvPr/>
            </p14:nvContentPartPr>
            <p14:xfrm>
              <a:off x="8963447" y="4923022"/>
              <a:ext cx="321480" cy="1634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A94EF94-60C4-33B0-9E4F-4E7F8442AED4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8945447" y="4905022"/>
                <a:ext cx="357120" cy="19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6F3B0B56-FA5D-94FE-D918-3DBD4D87CD1B}"/>
              </a:ext>
            </a:extLst>
          </p:cNvPr>
          <p:cNvGrpSpPr/>
          <p:nvPr/>
        </p:nvGrpSpPr>
        <p:grpSpPr>
          <a:xfrm>
            <a:off x="8838527" y="5219302"/>
            <a:ext cx="665280" cy="438840"/>
            <a:chOff x="8838527" y="5219302"/>
            <a:chExt cx="665280" cy="43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81FE96B-F27B-B544-DDAE-3D9BABCEC739}"/>
                    </a:ext>
                  </a:extLst>
                </p14:cNvPr>
                <p14:cNvContentPartPr/>
                <p14:nvPr/>
              </p14:nvContentPartPr>
              <p14:xfrm>
                <a:off x="8838527" y="5219302"/>
                <a:ext cx="492840" cy="438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81FE96B-F27B-B544-DDAE-3D9BABCEC73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20887" y="5201662"/>
                  <a:ext cx="52848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4500EAB-F635-E3C8-4694-0CF8DDC53819}"/>
                    </a:ext>
                  </a:extLst>
                </p14:cNvPr>
                <p14:cNvContentPartPr/>
                <p14:nvPr/>
              </p14:nvContentPartPr>
              <p14:xfrm>
                <a:off x="9301847" y="5458342"/>
                <a:ext cx="201960" cy="171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4500EAB-F635-E3C8-4694-0CF8DDC5381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283847" y="5440342"/>
                  <a:ext cx="23760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3D66988-0022-D7EB-9545-F7646E2CB45B}"/>
              </a:ext>
            </a:extLst>
          </p:cNvPr>
          <p:cNvGrpSpPr/>
          <p:nvPr/>
        </p:nvGrpSpPr>
        <p:grpSpPr>
          <a:xfrm>
            <a:off x="5349047" y="4846342"/>
            <a:ext cx="321120" cy="331200"/>
            <a:chOff x="5349047" y="4846342"/>
            <a:chExt cx="321120" cy="3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6A4C398-58C7-B394-B450-0C373C0ECC98}"/>
                    </a:ext>
                  </a:extLst>
                </p14:cNvPr>
                <p14:cNvContentPartPr/>
                <p14:nvPr/>
              </p14:nvContentPartPr>
              <p14:xfrm>
                <a:off x="5349047" y="4904662"/>
                <a:ext cx="116640" cy="241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6A4C398-58C7-B394-B450-0C373C0ECC9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331047" y="4887022"/>
                  <a:ext cx="1522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3DB8C3D-0E0E-A723-7C7B-126F2D1B2AA8}"/>
                    </a:ext>
                  </a:extLst>
                </p14:cNvPr>
                <p14:cNvContentPartPr/>
                <p14:nvPr/>
              </p14:nvContentPartPr>
              <p14:xfrm>
                <a:off x="5454887" y="4846342"/>
                <a:ext cx="215280" cy="308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3DB8C3D-0E0E-A723-7C7B-126F2D1B2AA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437247" y="4828702"/>
                  <a:ext cx="2509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10FBF61-8383-2BE2-ED86-254A047DC3D7}"/>
                    </a:ext>
                  </a:extLst>
                </p14:cNvPr>
                <p14:cNvContentPartPr/>
                <p14:nvPr/>
              </p14:nvContentPartPr>
              <p14:xfrm>
                <a:off x="5354087" y="4935262"/>
                <a:ext cx="77760" cy="242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10FBF61-8383-2BE2-ED86-254A047DC3D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336087" y="4917262"/>
                  <a:ext cx="1134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4BC67C3-7D3F-D5B7-B2AB-DC09AC220F05}"/>
                    </a:ext>
                  </a:extLst>
                </p14:cNvPr>
                <p14:cNvContentPartPr/>
                <p14:nvPr/>
              </p14:nvContentPartPr>
              <p14:xfrm>
                <a:off x="5551007" y="5145862"/>
                <a:ext cx="10800" cy="1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4BC67C3-7D3F-D5B7-B2AB-DC09AC220F0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533367" y="5127862"/>
                  <a:ext cx="4644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21021888-EAA7-58DF-A683-B38CBC0B1136}"/>
              </a:ext>
            </a:extLst>
          </p:cNvPr>
          <p:cNvGrpSpPr/>
          <p:nvPr/>
        </p:nvGrpSpPr>
        <p:grpSpPr>
          <a:xfrm>
            <a:off x="5235647" y="6202822"/>
            <a:ext cx="484920" cy="568440"/>
            <a:chOff x="5235647" y="6202822"/>
            <a:chExt cx="484920" cy="56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2CBB00A-BC68-6298-9FA2-6BEA97687DE2}"/>
                    </a:ext>
                  </a:extLst>
                </p14:cNvPr>
                <p14:cNvContentPartPr/>
                <p14:nvPr/>
              </p14:nvContentPartPr>
              <p14:xfrm>
                <a:off x="5283167" y="6202822"/>
                <a:ext cx="319320" cy="197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2CBB00A-BC68-6298-9FA2-6BEA97687DE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265527" y="6185182"/>
                  <a:ext cx="3549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8850B04-7814-C9F0-76B0-6EDF1D14086E}"/>
                    </a:ext>
                  </a:extLst>
                </p14:cNvPr>
                <p14:cNvContentPartPr/>
                <p14:nvPr/>
              </p14:nvContentPartPr>
              <p14:xfrm>
                <a:off x="5235647" y="6461662"/>
                <a:ext cx="484920" cy="71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8850B04-7814-C9F0-76B0-6EDF1D14086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218007" y="6443662"/>
                  <a:ext cx="5205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70B7C84-C451-8BA8-DD61-22E5CF6320FE}"/>
                    </a:ext>
                  </a:extLst>
                </p14:cNvPr>
                <p14:cNvContentPartPr/>
                <p14:nvPr/>
              </p14:nvContentPartPr>
              <p14:xfrm>
                <a:off x="5432927" y="6610702"/>
                <a:ext cx="252360" cy="1605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70B7C84-C451-8BA8-DD61-22E5CF6320F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414927" y="6592702"/>
                  <a:ext cx="28800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A499CAC-7A86-535D-15C8-9568FE9A3C0A}"/>
              </a:ext>
            </a:extLst>
          </p:cNvPr>
          <p:cNvGrpSpPr/>
          <p:nvPr/>
        </p:nvGrpSpPr>
        <p:grpSpPr>
          <a:xfrm>
            <a:off x="6227807" y="6209662"/>
            <a:ext cx="232920" cy="104040"/>
            <a:chOff x="6227807" y="6209662"/>
            <a:chExt cx="23292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29BF887-EED3-C41D-2AFE-4998A0171100}"/>
                    </a:ext>
                  </a:extLst>
                </p14:cNvPr>
                <p14:cNvContentPartPr/>
                <p14:nvPr/>
              </p14:nvContentPartPr>
              <p14:xfrm>
                <a:off x="6227807" y="6209662"/>
                <a:ext cx="138960" cy="23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29BF887-EED3-C41D-2AFE-4998A017110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09807" y="6191662"/>
                  <a:ext cx="174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10ADB25-1D54-1A16-322F-165652B73266}"/>
                    </a:ext>
                  </a:extLst>
                </p14:cNvPr>
                <p14:cNvContentPartPr/>
                <p14:nvPr/>
              </p14:nvContentPartPr>
              <p14:xfrm>
                <a:off x="6245447" y="6271222"/>
                <a:ext cx="215280" cy="42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10ADB25-1D54-1A16-322F-165652B7326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227807" y="6253582"/>
                  <a:ext cx="25092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CC1C771-FE52-6F0B-C18E-5C847EFF9B1A}"/>
              </a:ext>
            </a:extLst>
          </p:cNvPr>
          <p:cNvGrpSpPr/>
          <p:nvPr/>
        </p:nvGrpSpPr>
        <p:grpSpPr>
          <a:xfrm>
            <a:off x="6768887" y="6072142"/>
            <a:ext cx="352440" cy="357120"/>
            <a:chOff x="6768887" y="6072142"/>
            <a:chExt cx="35244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1C5C2C1-43EC-2AFA-7E4C-60E421FCE712}"/>
                    </a:ext>
                  </a:extLst>
                </p14:cNvPr>
                <p14:cNvContentPartPr/>
                <p14:nvPr/>
              </p14:nvContentPartPr>
              <p14:xfrm>
                <a:off x="6890567" y="6072142"/>
                <a:ext cx="172440" cy="248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1C5C2C1-43EC-2AFA-7E4C-60E421FCE71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872567" y="6054502"/>
                  <a:ext cx="2080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88472CD-8401-E141-A51B-6D3BBA348077}"/>
                    </a:ext>
                  </a:extLst>
                </p14:cNvPr>
                <p14:cNvContentPartPr/>
                <p14:nvPr/>
              </p14:nvContentPartPr>
              <p14:xfrm>
                <a:off x="6768887" y="6382102"/>
                <a:ext cx="352440" cy="47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88472CD-8401-E141-A51B-6D3BBA34807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751247" y="6364462"/>
                  <a:ext cx="38808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491EAE5-16D8-CBAE-DB32-D8DEFE2FA2D0}"/>
                  </a:ext>
                </a:extLst>
              </p14:cNvPr>
              <p14:cNvContentPartPr/>
              <p14:nvPr/>
            </p14:nvContentPartPr>
            <p14:xfrm>
              <a:off x="6807047" y="6554542"/>
              <a:ext cx="299160" cy="2127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491EAE5-16D8-CBAE-DB32-D8DEFE2FA2D0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789407" y="6536902"/>
                <a:ext cx="33480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D2948F0-0B9D-AD3E-7B05-7DAFA74FAFE6}"/>
              </a:ext>
            </a:extLst>
          </p:cNvPr>
          <p:cNvGrpSpPr/>
          <p:nvPr/>
        </p:nvGrpSpPr>
        <p:grpSpPr>
          <a:xfrm>
            <a:off x="7506167" y="6140902"/>
            <a:ext cx="277560" cy="161280"/>
            <a:chOff x="7506167" y="6140902"/>
            <a:chExt cx="27756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5F3117E-4A0D-59CF-C354-061C928C4484}"/>
                    </a:ext>
                  </a:extLst>
                </p14:cNvPr>
                <p14:cNvContentPartPr/>
                <p14:nvPr/>
              </p14:nvContentPartPr>
              <p14:xfrm>
                <a:off x="7520567" y="6140902"/>
                <a:ext cx="147600" cy="583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5F3117E-4A0D-59CF-C354-061C928C448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502567" y="6123262"/>
                  <a:ext cx="183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750EBC7-6A25-77B3-FD51-AA3F268B0E38}"/>
                    </a:ext>
                  </a:extLst>
                </p14:cNvPr>
                <p14:cNvContentPartPr/>
                <p14:nvPr/>
              </p14:nvContentPartPr>
              <p14:xfrm>
                <a:off x="7506167" y="6244222"/>
                <a:ext cx="277560" cy="57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750EBC7-6A25-77B3-FD51-AA3F268B0E3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488527" y="6226222"/>
                  <a:ext cx="31320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55304A16-555A-FA1D-7B64-41824F35AC43}"/>
                  </a:ext>
                </a:extLst>
              </p14:cNvPr>
              <p14:cNvContentPartPr/>
              <p14:nvPr/>
            </p14:nvContentPartPr>
            <p14:xfrm>
              <a:off x="8225087" y="6536542"/>
              <a:ext cx="44280" cy="2599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55304A16-555A-FA1D-7B64-41824F35AC43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8207087" y="6518902"/>
                <a:ext cx="79920" cy="29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F636BB15-83C9-BED3-BF79-FAB6DF7E225B}"/>
              </a:ext>
            </a:extLst>
          </p:cNvPr>
          <p:cNvGrpSpPr/>
          <p:nvPr/>
        </p:nvGrpSpPr>
        <p:grpSpPr>
          <a:xfrm>
            <a:off x="8126087" y="6083662"/>
            <a:ext cx="781560" cy="321480"/>
            <a:chOff x="8126087" y="6083662"/>
            <a:chExt cx="78156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DB66AFE-0D9B-0E94-3EC5-1710BEFD8406}"/>
                    </a:ext>
                  </a:extLst>
                </p14:cNvPr>
                <p14:cNvContentPartPr/>
                <p14:nvPr/>
              </p14:nvContentPartPr>
              <p14:xfrm>
                <a:off x="8126087" y="6083662"/>
                <a:ext cx="424080" cy="321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DB66AFE-0D9B-0E94-3EC5-1710BEFD840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108087" y="6065662"/>
                  <a:ext cx="4597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61F2331-2A69-BA20-6526-FD78D75F75CB}"/>
                    </a:ext>
                  </a:extLst>
                </p14:cNvPr>
                <p14:cNvContentPartPr/>
                <p14:nvPr/>
              </p14:nvContentPartPr>
              <p14:xfrm>
                <a:off x="8719727" y="6121102"/>
                <a:ext cx="187920" cy="16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61F2331-2A69-BA20-6526-FD78D75F75C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701727" y="6103102"/>
                  <a:ext cx="223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28066D4-BCA5-929D-4168-3C6AF22F26AE}"/>
                    </a:ext>
                  </a:extLst>
                </p14:cNvPr>
                <p14:cNvContentPartPr/>
                <p14:nvPr/>
              </p14:nvContentPartPr>
              <p14:xfrm>
                <a:off x="8717207" y="6245302"/>
                <a:ext cx="150120" cy="331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28066D4-BCA5-929D-4168-3C6AF22F26A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99207" y="6227662"/>
                  <a:ext cx="1857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6641801D-CE98-07B7-912C-67347A02BBF3}"/>
              </a:ext>
            </a:extLst>
          </p:cNvPr>
          <p:cNvGrpSpPr/>
          <p:nvPr/>
        </p:nvGrpSpPr>
        <p:grpSpPr>
          <a:xfrm>
            <a:off x="9374927" y="5818702"/>
            <a:ext cx="1478160" cy="834120"/>
            <a:chOff x="9374927" y="5818702"/>
            <a:chExt cx="1478160" cy="83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3045E3F-2C97-557D-C354-C2A58A8315F4}"/>
                    </a:ext>
                  </a:extLst>
                </p14:cNvPr>
                <p14:cNvContentPartPr/>
                <p14:nvPr/>
              </p14:nvContentPartPr>
              <p14:xfrm>
                <a:off x="9473567" y="5996542"/>
                <a:ext cx="15840" cy="41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3045E3F-2C97-557D-C354-C2A58A8315F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55927" y="5978902"/>
                  <a:ext cx="514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2EBA8FE-E41B-61E5-E3A2-D0FCA3CB29F9}"/>
                    </a:ext>
                  </a:extLst>
                </p14:cNvPr>
                <p14:cNvContentPartPr/>
                <p14:nvPr/>
              </p14:nvContentPartPr>
              <p14:xfrm>
                <a:off x="9374927" y="6022102"/>
                <a:ext cx="154440" cy="199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2EBA8FE-E41B-61E5-E3A2-D0FCA3CB29F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356927" y="6004462"/>
                  <a:ext cx="1900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E8AE2F9-F0DB-83BD-8B43-1CAD0B97FEF3}"/>
                    </a:ext>
                  </a:extLst>
                </p14:cNvPr>
                <p14:cNvContentPartPr/>
                <p14:nvPr/>
              </p14:nvContentPartPr>
              <p14:xfrm>
                <a:off x="9608567" y="5875582"/>
                <a:ext cx="148680" cy="501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E8AE2F9-F0DB-83BD-8B43-1CAD0B97FEF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590567" y="5857582"/>
                  <a:ext cx="18432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ADCFD25-6485-AF01-0C04-EA05BDEEE71F}"/>
                    </a:ext>
                  </a:extLst>
                </p14:cNvPr>
                <p14:cNvContentPartPr/>
                <p14:nvPr/>
              </p14:nvContentPartPr>
              <p14:xfrm>
                <a:off x="9850487" y="6048742"/>
                <a:ext cx="174240" cy="1976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ADCFD25-6485-AF01-0C04-EA05BDEEE71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832847" y="6031102"/>
                  <a:ext cx="209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C8EE6C7-EE7B-36CA-90D4-2492005B282B}"/>
                    </a:ext>
                  </a:extLst>
                </p14:cNvPr>
                <p14:cNvContentPartPr/>
                <p14:nvPr/>
              </p14:nvContentPartPr>
              <p14:xfrm>
                <a:off x="10090967" y="6080422"/>
                <a:ext cx="502200" cy="4903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C8EE6C7-EE7B-36CA-90D4-2492005B282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073327" y="6062422"/>
                  <a:ext cx="53784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DE1DFA2-9A81-C0E6-E6FC-399AF5577019}"/>
                    </a:ext>
                  </a:extLst>
                </p14:cNvPr>
                <p14:cNvContentPartPr/>
                <p14:nvPr/>
              </p14:nvContentPartPr>
              <p14:xfrm>
                <a:off x="10667327" y="5818702"/>
                <a:ext cx="185760" cy="626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DE1DFA2-9A81-C0E6-E6FC-399AF557701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649327" y="5800702"/>
                  <a:ext cx="22140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971928D-94B9-F6B2-3E8E-B1EA48DF8B17}"/>
                    </a:ext>
                  </a:extLst>
                </p14:cNvPr>
                <p14:cNvContentPartPr/>
                <p14:nvPr/>
              </p14:nvContentPartPr>
              <p14:xfrm>
                <a:off x="10361687" y="6603862"/>
                <a:ext cx="50400" cy="48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971928D-94B9-F6B2-3E8E-B1EA48DF8B1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344047" y="6586222"/>
                  <a:ext cx="860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EB03DCB0-8AC8-2D77-61A4-EC74F7B90741}"/>
              </a:ext>
            </a:extLst>
          </p:cNvPr>
          <p:cNvGrpSpPr/>
          <p:nvPr/>
        </p:nvGrpSpPr>
        <p:grpSpPr>
          <a:xfrm>
            <a:off x="307607" y="5866222"/>
            <a:ext cx="768600" cy="477000"/>
            <a:chOff x="307607" y="5866222"/>
            <a:chExt cx="768600" cy="47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4AB6127-A7F7-5826-D2C1-471B1AA7A999}"/>
                    </a:ext>
                  </a:extLst>
                </p14:cNvPr>
                <p14:cNvContentPartPr/>
                <p14:nvPr/>
              </p14:nvContentPartPr>
              <p14:xfrm>
                <a:off x="310847" y="5866222"/>
                <a:ext cx="162000" cy="276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4AB6127-A7F7-5826-D2C1-471B1AA7A99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92847" y="5848582"/>
                  <a:ext cx="197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F90CEAB-5E01-0903-1306-CF1F5B1C2637}"/>
                    </a:ext>
                  </a:extLst>
                </p14:cNvPr>
                <p14:cNvContentPartPr/>
                <p14:nvPr/>
              </p14:nvContentPartPr>
              <p14:xfrm>
                <a:off x="307607" y="5890342"/>
                <a:ext cx="161280" cy="3304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F90CEAB-5E01-0903-1306-CF1F5B1C263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89607" y="5872702"/>
                  <a:ext cx="1969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814FFCB-E245-3CBC-1D92-AFCC081C84F6}"/>
                    </a:ext>
                  </a:extLst>
                </p14:cNvPr>
                <p14:cNvContentPartPr/>
                <p14:nvPr/>
              </p14:nvContentPartPr>
              <p14:xfrm>
                <a:off x="537287" y="6089422"/>
                <a:ext cx="158040" cy="253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814FFCB-E245-3CBC-1D92-AFCC081C84F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19287" y="6071782"/>
                  <a:ext cx="1936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09DCE06-A406-151F-972E-CA12C44B9DC1}"/>
                    </a:ext>
                  </a:extLst>
                </p14:cNvPr>
                <p14:cNvContentPartPr/>
                <p14:nvPr/>
              </p14:nvContentPartPr>
              <p14:xfrm>
                <a:off x="904127" y="6001222"/>
                <a:ext cx="71640" cy="21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09DCE06-A406-151F-972E-CA12C44B9DC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86127" y="5983222"/>
                  <a:ext cx="107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731BAA0-A500-71DA-FE77-549E4718105A}"/>
                    </a:ext>
                  </a:extLst>
                </p14:cNvPr>
                <p14:cNvContentPartPr/>
                <p14:nvPr/>
              </p14:nvContentPartPr>
              <p14:xfrm>
                <a:off x="911687" y="6058102"/>
                <a:ext cx="164520" cy="68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731BAA0-A500-71DA-FE77-549E4718105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93687" y="6040102"/>
                  <a:ext cx="20016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C6F9635A-7E46-8906-27F1-A6037F6BEBA6}"/>
                  </a:ext>
                </a:extLst>
              </p14:cNvPr>
              <p14:cNvContentPartPr/>
              <p14:nvPr/>
            </p14:nvContentPartPr>
            <p14:xfrm>
              <a:off x="6915047" y="5701477"/>
              <a:ext cx="165960" cy="194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C6F9635A-7E46-8906-27F1-A6037F6BEBA6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6897047" y="5683477"/>
                <a:ext cx="2016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FE9262EA-B4F1-2E16-B277-01FC33DA0F4E}"/>
                  </a:ext>
                </a:extLst>
              </p14:cNvPr>
              <p14:cNvContentPartPr/>
              <p14:nvPr/>
            </p14:nvContentPartPr>
            <p14:xfrm>
              <a:off x="6582047" y="6684277"/>
              <a:ext cx="194400" cy="3240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FE9262EA-B4F1-2E16-B277-01FC33DA0F4E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6564407" y="6666277"/>
                <a:ext cx="23004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697CF53C-3168-F6DC-D308-925D91468C64}"/>
              </a:ext>
            </a:extLst>
          </p:cNvPr>
          <p:cNvGrpSpPr/>
          <p:nvPr/>
        </p:nvGrpSpPr>
        <p:grpSpPr>
          <a:xfrm>
            <a:off x="1291847" y="5613142"/>
            <a:ext cx="910080" cy="1357234"/>
            <a:chOff x="1291847" y="5613142"/>
            <a:chExt cx="910080" cy="135723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F3395C2-1CF8-32BC-DFD7-36B8CF2A263F}"/>
                    </a:ext>
                  </a:extLst>
                </p14:cNvPr>
                <p14:cNvContentPartPr/>
                <p14:nvPr/>
              </p14:nvContentPartPr>
              <p14:xfrm>
                <a:off x="1291847" y="5613142"/>
                <a:ext cx="302760" cy="12481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F3395C2-1CF8-32BC-DFD7-36B8CF2A263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274207" y="5595142"/>
                  <a:ext cx="338400" cy="12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1C569C1-905A-284F-AC0A-5565F7557080}"/>
                    </a:ext>
                  </a:extLst>
                </p14:cNvPr>
                <p14:cNvContentPartPr/>
                <p14:nvPr/>
              </p14:nvContentPartPr>
              <p14:xfrm>
                <a:off x="1558607" y="5875616"/>
                <a:ext cx="280080" cy="186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1C569C1-905A-284F-AC0A-5565F755708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540607" y="5857616"/>
                  <a:ext cx="315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FA57AE0-6C85-FE89-0B75-F1E227B7AFAF}"/>
                    </a:ext>
                  </a:extLst>
                </p14:cNvPr>
                <p14:cNvContentPartPr/>
                <p14:nvPr/>
              </p14:nvContentPartPr>
              <p14:xfrm>
                <a:off x="1656527" y="6226976"/>
                <a:ext cx="290880" cy="187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FA57AE0-6C85-FE89-0B75-F1E227B7AFA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638527" y="6208976"/>
                  <a:ext cx="326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85FE90E-C344-129C-3D2E-60FA4570DB9E}"/>
                    </a:ext>
                  </a:extLst>
                </p14:cNvPr>
                <p14:cNvContentPartPr/>
                <p14:nvPr/>
              </p14:nvContentPartPr>
              <p14:xfrm>
                <a:off x="1781447" y="6591656"/>
                <a:ext cx="14040" cy="320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85FE90E-C344-129C-3D2E-60FA4570DB9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763447" y="6573656"/>
                  <a:ext cx="49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7C83E77-D461-544A-E268-BD69FBD4F7F3}"/>
                    </a:ext>
                  </a:extLst>
                </p14:cNvPr>
                <p14:cNvContentPartPr/>
                <p14:nvPr/>
              </p14:nvContentPartPr>
              <p14:xfrm>
                <a:off x="1769567" y="6597056"/>
                <a:ext cx="7920" cy="236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7C83E77-D461-544A-E268-BD69FBD4F7F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751927" y="6579416"/>
                  <a:ext cx="43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B8F45DD-FEAF-42D2-0EE1-E653A9E513E9}"/>
                    </a:ext>
                  </a:extLst>
                </p14:cNvPr>
                <p14:cNvContentPartPr/>
                <p14:nvPr/>
              </p14:nvContentPartPr>
              <p14:xfrm>
                <a:off x="1885127" y="5613536"/>
                <a:ext cx="316800" cy="13568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B8F45DD-FEAF-42D2-0EE1-E653A9E513E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867487" y="5595536"/>
                  <a:ext cx="352440" cy="13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737805C-50FC-905E-9992-FD7E3236E117}"/>
                    </a:ext>
                  </a:extLst>
                </p14:cNvPr>
                <p14:cNvContentPartPr/>
                <p14:nvPr/>
              </p14:nvContentPartPr>
              <p14:xfrm>
                <a:off x="1490207" y="6328597"/>
                <a:ext cx="154800" cy="42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737805C-50FC-905E-9992-FD7E3236E11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472567" y="6310597"/>
                  <a:ext cx="190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6A01154-52FD-2488-B978-BF881E5E21F5}"/>
                    </a:ext>
                  </a:extLst>
                </p14:cNvPr>
                <p14:cNvContentPartPr/>
                <p14:nvPr/>
              </p14:nvContentPartPr>
              <p14:xfrm>
                <a:off x="1639247" y="5992717"/>
                <a:ext cx="1080" cy="122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6A01154-52FD-2488-B978-BF881E5E21F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621247" y="5974717"/>
                  <a:ext cx="367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D906F59-817B-E812-6F2E-0A59A442099D}"/>
                    </a:ext>
                  </a:extLst>
                </p14:cNvPr>
                <p14:cNvContentPartPr/>
                <p14:nvPr/>
              </p14:nvContentPartPr>
              <p14:xfrm>
                <a:off x="1716287" y="6374317"/>
                <a:ext cx="10080" cy="57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D906F59-817B-E812-6F2E-0A59A442099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698647" y="6356317"/>
                  <a:ext cx="45720" cy="4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3884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D042E69-3240-2190-E7D8-CE2BC3FB3D22}"/>
              </a:ext>
            </a:extLst>
          </p:cNvPr>
          <p:cNvGrpSpPr/>
          <p:nvPr/>
        </p:nvGrpSpPr>
        <p:grpSpPr>
          <a:xfrm>
            <a:off x="304727" y="257782"/>
            <a:ext cx="324000" cy="428760"/>
            <a:chOff x="304727" y="257782"/>
            <a:chExt cx="324000" cy="42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0535150-3986-2547-4A3E-1DA50F8505B0}"/>
                    </a:ext>
                  </a:extLst>
                </p14:cNvPr>
                <p14:cNvContentPartPr/>
                <p14:nvPr/>
              </p14:nvContentPartPr>
              <p14:xfrm>
                <a:off x="306887" y="257782"/>
                <a:ext cx="150120" cy="253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0535150-3986-2547-4A3E-1DA50F8505B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9247" y="240142"/>
                  <a:ext cx="1857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18A62B3-3899-A72E-0CD6-CD8B1ABDCD35}"/>
                    </a:ext>
                  </a:extLst>
                </p14:cNvPr>
                <p14:cNvContentPartPr/>
                <p14:nvPr/>
              </p14:nvContentPartPr>
              <p14:xfrm>
                <a:off x="304727" y="264622"/>
                <a:ext cx="164160" cy="261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18A62B3-3899-A72E-0CD6-CD8B1ABDCD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6727" y="246982"/>
                  <a:ext cx="1998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D3B9446-8BA1-2DB8-C2F1-984B1B3263E4}"/>
                    </a:ext>
                  </a:extLst>
                </p14:cNvPr>
                <p14:cNvContentPartPr/>
                <p14:nvPr/>
              </p14:nvContentPartPr>
              <p14:xfrm>
                <a:off x="610367" y="488542"/>
                <a:ext cx="18360" cy="198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D3B9446-8BA1-2DB8-C2F1-984B1B3263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2727" y="470902"/>
                  <a:ext cx="5400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6FEED-0287-5E70-8654-314CEBE19F9F}"/>
              </a:ext>
            </a:extLst>
          </p:cNvPr>
          <p:cNvGrpSpPr/>
          <p:nvPr/>
        </p:nvGrpSpPr>
        <p:grpSpPr>
          <a:xfrm>
            <a:off x="690287" y="249142"/>
            <a:ext cx="366840" cy="491400"/>
            <a:chOff x="690287" y="249142"/>
            <a:chExt cx="366840" cy="49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BDCABD4-3E37-26C1-DB34-D5CAA300562C}"/>
                    </a:ext>
                  </a:extLst>
                </p14:cNvPr>
                <p14:cNvContentPartPr/>
                <p14:nvPr/>
              </p14:nvContentPartPr>
              <p14:xfrm>
                <a:off x="690287" y="249142"/>
                <a:ext cx="99000" cy="491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BDCABD4-3E37-26C1-DB34-D5CAA30056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2647" y="231142"/>
                  <a:ext cx="13464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2BD366-A34E-01CA-0649-8E4D8E6EC92F}"/>
                    </a:ext>
                  </a:extLst>
                </p14:cNvPr>
                <p14:cNvContentPartPr/>
                <p14:nvPr/>
              </p14:nvContentPartPr>
              <p14:xfrm>
                <a:off x="863087" y="286222"/>
                <a:ext cx="194040" cy="257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2BD366-A34E-01CA-0649-8E4D8E6EC9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5447" y="268582"/>
                  <a:ext cx="22968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DBB6EE0-37C0-4F35-6843-19B73184FF77}"/>
              </a:ext>
            </a:extLst>
          </p:cNvPr>
          <p:cNvGrpSpPr/>
          <p:nvPr/>
        </p:nvGrpSpPr>
        <p:grpSpPr>
          <a:xfrm>
            <a:off x="1229927" y="394582"/>
            <a:ext cx="157680" cy="133560"/>
            <a:chOff x="1229927" y="394582"/>
            <a:chExt cx="157680" cy="13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F72E783-7F2F-9241-A84F-9371B4113FE4}"/>
                    </a:ext>
                  </a:extLst>
                </p14:cNvPr>
                <p14:cNvContentPartPr/>
                <p14:nvPr/>
              </p14:nvContentPartPr>
              <p14:xfrm>
                <a:off x="1229927" y="394582"/>
                <a:ext cx="140040" cy="34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F72E783-7F2F-9241-A84F-9371B4113F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12287" y="376582"/>
                  <a:ext cx="175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FDF27A7-B974-63EC-5BE0-0F32FF699D76}"/>
                    </a:ext>
                  </a:extLst>
                </p14:cNvPr>
                <p14:cNvContentPartPr/>
                <p14:nvPr/>
              </p14:nvContentPartPr>
              <p14:xfrm>
                <a:off x="1261967" y="498982"/>
                <a:ext cx="125640" cy="2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FDF27A7-B974-63EC-5BE0-0F32FF699D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44327" y="481342"/>
                  <a:ext cx="16128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AC700D-8434-1D24-312B-743F94D48B1C}"/>
              </a:ext>
            </a:extLst>
          </p:cNvPr>
          <p:cNvGrpSpPr/>
          <p:nvPr/>
        </p:nvGrpSpPr>
        <p:grpSpPr>
          <a:xfrm>
            <a:off x="1586327" y="205222"/>
            <a:ext cx="335880" cy="560160"/>
            <a:chOff x="1586327" y="205222"/>
            <a:chExt cx="335880" cy="56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D5A8437-9B7E-1E0B-97E1-3123DA45FFAA}"/>
                    </a:ext>
                  </a:extLst>
                </p14:cNvPr>
                <p14:cNvContentPartPr/>
                <p14:nvPr/>
              </p14:nvContentPartPr>
              <p14:xfrm>
                <a:off x="1586327" y="354262"/>
                <a:ext cx="107640" cy="178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D5A8437-9B7E-1E0B-97E1-3123DA45FFA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68327" y="336622"/>
                  <a:ext cx="143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6664691-8172-1029-B304-BCF3EDE7CD00}"/>
                    </a:ext>
                  </a:extLst>
                </p14:cNvPr>
                <p14:cNvContentPartPr/>
                <p14:nvPr/>
              </p14:nvContentPartPr>
              <p14:xfrm>
                <a:off x="1789367" y="205222"/>
                <a:ext cx="132840" cy="531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6664691-8172-1029-B304-BCF3EDE7CD0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71727" y="187222"/>
                  <a:ext cx="16848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627295F-CE80-2196-F7B3-62AFD277C383}"/>
                    </a:ext>
                  </a:extLst>
                </p14:cNvPr>
                <p14:cNvContentPartPr/>
                <p14:nvPr/>
              </p14:nvContentPartPr>
              <p14:xfrm>
                <a:off x="1628447" y="756382"/>
                <a:ext cx="13320" cy="9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627295F-CE80-2196-F7B3-62AFD277C3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10807" y="738382"/>
                  <a:ext cx="489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25403E4-BF2D-CF15-2B36-D0B1C65080C1}"/>
              </a:ext>
            </a:extLst>
          </p:cNvPr>
          <p:cNvGrpSpPr/>
          <p:nvPr/>
        </p:nvGrpSpPr>
        <p:grpSpPr>
          <a:xfrm>
            <a:off x="2212007" y="126742"/>
            <a:ext cx="1624680" cy="1967400"/>
            <a:chOff x="2212007" y="126742"/>
            <a:chExt cx="1624680" cy="19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16903F-476D-94A7-C7FC-CF23D638B63C}"/>
                    </a:ext>
                  </a:extLst>
                </p14:cNvPr>
                <p14:cNvContentPartPr/>
                <p14:nvPr/>
              </p14:nvContentPartPr>
              <p14:xfrm>
                <a:off x="2220287" y="449302"/>
                <a:ext cx="147960" cy="11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16903F-476D-94A7-C7FC-CF23D638B6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287" y="431302"/>
                  <a:ext cx="183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DA51FEB-492E-2AB2-DBDD-0E2F0CBDD6D1}"/>
                    </a:ext>
                  </a:extLst>
                </p14:cNvPr>
                <p14:cNvContentPartPr/>
                <p14:nvPr/>
              </p14:nvContentPartPr>
              <p14:xfrm>
                <a:off x="2212007" y="526342"/>
                <a:ext cx="176040" cy="2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DA51FEB-492E-2AB2-DBDD-0E2F0CBDD6D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94367" y="508342"/>
                  <a:ext cx="2116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ECC7E74-E0C8-FABE-7274-D1AAA3AB27CA}"/>
                    </a:ext>
                  </a:extLst>
                </p14:cNvPr>
                <p14:cNvContentPartPr/>
                <p14:nvPr/>
              </p14:nvContentPartPr>
              <p14:xfrm>
                <a:off x="2554367" y="126742"/>
                <a:ext cx="467640" cy="1937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ECC7E74-E0C8-FABE-7274-D1AAA3AB27C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6367" y="109102"/>
                  <a:ext cx="503280" cy="19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DC45B0-8AEC-E99E-13B6-5D96CFD5A31D}"/>
                    </a:ext>
                  </a:extLst>
                </p14:cNvPr>
                <p14:cNvContentPartPr/>
                <p14:nvPr/>
              </p14:nvContentPartPr>
              <p14:xfrm>
                <a:off x="2566247" y="2062462"/>
                <a:ext cx="297720" cy="31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DC45B0-8AEC-E99E-13B6-5D96CFD5A3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48247" y="2044822"/>
                  <a:ext cx="333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1339FC-D390-540B-0135-D5BEE2D3AD77}"/>
                    </a:ext>
                  </a:extLst>
                </p14:cNvPr>
                <p14:cNvContentPartPr/>
                <p14:nvPr/>
              </p14:nvContentPartPr>
              <p14:xfrm>
                <a:off x="3227927" y="309622"/>
                <a:ext cx="29520" cy="164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1339FC-D390-540B-0135-D5BEE2D3AD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10287" y="291982"/>
                  <a:ext cx="65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CBF4A0D-33D2-1A6A-6D43-7A64D2B1C0D7}"/>
                    </a:ext>
                  </a:extLst>
                </p14:cNvPr>
                <p14:cNvContentPartPr/>
                <p14:nvPr/>
              </p14:nvContentPartPr>
              <p14:xfrm>
                <a:off x="3022367" y="1035022"/>
                <a:ext cx="258120" cy="234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CBF4A0D-33D2-1A6A-6D43-7A64D2B1C0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04727" y="1017382"/>
                  <a:ext cx="2937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FE867EC-1FF1-ECD5-D4A9-3C31D77DF8DF}"/>
                    </a:ext>
                  </a:extLst>
                </p14:cNvPr>
                <p14:cNvContentPartPr/>
                <p14:nvPr/>
              </p14:nvContentPartPr>
              <p14:xfrm>
                <a:off x="2965127" y="1539382"/>
                <a:ext cx="299520" cy="207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FE867EC-1FF1-ECD5-D4A9-3C31D77DF8D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47487" y="1521742"/>
                  <a:ext cx="3351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9913F1F-12E7-80E2-C7C2-BB11A735C228}"/>
                    </a:ext>
                  </a:extLst>
                </p14:cNvPr>
                <p14:cNvContentPartPr/>
                <p14:nvPr/>
              </p14:nvContentPartPr>
              <p14:xfrm>
                <a:off x="3201287" y="202702"/>
                <a:ext cx="635400" cy="1752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9913F1F-12E7-80E2-C7C2-BB11A735C2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83647" y="184702"/>
                  <a:ext cx="671040" cy="178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0E03D2C-F7F8-C7E5-467A-C1023AF48FB4}"/>
                  </a:ext>
                </a:extLst>
              </p14:cNvPr>
              <p14:cNvContentPartPr/>
              <p14:nvPr/>
            </p14:nvContentPartPr>
            <p14:xfrm>
              <a:off x="4616087" y="732982"/>
              <a:ext cx="96840" cy="131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0E03D2C-F7F8-C7E5-467A-C1023AF48FB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98087" y="714982"/>
                <a:ext cx="1324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C8DB235-AB93-F328-A19A-3C880D657A82}"/>
                  </a:ext>
                </a:extLst>
              </p14:cNvPr>
              <p14:cNvContentPartPr/>
              <p14:nvPr/>
            </p14:nvContentPartPr>
            <p14:xfrm>
              <a:off x="5166527" y="333742"/>
              <a:ext cx="106920" cy="1792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C8DB235-AB93-F328-A19A-3C880D657A8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48527" y="316102"/>
                <a:ext cx="14256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8910B4A-A666-C8DC-9BAA-09589C8FF00C}"/>
                  </a:ext>
                </a:extLst>
              </p14:cNvPr>
              <p14:cNvContentPartPr/>
              <p14:nvPr/>
            </p14:nvContentPartPr>
            <p14:xfrm>
              <a:off x="5164367" y="309262"/>
              <a:ext cx="158040" cy="2152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8910B4A-A666-C8DC-9BAA-09589C8FF00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146727" y="291262"/>
                <a:ext cx="1936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442A3A1-4491-B48C-48F1-03F1B8CF96F0}"/>
                  </a:ext>
                </a:extLst>
              </p14:cNvPr>
              <p14:cNvContentPartPr/>
              <p14:nvPr/>
            </p14:nvContentPartPr>
            <p14:xfrm>
              <a:off x="5346887" y="459022"/>
              <a:ext cx="182880" cy="157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442A3A1-4491-B48C-48F1-03F1B8CF96F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329247" y="441382"/>
                <a:ext cx="218520" cy="19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826CB2B-34EA-7718-D84F-7932FB12DBFE}"/>
              </a:ext>
            </a:extLst>
          </p:cNvPr>
          <p:cNvGrpSpPr/>
          <p:nvPr/>
        </p:nvGrpSpPr>
        <p:grpSpPr>
          <a:xfrm>
            <a:off x="5625527" y="178582"/>
            <a:ext cx="864360" cy="643320"/>
            <a:chOff x="5625527" y="178582"/>
            <a:chExt cx="864360" cy="64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C0834DD-A29D-BB6F-C525-A8DBA622384C}"/>
                    </a:ext>
                  </a:extLst>
                </p14:cNvPr>
                <p14:cNvContentPartPr/>
                <p14:nvPr/>
              </p14:nvContentPartPr>
              <p14:xfrm>
                <a:off x="5625527" y="197302"/>
                <a:ext cx="129600" cy="624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C0834DD-A29D-BB6F-C525-A8DBA62238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07527" y="179302"/>
                  <a:ext cx="16524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A6BC181-9095-D8F7-1A7D-B461D04DA06D}"/>
                    </a:ext>
                  </a:extLst>
                </p14:cNvPr>
                <p14:cNvContentPartPr/>
                <p14:nvPr/>
              </p14:nvContentPartPr>
              <p14:xfrm>
                <a:off x="5743967" y="349222"/>
                <a:ext cx="231120" cy="268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A6BC181-9095-D8F7-1A7D-B461D04DA06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25967" y="331582"/>
                  <a:ext cx="2667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7C23A92-1D8D-CB57-514E-6342961B499C}"/>
                    </a:ext>
                  </a:extLst>
                </p14:cNvPr>
                <p14:cNvContentPartPr/>
                <p14:nvPr/>
              </p14:nvContentPartPr>
              <p14:xfrm>
                <a:off x="6070847" y="453262"/>
                <a:ext cx="92160" cy="17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7C23A92-1D8D-CB57-514E-6342961B499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52847" y="435622"/>
                  <a:ext cx="127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921BD0-DC58-13FF-2B9D-E2904D907748}"/>
                    </a:ext>
                  </a:extLst>
                </p14:cNvPr>
                <p14:cNvContentPartPr/>
                <p14:nvPr/>
              </p14:nvContentPartPr>
              <p14:xfrm>
                <a:off x="6048527" y="525622"/>
                <a:ext cx="148680" cy="42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921BD0-DC58-13FF-2B9D-E2904D90774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30527" y="507982"/>
                  <a:ext cx="184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D787FC7-6B38-7C34-DFD6-6BD354F2B64D}"/>
                    </a:ext>
                  </a:extLst>
                </p14:cNvPr>
                <p14:cNvContentPartPr/>
                <p14:nvPr/>
              </p14:nvContentPartPr>
              <p14:xfrm>
                <a:off x="6253007" y="354262"/>
                <a:ext cx="108000" cy="243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D787FC7-6B38-7C34-DFD6-6BD354F2B64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35367" y="336262"/>
                  <a:ext cx="1436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8E8178-61B8-5928-0C64-4F41647525CD}"/>
                    </a:ext>
                  </a:extLst>
                </p14:cNvPr>
                <p14:cNvContentPartPr/>
                <p14:nvPr/>
              </p14:nvContentPartPr>
              <p14:xfrm>
                <a:off x="6346247" y="178582"/>
                <a:ext cx="143640" cy="543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58E8178-61B8-5928-0C64-4F41647525C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28247" y="160942"/>
                  <a:ext cx="179280" cy="57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77A3396-FAC3-3BB0-960C-96F9620BA229}"/>
              </a:ext>
            </a:extLst>
          </p:cNvPr>
          <p:cNvGrpSpPr/>
          <p:nvPr/>
        </p:nvGrpSpPr>
        <p:grpSpPr>
          <a:xfrm>
            <a:off x="6785447" y="140422"/>
            <a:ext cx="1209600" cy="1815480"/>
            <a:chOff x="6785447" y="140422"/>
            <a:chExt cx="1209600" cy="181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9EADB77-EE68-6E45-0B86-A68C61C2A1EC}"/>
                    </a:ext>
                  </a:extLst>
                </p14:cNvPr>
                <p14:cNvContentPartPr/>
                <p14:nvPr/>
              </p14:nvContentPartPr>
              <p14:xfrm>
                <a:off x="6804167" y="491782"/>
                <a:ext cx="80640" cy="16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9EADB77-EE68-6E45-0B86-A68C61C2A1E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86527" y="473782"/>
                  <a:ext cx="116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4568F39-1A25-6512-5375-89E2414CA932}"/>
                    </a:ext>
                  </a:extLst>
                </p14:cNvPr>
                <p14:cNvContentPartPr/>
                <p14:nvPr/>
              </p14:nvContentPartPr>
              <p14:xfrm>
                <a:off x="6785447" y="551542"/>
                <a:ext cx="143280" cy="27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4568F39-1A25-6512-5375-89E2414CA93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67807" y="533902"/>
                  <a:ext cx="178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3089A9-EEBE-B1C9-5C7D-1ABABE3412DB}"/>
                    </a:ext>
                  </a:extLst>
                </p14:cNvPr>
                <p14:cNvContentPartPr/>
                <p14:nvPr/>
              </p14:nvContentPartPr>
              <p14:xfrm>
                <a:off x="6948887" y="140422"/>
                <a:ext cx="420840" cy="1756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F3089A9-EEBE-B1C9-5C7D-1ABABE3412D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31247" y="122422"/>
                  <a:ext cx="456480" cy="17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B416335-9FC7-3E4E-3325-D578B04A18B5}"/>
                    </a:ext>
                  </a:extLst>
                </p14:cNvPr>
                <p14:cNvContentPartPr/>
                <p14:nvPr/>
              </p14:nvContentPartPr>
              <p14:xfrm>
                <a:off x="7478447" y="324022"/>
                <a:ext cx="173520" cy="217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B416335-9FC7-3E4E-3325-D578B04A18B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60447" y="306382"/>
                  <a:ext cx="209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3B82BBA-6AEB-48B4-5818-FE69694AFFF8}"/>
                    </a:ext>
                  </a:extLst>
                </p14:cNvPr>
                <p14:cNvContentPartPr/>
                <p14:nvPr/>
              </p14:nvContentPartPr>
              <p14:xfrm>
                <a:off x="7407167" y="824062"/>
                <a:ext cx="39240" cy="266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3B82BBA-6AEB-48B4-5818-FE69694AFFF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89527" y="806422"/>
                  <a:ext cx="748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2D2D4CB-386B-BF3B-A85E-5C9E6A8DD341}"/>
                    </a:ext>
                  </a:extLst>
                </p14:cNvPr>
                <p14:cNvContentPartPr/>
                <p14:nvPr/>
              </p14:nvContentPartPr>
              <p14:xfrm>
                <a:off x="7235087" y="1568902"/>
                <a:ext cx="114480" cy="19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2D2D4CB-386B-BF3B-A85E-5C9E6A8DD3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17447" y="1551262"/>
                  <a:ext cx="150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DB6F037-082E-F75C-30EA-B2E9856C5E99}"/>
                    </a:ext>
                  </a:extLst>
                </p14:cNvPr>
                <p14:cNvContentPartPr/>
                <p14:nvPr/>
              </p14:nvContentPartPr>
              <p14:xfrm>
                <a:off x="7425167" y="1528582"/>
                <a:ext cx="296640" cy="176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DB6F037-082E-F75C-30EA-B2E9856C5E9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07167" y="1510942"/>
                  <a:ext cx="332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7BCA295-8D62-2685-08FC-ED45B06477B9}"/>
                    </a:ext>
                  </a:extLst>
                </p14:cNvPr>
                <p14:cNvContentPartPr/>
                <p14:nvPr/>
              </p14:nvContentPartPr>
              <p14:xfrm>
                <a:off x="7497527" y="146182"/>
                <a:ext cx="497520" cy="1809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7BCA295-8D62-2685-08FC-ED45B06477B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79527" y="128182"/>
                  <a:ext cx="533160" cy="18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E4BA756-EFCE-3D0F-9447-462CF78D7324}"/>
              </a:ext>
            </a:extLst>
          </p:cNvPr>
          <p:cNvGrpSpPr/>
          <p:nvPr/>
        </p:nvGrpSpPr>
        <p:grpSpPr>
          <a:xfrm>
            <a:off x="8344247" y="509422"/>
            <a:ext cx="561960" cy="432360"/>
            <a:chOff x="8344247" y="509422"/>
            <a:chExt cx="56196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3491DF7-8E8E-16B2-CE93-20E2726B931C}"/>
                    </a:ext>
                  </a:extLst>
                </p14:cNvPr>
                <p14:cNvContentPartPr/>
                <p14:nvPr/>
              </p14:nvContentPartPr>
              <p14:xfrm>
                <a:off x="8344247" y="820102"/>
                <a:ext cx="75240" cy="121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3491DF7-8E8E-16B2-CE93-20E2726B931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26247" y="802102"/>
                  <a:ext cx="1108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9B5A0B-8212-947E-7456-FD542C13B97D}"/>
                    </a:ext>
                  </a:extLst>
                </p14:cNvPr>
                <p14:cNvContentPartPr/>
                <p14:nvPr/>
              </p14:nvContentPartPr>
              <p14:xfrm>
                <a:off x="8628647" y="511222"/>
                <a:ext cx="119520" cy="209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9B5A0B-8212-947E-7456-FD542C13B97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11007" y="493582"/>
                  <a:ext cx="155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88A79F3-DB97-45AE-2D15-DEDDE2E57F44}"/>
                    </a:ext>
                  </a:extLst>
                </p14:cNvPr>
                <p14:cNvContentPartPr/>
                <p14:nvPr/>
              </p14:nvContentPartPr>
              <p14:xfrm>
                <a:off x="8594087" y="509422"/>
                <a:ext cx="193320" cy="236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88A79F3-DB97-45AE-2D15-DEDDE2E57F4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76447" y="491782"/>
                  <a:ext cx="2289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9F52737-ED5B-7BEB-7462-B79E2BE14D6C}"/>
                    </a:ext>
                  </a:extLst>
                </p14:cNvPr>
                <p14:cNvContentPartPr/>
                <p14:nvPr/>
              </p14:nvContentPartPr>
              <p14:xfrm>
                <a:off x="8787767" y="618142"/>
                <a:ext cx="118440" cy="232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9F52737-ED5B-7BEB-7462-B79E2BE14D6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69767" y="600502"/>
                  <a:ext cx="15408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E507433-3A0F-E565-087F-CFCBC6173A1F}"/>
              </a:ext>
            </a:extLst>
          </p:cNvPr>
          <p:cNvGrpSpPr/>
          <p:nvPr/>
        </p:nvGrpSpPr>
        <p:grpSpPr>
          <a:xfrm>
            <a:off x="9124727" y="261022"/>
            <a:ext cx="1076760" cy="658080"/>
            <a:chOff x="9124727" y="261022"/>
            <a:chExt cx="1076760" cy="65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25990DA-29ED-0173-E31E-B4E97B8435F0}"/>
                    </a:ext>
                  </a:extLst>
                </p14:cNvPr>
                <p14:cNvContentPartPr/>
                <p14:nvPr/>
              </p14:nvContentPartPr>
              <p14:xfrm>
                <a:off x="9124727" y="380902"/>
                <a:ext cx="177840" cy="538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25990DA-29ED-0173-E31E-B4E97B8435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07087" y="363262"/>
                  <a:ext cx="21348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CD77EB8-3E59-B8B4-464D-EC87E7D4C90B}"/>
                    </a:ext>
                  </a:extLst>
                </p14:cNvPr>
                <p14:cNvContentPartPr/>
                <p14:nvPr/>
              </p14:nvContentPartPr>
              <p14:xfrm>
                <a:off x="9328127" y="484222"/>
                <a:ext cx="183600" cy="228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CD77EB8-3E59-B8B4-464D-EC87E7D4C9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10487" y="466222"/>
                  <a:ext cx="2192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D9C2187-7FD7-1CBD-72E5-B86C01B715BB}"/>
                    </a:ext>
                  </a:extLst>
                </p14:cNvPr>
                <p14:cNvContentPartPr/>
                <p14:nvPr/>
              </p14:nvContentPartPr>
              <p14:xfrm>
                <a:off x="9595967" y="582142"/>
                <a:ext cx="108360" cy="26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D9C2187-7FD7-1CBD-72E5-B86C01B715B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578327" y="564142"/>
                  <a:ext cx="1440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452D8F0-FCC9-6E96-B060-938009DF1328}"/>
                    </a:ext>
                  </a:extLst>
                </p14:cNvPr>
                <p14:cNvContentPartPr/>
                <p14:nvPr/>
              </p14:nvContentPartPr>
              <p14:xfrm>
                <a:off x="9589127" y="643702"/>
                <a:ext cx="80280" cy="42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452D8F0-FCC9-6E96-B060-938009DF13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71127" y="626062"/>
                  <a:ext cx="115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B88D7BB-5D15-5DEA-A4FA-3869EE829475}"/>
                    </a:ext>
                  </a:extLst>
                </p14:cNvPr>
                <p14:cNvContentPartPr/>
                <p14:nvPr/>
              </p14:nvContentPartPr>
              <p14:xfrm>
                <a:off x="9786407" y="480982"/>
                <a:ext cx="70200" cy="251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B88D7BB-5D15-5DEA-A4FA-3869EE8294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8767" y="462982"/>
                  <a:ext cx="105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E106A36-6649-0B43-EE2F-30EA43E3B040}"/>
                    </a:ext>
                  </a:extLst>
                </p14:cNvPr>
                <p14:cNvContentPartPr/>
                <p14:nvPr/>
              </p14:nvContentPartPr>
              <p14:xfrm>
                <a:off x="9891887" y="486742"/>
                <a:ext cx="109080" cy="183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E106A36-6649-0B43-EE2F-30EA43E3B04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873887" y="468742"/>
                  <a:ext cx="144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52BBD7B-8A03-654A-3043-EF4C469911DA}"/>
                    </a:ext>
                  </a:extLst>
                </p14:cNvPr>
                <p14:cNvContentPartPr/>
                <p14:nvPr/>
              </p14:nvContentPartPr>
              <p14:xfrm>
                <a:off x="9960287" y="361822"/>
                <a:ext cx="129600" cy="70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52BBD7B-8A03-654A-3043-EF4C469911D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42647" y="343822"/>
                  <a:ext cx="1652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7D60C62-2D42-5CE9-E0AB-65E17FDE6A5A}"/>
                    </a:ext>
                  </a:extLst>
                </p14:cNvPr>
                <p14:cNvContentPartPr/>
                <p14:nvPr/>
              </p14:nvContentPartPr>
              <p14:xfrm>
                <a:off x="9971447" y="261022"/>
                <a:ext cx="230040" cy="640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7D60C62-2D42-5CE9-E0AB-65E17FDE6A5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53807" y="243022"/>
                  <a:ext cx="26568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A7BBC2-AAEC-6FCE-D4B3-4A8B1828F861}"/>
                    </a:ext>
                  </a:extLst>
                </p14:cNvPr>
                <p14:cNvContentPartPr/>
                <p14:nvPr/>
              </p14:nvContentPartPr>
              <p14:xfrm>
                <a:off x="9971087" y="376582"/>
                <a:ext cx="145440" cy="125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A7BBC2-AAEC-6FCE-D4B3-4A8B1828F86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53447" y="358942"/>
                  <a:ext cx="18108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A911FB1-DB29-BF4C-BC4F-4521EC16BD57}"/>
              </a:ext>
            </a:extLst>
          </p:cNvPr>
          <p:cNvGrpSpPr/>
          <p:nvPr/>
        </p:nvGrpSpPr>
        <p:grpSpPr>
          <a:xfrm>
            <a:off x="10516127" y="190462"/>
            <a:ext cx="551520" cy="1689480"/>
            <a:chOff x="10516127" y="190462"/>
            <a:chExt cx="551520" cy="168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79EA35-1E38-D5EB-CCD3-FA87DEAA7EB5}"/>
                    </a:ext>
                  </a:extLst>
                </p14:cNvPr>
                <p14:cNvContentPartPr/>
                <p14:nvPr/>
              </p14:nvContentPartPr>
              <p14:xfrm>
                <a:off x="10516127" y="586822"/>
                <a:ext cx="106920" cy="15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79EA35-1E38-D5EB-CCD3-FA87DEAA7EB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98127" y="569182"/>
                  <a:ext cx="142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E64E65E-1224-844F-ACCC-8ABB666CFB2C}"/>
                    </a:ext>
                  </a:extLst>
                </p14:cNvPr>
                <p14:cNvContentPartPr/>
                <p14:nvPr/>
              </p14:nvContentPartPr>
              <p14:xfrm>
                <a:off x="10520087" y="696982"/>
                <a:ext cx="100080" cy="24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E64E65E-1224-844F-ACCC-8ABB666CFB2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02447" y="678982"/>
                  <a:ext cx="1357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4867BDF-F8C6-58D6-4291-6B387A4D8B6D}"/>
                    </a:ext>
                  </a:extLst>
                </p14:cNvPr>
                <p14:cNvContentPartPr/>
                <p14:nvPr/>
              </p14:nvContentPartPr>
              <p14:xfrm>
                <a:off x="10676687" y="190462"/>
                <a:ext cx="390960" cy="1689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4867BDF-F8C6-58D6-4291-6B387A4D8B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59047" y="172822"/>
                  <a:ext cx="426600" cy="172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66C1A7B-ABC2-2137-850B-D2BB0CD0C96D}"/>
              </a:ext>
            </a:extLst>
          </p:cNvPr>
          <p:cNvGrpSpPr/>
          <p:nvPr/>
        </p:nvGrpSpPr>
        <p:grpSpPr>
          <a:xfrm>
            <a:off x="11011847" y="291982"/>
            <a:ext cx="718200" cy="1539720"/>
            <a:chOff x="11011847" y="291982"/>
            <a:chExt cx="718200" cy="153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A937F78-51D6-341F-898F-0A9E37AE15C9}"/>
                    </a:ext>
                  </a:extLst>
                </p14:cNvPr>
                <p14:cNvContentPartPr/>
                <p14:nvPr/>
              </p14:nvContentPartPr>
              <p14:xfrm>
                <a:off x="11120567" y="342382"/>
                <a:ext cx="185400" cy="202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A937F78-51D6-341F-898F-0A9E37AE15C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102927" y="324742"/>
                  <a:ext cx="2210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3FB2B5D-A5E7-A256-27F7-33E4DA17332E}"/>
                    </a:ext>
                  </a:extLst>
                </p14:cNvPr>
                <p14:cNvContentPartPr/>
                <p14:nvPr/>
              </p14:nvContentPartPr>
              <p14:xfrm>
                <a:off x="11011847" y="898582"/>
                <a:ext cx="120600" cy="13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3FB2B5D-A5E7-A256-27F7-33E4DA1733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993847" y="880582"/>
                  <a:ext cx="156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92DF175-0342-1EDB-D721-2F7A7ECDAD1A}"/>
                    </a:ext>
                  </a:extLst>
                </p14:cNvPr>
                <p14:cNvContentPartPr/>
                <p14:nvPr/>
              </p14:nvContentPartPr>
              <p14:xfrm>
                <a:off x="11143967" y="852502"/>
                <a:ext cx="281160" cy="193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92DF175-0342-1EDB-D721-2F7A7ECDAD1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26327" y="834862"/>
                  <a:ext cx="316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C75A8FC-8C9C-6A48-463A-27643A438600}"/>
                    </a:ext>
                  </a:extLst>
                </p14:cNvPr>
                <p14:cNvContentPartPr/>
                <p14:nvPr/>
              </p14:nvContentPartPr>
              <p14:xfrm>
                <a:off x="11094647" y="1351462"/>
                <a:ext cx="79920" cy="260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C75A8FC-8C9C-6A48-463A-27643A43860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077007" y="1333822"/>
                  <a:ext cx="1155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7ABAEF8-2A42-6C40-AFEF-547DA7C22F71}"/>
                    </a:ext>
                  </a:extLst>
                </p14:cNvPr>
                <p14:cNvContentPartPr/>
                <p14:nvPr/>
              </p14:nvContentPartPr>
              <p14:xfrm>
                <a:off x="11258087" y="291982"/>
                <a:ext cx="471960" cy="1539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7ABAEF8-2A42-6C40-AFEF-547DA7C22F7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240087" y="273982"/>
                  <a:ext cx="507600" cy="157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70621C0-DF2E-4125-9A07-83B03C3F5623}"/>
              </a:ext>
            </a:extLst>
          </p:cNvPr>
          <p:cNvGrpSpPr/>
          <p:nvPr/>
        </p:nvGrpSpPr>
        <p:grpSpPr>
          <a:xfrm>
            <a:off x="405527" y="2345782"/>
            <a:ext cx="1140480" cy="750600"/>
            <a:chOff x="405527" y="2345782"/>
            <a:chExt cx="1140480" cy="75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4A482E-3F43-72F7-B082-BEAA04A41761}"/>
                    </a:ext>
                  </a:extLst>
                </p14:cNvPr>
                <p14:cNvContentPartPr/>
                <p14:nvPr/>
              </p14:nvContentPartPr>
              <p14:xfrm>
                <a:off x="479687" y="2663302"/>
                <a:ext cx="84240" cy="233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4A482E-3F43-72F7-B082-BEAA04A4176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1687" y="2645662"/>
                  <a:ext cx="1198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D5981EA-236C-FA67-7FB7-FC95829E1F7B}"/>
                    </a:ext>
                  </a:extLst>
                </p14:cNvPr>
                <p14:cNvContentPartPr/>
                <p14:nvPr/>
              </p14:nvContentPartPr>
              <p14:xfrm>
                <a:off x="405527" y="2665102"/>
                <a:ext cx="230040" cy="218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D5981EA-236C-FA67-7FB7-FC95829E1F7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7887" y="2647462"/>
                  <a:ext cx="2656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0C265F9-B402-66A5-81B9-AF32379CF9CE}"/>
                    </a:ext>
                  </a:extLst>
                </p14:cNvPr>
                <p14:cNvContentPartPr/>
                <p14:nvPr/>
              </p14:nvContentPartPr>
              <p14:xfrm>
                <a:off x="647087" y="2858062"/>
                <a:ext cx="38520" cy="148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0C265F9-B402-66A5-81B9-AF32379CF9C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9087" y="2840062"/>
                  <a:ext cx="74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C373286-8431-C667-83BF-7EE2ABEE6DE6}"/>
                    </a:ext>
                  </a:extLst>
                </p14:cNvPr>
                <p14:cNvContentPartPr/>
                <p14:nvPr/>
              </p14:nvContentPartPr>
              <p14:xfrm>
                <a:off x="794687" y="2345782"/>
                <a:ext cx="54000" cy="245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C373286-8431-C667-83BF-7EE2ABEE6DE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7047" y="2328142"/>
                  <a:ext cx="896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F7BD756-5A49-9A05-0CF6-94349F976A06}"/>
                    </a:ext>
                  </a:extLst>
                </p14:cNvPr>
                <p14:cNvContentPartPr/>
                <p14:nvPr/>
              </p14:nvContentPartPr>
              <p14:xfrm>
                <a:off x="928247" y="2745382"/>
                <a:ext cx="117000" cy="168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F7BD756-5A49-9A05-0CF6-94349F976A0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10247" y="2727382"/>
                  <a:ext cx="1526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A9EBA1A-3E10-02A4-A23F-17C9BB77AE2A}"/>
                    </a:ext>
                  </a:extLst>
                </p14:cNvPr>
                <p14:cNvContentPartPr/>
                <p14:nvPr/>
              </p14:nvContentPartPr>
              <p14:xfrm>
                <a:off x="937607" y="2725942"/>
                <a:ext cx="154440" cy="255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A9EBA1A-3E10-02A4-A23F-17C9BB77AE2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9967" y="2708302"/>
                  <a:ext cx="1900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706D85D-1543-E8FC-F09E-C7A6589D28EE}"/>
                    </a:ext>
                  </a:extLst>
                </p14:cNvPr>
                <p14:cNvContentPartPr/>
                <p14:nvPr/>
              </p14:nvContentPartPr>
              <p14:xfrm>
                <a:off x="1099247" y="2913502"/>
                <a:ext cx="141120" cy="182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706D85D-1543-E8FC-F09E-C7A6589D28E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81247" y="2895862"/>
                  <a:ext cx="1767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A3A2E82-2005-78D2-CDD5-0AF8CD3D498B}"/>
                    </a:ext>
                  </a:extLst>
                </p14:cNvPr>
                <p14:cNvContentPartPr/>
                <p14:nvPr/>
              </p14:nvContentPartPr>
              <p14:xfrm>
                <a:off x="1423967" y="2850502"/>
                <a:ext cx="114480" cy="30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A3A2E82-2005-78D2-CDD5-0AF8CD3D498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05967" y="2832502"/>
                  <a:ext cx="150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9BB7E67-F694-19B8-1A25-BF4486FBDCA5}"/>
                    </a:ext>
                  </a:extLst>
                </p14:cNvPr>
                <p14:cNvContentPartPr/>
                <p14:nvPr/>
              </p14:nvContentPartPr>
              <p14:xfrm>
                <a:off x="1368167" y="2938342"/>
                <a:ext cx="177840" cy="46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9BB7E67-F694-19B8-1A25-BF4486FBDCA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50167" y="2920702"/>
                  <a:ext cx="21348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CBC26BF-3E9E-5452-6AC5-B4B0E86A2D93}"/>
                  </a:ext>
                </a:extLst>
              </p14:cNvPr>
              <p14:cNvContentPartPr/>
              <p14:nvPr/>
            </p14:nvContentPartPr>
            <p14:xfrm>
              <a:off x="2372567" y="3114022"/>
              <a:ext cx="5400" cy="140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CBC26BF-3E9E-5452-6AC5-B4B0E86A2D9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54567" y="3096022"/>
                <a:ext cx="41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39E775E-3331-9C21-1403-979714B10D99}"/>
                  </a:ext>
                </a:extLst>
              </p14:cNvPr>
              <p14:cNvContentPartPr/>
              <p14:nvPr/>
            </p14:nvContentPartPr>
            <p14:xfrm>
              <a:off x="3159887" y="3019342"/>
              <a:ext cx="23760" cy="540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39E775E-3331-9C21-1403-979714B10D9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142247" y="3001702"/>
                <a:ext cx="5940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74DEE52-E51B-5557-7D4F-447E4C1032A3}"/>
              </a:ext>
            </a:extLst>
          </p:cNvPr>
          <p:cNvGrpSpPr/>
          <p:nvPr/>
        </p:nvGrpSpPr>
        <p:grpSpPr>
          <a:xfrm>
            <a:off x="2649047" y="2494822"/>
            <a:ext cx="1795320" cy="1804680"/>
            <a:chOff x="2649047" y="2494822"/>
            <a:chExt cx="1795320" cy="180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705D32-AE84-BEB5-FA4C-A1824EF810A9}"/>
                    </a:ext>
                  </a:extLst>
                </p14:cNvPr>
                <p14:cNvContentPartPr/>
                <p14:nvPr/>
              </p14:nvContentPartPr>
              <p14:xfrm>
                <a:off x="2649047" y="2829622"/>
                <a:ext cx="141120" cy="207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705D32-AE84-BEB5-FA4C-A1824EF810A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31407" y="2811622"/>
                  <a:ext cx="176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4699322-3F84-B16E-88A5-9B8357DD9216}"/>
                    </a:ext>
                  </a:extLst>
                </p14:cNvPr>
                <p14:cNvContentPartPr/>
                <p14:nvPr/>
              </p14:nvContentPartPr>
              <p14:xfrm>
                <a:off x="3032807" y="2829622"/>
                <a:ext cx="181080" cy="229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4699322-3F84-B16E-88A5-9B8357DD921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015167" y="2811982"/>
                  <a:ext cx="216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624A46F-471E-F107-D586-CF3B5F9F1C01}"/>
                    </a:ext>
                  </a:extLst>
                </p14:cNvPr>
                <p14:cNvContentPartPr/>
                <p14:nvPr/>
              </p14:nvContentPartPr>
              <p14:xfrm>
                <a:off x="2989967" y="2494822"/>
                <a:ext cx="483840" cy="841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624A46F-471E-F107-D586-CF3B5F9F1C0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71967" y="2476822"/>
                  <a:ext cx="51948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B05D88D-C770-6B2A-52BF-8FE923A93C2E}"/>
                    </a:ext>
                  </a:extLst>
                </p14:cNvPr>
                <p14:cNvContentPartPr/>
                <p14:nvPr/>
              </p14:nvContentPartPr>
              <p14:xfrm>
                <a:off x="3343847" y="2601742"/>
                <a:ext cx="496800" cy="1697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B05D88D-C770-6B2A-52BF-8FE923A93C2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25847" y="2584102"/>
                  <a:ext cx="532440" cy="17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798BEA1-1ECE-55E5-0915-65FEBA1B7BBC}"/>
                    </a:ext>
                  </a:extLst>
                </p14:cNvPr>
                <p14:cNvContentPartPr/>
                <p14:nvPr/>
              </p14:nvContentPartPr>
              <p14:xfrm>
                <a:off x="3896087" y="2825302"/>
                <a:ext cx="166680" cy="237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798BEA1-1ECE-55E5-0915-65FEBA1B7BB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78447" y="2807302"/>
                  <a:ext cx="2023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495D9BE-D09A-2B80-1F10-D7A55E00A90E}"/>
                    </a:ext>
                  </a:extLst>
                </p14:cNvPr>
                <p14:cNvContentPartPr/>
                <p14:nvPr/>
              </p14:nvContentPartPr>
              <p14:xfrm>
                <a:off x="3803567" y="3299062"/>
                <a:ext cx="60480" cy="209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495D9BE-D09A-2B80-1F10-D7A55E00A90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85567" y="3281062"/>
                  <a:ext cx="96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FC48FC7-FCFB-6C5C-4E98-DB744EC55E20}"/>
                    </a:ext>
                  </a:extLst>
                </p14:cNvPr>
                <p14:cNvContentPartPr/>
                <p14:nvPr/>
              </p14:nvContentPartPr>
              <p14:xfrm>
                <a:off x="3636167" y="3920782"/>
                <a:ext cx="81000" cy="15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FC48FC7-FCFB-6C5C-4E98-DB744EC55E2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618527" y="3903142"/>
                  <a:ext cx="116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E1F47FB-FCFB-56E0-3540-9E7B7DB56C90}"/>
                    </a:ext>
                  </a:extLst>
                </p14:cNvPr>
                <p14:cNvContentPartPr/>
                <p14:nvPr/>
              </p14:nvContentPartPr>
              <p14:xfrm>
                <a:off x="3807527" y="3830062"/>
                <a:ext cx="156960" cy="196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E1F47FB-FCFB-56E0-3540-9E7B7DB56C9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789887" y="3812062"/>
                  <a:ext cx="192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CBB2A9A-5F0F-0B0D-EB82-CD1656DEAFB7}"/>
                    </a:ext>
                  </a:extLst>
                </p14:cNvPr>
                <p14:cNvContentPartPr/>
                <p14:nvPr/>
              </p14:nvContentPartPr>
              <p14:xfrm>
                <a:off x="4077527" y="2549542"/>
                <a:ext cx="366840" cy="1595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CBB2A9A-5F0F-0B0D-EB82-CD1656DEAFB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059527" y="2531902"/>
                  <a:ext cx="402480" cy="163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891CC0F-FA8A-4F0F-4B75-204FC192D9D4}"/>
              </a:ext>
            </a:extLst>
          </p:cNvPr>
          <p:cNvGrpSpPr/>
          <p:nvPr/>
        </p:nvGrpSpPr>
        <p:grpSpPr>
          <a:xfrm>
            <a:off x="4685567" y="3041302"/>
            <a:ext cx="220320" cy="122400"/>
            <a:chOff x="4685567" y="3041302"/>
            <a:chExt cx="220320" cy="1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9400B24-BC35-240C-7E75-5753F4631D70}"/>
                    </a:ext>
                  </a:extLst>
                </p14:cNvPr>
                <p14:cNvContentPartPr/>
                <p14:nvPr/>
              </p14:nvContentPartPr>
              <p14:xfrm>
                <a:off x="4722287" y="3041302"/>
                <a:ext cx="83520" cy="32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9400B24-BC35-240C-7E75-5753F4631D7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04287" y="3023302"/>
                  <a:ext cx="119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45F8F53-6E78-15AA-1156-88306AC3632F}"/>
                    </a:ext>
                  </a:extLst>
                </p14:cNvPr>
                <p14:cNvContentPartPr/>
                <p14:nvPr/>
              </p14:nvContentPartPr>
              <p14:xfrm>
                <a:off x="4685567" y="3117262"/>
                <a:ext cx="220320" cy="46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45F8F53-6E78-15AA-1156-88306AC3632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667927" y="3099262"/>
                  <a:ext cx="25596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0AD0D4A-E23D-2136-94B1-0581C48ADE08}"/>
              </a:ext>
            </a:extLst>
          </p:cNvPr>
          <p:cNvGrpSpPr/>
          <p:nvPr/>
        </p:nvGrpSpPr>
        <p:grpSpPr>
          <a:xfrm>
            <a:off x="2010767" y="2508502"/>
            <a:ext cx="324360" cy="840240"/>
            <a:chOff x="2010767" y="2508502"/>
            <a:chExt cx="324360" cy="84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0FB259A-0AA0-4856-88BE-A3CEAD3A7518}"/>
                    </a:ext>
                  </a:extLst>
                </p14:cNvPr>
                <p14:cNvContentPartPr/>
                <p14:nvPr/>
              </p14:nvContentPartPr>
              <p14:xfrm>
                <a:off x="2010767" y="2508502"/>
                <a:ext cx="209520" cy="840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0FB259A-0AA0-4856-88BE-A3CEAD3A751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993127" y="2490502"/>
                  <a:ext cx="245160" cy="87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3A18D5F-4172-478D-731D-D9D233B624BD}"/>
                    </a:ext>
                  </a:extLst>
                </p14:cNvPr>
                <p14:cNvContentPartPr/>
                <p14:nvPr/>
              </p14:nvContentPartPr>
              <p14:xfrm>
                <a:off x="2245487" y="2838982"/>
                <a:ext cx="34560" cy="200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3A18D5F-4172-478D-731D-D9D233B624B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227847" y="2821342"/>
                  <a:ext cx="70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F2FE1AE-3A1C-4C99-8AB4-3DD52A04CA9B}"/>
                    </a:ext>
                  </a:extLst>
                </p14:cNvPr>
                <p14:cNvContentPartPr/>
                <p14:nvPr/>
              </p14:nvContentPartPr>
              <p14:xfrm>
                <a:off x="2329367" y="3106102"/>
                <a:ext cx="5760" cy="2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F2FE1AE-3A1C-4C99-8AB4-3DD52A04CA9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11367" y="3088102"/>
                  <a:ext cx="414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AFA5714-B83E-DF6A-A652-DBA913ADAB2E}"/>
              </a:ext>
            </a:extLst>
          </p:cNvPr>
          <p:cNvGrpSpPr/>
          <p:nvPr/>
        </p:nvGrpSpPr>
        <p:grpSpPr>
          <a:xfrm>
            <a:off x="5310167" y="2853742"/>
            <a:ext cx="1159920" cy="321480"/>
            <a:chOff x="5310167" y="2853742"/>
            <a:chExt cx="115992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88739B6-6AA4-9426-CAFB-A9373CDE20CB}"/>
                    </a:ext>
                  </a:extLst>
                </p14:cNvPr>
                <p14:cNvContentPartPr/>
                <p14:nvPr/>
              </p14:nvContentPartPr>
              <p14:xfrm>
                <a:off x="5310167" y="2876782"/>
                <a:ext cx="185760" cy="275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88739B6-6AA4-9426-CAFB-A9373CDE20C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292167" y="2859142"/>
                  <a:ext cx="2214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9C6AC03-FE3A-FE9B-64A1-A58153A18408}"/>
                    </a:ext>
                  </a:extLst>
                </p14:cNvPr>
                <p14:cNvContentPartPr/>
                <p14:nvPr/>
              </p14:nvContentPartPr>
              <p14:xfrm>
                <a:off x="5568647" y="3000622"/>
                <a:ext cx="176760" cy="20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9C6AC03-FE3A-FE9B-64A1-A58153A1840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50647" y="2982982"/>
                  <a:ext cx="212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65BFA7A-EC49-BAB4-F63B-C8FFA9FA9AAB}"/>
                    </a:ext>
                  </a:extLst>
                </p14:cNvPr>
                <p14:cNvContentPartPr/>
                <p14:nvPr/>
              </p14:nvContentPartPr>
              <p14:xfrm>
                <a:off x="5601767" y="2917102"/>
                <a:ext cx="56160" cy="251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65BFA7A-EC49-BAB4-F63B-C8FFA9FA9AA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84127" y="2899102"/>
                  <a:ext cx="918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CEA737D-725C-1BFC-10BA-4CE4AF63A1D6}"/>
                    </a:ext>
                  </a:extLst>
                </p14:cNvPr>
                <p14:cNvContentPartPr/>
                <p14:nvPr/>
              </p14:nvContentPartPr>
              <p14:xfrm>
                <a:off x="5815607" y="2919262"/>
                <a:ext cx="178200" cy="205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CEA737D-725C-1BFC-10BA-4CE4AF63A1D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97967" y="2901262"/>
                  <a:ext cx="2138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335D948-139F-0063-6510-98DDCA9BB0A2}"/>
                    </a:ext>
                  </a:extLst>
                </p14:cNvPr>
                <p14:cNvContentPartPr/>
                <p14:nvPr/>
              </p14:nvContentPartPr>
              <p14:xfrm>
                <a:off x="6123407" y="3012862"/>
                <a:ext cx="129600" cy="12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335D948-139F-0063-6510-98DDCA9BB0A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05407" y="2995222"/>
                  <a:ext cx="165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F60E749-80AD-8B3C-D2AA-BF1EEBA76D34}"/>
                    </a:ext>
                  </a:extLst>
                </p14:cNvPr>
                <p14:cNvContentPartPr/>
                <p14:nvPr/>
              </p14:nvContentPartPr>
              <p14:xfrm>
                <a:off x="6353087" y="2853742"/>
                <a:ext cx="117000" cy="321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F60E749-80AD-8B3C-D2AA-BF1EEBA76D3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35087" y="2835742"/>
                  <a:ext cx="152640" cy="3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AC7B3E4-4C06-1C65-D41C-C585DAFFDC3B}"/>
              </a:ext>
            </a:extLst>
          </p:cNvPr>
          <p:cNvGrpSpPr/>
          <p:nvPr/>
        </p:nvGrpSpPr>
        <p:grpSpPr>
          <a:xfrm>
            <a:off x="6707687" y="2877502"/>
            <a:ext cx="762480" cy="277200"/>
            <a:chOff x="6707687" y="2877502"/>
            <a:chExt cx="76248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15A3903-1030-470F-77DF-57FD1891F9B5}"/>
                    </a:ext>
                  </a:extLst>
                </p14:cNvPr>
                <p14:cNvContentPartPr/>
                <p14:nvPr/>
              </p14:nvContentPartPr>
              <p14:xfrm>
                <a:off x="6707687" y="3040222"/>
                <a:ext cx="122400" cy="10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15A3903-1030-470F-77DF-57FD1891F9B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690047" y="3022582"/>
                  <a:ext cx="158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26F9F18-B887-0833-17D1-43259A8E2BBA}"/>
                    </a:ext>
                  </a:extLst>
                </p14:cNvPr>
                <p14:cNvContentPartPr/>
                <p14:nvPr/>
              </p14:nvContentPartPr>
              <p14:xfrm>
                <a:off x="6720287" y="3123742"/>
                <a:ext cx="181440" cy="30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26F9F18-B887-0833-17D1-43259A8E2BB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02647" y="3106102"/>
                  <a:ext cx="2170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420BD51-96DE-5742-06F9-485EA5700805}"/>
                    </a:ext>
                  </a:extLst>
                </p14:cNvPr>
                <p14:cNvContentPartPr/>
                <p14:nvPr/>
              </p14:nvContentPartPr>
              <p14:xfrm>
                <a:off x="7095047" y="2877502"/>
                <a:ext cx="375120" cy="233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420BD51-96DE-5742-06F9-485EA570080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77047" y="2859862"/>
                  <a:ext cx="41076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70BACFF-E919-1FF9-BA14-B9E6D8429454}"/>
              </a:ext>
            </a:extLst>
          </p:cNvPr>
          <p:cNvGrpSpPr/>
          <p:nvPr/>
        </p:nvGrpSpPr>
        <p:grpSpPr>
          <a:xfrm>
            <a:off x="142007" y="4317142"/>
            <a:ext cx="986400" cy="596520"/>
            <a:chOff x="142007" y="4317142"/>
            <a:chExt cx="986400" cy="59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8EB3C9D-592E-2B33-6CE4-022565263E22}"/>
                    </a:ext>
                  </a:extLst>
                </p14:cNvPr>
                <p14:cNvContentPartPr/>
                <p14:nvPr/>
              </p14:nvContentPartPr>
              <p14:xfrm>
                <a:off x="261527" y="4451062"/>
                <a:ext cx="51120" cy="279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8EB3C9D-592E-2B33-6CE4-022565263E2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3887" y="4433062"/>
                  <a:ext cx="86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C4A18F4-B176-4949-C297-5C4F4F9F94B0}"/>
                    </a:ext>
                  </a:extLst>
                </p14:cNvPr>
                <p14:cNvContentPartPr/>
                <p14:nvPr/>
              </p14:nvContentPartPr>
              <p14:xfrm>
                <a:off x="142007" y="4515862"/>
                <a:ext cx="194400" cy="266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C4A18F4-B176-4949-C297-5C4F4F9F94B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4007" y="4497862"/>
                  <a:ext cx="2300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B407E97-83C3-D66C-F5A3-4701D28748C5}"/>
                    </a:ext>
                  </a:extLst>
                </p14:cNvPr>
                <p14:cNvContentPartPr/>
                <p14:nvPr/>
              </p14:nvContentPartPr>
              <p14:xfrm>
                <a:off x="383567" y="4686862"/>
                <a:ext cx="136800" cy="207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B407E97-83C3-D66C-F5A3-4701D28748C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5927" y="4668862"/>
                  <a:ext cx="172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DE3D98F-B173-AA37-3678-B0BC07F335E3}"/>
                    </a:ext>
                  </a:extLst>
                </p14:cNvPr>
                <p14:cNvContentPartPr/>
                <p14:nvPr/>
              </p14:nvContentPartPr>
              <p14:xfrm>
                <a:off x="581927" y="4317142"/>
                <a:ext cx="81360" cy="207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DE3D98F-B173-AA37-3678-B0BC07F335E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64287" y="4299502"/>
                  <a:ext cx="117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72D7EE8-343A-FCC7-B842-F672ABF89F52}"/>
                    </a:ext>
                  </a:extLst>
                </p14:cNvPr>
                <p14:cNvContentPartPr/>
                <p14:nvPr/>
              </p14:nvContentPartPr>
              <p14:xfrm>
                <a:off x="779927" y="4547542"/>
                <a:ext cx="117360" cy="173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72D7EE8-343A-FCC7-B842-F672ABF89F5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62287" y="4529902"/>
                  <a:ext cx="153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C4C2F9A-B9CE-C57F-CCD4-0D0BB5A5E953}"/>
                    </a:ext>
                  </a:extLst>
                </p14:cNvPr>
                <p14:cNvContentPartPr/>
                <p14:nvPr/>
              </p14:nvContentPartPr>
              <p14:xfrm>
                <a:off x="754367" y="4511542"/>
                <a:ext cx="174240" cy="267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C4C2F9A-B9CE-C57F-CCD4-0D0BB5A5E95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6727" y="4493542"/>
                  <a:ext cx="2098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A0AB2D3-FEBB-8F93-6A53-714B11BF95E8}"/>
                    </a:ext>
                  </a:extLst>
                </p14:cNvPr>
                <p14:cNvContentPartPr/>
                <p14:nvPr/>
              </p14:nvContentPartPr>
              <p14:xfrm>
                <a:off x="948407" y="4680022"/>
                <a:ext cx="180000" cy="233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A0AB2D3-FEBB-8F93-6A53-714B11BF95E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30407" y="4662022"/>
                  <a:ext cx="21564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4B0550E-1FE2-BFF4-E358-C8A05F499014}"/>
              </a:ext>
            </a:extLst>
          </p:cNvPr>
          <p:cNvGrpSpPr/>
          <p:nvPr/>
        </p:nvGrpSpPr>
        <p:grpSpPr>
          <a:xfrm>
            <a:off x="1357727" y="4371862"/>
            <a:ext cx="934200" cy="1193760"/>
            <a:chOff x="1357727" y="4371862"/>
            <a:chExt cx="934200" cy="11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9E2459F-6EBF-4B94-653E-77355E62A08F}"/>
                    </a:ext>
                  </a:extLst>
                </p14:cNvPr>
                <p14:cNvContentPartPr/>
                <p14:nvPr/>
              </p14:nvContentPartPr>
              <p14:xfrm>
                <a:off x="1357727" y="4689022"/>
                <a:ext cx="266760" cy="96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9E2459F-6EBF-4B94-653E-77355E62A08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339727" y="4671382"/>
                  <a:ext cx="3024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559C72F-8D6B-C613-AC02-2FDA1CCA51DE}"/>
                    </a:ext>
                  </a:extLst>
                </p14:cNvPr>
                <p14:cNvContentPartPr/>
                <p14:nvPr/>
              </p14:nvContentPartPr>
              <p14:xfrm>
                <a:off x="1731407" y="4371862"/>
                <a:ext cx="373320" cy="1193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559C72F-8D6B-C613-AC02-2FDA1CCA51D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13407" y="4354222"/>
                  <a:ext cx="408960" cy="12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62F789F-B2F6-B37B-88A4-A861D09AA4BA}"/>
                    </a:ext>
                  </a:extLst>
                </p14:cNvPr>
                <p14:cNvContentPartPr/>
                <p14:nvPr/>
              </p14:nvContentPartPr>
              <p14:xfrm>
                <a:off x="2063327" y="4648702"/>
                <a:ext cx="228600" cy="205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62F789F-B2F6-B37B-88A4-A861D09AA4B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045327" y="4631062"/>
                  <a:ext cx="26424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3A24864-43C6-0896-9AAC-7AE64295D7EE}"/>
              </a:ext>
            </a:extLst>
          </p:cNvPr>
          <p:cNvGrpSpPr/>
          <p:nvPr/>
        </p:nvGrpSpPr>
        <p:grpSpPr>
          <a:xfrm>
            <a:off x="2594327" y="4499302"/>
            <a:ext cx="1059120" cy="624240"/>
            <a:chOff x="2594327" y="4499302"/>
            <a:chExt cx="1059120" cy="62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EB8BF06-93E0-8484-19DF-4FE1486CC828}"/>
                    </a:ext>
                  </a:extLst>
                </p14:cNvPr>
                <p14:cNvContentPartPr/>
                <p14:nvPr/>
              </p14:nvContentPartPr>
              <p14:xfrm>
                <a:off x="2594327" y="4662382"/>
                <a:ext cx="38160" cy="190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EB8BF06-93E0-8484-19DF-4FE1486CC82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6687" y="4644382"/>
                  <a:ext cx="73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6F0BE99-8182-1D48-5CBC-BBACA976855C}"/>
                    </a:ext>
                  </a:extLst>
                </p14:cNvPr>
                <p14:cNvContentPartPr/>
                <p14:nvPr/>
              </p14:nvContentPartPr>
              <p14:xfrm>
                <a:off x="2832287" y="4800982"/>
                <a:ext cx="154800" cy="9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6F0BE99-8182-1D48-5CBC-BBACA976855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14287" y="4782982"/>
                  <a:ext cx="190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703DFBE-AE31-D692-5D19-DB7203041E34}"/>
                    </a:ext>
                  </a:extLst>
                </p14:cNvPr>
                <p14:cNvContentPartPr/>
                <p14:nvPr/>
              </p14:nvContentPartPr>
              <p14:xfrm>
                <a:off x="3135407" y="4695502"/>
                <a:ext cx="209160" cy="2188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703DFBE-AE31-D692-5D19-DB7203041E3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117407" y="4677862"/>
                  <a:ext cx="2448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366E3B5-003C-D429-BBB5-A1E00586AB4F}"/>
                    </a:ext>
                  </a:extLst>
                </p14:cNvPr>
                <p14:cNvContentPartPr/>
                <p14:nvPr/>
              </p14:nvContentPartPr>
              <p14:xfrm>
                <a:off x="3422327" y="4499302"/>
                <a:ext cx="231120" cy="624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366E3B5-003C-D429-BBB5-A1E00586AB4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404327" y="4481302"/>
                  <a:ext cx="266760" cy="65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CA700F17-854B-0659-1989-DA6A8A3AAF76}"/>
              </a:ext>
            </a:extLst>
          </p:cNvPr>
          <p:cNvGrpSpPr/>
          <p:nvPr/>
        </p:nvGrpSpPr>
        <p:grpSpPr>
          <a:xfrm>
            <a:off x="3913727" y="4417582"/>
            <a:ext cx="1025640" cy="1298520"/>
            <a:chOff x="3913727" y="4417582"/>
            <a:chExt cx="1025640" cy="12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962A8C9-EAB7-BC01-47E6-7E07091F44CE}"/>
                    </a:ext>
                  </a:extLst>
                </p14:cNvPr>
                <p14:cNvContentPartPr/>
                <p14:nvPr/>
              </p14:nvContentPartPr>
              <p14:xfrm>
                <a:off x="3913727" y="4417582"/>
                <a:ext cx="321120" cy="1298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962A8C9-EAB7-BC01-47E6-7E07091F44C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896087" y="4399582"/>
                  <a:ext cx="356760" cy="13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99E87BB-BED2-9AD2-2EEE-16425802F74E}"/>
                    </a:ext>
                  </a:extLst>
                </p14:cNvPr>
                <p14:cNvContentPartPr/>
                <p14:nvPr/>
              </p14:nvContentPartPr>
              <p14:xfrm>
                <a:off x="4425647" y="4545742"/>
                <a:ext cx="162720" cy="208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99E87BB-BED2-9AD2-2EEE-16425802F74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07647" y="4527742"/>
                  <a:ext cx="198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F029973-8F84-04CF-051E-57989AEC980B}"/>
                    </a:ext>
                  </a:extLst>
                </p14:cNvPr>
                <p14:cNvContentPartPr/>
                <p14:nvPr/>
              </p14:nvContentPartPr>
              <p14:xfrm>
                <a:off x="4212527" y="5037502"/>
                <a:ext cx="146880" cy="16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F029973-8F84-04CF-051E-57989AEC980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194887" y="5019502"/>
                  <a:ext cx="182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107FCDA-68A4-CA94-E71B-313560328B87}"/>
                    </a:ext>
                  </a:extLst>
                </p14:cNvPr>
                <p14:cNvContentPartPr/>
                <p14:nvPr/>
              </p14:nvContentPartPr>
              <p14:xfrm>
                <a:off x="4368047" y="4982782"/>
                <a:ext cx="266040" cy="5893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107FCDA-68A4-CA94-E71B-313560328B8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50047" y="4964782"/>
                  <a:ext cx="30168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EF12D53-9447-64CB-31FD-14FAA778D712}"/>
                    </a:ext>
                  </a:extLst>
                </p14:cNvPr>
                <p14:cNvContentPartPr/>
                <p14:nvPr/>
              </p14:nvContentPartPr>
              <p14:xfrm>
                <a:off x="4559207" y="4530982"/>
                <a:ext cx="380160" cy="1128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EF12D53-9447-64CB-31FD-14FAA778D71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41567" y="4512982"/>
                  <a:ext cx="415800" cy="11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EE16E91-C6E3-189D-59D0-8F080EB7E7D2}"/>
              </a:ext>
            </a:extLst>
          </p:cNvPr>
          <p:cNvGrpSpPr/>
          <p:nvPr/>
        </p:nvGrpSpPr>
        <p:grpSpPr>
          <a:xfrm>
            <a:off x="5272007" y="4917982"/>
            <a:ext cx="279000" cy="135000"/>
            <a:chOff x="5272007" y="4917982"/>
            <a:chExt cx="279000" cy="1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181AEF1-54EB-284E-5EC8-DD922A8A91CC}"/>
                    </a:ext>
                  </a:extLst>
                </p14:cNvPr>
                <p14:cNvContentPartPr/>
                <p14:nvPr/>
              </p14:nvContentPartPr>
              <p14:xfrm>
                <a:off x="5272007" y="4917982"/>
                <a:ext cx="122760" cy="29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181AEF1-54EB-284E-5EC8-DD922A8A91C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254367" y="4899982"/>
                  <a:ext cx="158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4D8C690-127C-7151-DA43-0D58E282FFF4}"/>
                    </a:ext>
                  </a:extLst>
                </p14:cNvPr>
                <p14:cNvContentPartPr/>
                <p14:nvPr/>
              </p14:nvContentPartPr>
              <p14:xfrm>
                <a:off x="5288927" y="5026342"/>
                <a:ext cx="262080" cy="26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4D8C690-127C-7151-DA43-0D58E282FFF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270927" y="5008702"/>
                  <a:ext cx="29772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3843105-D38A-3489-915E-01EA3C8C5B8C}"/>
                  </a:ext>
                </a:extLst>
              </p14:cNvPr>
              <p14:cNvContentPartPr/>
              <p14:nvPr/>
            </p14:nvContentPartPr>
            <p14:xfrm>
              <a:off x="6173447" y="4577422"/>
              <a:ext cx="185040" cy="3956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3843105-D38A-3489-915E-01EA3C8C5B8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155447" y="4559422"/>
                <a:ext cx="220680" cy="43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257D4300-8852-C69C-B187-FBAF9B4A02BB}"/>
              </a:ext>
            </a:extLst>
          </p:cNvPr>
          <p:cNvGrpSpPr/>
          <p:nvPr/>
        </p:nvGrpSpPr>
        <p:grpSpPr>
          <a:xfrm>
            <a:off x="6628127" y="4677142"/>
            <a:ext cx="1111680" cy="311400"/>
            <a:chOff x="6628127" y="4677142"/>
            <a:chExt cx="111168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A35DBD7-46D5-D9E6-3AD7-6CC93BE018E4}"/>
                    </a:ext>
                  </a:extLst>
                </p14:cNvPr>
                <p14:cNvContentPartPr/>
                <p14:nvPr/>
              </p14:nvContentPartPr>
              <p14:xfrm>
                <a:off x="6628127" y="4781902"/>
                <a:ext cx="136440" cy="20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A35DBD7-46D5-D9E6-3AD7-6CC93BE018E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610127" y="4763902"/>
                  <a:ext cx="172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DB69875-F34C-CAD8-03EA-DC0EFE46C752}"/>
                    </a:ext>
                  </a:extLst>
                </p14:cNvPr>
                <p14:cNvContentPartPr/>
                <p14:nvPr/>
              </p14:nvContentPartPr>
              <p14:xfrm>
                <a:off x="6791207" y="4677142"/>
                <a:ext cx="263160" cy="3114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DB69875-F34C-CAD8-03EA-DC0EFE46C75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73567" y="4659502"/>
                  <a:ext cx="298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DC5126E-805F-2AAA-67A8-E17238ABC979}"/>
                    </a:ext>
                  </a:extLst>
                </p14:cNvPr>
                <p14:cNvContentPartPr/>
                <p14:nvPr/>
              </p14:nvContentPartPr>
              <p14:xfrm>
                <a:off x="7242647" y="4842382"/>
                <a:ext cx="148680" cy="12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DC5126E-805F-2AAA-67A8-E17238ABC97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225007" y="4824382"/>
                  <a:ext cx="184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64CF68B-29AA-CA42-4940-7539E6362789}"/>
                    </a:ext>
                  </a:extLst>
                </p14:cNvPr>
                <p14:cNvContentPartPr/>
                <p14:nvPr/>
              </p14:nvContentPartPr>
              <p14:xfrm>
                <a:off x="7472687" y="4690462"/>
                <a:ext cx="267120" cy="283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64CF68B-29AA-CA42-4940-7539E636278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455047" y="4672462"/>
                  <a:ext cx="30276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7DD72F4-C5CC-BA2B-D773-73761229B943}"/>
              </a:ext>
            </a:extLst>
          </p:cNvPr>
          <p:cNvGrpSpPr/>
          <p:nvPr/>
        </p:nvGrpSpPr>
        <p:grpSpPr>
          <a:xfrm>
            <a:off x="7974167" y="4705222"/>
            <a:ext cx="783360" cy="250200"/>
            <a:chOff x="7974167" y="4705222"/>
            <a:chExt cx="78336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4ACED5E-4299-132B-05CB-97605D16C1E4}"/>
                    </a:ext>
                  </a:extLst>
                </p14:cNvPr>
                <p14:cNvContentPartPr/>
                <p14:nvPr/>
              </p14:nvContentPartPr>
              <p14:xfrm>
                <a:off x="7993607" y="4808542"/>
                <a:ext cx="129960" cy="30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4ACED5E-4299-132B-05CB-97605D16C1E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975967" y="4790542"/>
                  <a:ext cx="165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B644D0E-E675-CF95-9BE4-F9E23CB0A0A7}"/>
                    </a:ext>
                  </a:extLst>
                </p14:cNvPr>
                <p14:cNvContentPartPr/>
                <p14:nvPr/>
              </p14:nvContentPartPr>
              <p14:xfrm>
                <a:off x="7974167" y="4883422"/>
                <a:ext cx="209520" cy="28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B644D0E-E675-CF95-9BE4-F9E23CB0A0A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956527" y="4865782"/>
                  <a:ext cx="245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867985F-3F6C-1B91-7788-B13E00F0B26F}"/>
                    </a:ext>
                  </a:extLst>
                </p14:cNvPr>
                <p14:cNvContentPartPr/>
                <p14:nvPr/>
              </p14:nvContentPartPr>
              <p14:xfrm>
                <a:off x="8388887" y="4705222"/>
                <a:ext cx="368640" cy="2502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867985F-3F6C-1B91-7788-B13E00F0B26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370887" y="4687222"/>
                  <a:ext cx="404280" cy="28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D05867D-CAE6-4C5C-B076-9FEE1AFB40BB}"/>
              </a:ext>
            </a:extLst>
          </p:cNvPr>
          <p:cNvGrpSpPr/>
          <p:nvPr/>
        </p:nvGrpSpPr>
        <p:grpSpPr>
          <a:xfrm>
            <a:off x="139487" y="5851822"/>
            <a:ext cx="836280" cy="573480"/>
            <a:chOff x="139487" y="5851822"/>
            <a:chExt cx="836280" cy="57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587E2BD-F9C4-B91D-5671-7395FAFCD3F9}"/>
                    </a:ext>
                  </a:extLst>
                </p14:cNvPr>
                <p14:cNvContentPartPr/>
                <p14:nvPr/>
              </p14:nvContentPartPr>
              <p14:xfrm>
                <a:off x="193487" y="5981062"/>
                <a:ext cx="87480" cy="221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587E2BD-F9C4-B91D-5671-7395FAFCD3F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5487" y="5963062"/>
                  <a:ext cx="123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382AE93-CC7E-E9F3-5C93-ACFE3461C29A}"/>
                    </a:ext>
                  </a:extLst>
                </p14:cNvPr>
                <p14:cNvContentPartPr/>
                <p14:nvPr/>
              </p14:nvContentPartPr>
              <p14:xfrm>
                <a:off x="139487" y="6013102"/>
                <a:ext cx="182520" cy="192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382AE93-CC7E-E9F3-5C93-ACFE3461C29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1487" y="5995462"/>
                  <a:ext cx="218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F25B3DC-5A06-B56D-0EA6-488996FA04AD}"/>
                    </a:ext>
                  </a:extLst>
                </p14:cNvPr>
                <p14:cNvContentPartPr/>
                <p14:nvPr/>
              </p14:nvContentPartPr>
              <p14:xfrm>
                <a:off x="309767" y="6204622"/>
                <a:ext cx="156960" cy="214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F25B3DC-5A06-B56D-0EA6-488996FA04A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1767" y="6186982"/>
                  <a:ext cx="192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C7E2FBE-9C3B-2AD1-6C3B-EEC4D462DEE4}"/>
                    </a:ext>
                  </a:extLst>
                </p14:cNvPr>
                <p14:cNvContentPartPr/>
                <p14:nvPr/>
              </p14:nvContentPartPr>
              <p14:xfrm>
                <a:off x="587687" y="5851822"/>
                <a:ext cx="19440" cy="173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C7E2FBE-9C3B-2AD1-6C3B-EEC4D462DEE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9687" y="5833822"/>
                  <a:ext cx="550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0488E7F-46A4-A126-C0AD-9FE32A078FE6}"/>
                    </a:ext>
                  </a:extLst>
                </p14:cNvPr>
                <p14:cNvContentPartPr/>
                <p14:nvPr/>
              </p14:nvContentPartPr>
              <p14:xfrm>
                <a:off x="697487" y="6084022"/>
                <a:ext cx="105840" cy="201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0488E7F-46A4-A126-C0AD-9FE32A078FE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9487" y="6066022"/>
                  <a:ext cx="1414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0141727-B42D-1DC8-12AE-F60639512FF0}"/>
                    </a:ext>
                  </a:extLst>
                </p14:cNvPr>
                <p14:cNvContentPartPr/>
                <p14:nvPr/>
              </p14:nvContentPartPr>
              <p14:xfrm>
                <a:off x="655727" y="6039382"/>
                <a:ext cx="181440" cy="277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0141727-B42D-1DC8-12AE-F60639512FF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38087" y="6021382"/>
                  <a:ext cx="2170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469C581-FDAE-42FD-B490-2B95C14CC3A2}"/>
                    </a:ext>
                  </a:extLst>
                </p14:cNvPr>
                <p14:cNvContentPartPr/>
                <p14:nvPr/>
              </p14:nvContentPartPr>
              <p14:xfrm>
                <a:off x="945887" y="6258262"/>
                <a:ext cx="29880" cy="1670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469C581-FDAE-42FD-B490-2B95C14CC3A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8247" y="6240262"/>
                  <a:ext cx="6552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2F75FC2D-3AEE-B9B4-EF63-B744A743A2FC}"/>
                  </a:ext>
                </a:extLst>
              </p14:cNvPr>
              <p14:cNvContentPartPr/>
              <p14:nvPr/>
            </p14:nvContentPartPr>
            <p14:xfrm>
              <a:off x="1350527" y="6207862"/>
              <a:ext cx="243000" cy="1724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2F75FC2D-3AEE-B9B4-EF63-B744A743A2FC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332887" y="6189862"/>
                <a:ext cx="278640" cy="20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C5E9F39-3159-EF46-D0A3-0B90B0F0D875}"/>
              </a:ext>
            </a:extLst>
          </p:cNvPr>
          <p:cNvGrpSpPr/>
          <p:nvPr/>
        </p:nvGrpSpPr>
        <p:grpSpPr>
          <a:xfrm>
            <a:off x="2083127" y="5809702"/>
            <a:ext cx="993600" cy="784080"/>
            <a:chOff x="2083127" y="5809702"/>
            <a:chExt cx="993600" cy="78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2116529-B30F-5031-A9EE-1FB68F3938F3}"/>
                    </a:ext>
                  </a:extLst>
                </p14:cNvPr>
                <p14:cNvContentPartPr/>
                <p14:nvPr/>
              </p14:nvContentPartPr>
              <p14:xfrm>
                <a:off x="2083127" y="5809702"/>
                <a:ext cx="163080" cy="7840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2116529-B30F-5031-A9EE-1FB68F3938F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065487" y="5792062"/>
                  <a:ext cx="198720" cy="81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4974163-447B-ED31-500E-8B8D7C7E7101}"/>
                    </a:ext>
                  </a:extLst>
                </p14:cNvPr>
                <p14:cNvContentPartPr/>
                <p14:nvPr/>
              </p14:nvContentPartPr>
              <p14:xfrm>
                <a:off x="2293007" y="6094462"/>
                <a:ext cx="173160" cy="219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4974163-447B-ED31-500E-8B8D7C7E710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275367" y="6076822"/>
                  <a:ext cx="208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EEAD901-1C0A-E1A1-BE03-0CB1834ADE93}"/>
                    </a:ext>
                  </a:extLst>
                </p14:cNvPr>
                <p14:cNvContentPartPr/>
                <p14:nvPr/>
              </p14:nvContentPartPr>
              <p14:xfrm>
                <a:off x="2645087" y="6253582"/>
                <a:ext cx="138240" cy="9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EEAD901-1C0A-E1A1-BE03-0CB1834ADE9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627447" y="6235942"/>
                  <a:ext cx="173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D5FB6A8-04DD-F856-3BA9-0337636D18A9}"/>
                    </a:ext>
                  </a:extLst>
                </p14:cNvPr>
                <p14:cNvContentPartPr/>
                <p14:nvPr/>
              </p14:nvContentPartPr>
              <p14:xfrm>
                <a:off x="2877647" y="6169702"/>
                <a:ext cx="199080" cy="182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D5FB6A8-04DD-F856-3BA9-0337636D18A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859647" y="6152062"/>
                  <a:ext cx="23472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E88C4E7-2E1A-BEBF-3A83-D144A4F2DF13}"/>
              </a:ext>
            </a:extLst>
          </p:cNvPr>
          <p:cNvGrpSpPr/>
          <p:nvPr/>
        </p:nvGrpSpPr>
        <p:grpSpPr>
          <a:xfrm>
            <a:off x="3405767" y="5922022"/>
            <a:ext cx="744120" cy="957240"/>
            <a:chOff x="3405767" y="5922022"/>
            <a:chExt cx="744120" cy="95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34D63C9-F370-E7E3-AE44-9DF8F90128EE}"/>
                    </a:ext>
                  </a:extLst>
                </p14:cNvPr>
                <p14:cNvContentPartPr/>
                <p14:nvPr/>
              </p14:nvContentPartPr>
              <p14:xfrm>
                <a:off x="3405767" y="6112462"/>
                <a:ext cx="60840" cy="275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34D63C9-F370-E7E3-AE44-9DF8F90128E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87767" y="6094462"/>
                  <a:ext cx="964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1E06BB9-97F6-E2C7-A7C0-AA7D3E80F7CD}"/>
                    </a:ext>
                  </a:extLst>
                </p14:cNvPr>
                <p14:cNvContentPartPr/>
                <p14:nvPr/>
              </p14:nvContentPartPr>
              <p14:xfrm>
                <a:off x="3473447" y="5922022"/>
                <a:ext cx="308880" cy="6577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1E06BB9-97F6-E2C7-A7C0-AA7D3E80F7C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455807" y="5904022"/>
                  <a:ext cx="34452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B03FB64-C5B5-CB5C-6D0B-962441C5F2BC}"/>
                    </a:ext>
                  </a:extLst>
                </p14:cNvPr>
                <p14:cNvContentPartPr/>
                <p14:nvPr/>
              </p14:nvContentPartPr>
              <p14:xfrm>
                <a:off x="3886007" y="5989342"/>
                <a:ext cx="263880" cy="889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B03FB64-C5B5-CB5C-6D0B-962441C5F2B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868367" y="5971702"/>
                  <a:ext cx="299520" cy="9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65D0209-7CA9-48DE-FB92-8AED1BA4A305}"/>
              </a:ext>
            </a:extLst>
          </p:cNvPr>
          <p:cNvGrpSpPr/>
          <p:nvPr/>
        </p:nvGrpSpPr>
        <p:grpSpPr>
          <a:xfrm>
            <a:off x="4393247" y="5921026"/>
            <a:ext cx="649440" cy="993960"/>
            <a:chOff x="4393247" y="5921026"/>
            <a:chExt cx="649440" cy="9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A1E1510-7C92-8CC3-5863-B77550B4B150}"/>
                    </a:ext>
                  </a:extLst>
                </p14:cNvPr>
                <p14:cNvContentPartPr/>
                <p14:nvPr/>
              </p14:nvContentPartPr>
              <p14:xfrm>
                <a:off x="4541567" y="6068986"/>
                <a:ext cx="45000" cy="149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A1E1510-7C92-8CC3-5863-B77550B4B15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23927" y="6050986"/>
                  <a:ext cx="80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8402A5F-5049-BB0D-DF65-21E59B12EE74}"/>
                    </a:ext>
                  </a:extLst>
                </p14:cNvPr>
                <p14:cNvContentPartPr/>
                <p14:nvPr/>
              </p14:nvContentPartPr>
              <p14:xfrm>
                <a:off x="4407647" y="6433666"/>
                <a:ext cx="243360" cy="99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8402A5F-5049-BB0D-DF65-21E59B12EE7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390007" y="6415666"/>
                  <a:ext cx="279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9C93481-A387-0BB4-24A4-3146AB1B28B6}"/>
                    </a:ext>
                  </a:extLst>
                </p14:cNvPr>
                <p14:cNvContentPartPr/>
                <p14:nvPr/>
              </p14:nvContentPartPr>
              <p14:xfrm>
                <a:off x="4393247" y="6667666"/>
                <a:ext cx="319680" cy="114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9C93481-A387-0BB4-24A4-3146AB1B28B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75247" y="6649666"/>
                  <a:ext cx="355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43B5E0D-69CF-11AC-8181-05B3B821ACE1}"/>
                    </a:ext>
                  </a:extLst>
                </p14:cNvPr>
                <p14:cNvContentPartPr/>
                <p14:nvPr/>
              </p14:nvContentPartPr>
              <p14:xfrm>
                <a:off x="4625807" y="5921026"/>
                <a:ext cx="416880" cy="993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43B5E0D-69CF-11AC-8181-05B3B821ACE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607807" y="5903026"/>
                  <a:ext cx="452520" cy="10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F967B07-FD83-D3C2-6F1F-4A49BAE21185}"/>
              </a:ext>
            </a:extLst>
          </p:cNvPr>
          <p:cNvGrpSpPr/>
          <p:nvPr/>
        </p:nvGrpSpPr>
        <p:grpSpPr>
          <a:xfrm>
            <a:off x="5311247" y="6213397"/>
            <a:ext cx="187920" cy="114120"/>
            <a:chOff x="5311247" y="6213397"/>
            <a:chExt cx="18792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941DC8-EC7E-CD13-113D-D448B2AA3527}"/>
                    </a:ext>
                  </a:extLst>
                </p14:cNvPr>
                <p14:cNvContentPartPr/>
                <p14:nvPr/>
              </p14:nvContentPartPr>
              <p14:xfrm>
                <a:off x="5325287" y="6213397"/>
                <a:ext cx="99720" cy="18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941DC8-EC7E-CD13-113D-D448B2AA352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307647" y="6195757"/>
                  <a:ext cx="135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21EF715-B9C5-3A9F-4175-98390984F6AF}"/>
                    </a:ext>
                  </a:extLst>
                </p14:cNvPr>
                <p14:cNvContentPartPr/>
                <p14:nvPr/>
              </p14:nvContentPartPr>
              <p14:xfrm>
                <a:off x="5311247" y="6299437"/>
                <a:ext cx="187920" cy="28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21EF715-B9C5-3A9F-4175-98390984F6A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293247" y="6281437"/>
                  <a:ext cx="22356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D258073E-A4D7-C423-8F3C-196F5F00E056}"/>
                  </a:ext>
                </a:extLst>
              </p14:cNvPr>
              <p14:cNvContentPartPr/>
              <p14:nvPr/>
            </p14:nvContentPartPr>
            <p14:xfrm>
              <a:off x="6132407" y="6058597"/>
              <a:ext cx="202680" cy="2163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D258073E-A4D7-C423-8F3C-196F5F00E05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114407" y="6040957"/>
                <a:ext cx="23832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874A6DB8-B80A-11CD-26A6-C4B49D8D3970}"/>
              </a:ext>
            </a:extLst>
          </p:cNvPr>
          <p:cNvGrpSpPr/>
          <p:nvPr/>
        </p:nvGrpSpPr>
        <p:grpSpPr>
          <a:xfrm>
            <a:off x="6566207" y="6026557"/>
            <a:ext cx="1426320" cy="383040"/>
            <a:chOff x="6566207" y="6026557"/>
            <a:chExt cx="142632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95FD814-D4F6-D2BC-5670-857C0BC00BDB}"/>
                    </a:ext>
                  </a:extLst>
                </p14:cNvPr>
                <p14:cNvContentPartPr/>
                <p14:nvPr/>
              </p14:nvContentPartPr>
              <p14:xfrm>
                <a:off x="6566207" y="6164437"/>
                <a:ext cx="168840" cy="194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95FD814-D4F6-D2BC-5670-857C0BC00BD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548567" y="6146437"/>
                  <a:ext cx="204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48BF3B9-2EB0-85EE-56C0-F64DD23207B0}"/>
                    </a:ext>
                  </a:extLst>
                </p14:cNvPr>
                <p14:cNvContentPartPr/>
                <p14:nvPr/>
              </p14:nvContentPartPr>
              <p14:xfrm>
                <a:off x="6899927" y="6026557"/>
                <a:ext cx="158760" cy="383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48BF3B9-2EB0-85EE-56C0-F64DD23207B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882287" y="6008917"/>
                  <a:ext cx="1944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2D9401D-D5A8-85F5-AE67-D92CFA4D765C}"/>
                    </a:ext>
                  </a:extLst>
                </p14:cNvPr>
                <p14:cNvContentPartPr/>
                <p14:nvPr/>
              </p14:nvContentPartPr>
              <p14:xfrm>
                <a:off x="7219247" y="6074797"/>
                <a:ext cx="468720" cy="303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2D9401D-D5A8-85F5-AE67-D92CFA4D765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201247" y="6056797"/>
                  <a:ext cx="5043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4F5DBEF-883A-29BE-40D9-8361077432AC}"/>
                    </a:ext>
                  </a:extLst>
                </p14:cNvPr>
                <p14:cNvContentPartPr/>
                <p14:nvPr/>
              </p14:nvContentPartPr>
              <p14:xfrm>
                <a:off x="7870487" y="6138157"/>
                <a:ext cx="122040" cy="7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4F5DBEF-883A-29BE-40D9-8361077432A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852847" y="6120517"/>
                  <a:ext cx="157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80D9FBA-3B71-7849-C74E-0911790AA6D7}"/>
                    </a:ext>
                  </a:extLst>
                </p14:cNvPr>
                <p14:cNvContentPartPr/>
                <p14:nvPr/>
              </p14:nvContentPartPr>
              <p14:xfrm>
                <a:off x="7832687" y="6270277"/>
                <a:ext cx="119880" cy="26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80D9FBA-3B71-7849-C74E-0911790AA6D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815047" y="6252637"/>
                  <a:ext cx="15552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9EE0BEFF-0D54-F0BF-D13A-77621ED4FDBF}"/>
                  </a:ext>
                </a:extLst>
              </p14:cNvPr>
              <p14:cNvContentPartPr/>
              <p14:nvPr/>
            </p14:nvContentPartPr>
            <p14:xfrm>
              <a:off x="8335967" y="6090997"/>
              <a:ext cx="361080" cy="2754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9EE0BEFF-0D54-F0BF-D13A-77621ED4FDBF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318327" y="6073357"/>
                <a:ext cx="396720" cy="31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4B95CB7-B69A-0842-2AA5-A4CFDB2E96EB}"/>
              </a:ext>
            </a:extLst>
          </p:cNvPr>
          <p:cNvGrpSpPr/>
          <p:nvPr/>
        </p:nvGrpSpPr>
        <p:grpSpPr>
          <a:xfrm>
            <a:off x="8566727" y="2798077"/>
            <a:ext cx="3467880" cy="1758960"/>
            <a:chOff x="8566727" y="2798077"/>
            <a:chExt cx="3467880" cy="175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53533D1-5591-B780-4344-85EB8D41FDBD}"/>
                    </a:ext>
                  </a:extLst>
                </p14:cNvPr>
                <p14:cNvContentPartPr/>
                <p14:nvPr/>
              </p14:nvContentPartPr>
              <p14:xfrm>
                <a:off x="8566727" y="2956477"/>
                <a:ext cx="440280" cy="453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53533D1-5591-B780-4344-85EB8D41FDB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48727" y="2938837"/>
                  <a:ext cx="47592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BD92B44-81E6-CB20-8B8B-F4E71FA50774}"/>
                    </a:ext>
                  </a:extLst>
                </p14:cNvPr>
                <p14:cNvContentPartPr/>
                <p14:nvPr/>
              </p14:nvContentPartPr>
              <p14:xfrm>
                <a:off x="8928887" y="3038917"/>
                <a:ext cx="52920" cy="86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BD92B44-81E6-CB20-8B8B-F4E71FA5077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910887" y="3020917"/>
                  <a:ext cx="88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FCB4135-E229-6C4B-4960-7936A941C111}"/>
                    </a:ext>
                  </a:extLst>
                </p14:cNvPr>
                <p14:cNvContentPartPr/>
                <p14:nvPr/>
              </p14:nvContentPartPr>
              <p14:xfrm>
                <a:off x="8955167" y="3159517"/>
                <a:ext cx="749160" cy="5407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FCB4135-E229-6C4B-4960-7936A941C11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937167" y="3141517"/>
                  <a:ext cx="78480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735D343-996E-0A8A-49C5-0C4F24D588A3}"/>
                    </a:ext>
                  </a:extLst>
                </p14:cNvPr>
                <p14:cNvContentPartPr/>
                <p14:nvPr/>
              </p14:nvContentPartPr>
              <p14:xfrm>
                <a:off x="9796127" y="3160957"/>
                <a:ext cx="327600" cy="200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735D343-996E-0A8A-49C5-0C4F24D588A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78487" y="3142957"/>
                  <a:ext cx="3632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48613B8-93DF-FBBA-8FFC-80C72422D3AD}"/>
                    </a:ext>
                  </a:extLst>
                </p14:cNvPr>
                <p14:cNvContentPartPr/>
                <p14:nvPr/>
              </p14:nvContentPartPr>
              <p14:xfrm>
                <a:off x="10168007" y="2798077"/>
                <a:ext cx="972360" cy="5371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48613B8-93DF-FBBA-8FFC-80C72422D3A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50007" y="2780077"/>
                  <a:ext cx="100800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C7449CC-4C6E-3103-5D98-B9418CADF8E1}"/>
                    </a:ext>
                  </a:extLst>
                </p14:cNvPr>
                <p14:cNvContentPartPr/>
                <p14:nvPr/>
              </p14:nvContentPartPr>
              <p14:xfrm>
                <a:off x="10382207" y="2881597"/>
                <a:ext cx="431280" cy="92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C7449CC-4C6E-3103-5D98-B9418CADF8E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364567" y="2863957"/>
                  <a:ext cx="466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DEF51A5-E7BD-AC51-DC5B-723AEC72BA8B}"/>
                    </a:ext>
                  </a:extLst>
                </p14:cNvPr>
                <p14:cNvContentPartPr/>
                <p14:nvPr/>
              </p14:nvContentPartPr>
              <p14:xfrm>
                <a:off x="9187007" y="3734077"/>
                <a:ext cx="670320" cy="199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DEF51A5-E7BD-AC51-DC5B-723AEC72BA8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169367" y="3716077"/>
                  <a:ext cx="7059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5BCB34A-11BD-1675-EB1B-44606C7EA155}"/>
                    </a:ext>
                  </a:extLst>
                </p14:cNvPr>
                <p14:cNvContentPartPr/>
                <p14:nvPr/>
              </p14:nvContentPartPr>
              <p14:xfrm>
                <a:off x="10060007" y="3548317"/>
                <a:ext cx="453600" cy="3906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5BCB34A-11BD-1675-EB1B-44606C7EA15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042367" y="3530677"/>
                  <a:ext cx="4892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26AB563-0899-3081-D7A6-31383365A702}"/>
                    </a:ext>
                  </a:extLst>
                </p14:cNvPr>
                <p14:cNvContentPartPr/>
                <p14:nvPr/>
              </p14:nvContentPartPr>
              <p14:xfrm>
                <a:off x="10398407" y="3544717"/>
                <a:ext cx="570960" cy="297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26AB563-0899-3081-D7A6-31383365A70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380407" y="3526717"/>
                  <a:ext cx="6066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A693E6C-771B-3831-15DF-D6E8145541FA}"/>
                    </a:ext>
                  </a:extLst>
                </p14:cNvPr>
                <p14:cNvContentPartPr/>
                <p14:nvPr/>
              </p14:nvContentPartPr>
              <p14:xfrm>
                <a:off x="10980887" y="3642637"/>
                <a:ext cx="655920" cy="5529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A693E6C-771B-3831-15DF-D6E8145541F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963247" y="3624637"/>
                  <a:ext cx="69156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13EA670-1D0B-DD1A-C37E-F49368074CF8}"/>
                    </a:ext>
                  </a:extLst>
                </p14:cNvPr>
                <p14:cNvContentPartPr/>
                <p14:nvPr/>
              </p14:nvContentPartPr>
              <p14:xfrm>
                <a:off x="11669207" y="3404317"/>
                <a:ext cx="365400" cy="4482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13EA670-1D0B-DD1A-C37E-F49368074CF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651207" y="3386677"/>
                  <a:ext cx="40104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91B5719-C6BB-CB71-B64F-63B9E213E7D0}"/>
                    </a:ext>
                  </a:extLst>
                </p14:cNvPr>
                <p14:cNvContentPartPr/>
                <p14:nvPr/>
              </p14:nvContentPartPr>
              <p14:xfrm>
                <a:off x="9693167" y="4237357"/>
                <a:ext cx="190800" cy="312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91B5719-C6BB-CB71-B64F-63B9E213E7D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675527" y="4219717"/>
                  <a:ext cx="2264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EFD4822-E776-FF82-8DD8-F76D5B67D1DE}"/>
                    </a:ext>
                  </a:extLst>
                </p14:cNvPr>
                <p14:cNvContentPartPr/>
                <p14:nvPr/>
              </p14:nvContentPartPr>
              <p14:xfrm>
                <a:off x="9615047" y="4356877"/>
                <a:ext cx="232200" cy="554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EFD4822-E776-FF82-8DD8-F76D5B67D1D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597047" y="4338877"/>
                  <a:ext cx="267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7CDC5F1-ABA4-80CE-9E5A-4C9AE8392CFD}"/>
                    </a:ext>
                  </a:extLst>
                </p14:cNvPr>
                <p14:cNvContentPartPr/>
                <p14:nvPr/>
              </p14:nvContentPartPr>
              <p14:xfrm>
                <a:off x="10224167" y="4374157"/>
                <a:ext cx="204120" cy="154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7CDC5F1-ABA4-80CE-9E5A-4C9AE8392CF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206527" y="4356157"/>
                  <a:ext cx="2397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91B1FD8-3A9B-77A3-5EB0-64D736A94BCB}"/>
                    </a:ext>
                  </a:extLst>
                </p14:cNvPr>
                <p14:cNvContentPartPr/>
                <p14:nvPr/>
              </p14:nvContentPartPr>
              <p14:xfrm>
                <a:off x="10455647" y="4351477"/>
                <a:ext cx="170640" cy="19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91B1FD8-3A9B-77A3-5EB0-64D736A94BC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437647" y="4333837"/>
                  <a:ext cx="2062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99C0557-8C96-186B-38B6-E453B441E671}"/>
                    </a:ext>
                  </a:extLst>
                </p14:cNvPr>
                <p14:cNvContentPartPr/>
                <p14:nvPr/>
              </p14:nvContentPartPr>
              <p14:xfrm>
                <a:off x="10685327" y="4256797"/>
                <a:ext cx="491040" cy="300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99C0557-8C96-186B-38B6-E453B441E67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667687" y="4239157"/>
                  <a:ext cx="526680" cy="33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62018209-666B-BACC-C27F-AD2591110798}"/>
              </a:ext>
            </a:extLst>
          </p:cNvPr>
          <p:cNvGrpSpPr/>
          <p:nvPr/>
        </p:nvGrpSpPr>
        <p:grpSpPr>
          <a:xfrm>
            <a:off x="10003487" y="4883917"/>
            <a:ext cx="1264320" cy="418320"/>
            <a:chOff x="10003487" y="4883917"/>
            <a:chExt cx="126432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2968FC0-ABF5-6E21-4402-B4CF81A7B8E4}"/>
                    </a:ext>
                  </a:extLst>
                </p14:cNvPr>
                <p14:cNvContentPartPr/>
                <p14:nvPr/>
              </p14:nvContentPartPr>
              <p14:xfrm>
                <a:off x="10003487" y="4901557"/>
                <a:ext cx="367920" cy="4006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2968FC0-ABF5-6E21-4402-B4CF81A7B8E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985847" y="4883917"/>
                  <a:ext cx="4035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0D834FA-FC1C-E9FB-3576-5D98D3DB9A44}"/>
                    </a:ext>
                  </a:extLst>
                </p14:cNvPr>
                <p14:cNvContentPartPr/>
                <p14:nvPr/>
              </p14:nvContentPartPr>
              <p14:xfrm>
                <a:off x="10252247" y="4883917"/>
                <a:ext cx="408600" cy="4039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0D834FA-FC1C-E9FB-3576-5D98D3DB9A4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234607" y="4866277"/>
                  <a:ext cx="4442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B04A506-38C4-E57F-E4A4-D6FF55D46A5B}"/>
                    </a:ext>
                  </a:extLst>
                </p14:cNvPr>
                <p14:cNvContentPartPr/>
                <p14:nvPr/>
              </p14:nvContentPartPr>
              <p14:xfrm>
                <a:off x="10693247" y="5064637"/>
                <a:ext cx="253440" cy="225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B04A506-38C4-E57F-E4A4-D6FF55D46A5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675247" y="5046637"/>
                  <a:ext cx="2890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B0AF317-44E8-C6D3-272E-EC8E651B687F}"/>
                    </a:ext>
                  </a:extLst>
                </p14:cNvPr>
                <p14:cNvContentPartPr/>
                <p14:nvPr/>
              </p14:nvContentPartPr>
              <p14:xfrm>
                <a:off x="11066927" y="4980757"/>
                <a:ext cx="200880" cy="299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B0AF317-44E8-C6D3-272E-EC8E651B687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048927" y="4963117"/>
                  <a:ext cx="236520" cy="33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08D49354-B999-D5E4-0890-3A9B08B90F65}"/>
              </a:ext>
            </a:extLst>
          </p:cNvPr>
          <p:cNvGrpSpPr/>
          <p:nvPr/>
        </p:nvGrpSpPr>
        <p:grpSpPr>
          <a:xfrm>
            <a:off x="125447" y="1846237"/>
            <a:ext cx="1105200" cy="432360"/>
            <a:chOff x="125447" y="1846237"/>
            <a:chExt cx="110520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2D56F93-B5FE-984C-6A83-A86A5F1A0120}"/>
                    </a:ext>
                  </a:extLst>
                </p14:cNvPr>
                <p14:cNvContentPartPr/>
                <p14:nvPr/>
              </p14:nvContentPartPr>
              <p14:xfrm>
                <a:off x="125447" y="1904197"/>
                <a:ext cx="571320" cy="374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2D56F93-B5FE-984C-6A83-A86A5F1A012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7447" y="1886197"/>
                  <a:ext cx="60696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CE0A91A-CA30-E93B-9F11-75E4B46CFEBB}"/>
                    </a:ext>
                  </a:extLst>
                </p14:cNvPr>
                <p14:cNvContentPartPr/>
                <p14:nvPr/>
              </p14:nvContentPartPr>
              <p14:xfrm>
                <a:off x="694247" y="2034877"/>
                <a:ext cx="126720" cy="1652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CE0A91A-CA30-E93B-9F11-75E4B46CFEB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76607" y="2016877"/>
                  <a:ext cx="1623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96AF7B5-D3FC-6A20-7AE0-A7D5D025F734}"/>
                    </a:ext>
                  </a:extLst>
                </p14:cNvPr>
                <p14:cNvContentPartPr/>
                <p14:nvPr/>
              </p14:nvContentPartPr>
              <p14:xfrm>
                <a:off x="882167" y="1846237"/>
                <a:ext cx="38160" cy="3830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96AF7B5-D3FC-6A20-7AE0-A7D5D025F73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64167" y="1828597"/>
                  <a:ext cx="738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7F8308E-1107-0A50-B629-26CD06C9289A}"/>
                    </a:ext>
                  </a:extLst>
                </p14:cNvPr>
                <p14:cNvContentPartPr/>
                <p14:nvPr/>
              </p14:nvContentPartPr>
              <p14:xfrm>
                <a:off x="883247" y="2016517"/>
                <a:ext cx="159480" cy="1828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7F8308E-1107-0A50-B629-26CD06C9289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65607" y="1998517"/>
                  <a:ext cx="195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827B5CE-1D85-754E-D72C-81DAD5F2C55A}"/>
                    </a:ext>
                  </a:extLst>
                </p14:cNvPr>
                <p14:cNvContentPartPr/>
                <p14:nvPr/>
              </p14:nvContentPartPr>
              <p14:xfrm>
                <a:off x="1191767" y="1986277"/>
                <a:ext cx="1440" cy="24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827B5CE-1D85-754E-D72C-81DAD5F2C55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74127" y="1968277"/>
                  <a:ext cx="37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14BB49F-6D77-EEFD-BA0F-BB07D2D83A34}"/>
                    </a:ext>
                  </a:extLst>
                </p14:cNvPr>
                <p14:cNvContentPartPr/>
                <p14:nvPr/>
              </p14:nvContentPartPr>
              <p14:xfrm>
                <a:off x="1226687" y="2226757"/>
                <a:ext cx="3960" cy="28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14BB49F-6D77-EEFD-BA0F-BB07D2D83A3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208687" y="2208757"/>
                  <a:ext cx="39600" cy="6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4143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A73C548F-A00A-B803-4205-1DA9A153CCA9}"/>
              </a:ext>
            </a:extLst>
          </p:cNvPr>
          <p:cNvGrpSpPr/>
          <p:nvPr/>
        </p:nvGrpSpPr>
        <p:grpSpPr>
          <a:xfrm>
            <a:off x="-21793" y="282262"/>
            <a:ext cx="1535760" cy="653760"/>
            <a:chOff x="-21793" y="282262"/>
            <a:chExt cx="1535760" cy="65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F50521B-E568-E38A-F94E-1A97C0828AB1}"/>
                    </a:ext>
                  </a:extLst>
                </p14:cNvPr>
                <p14:cNvContentPartPr/>
                <p14:nvPr/>
              </p14:nvContentPartPr>
              <p14:xfrm>
                <a:off x="246407" y="282262"/>
                <a:ext cx="197280" cy="102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F50521B-E568-E38A-F94E-1A97C0828AB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407" y="264262"/>
                  <a:ext cx="232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80B67B9-5793-E94A-3A1E-8BEC5EAE2147}"/>
                    </a:ext>
                  </a:extLst>
                </p14:cNvPr>
                <p14:cNvContentPartPr/>
                <p14:nvPr/>
              </p14:nvContentPartPr>
              <p14:xfrm>
                <a:off x="306887" y="354622"/>
                <a:ext cx="26280" cy="328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80B67B9-5793-E94A-3A1E-8BEC5EAE214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9247" y="336622"/>
                  <a:ext cx="619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2B6FE0-6F27-E5CA-07A1-EB81C46721F3}"/>
                    </a:ext>
                  </a:extLst>
                </p14:cNvPr>
                <p14:cNvContentPartPr/>
                <p14:nvPr/>
              </p14:nvContentPartPr>
              <p14:xfrm>
                <a:off x="413807" y="486382"/>
                <a:ext cx="290880" cy="422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2B6FE0-6F27-E5CA-07A1-EB81C46721F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6167" y="468382"/>
                  <a:ext cx="3265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F064736-9870-EDBA-9EC4-215398A7E1EC}"/>
                    </a:ext>
                  </a:extLst>
                </p14:cNvPr>
                <p14:cNvContentPartPr/>
                <p14:nvPr/>
              </p14:nvContentPartPr>
              <p14:xfrm>
                <a:off x="632687" y="372262"/>
                <a:ext cx="120960" cy="551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F064736-9870-EDBA-9EC4-215398A7E1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5047" y="354622"/>
                  <a:ext cx="15660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E020A7-51AF-4DBE-8009-417434D2912A}"/>
                    </a:ext>
                  </a:extLst>
                </p14:cNvPr>
                <p14:cNvContentPartPr/>
                <p14:nvPr/>
              </p14:nvContentPartPr>
              <p14:xfrm>
                <a:off x="676607" y="538582"/>
                <a:ext cx="113760" cy="124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E020A7-51AF-4DBE-8009-417434D291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8967" y="520582"/>
                  <a:ext cx="149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C485C89-A1DF-41A8-425D-5F7866A2C9DC}"/>
                    </a:ext>
                  </a:extLst>
                </p14:cNvPr>
                <p14:cNvContentPartPr/>
                <p14:nvPr/>
              </p14:nvContentPartPr>
              <p14:xfrm>
                <a:off x="871367" y="496822"/>
                <a:ext cx="141480" cy="144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C485C89-A1DF-41A8-425D-5F7866A2C9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3727" y="478822"/>
                  <a:ext cx="177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9F7532-6D30-7323-73FC-B88CBE42DEBB}"/>
                    </a:ext>
                  </a:extLst>
                </p14:cNvPr>
                <p14:cNvContentPartPr/>
                <p14:nvPr/>
              </p14:nvContentPartPr>
              <p14:xfrm>
                <a:off x="1124087" y="341302"/>
                <a:ext cx="147960" cy="337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9F7532-6D30-7323-73FC-B88CBE42DEB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06447" y="323662"/>
                  <a:ext cx="1836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B9532B8-C2C6-4E0B-477F-94FBBAC6B305}"/>
                    </a:ext>
                  </a:extLst>
                </p14:cNvPr>
                <p14:cNvContentPartPr/>
                <p14:nvPr/>
              </p14:nvContentPartPr>
              <p14:xfrm>
                <a:off x="1412807" y="455422"/>
                <a:ext cx="15120" cy="25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B9532B8-C2C6-4E0B-477F-94FBBAC6B3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94807" y="437422"/>
                  <a:ext cx="50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E717086-F69B-ED59-5112-EBB6E41C8E38}"/>
                    </a:ext>
                  </a:extLst>
                </p14:cNvPr>
                <p14:cNvContentPartPr/>
                <p14:nvPr/>
              </p14:nvContentPartPr>
              <p14:xfrm>
                <a:off x="1386887" y="681502"/>
                <a:ext cx="2160" cy="33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E717086-F69B-ED59-5112-EBB6E41C8E3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68887" y="663502"/>
                  <a:ext cx="378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F7C6093-6CEE-DCA7-7192-5083A30E298E}"/>
                    </a:ext>
                  </a:extLst>
                </p14:cNvPr>
                <p14:cNvContentPartPr/>
                <p14:nvPr/>
              </p14:nvContentPartPr>
              <p14:xfrm>
                <a:off x="-21793" y="873742"/>
                <a:ext cx="1535760" cy="62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F7C6093-6CEE-DCA7-7192-5083A30E29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-39433" y="856102"/>
                  <a:ext cx="157140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E1B03E9-91E4-6BA6-96E8-FFCE32045028}"/>
              </a:ext>
            </a:extLst>
          </p:cNvPr>
          <p:cNvGrpSpPr/>
          <p:nvPr/>
        </p:nvGrpSpPr>
        <p:grpSpPr>
          <a:xfrm>
            <a:off x="1853087" y="312502"/>
            <a:ext cx="889200" cy="486720"/>
            <a:chOff x="1853087" y="312502"/>
            <a:chExt cx="889200" cy="48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912557-8848-DEFC-32BD-9B0396069021}"/>
                    </a:ext>
                  </a:extLst>
                </p14:cNvPr>
                <p14:cNvContentPartPr/>
                <p14:nvPr/>
              </p14:nvContentPartPr>
              <p14:xfrm>
                <a:off x="1853087" y="312502"/>
                <a:ext cx="409680" cy="486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1912557-8848-DEFC-32BD-9B03960690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35447" y="294862"/>
                  <a:ext cx="44532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ABE046F-6199-5566-72AC-B9BF1070D6C9}"/>
                    </a:ext>
                  </a:extLst>
                </p14:cNvPr>
                <p14:cNvContentPartPr/>
                <p14:nvPr/>
              </p14:nvContentPartPr>
              <p14:xfrm>
                <a:off x="2535647" y="569182"/>
                <a:ext cx="43920" cy="225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ABE046F-6199-5566-72AC-B9BF1070D6C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17647" y="551542"/>
                  <a:ext cx="79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B06EF74-03C6-9E9C-98F6-364076794113}"/>
                    </a:ext>
                  </a:extLst>
                </p14:cNvPr>
                <p14:cNvContentPartPr/>
                <p14:nvPr/>
              </p14:nvContentPartPr>
              <p14:xfrm>
                <a:off x="2622407" y="580702"/>
                <a:ext cx="119880" cy="208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B06EF74-03C6-9E9C-98F6-3640767941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04767" y="562702"/>
                  <a:ext cx="155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C99693-935A-1410-3918-60C6D3154AC8}"/>
                    </a:ext>
                  </a:extLst>
                </p14:cNvPr>
                <p14:cNvContentPartPr/>
                <p14:nvPr/>
              </p14:nvContentPartPr>
              <p14:xfrm>
                <a:off x="2694407" y="431662"/>
                <a:ext cx="7920" cy="8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C99693-935A-1410-3918-60C6D3154A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76407" y="413662"/>
                  <a:ext cx="435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027A7AA-F85C-FE4B-A13B-34C4FF146FFA}"/>
              </a:ext>
            </a:extLst>
          </p:cNvPr>
          <p:cNvGrpSpPr/>
          <p:nvPr/>
        </p:nvGrpSpPr>
        <p:grpSpPr>
          <a:xfrm>
            <a:off x="3196967" y="396382"/>
            <a:ext cx="2328480" cy="708480"/>
            <a:chOff x="3196967" y="396382"/>
            <a:chExt cx="2328480" cy="7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8AE9F8D-852B-AB9D-31F6-4180CD065155}"/>
                    </a:ext>
                  </a:extLst>
                </p14:cNvPr>
                <p14:cNvContentPartPr/>
                <p14:nvPr/>
              </p14:nvContentPartPr>
              <p14:xfrm>
                <a:off x="3196967" y="548302"/>
                <a:ext cx="168120" cy="191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AE9F8D-852B-AB9D-31F6-4180CD0651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79327" y="530302"/>
                  <a:ext cx="2037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36FC06-7EAC-7570-F65C-327CA876D8B1}"/>
                    </a:ext>
                  </a:extLst>
                </p14:cNvPr>
                <p14:cNvContentPartPr/>
                <p14:nvPr/>
              </p14:nvContentPartPr>
              <p14:xfrm>
                <a:off x="3366527" y="546502"/>
                <a:ext cx="216720" cy="558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36FC06-7EAC-7570-F65C-327CA876D8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48887" y="528502"/>
                  <a:ext cx="25236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9A9764A-D451-0AA7-B5BB-E9AADFBF7454}"/>
                    </a:ext>
                  </a:extLst>
                </p14:cNvPr>
                <p14:cNvContentPartPr/>
                <p14:nvPr/>
              </p14:nvContentPartPr>
              <p14:xfrm>
                <a:off x="3673967" y="635782"/>
                <a:ext cx="262440" cy="164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9A9764A-D451-0AA7-B5BB-E9AADFBF74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55967" y="618142"/>
                  <a:ext cx="2980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B070115-2F95-0E39-C9A3-3661DD3532F8}"/>
                    </a:ext>
                  </a:extLst>
                </p14:cNvPr>
                <p14:cNvContentPartPr/>
                <p14:nvPr/>
              </p14:nvContentPartPr>
              <p14:xfrm>
                <a:off x="4018847" y="640822"/>
                <a:ext cx="268920" cy="158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B070115-2F95-0E39-C9A3-3661DD3532F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01207" y="622822"/>
                  <a:ext cx="3045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ABA4B67-C285-5800-12C8-51E595C5015A}"/>
                    </a:ext>
                  </a:extLst>
                </p14:cNvPr>
                <p14:cNvContentPartPr/>
                <p14:nvPr/>
              </p14:nvContentPartPr>
              <p14:xfrm>
                <a:off x="4368767" y="663142"/>
                <a:ext cx="231840" cy="163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ABA4B67-C285-5800-12C8-51E595C501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51127" y="645502"/>
                  <a:ext cx="267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5D54D8-E2AA-A2E7-AE8A-CCFA1B5E5EBB}"/>
                    </a:ext>
                  </a:extLst>
                </p14:cNvPr>
                <p14:cNvContentPartPr/>
                <p14:nvPr/>
              </p14:nvContentPartPr>
              <p14:xfrm>
                <a:off x="4601327" y="396382"/>
                <a:ext cx="500400" cy="431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5D54D8-E2AA-A2E7-AE8A-CCFA1B5E5EB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83687" y="378382"/>
                  <a:ext cx="53604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57D12E1-B51B-EA91-8005-FC3988947ED4}"/>
                    </a:ext>
                  </a:extLst>
                </p14:cNvPr>
                <p14:cNvContentPartPr/>
                <p14:nvPr/>
              </p14:nvContentPartPr>
              <p14:xfrm>
                <a:off x="5239247" y="654862"/>
                <a:ext cx="132840" cy="158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57D12E1-B51B-EA91-8005-FC3988947ED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21247" y="637222"/>
                  <a:ext cx="1684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1EF416-DA20-7499-7006-C1C38AF2CBD5}"/>
                    </a:ext>
                  </a:extLst>
                </p14:cNvPr>
                <p14:cNvContentPartPr/>
                <p14:nvPr/>
              </p14:nvContentPartPr>
              <p14:xfrm>
                <a:off x="5184167" y="495022"/>
                <a:ext cx="59760" cy="18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1EF416-DA20-7499-7006-C1C38AF2CB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66167" y="477382"/>
                  <a:ext cx="95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665FDE-1979-6267-BAD6-C8D92C83481E}"/>
                    </a:ext>
                  </a:extLst>
                </p14:cNvPr>
                <p14:cNvContentPartPr/>
                <p14:nvPr/>
              </p14:nvContentPartPr>
              <p14:xfrm>
                <a:off x="4572167" y="526702"/>
                <a:ext cx="297360" cy="21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665FDE-1979-6267-BAD6-C8D92C83481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54167" y="509062"/>
                  <a:ext cx="333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9B2F533-25AB-F164-422D-4C7B99089944}"/>
                    </a:ext>
                  </a:extLst>
                </p14:cNvPr>
                <p14:cNvContentPartPr/>
                <p14:nvPr/>
              </p14:nvContentPartPr>
              <p14:xfrm>
                <a:off x="5362367" y="742702"/>
                <a:ext cx="163080" cy="205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9B2F533-25AB-F164-422D-4C7B9908994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44727" y="725062"/>
                  <a:ext cx="19872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81D5713-4A0F-4C12-8F1C-A36E4B154A71}"/>
              </a:ext>
            </a:extLst>
          </p:cNvPr>
          <p:cNvGrpSpPr/>
          <p:nvPr/>
        </p:nvGrpSpPr>
        <p:grpSpPr>
          <a:xfrm>
            <a:off x="6127367" y="405742"/>
            <a:ext cx="2027160" cy="684000"/>
            <a:chOff x="6127367" y="405742"/>
            <a:chExt cx="2027160" cy="68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76D33E-5B53-E807-1DF2-3A4EB8439B3C}"/>
                    </a:ext>
                  </a:extLst>
                </p14:cNvPr>
                <p14:cNvContentPartPr/>
                <p14:nvPr/>
              </p14:nvContentPartPr>
              <p14:xfrm>
                <a:off x="6127367" y="507262"/>
                <a:ext cx="335160" cy="210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476D33E-5B53-E807-1DF2-3A4EB8439B3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09727" y="489622"/>
                  <a:ext cx="370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2A1A0F-39FE-9E62-29F1-7FAA78A2125D}"/>
                    </a:ext>
                  </a:extLst>
                </p14:cNvPr>
                <p14:cNvContentPartPr/>
                <p14:nvPr/>
              </p14:nvContentPartPr>
              <p14:xfrm>
                <a:off x="6476567" y="405742"/>
                <a:ext cx="41760" cy="52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2A1A0F-39FE-9E62-29F1-7FAA78A212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58567" y="388102"/>
                  <a:ext cx="774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85FA0F-94D5-35A5-D623-991A963EF6C9}"/>
                    </a:ext>
                  </a:extLst>
                </p14:cNvPr>
                <p14:cNvContentPartPr/>
                <p14:nvPr/>
              </p14:nvContentPartPr>
              <p14:xfrm>
                <a:off x="6366407" y="578542"/>
                <a:ext cx="692640" cy="511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85FA0F-94D5-35A5-D623-991A963EF6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48407" y="560542"/>
                  <a:ext cx="72828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795A7B9-1961-4E2C-C330-B74AC208C071}"/>
                    </a:ext>
                  </a:extLst>
                </p14:cNvPr>
                <p14:cNvContentPartPr/>
                <p14:nvPr/>
              </p14:nvContentPartPr>
              <p14:xfrm>
                <a:off x="7187567" y="617062"/>
                <a:ext cx="322200" cy="171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95A7B9-1961-4E2C-C330-B74AC208C07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69567" y="599062"/>
                  <a:ext cx="357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4884880-FDD8-2682-3308-2EB673904D7F}"/>
                    </a:ext>
                  </a:extLst>
                </p14:cNvPr>
                <p14:cNvContentPartPr/>
                <p14:nvPr/>
              </p14:nvContentPartPr>
              <p14:xfrm>
                <a:off x="7463327" y="634342"/>
                <a:ext cx="95760" cy="191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4884880-FDD8-2682-3308-2EB673904D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45327" y="616702"/>
                  <a:ext cx="1314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367B3BA-9E0B-8C11-5C34-D4B172BA9F41}"/>
                    </a:ext>
                  </a:extLst>
                </p14:cNvPr>
                <p14:cNvContentPartPr/>
                <p14:nvPr/>
              </p14:nvContentPartPr>
              <p14:xfrm>
                <a:off x="7589687" y="452182"/>
                <a:ext cx="294120" cy="371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67B3BA-9E0B-8C11-5C34-D4B172BA9F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72047" y="434182"/>
                  <a:ext cx="3297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CED362-32D8-52D6-2AC0-AFF05982DE68}"/>
                    </a:ext>
                  </a:extLst>
                </p14:cNvPr>
                <p14:cNvContentPartPr/>
                <p14:nvPr/>
              </p14:nvContentPartPr>
              <p14:xfrm>
                <a:off x="7875527" y="672502"/>
                <a:ext cx="127080" cy="163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2CED362-32D8-52D6-2AC0-AFF05982DE6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57527" y="654862"/>
                  <a:ext cx="162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2D3A951-1B62-24FE-9C93-BE2C093C2AF7}"/>
                    </a:ext>
                  </a:extLst>
                </p14:cNvPr>
                <p14:cNvContentPartPr/>
                <p14:nvPr/>
              </p14:nvContentPartPr>
              <p14:xfrm>
                <a:off x="7999007" y="640102"/>
                <a:ext cx="155520" cy="210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2D3A951-1B62-24FE-9C93-BE2C093C2AF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81367" y="622462"/>
                  <a:ext cx="19116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315E9B5-72DD-E0DD-5A62-9C9108A4F79D}"/>
                  </a:ext>
                </a:extLst>
              </p14:cNvPr>
              <p14:cNvContentPartPr/>
              <p14:nvPr/>
            </p14:nvContentPartPr>
            <p14:xfrm>
              <a:off x="8612087" y="627502"/>
              <a:ext cx="577800" cy="1980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315E9B5-72DD-E0DD-5A62-9C9108A4F79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594447" y="609502"/>
                <a:ext cx="61344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4324464B-3932-9665-27A8-4ADED562B982}"/>
              </a:ext>
            </a:extLst>
          </p:cNvPr>
          <p:cNvGrpSpPr/>
          <p:nvPr/>
        </p:nvGrpSpPr>
        <p:grpSpPr>
          <a:xfrm>
            <a:off x="9535847" y="451462"/>
            <a:ext cx="1849680" cy="687960"/>
            <a:chOff x="9535847" y="451462"/>
            <a:chExt cx="1849680" cy="68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45504A-BDDC-12DB-BE60-5C847E6C94A5}"/>
                    </a:ext>
                  </a:extLst>
                </p14:cNvPr>
                <p14:cNvContentPartPr/>
                <p14:nvPr/>
              </p14:nvContentPartPr>
              <p14:xfrm>
                <a:off x="9535847" y="590422"/>
                <a:ext cx="655560" cy="549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45504A-BDDC-12DB-BE60-5C847E6C94A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17847" y="572782"/>
                  <a:ext cx="691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F3ED15C-19C6-7E40-85BE-DE6A2C470F35}"/>
                    </a:ext>
                  </a:extLst>
                </p14:cNvPr>
                <p14:cNvContentPartPr/>
                <p14:nvPr/>
              </p14:nvContentPartPr>
              <p14:xfrm>
                <a:off x="10218047" y="664222"/>
                <a:ext cx="123480" cy="145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F3ED15C-19C6-7E40-85BE-DE6A2C470F3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00047" y="646582"/>
                  <a:ext cx="1591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574C7A0-E8C6-CFB7-4BF5-C4A9F2AA01A6}"/>
                    </a:ext>
                  </a:extLst>
                </p14:cNvPr>
                <p14:cNvContentPartPr/>
                <p14:nvPr/>
              </p14:nvContentPartPr>
              <p14:xfrm>
                <a:off x="10390487" y="457222"/>
                <a:ext cx="602280" cy="363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574C7A0-E8C6-CFB7-4BF5-C4A9F2AA01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72847" y="439222"/>
                  <a:ext cx="6379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1C7EEB0-3BD3-696D-837F-3DCA762DFA76}"/>
                    </a:ext>
                  </a:extLst>
                </p14:cNvPr>
                <p14:cNvContentPartPr/>
                <p14:nvPr/>
              </p14:nvContentPartPr>
              <p14:xfrm>
                <a:off x="11033807" y="471622"/>
                <a:ext cx="351720" cy="313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1C7EEB0-3BD3-696D-837F-3DCA762DFA7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16167" y="453622"/>
                  <a:ext cx="3873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BB4211-07D2-F879-5208-13BC6EF6DBF9}"/>
                    </a:ext>
                  </a:extLst>
                </p14:cNvPr>
                <p14:cNvContentPartPr/>
                <p14:nvPr/>
              </p14:nvContentPartPr>
              <p14:xfrm>
                <a:off x="10425407" y="451462"/>
                <a:ext cx="235440" cy="19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BB4211-07D2-F879-5208-13BC6EF6DB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07767" y="433462"/>
                  <a:ext cx="27108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57DF9BA-62FC-2CDB-FFDD-27CEB6238E39}"/>
                  </a:ext>
                </a:extLst>
              </p14:cNvPr>
              <p14:cNvContentPartPr/>
              <p14:nvPr/>
            </p14:nvContentPartPr>
            <p14:xfrm>
              <a:off x="11927687" y="741622"/>
              <a:ext cx="9000" cy="151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57DF9BA-62FC-2CDB-FFDD-27CEB6238E3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910047" y="723622"/>
                <a:ext cx="4464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FA3824D0-0D73-40A5-E85C-06CD45E0EC00}"/>
              </a:ext>
            </a:extLst>
          </p:cNvPr>
          <p:cNvGrpSpPr/>
          <p:nvPr/>
        </p:nvGrpSpPr>
        <p:grpSpPr>
          <a:xfrm>
            <a:off x="543407" y="1320502"/>
            <a:ext cx="1039320" cy="366480"/>
            <a:chOff x="543407" y="1320502"/>
            <a:chExt cx="103932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9C808F7-28D8-A9E5-96A1-97B1F7E160C6}"/>
                    </a:ext>
                  </a:extLst>
                </p14:cNvPr>
                <p14:cNvContentPartPr/>
                <p14:nvPr/>
              </p14:nvContentPartPr>
              <p14:xfrm>
                <a:off x="543407" y="1320502"/>
                <a:ext cx="325800" cy="240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9C808F7-28D8-A9E5-96A1-97B1F7E160C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25407" y="1302862"/>
                  <a:ext cx="361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0B8D327-7A28-1738-EDAD-AF9A7CD59AF1}"/>
                    </a:ext>
                  </a:extLst>
                </p14:cNvPr>
                <p14:cNvContentPartPr/>
                <p14:nvPr/>
              </p14:nvContentPartPr>
              <p14:xfrm>
                <a:off x="1060007" y="1491862"/>
                <a:ext cx="195120" cy="171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0B8D327-7A28-1738-EDAD-AF9A7CD59AF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2367" y="1473862"/>
                  <a:ext cx="230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482C8D0-B952-C299-FB08-E4A412D386C6}"/>
                    </a:ext>
                  </a:extLst>
                </p14:cNvPr>
                <p14:cNvContentPartPr/>
                <p14:nvPr/>
              </p14:nvContentPartPr>
              <p14:xfrm>
                <a:off x="1386167" y="1518142"/>
                <a:ext cx="196560" cy="32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482C8D0-B952-C299-FB08-E4A412D386C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68167" y="1500502"/>
                  <a:ext cx="232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1343303-66A2-A1A7-11E0-D69A5FF199B5}"/>
                    </a:ext>
                  </a:extLst>
                </p14:cNvPr>
                <p14:cNvContentPartPr/>
                <p14:nvPr/>
              </p14:nvContentPartPr>
              <p14:xfrm>
                <a:off x="700007" y="1495462"/>
                <a:ext cx="234360" cy="191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1343303-66A2-A1A7-11E0-D69A5FF199B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82007" y="1477822"/>
                  <a:ext cx="270000" cy="22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08A084D-5662-9D90-026D-6328CC09B56D}"/>
                  </a:ext>
                </a:extLst>
              </p14:cNvPr>
              <p14:cNvContentPartPr/>
              <p14:nvPr/>
            </p14:nvContentPartPr>
            <p14:xfrm>
              <a:off x="2490287" y="1228702"/>
              <a:ext cx="572760" cy="15112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08A084D-5662-9D90-026D-6328CC09B56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472647" y="1211062"/>
                <a:ext cx="608400" cy="154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2AD26531-C7DB-3925-97DA-11DAA3E9DF12}"/>
              </a:ext>
            </a:extLst>
          </p:cNvPr>
          <p:cNvGrpSpPr/>
          <p:nvPr/>
        </p:nvGrpSpPr>
        <p:grpSpPr>
          <a:xfrm>
            <a:off x="1960367" y="1586542"/>
            <a:ext cx="461520" cy="338400"/>
            <a:chOff x="1960367" y="1586542"/>
            <a:chExt cx="46152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E6BB13E-65B3-C9D9-563C-85A8E6DB86B5}"/>
                    </a:ext>
                  </a:extLst>
                </p14:cNvPr>
                <p14:cNvContentPartPr/>
                <p14:nvPr/>
              </p14:nvContentPartPr>
              <p14:xfrm>
                <a:off x="1960367" y="1586542"/>
                <a:ext cx="128160" cy="338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E6BB13E-65B3-C9D9-563C-85A8E6DB86B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42727" y="1568542"/>
                  <a:ext cx="1638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DC310D5-6890-01E2-8DD6-07460EB6F7E1}"/>
                    </a:ext>
                  </a:extLst>
                </p14:cNvPr>
                <p14:cNvContentPartPr/>
                <p14:nvPr/>
              </p14:nvContentPartPr>
              <p14:xfrm>
                <a:off x="1996007" y="1767622"/>
                <a:ext cx="120960" cy="63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DC310D5-6890-01E2-8DD6-07460EB6F7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978007" y="1749622"/>
                  <a:ext cx="1566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00D0310-6C0C-A200-335E-1D917F1B8D70}"/>
                    </a:ext>
                  </a:extLst>
                </p14:cNvPr>
                <p14:cNvContentPartPr/>
                <p14:nvPr/>
              </p14:nvContentPartPr>
              <p14:xfrm>
                <a:off x="2312087" y="1729102"/>
                <a:ext cx="47520" cy="19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00D0310-6C0C-A200-335E-1D917F1B8D7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94087" y="1711462"/>
                  <a:ext cx="83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E01F131-83ED-E8E8-57C7-4A7055700423}"/>
                    </a:ext>
                  </a:extLst>
                </p14:cNvPr>
                <p14:cNvContentPartPr/>
                <p14:nvPr/>
              </p14:nvContentPartPr>
              <p14:xfrm>
                <a:off x="2318927" y="1812622"/>
                <a:ext cx="102960" cy="48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E01F131-83ED-E8E8-57C7-4A705570042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00927" y="1794982"/>
                  <a:ext cx="13860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5A49552-FA62-1BBD-94B7-2457F2AF4DDC}"/>
                  </a:ext>
                </a:extLst>
              </p14:cNvPr>
              <p14:cNvContentPartPr/>
              <p14:nvPr/>
            </p14:nvContentPartPr>
            <p14:xfrm>
              <a:off x="3294527" y="1303222"/>
              <a:ext cx="116280" cy="2844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5A49552-FA62-1BBD-94B7-2457F2AF4DD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276527" y="1285222"/>
                <a:ext cx="151920" cy="32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0F5A6B92-52C7-E8ED-C595-36E25173E1F6}"/>
              </a:ext>
            </a:extLst>
          </p:cNvPr>
          <p:cNvGrpSpPr/>
          <p:nvPr/>
        </p:nvGrpSpPr>
        <p:grpSpPr>
          <a:xfrm>
            <a:off x="3898967" y="1305382"/>
            <a:ext cx="365760" cy="192240"/>
            <a:chOff x="3898967" y="1305382"/>
            <a:chExt cx="36576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1B61247-4692-C2E9-1C99-06E4AD2A65D7}"/>
                    </a:ext>
                  </a:extLst>
                </p14:cNvPr>
                <p14:cNvContentPartPr/>
                <p14:nvPr/>
              </p14:nvContentPartPr>
              <p14:xfrm>
                <a:off x="3898967" y="1402582"/>
                <a:ext cx="132840" cy="20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1B61247-4692-C2E9-1C99-06E4AD2A65D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81327" y="1384942"/>
                  <a:ext cx="168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2D50F42-2157-C62E-D6CF-ABA8856D46A3}"/>
                    </a:ext>
                  </a:extLst>
                </p14:cNvPr>
                <p14:cNvContentPartPr/>
                <p14:nvPr/>
              </p14:nvContentPartPr>
              <p14:xfrm>
                <a:off x="4107047" y="1305382"/>
                <a:ext cx="157680" cy="192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2D50F42-2157-C62E-D6CF-ABA8856D46A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89047" y="1287742"/>
                  <a:ext cx="19332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537A44B-E528-56EF-9BD8-1883B338FD59}"/>
                  </a:ext>
                </a:extLst>
              </p14:cNvPr>
              <p14:cNvContentPartPr/>
              <p14:nvPr/>
            </p14:nvContentPartPr>
            <p14:xfrm>
              <a:off x="4949447" y="1202062"/>
              <a:ext cx="225720" cy="176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537A44B-E528-56EF-9BD8-1883B338FD5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931447" y="1184422"/>
                <a:ext cx="261360" cy="2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375E867C-7329-FD74-2733-57E5AAA4C180}"/>
              </a:ext>
            </a:extLst>
          </p:cNvPr>
          <p:cNvGrpSpPr/>
          <p:nvPr/>
        </p:nvGrpSpPr>
        <p:grpSpPr>
          <a:xfrm>
            <a:off x="3086447" y="1854022"/>
            <a:ext cx="410760" cy="199080"/>
            <a:chOff x="3086447" y="1854022"/>
            <a:chExt cx="41076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A9876FE-BA57-8588-29C8-905471955231}"/>
                    </a:ext>
                  </a:extLst>
                </p14:cNvPr>
                <p14:cNvContentPartPr/>
                <p14:nvPr/>
              </p14:nvContentPartPr>
              <p14:xfrm>
                <a:off x="3086447" y="1940062"/>
                <a:ext cx="122040" cy="38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A9876FE-BA57-8588-29C8-90547195523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68447" y="1922422"/>
                  <a:ext cx="1576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9F76A97-4445-8CD0-3BD2-1B776E7464AB}"/>
                    </a:ext>
                  </a:extLst>
                </p14:cNvPr>
                <p14:cNvContentPartPr/>
                <p14:nvPr/>
              </p14:nvContentPartPr>
              <p14:xfrm>
                <a:off x="3230447" y="1854022"/>
                <a:ext cx="266760" cy="199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9F76A97-4445-8CD0-3BD2-1B776E7464A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12807" y="1836022"/>
                  <a:ext cx="30240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6062A8F-A0F6-963F-BA87-8910FC237F77}"/>
                  </a:ext>
                </a:extLst>
              </p14:cNvPr>
              <p14:cNvContentPartPr/>
              <p14:nvPr/>
            </p14:nvContentPartPr>
            <p14:xfrm>
              <a:off x="4096967" y="1688062"/>
              <a:ext cx="105120" cy="2052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6062A8F-A0F6-963F-BA87-8910FC237F7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079327" y="1670062"/>
                <a:ext cx="14076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2D91D1D-BEC1-CC23-DE8C-EAE4E7FE3BDF}"/>
                  </a:ext>
                </a:extLst>
              </p14:cNvPr>
              <p14:cNvContentPartPr/>
              <p14:nvPr/>
            </p14:nvContentPartPr>
            <p14:xfrm>
              <a:off x="3263207" y="2412022"/>
              <a:ext cx="284760" cy="2012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2D91D1D-BEC1-CC23-DE8C-EAE4E7FE3BD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245567" y="2394382"/>
                <a:ext cx="320400" cy="23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7445654D-9815-ED75-AA8A-9F59377E2862}"/>
              </a:ext>
            </a:extLst>
          </p:cNvPr>
          <p:cNvGrpSpPr/>
          <p:nvPr/>
        </p:nvGrpSpPr>
        <p:grpSpPr>
          <a:xfrm>
            <a:off x="3975287" y="2323102"/>
            <a:ext cx="203040" cy="265680"/>
            <a:chOff x="3975287" y="2323102"/>
            <a:chExt cx="20304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320F587-35A8-E30A-7F55-0CCFE6D554E7}"/>
                    </a:ext>
                  </a:extLst>
                </p14:cNvPr>
                <p14:cNvContentPartPr/>
                <p14:nvPr/>
              </p14:nvContentPartPr>
              <p14:xfrm>
                <a:off x="3975287" y="2415262"/>
                <a:ext cx="109440" cy="15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320F587-35A8-E30A-7F55-0CCFE6D554E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57647" y="2397262"/>
                  <a:ext cx="145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EBE7F45-D0CE-BEFC-2891-F56553958CD3}"/>
                    </a:ext>
                  </a:extLst>
                </p14:cNvPr>
                <p14:cNvContentPartPr/>
                <p14:nvPr/>
              </p14:nvContentPartPr>
              <p14:xfrm>
                <a:off x="4152407" y="2323102"/>
                <a:ext cx="25920" cy="265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EBE7F45-D0CE-BEFC-2891-F56553958CD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34767" y="2305102"/>
                  <a:ext cx="61560" cy="30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9D9AB9D-8688-1A56-3C0F-8D8F64857745}"/>
                  </a:ext>
                </a:extLst>
              </p14:cNvPr>
              <p14:cNvContentPartPr/>
              <p14:nvPr/>
            </p14:nvContentPartPr>
            <p14:xfrm>
              <a:off x="5015687" y="2220142"/>
              <a:ext cx="127440" cy="2530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9D9AB9D-8688-1A56-3C0F-8D8F6485774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997687" y="2202502"/>
                <a:ext cx="16308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283E8636-F980-9314-C561-86F01C395606}"/>
              </a:ext>
            </a:extLst>
          </p:cNvPr>
          <p:cNvGrpSpPr/>
          <p:nvPr/>
        </p:nvGrpSpPr>
        <p:grpSpPr>
          <a:xfrm>
            <a:off x="4801487" y="1165702"/>
            <a:ext cx="691920" cy="1494720"/>
            <a:chOff x="4801487" y="1165702"/>
            <a:chExt cx="691920" cy="149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41C6546-D6D8-5EA6-7D18-9BAF9E00CB8C}"/>
                    </a:ext>
                  </a:extLst>
                </p14:cNvPr>
                <p14:cNvContentPartPr/>
                <p14:nvPr/>
              </p14:nvContentPartPr>
              <p14:xfrm>
                <a:off x="4801487" y="1776622"/>
                <a:ext cx="178920" cy="43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41C6546-D6D8-5EA6-7D18-9BAF9E00CB8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83847" y="1758982"/>
                  <a:ext cx="214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883B0D3-1144-B407-78EB-C7AD1EE75061}"/>
                    </a:ext>
                  </a:extLst>
                </p14:cNvPr>
                <p14:cNvContentPartPr/>
                <p14:nvPr/>
              </p14:nvContentPartPr>
              <p14:xfrm>
                <a:off x="5130527" y="1614262"/>
                <a:ext cx="16560" cy="274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883B0D3-1144-B407-78EB-C7AD1EE7506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112527" y="1596622"/>
                  <a:ext cx="52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2E837F3-9CEC-2FEE-A0A7-BCAE230C6207}"/>
                    </a:ext>
                  </a:extLst>
                </p14:cNvPr>
                <p14:cNvContentPartPr/>
                <p14:nvPr/>
              </p14:nvContentPartPr>
              <p14:xfrm>
                <a:off x="5067887" y="1165702"/>
                <a:ext cx="425520" cy="1494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2E837F3-9CEC-2FEE-A0A7-BCAE230C620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050247" y="1148062"/>
                  <a:ext cx="461160" cy="153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5343AA3-BC7E-C345-E2FF-158660CAC485}"/>
              </a:ext>
            </a:extLst>
          </p:cNvPr>
          <p:cNvGrpSpPr/>
          <p:nvPr/>
        </p:nvGrpSpPr>
        <p:grpSpPr>
          <a:xfrm>
            <a:off x="1202207" y="3332902"/>
            <a:ext cx="2472840" cy="597960"/>
            <a:chOff x="1202207" y="3332902"/>
            <a:chExt cx="2472840" cy="59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9C20401-352F-AA96-79C0-59BA94F61E7A}"/>
                    </a:ext>
                  </a:extLst>
                </p14:cNvPr>
                <p14:cNvContentPartPr/>
                <p14:nvPr/>
              </p14:nvContentPartPr>
              <p14:xfrm>
                <a:off x="1202207" y="3332902"/>
                <a:ext cx="126000" cy="590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9C20401-352F-AA96-79C0-59BA94F61E7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4567" y="3315262"/>
                  <a:ext cx="16164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AD55AFA-7FF3-8F2C-8E6B-3BE5F914D317}"/>
                    </a:ext>
                  </a:extLst>
                </p14:cNvPr>
                <p14:cNvContentPartPr/>
                <p14:nvPr/>
              </p14:nvContentPartPr>
              <p14:xfrm>
                <a:off x="1483367" y="3463942"/>
                <a:ext cx="150840" cy="299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AD55AFA-7FF3-8F2C-8E6B-3BE5F914D31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65367" y="3445942"/>
                  <a:ext cx="1864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DDF2D4C-15E8-65E0-CFCE-7FD948720885}"/>
                    </a:ext>
                  </a:extLst>
                </p14:cNvPr>
                <p14:cNvContentPartPr/>
                <p14:nvPr/>
              </p14:nvContentPartPr>
              <p14:xfrm>
                <a:off x="1526927" y="3630982"/>
                <a:ext cx="124920" cy="36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DDF2D4C-15E8-65E0-CFCE-7FD94872088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508927" y="3613342"/>
                  <a:ext cx="160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2ED33E7-B2E3-1D40-8907-56FC75A9F82E}"/>
                    </a:ext>
                  </a:extLst>
                </p14:cNvPr>
                <p14:cNvContentPartPr/>
                <p14:nvPr/>
              </p14:nvContentPartPr>
              <p14:xfrm>
                <a:off x="1796927" y="3609382"/>
                <a:ext cx="132120" cy="26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2ED33E7-B2E3-1D40-8907-56FC75A9F82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78927" y="3591742"/>
                  <a:ext cx="167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6F1132C-7D8E-7A8F-6928-6D709D63B348}"/>
                    </a:ext>
                  </a:extLst>
                </p14:cNvPr>
                <p14:cNvContentPartPr/>
                <p14:nvPr/>
              </p14:nvContentPartPr>
              <p14:xfrm>
                <a:off x="1958567" y="3480502"/>
                <a:ext cx="174600" cy="290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6F1132C-7D8E-7A8F-6928-6D709D63B34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40567" y="3462862"/>
                  <a:ext cx="2102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EBAD1B2-25E4-4E7E-5DA9-47DE5C3C4E2A}"/>
                    </a:ext>
                  </a:extLst>
                </p14:cNvPr>
                <p14:cNvContentPartPr/>
                <p14:nvPr/>
              </p14:nvContentPartPr>
              <p14:xfrm>
                <a:off x="2346647" y="3519382"/>
                <a:ext cx="200880" cy="44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EBAD1B2-25E4-4E7E-5DA9-47DE5C3C4E2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329007" y="3501382"/>
                  <a:ext cx="236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AD27650-1AD6-3C30-9157-FE828BA49747}"/>
                    </a:ext>
                  </a:extLst>
                </p14:cNvPr>
                <p14:cNvContentPartPr/>
                <p14:nvPr/>
              </p14:nvContentPartPr>
              <p14:xfrm>
                <a:off x="2413607" y="3517942"/>
                <a:ext cx="58320" cy="236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AD27650-1AD6-3C30-9157-FE828BA4974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95607" y="3499942"/>
                  <a:ext cx="939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172527D-0C88-D26C-C50B-62CE0ECA6EA2}"/>
                    </a:ext>
                  </a:extLst>
                </p14:cNvPr>
                <p14:cNvContentPartPr/>
                <p14:nvPr/>
              </p14:nvContentPartPr>
              <p14:xfrm>
                <a:off x="2305967" y="3762022"/>
                <a:ext cx="241920" cy="66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172527D-0C88-D26C-C50B-62CE0ECA6E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288327" y="3744382"/>
                  <a:ext cx="277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85FC9A6-8453-0116-D327-2B91FA3BE47E}"/>
                    </a:ext>
                  </a:extLst>
                </p14:cNvPr>
                <p14:cNvContentPartPr/>
                <p14:nvPr/>
              </p14:nvContentPartPr>
              <p14:xfrm>
                <a:off x="2622767" y="3410302"/>
                <a:ext cx="91800" cy="520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85FC9A6-8453-0116-D327-2B91FA3BE47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605127" y="3392302"/>
                  <a:ext cx="12744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3561181-DDEC-8BDB-B10E-C0BB4B1F0B17}"/>
                    </a:ext>
                  </a:extLst>
                </p14:cNvPr>
                <p14:cNvContentPartPr/>
                <p14:nvPr/>
              </p14:nvContentPartPr>
              <p14:xfrm>
                <a:off x="2903207" y="3693622"/>
                <a:ext cx="134640" cy="18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3561181-DDEC-8BDB-B10E-C0BB4B1F0B1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885567" y="3675622"/>
                  <a:ext cx="170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7ECAD2B-A78C-8592-F02C-7DF8F32B7F40}"/>
                    </a:ext>
                  </a:extLst>
                </p14:cNvPr>
                <p14:cNvContentPartPr/>
                <p14:nvPr/>
              </p14:nvContentPartPr>
              <p14:xfrm>
                <a:off x="2891327" y="3766342"/>
                <a:ext cx="252000" cy="43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7ECAD2B-A78C-8592-F02C-7DF8F32B7F4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873687" y="3748702"/>
                  <a:ext cx="287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C4BA742-EB8B-B9BF-CD8A-A589B58E06BE}"/>
                    </a:ext>
                  </a:extLst>
                </p14:cNvPr>
                <p14:cNvContentPartPr/>
                <p14:nvPr/>
              </p14:nvContentPartPr>
              <p14:xfrm>
                <a:off x="3328367" y="3497782"/>
                <a:ext cx="346680" cy="294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C4BA742-EB8B-B9BF-CD8A-A589B58E06B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10367" y="3480142"/>
                  <a:ext cx="38232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E8D23A7-601A-B0DB-4C75-8B864721EEF6}"/>
              </a:ext>
            </a:extLst>
          </p:cNvPr>
          <p:cNvGrpSpPr/>
          <p:nvPr/>
        </p:nvGrpSpPr>
        <p:grpSpPr>
          <a:xfrm>
            <a:off x="434327" y="4104742"/>
            <a:ext cx="3918960" cy="599040"/>
            <a:chOff x="434327" y="4104742"/>
            <a:chExt cx="3918960" cy="5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D679D7B-634F-5F90-65C7-A2F243C87B48}"/>
                    </a:ext>
                  </a:extLst>
                </p14:cNvPr>
                <p14:cNvContentPartPr/>
                <p14:nvPr/>
              </p14:nvContentPartPr>
              <p14:xfrm>
                <a:off x="434327" y="4282222"/>
                <a:ext cx="298080" cy="367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D679D7B-634F-5F90-65C7-A2F243C87B4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6687" y="4264582"/>
                  <a:ext cx="3337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73C3B2-E881-F947-0D36-103A4E41C6D0}"/>
                    </a:ext>
                  </a:extLst>
                </p14:cNvPr>
                <p14:cNvContentPartPr/>
                <p14:nvPr/>
              </p14:nvContentPartPr>
              <p14:xfrm>
                <a:off x="777767" y="4104742"/>
                <a:ext cx="137880" cy="221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73C3B2-E881-F947-0D36-103A4E41C6D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59767" y="4086742"/>
                  <a:ext cx="1735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9FA986E-C416-7C2B-1AA0-B358E94514CE}"/>
                    </a:ext>
                  </a:extLst>
                </p14:cNvPr>
                <p14:cNvContentPartPr/>
                <p14:nvPr/>
              </p14:nvContentPartPr>
              <p14:xfrm>
                <a:off x="1037327" y="4475902"/>
                <a:ext cx="173520" cy="27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9FA986E-C416-7C2B-1AA0-B358E94514C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19687" y="4458262"/>
                  <a:ext cx="209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9D567A1-E0E5-11DE-E57D-9FEFDCC6EA11}"/>
                    </a:ext>
                  </a:extLst>
                </p14:cNvPr>
                <p14:cNvContentPartPr/>
                <p14:nvPr/>
              </p14:nvContentPartPr>
              <p14:xfrm>
                <a:off x="1360247" y="4243702"/>
                <a:ext cx="133920" cy="25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9D567A1-E0E5-11DE-E57D-9FEFDCC6EA1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42247" y="4225702"/>
                  <a:ext cx="169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46BF8D5-649A-6AF4-EDCF-727FFEE1853D}"/>
                    </a:ext>
                  </a:extLst>
                </p14:cNvPr>
                <p14:cNvContentPartPr/>
                <p14:nvPr/>
              </p14:nvContentPartPr>
              <p14:xfrm>
                <a:off x="1642847" y="4378342"/>
                <a:ext cx="19800" cy="176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46BF8D5-649A-6AF4-EDCF-727FFEE1853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624847" y="4360702"/>
                  <a:ext cx="554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CEE4314-45BF-23E2-2580-9CCE6F6D019C}"/>
                    </a:ext>
                  </a:extLst>
                </p14:cNvPr>
                <p14:cNvContentPartPr/>
                <p14:nvPr/>
              </p14:nvContentPartPr>
              <p14:xfrm>
                <a:off x="1734647" y="4233262"/>
                <a:ext cx="171000" cy="299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CEE4314-45BF-23E2-2580-9CCE6F6D019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716647" y="4215622"/>
                  <a:ext cx="2066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45D5B34-CAA1-7C47-7FE9-5C7BEFB947FA}"/>
                    </a:ext>
                  </a:extLst>
                </p14:cNvPr>
                <p14:cNvContentPartPr/>
                <p14:nvPr/>
              </p14:nvContentPartPr>
              <p14:xfrm>
                <a:off x="2053247" y="4126342"/>
                <a:ext cx="328680" cy="139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45D5B34-CAA1-7C47-7FE9-5C7BEFB947F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035247" y="4108342"/>
                  <a:ext cx="364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99A62A4-4C73-030C-1C52-9FCF1290AED3}"/>
                    </a:ext>
                  </a:extLst>
                </p14:cNvPr>
                <p14:cNvContentPartPr/>
                <p14:nvPr/>
              </p14:nvContentPartPr>
              <p14:xfrm>
                <a:off x="2338367" y="4400302"/>
                <a:ext cx="219600" cy="20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99A62A4-4C73-030C-1C52-9FCF1290AED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20367" y="4382662"/>
                  <a:ext cx="255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268533D-4522-9278-C21A-6719CAE3B150}"/>
                    </a:ext>
                  </a:extLst>
                </p14:cNvPr>
                <p14:cNvContentPartPr/>
                <p14:nvPr/>
              </p14:nvContentPartPr>
              <p14:xfrm>
                <a:off x="2430167" y="4338742"/>
                <a:ext cx="36360" cy="226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268533D-4522-9278-C21A-6719CAE3B15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12167" y="4321102"/>
                  <a:ext cx="720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8FD7CCF-913E-477A-C551-EA7842DBF15D}"/>
                    </a:ext>
                  </a:extLst>
                </p14:cNvPr>
                <p14:cNvContentPartPr/>
                <p14:nvPr/>
              </p14:nvContentPartPr>
              <p14:xfrm>
                <a:off x="2722127" y="4252702"/>
                <a:ext cx="191880" cy="282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8FD7CCF-913E-477A-C551-EA7842DBF15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04127" y="4234702"/>
                  <a:ext cx="2275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5E7031B-1ED1-5879-9AC1-A4E031928F3C}"/>
                    </a:ext>
                  </a:extLst>
                </p14:cNvPr>
                <p14:cNvContentPartPr/>
                <p14:nvPr/>
              </p14:nvContentPartPr>
              <p14:xfrm>
                <a:off x="2939927" y="4466542"/>
                <a:ext cx="225000" cy="237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5E7031B-1ED1-5879-9AC1-A4E031928F3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21927" y="4448902"/>
                  <a:ext cx="260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F6485CA-758D-AF92-55A1-06CBE779571C}"/>
                    </a:ext>
                  </a:extLst>
                </p14:cNvPr>
                <p14:cNvContentPartPr/>
                <p14:nvPr/>
              </p14:nvContentPartPr>
              <p14:xfrm>
                <a:off x="3186527" y="4205182"/>
                <a:ext cx="214200" cy="340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F6485CA-758D-AF92-55A1-06CBE779571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68527" y="4187542"/>
                  <a:ext cx="2498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168B011-45E9-8DCC-FDEF-7442DA08038D}"/>
                    </a:ext>
                  </a:extLst>
                </p14:cNvPr>
                <p14:cNvContentPartPr/>
                <p14:nvPr/>
              </p14:nvContentPartPr>
              <p14:xfrm>
                <a:off x="3632927" y="4408942"/>
                <a:ext cx="134640" cy="46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168B011-45E9-8DCC-FDEF-7442DA08038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14927" y="4391302"/>
                  <a:ext cx="170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1AA0E87-CD6A-9BF3-B248-45E1D9AB686A}"/>
                    </a:ext>
                  </a:extLst>
                </p14:cNvPr>
                <p14:cNvContentPartPr/>
                <p14:nvPr/>
              </p14:nvContentPartPr>
              <p14:xfrm>
                <a:off x="3901847" y="4221022"/>
                <a:ext cx="33840" cy="3610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1AA0E87-CD6A-9BF3-B248-45E1D9AB686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83847" y="4203022"/>
                  <a:ext cx="694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3D69C38-B32B-672B-7867-60704613CBE3}"/>
                    </a:ext>
                  </a:extLst>
                </p14:cNvPr>
                <p14:cNvContentPartPr/>
                <p14:nvPr/>
              </p14:nvContentPartPr>
              <p14:xfrm>
                <a:off x="4081487" y="4306702"/>
                <a:ext cx="138960" cy="254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3D69C38-B32B-672B-7867-60704613CBE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63847" y="4288702"/>
                  <a:ext cx="1746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99D2834-DA4E-8A14-67D6-CF90C4A4816E}"/>
                    </a:ext>
                  </a:extLst>
                </p14:cNvPr>
                <p14:cNvContentPartPr/>
                <p14:nvPr/>
              </p14:nvContentPartPr>
              <p14:xfrm>
                <a:off x="4063127" y="4428382"/>
                <a:ext cx="150120" cy="59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99D2834-DA4E-8A14-67D6-CF90C4A4816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45127" y="4410382"/>
                  <a:ext cx="185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9F5D780-F8E4-8489-C284-D0BF2B9B979F}"/>
                    </a:ext>
                  </a:extLst>
                </p14:cNvPr>
                <p14:cNvContentPartPr/>
                <p14:nvPr/>
              </p14:nvContentPartPr>
              <p14:xfrm>
                <a:off x="4339607" y="4234702"/>
                <a:ext cx="13680" cy="366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9F5D780-F8E4-8489-C284-D0BF2B9B979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321967" y="4216702"/>
                  <a:ext cx="49320" cy="40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D3D6BD3-B56F-EB7A-23AD-62AF442A6B75}"/>
              </a:ext>
            </a:extLst>
          </p:cNvPr>
          <p:cNvGrpSpPr/>
          <p:nvPr/>
        </p:nvGrpSpPr>
        <p:grpSpPr>
          <a:xfrm>
            <a:off x="4595927" y="4253782"/>
            <a:ext cx="633240" cy="289440"/>
            <a:chOff x="4595927" y="4253782"/>
            <a:chExt cx="63324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D469759-5B19-FF2F-90B1-2D0006FC5B62}"/>
                    </a:ext>
                  </a:extLst>
                </p14:cNvPr>
                <p14:cNvContentPartPr/>
                <p14:nvPr/>
              </p14:nvContentPartPr>
              <p14:xfrm>
                <a:off x="4612127" y="4409302"/>
                <a:ext cx="129240" cy="34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D469759-5B19-FF2F-90B1-2D0006FC5B6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594487" y="4391302"/>
                  <a:ext cx="164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489D249-643E-780C-B34D-0988B6FBBD3D}"/>
                    </a:ext>
                  </a:extLst>
                </p14:cNvPr>
                <p14:cNvContentPartPr/>
                <p14:nvPr/>
              </p14:nvContentPartPr>
              <p14:xfrm>
                <a:off x="4595927" y="4471582"/>
                <a:ext cx="198360" cy="27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489D249-643E-780C-B34D-0988B6FBBD3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578287" y="4453582"/>
                  <a:ext cx="234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211281A-D3A4-F845-AF91-0BE0DB2C7D8E}"/>
                    </a:ext>
                  </a:extLst>
                </p14:cNvPr>
                <p14:cNvContentPartPr/>
                <p14:nvPr/>
              </p14:nvContentPartPr>
              <p14:xfrm>
                <a:off x="4982207" y="4253782"/>
                <a:ext cx="246960" cy="289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211281A-D3A4-F845-AF91-0BE0DB2C7D8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64207" y="4236142"/>
                  <a:ext cx="282600" cy="32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DE17037-8E2C-3587-1DE7-8F23D02CE7A9}"/>
                  </a:ext>
                </a:extLst>
              </p14:cNvPr>
              <p14:cNvContentPartPr/>
              <p14:nvPr/>
            </p14:nvContentPartPr>
            <p14:xfrm>
              <a:off x="386087" y="5033902"/>
              <a:ext cx="172080" cy="2808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DE17037-8E2C-3587-1DE7-8F23D02CE7A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68447" y="5015902"/>
                <a:ext cx="2077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D0E5A9C-249B-C065-4F60-67F3136BE17E}"/>
                  </a:ext>
                </a:extLst>
              </p14:cNvPr>
              <p14:cNvContentPartPr/>
              <p14:nvPr/>
            </p14:nvContentPartPr>
            <p14:xfrm>
              <a:off x="721967" y="5218222"/>
              <a:ext cx="22680" cy="2512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D0E5A9C-249B-C065-4F60-67F3136BE17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03967" y="5200222"/>
                <a:ext cx="5832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EEB2E02-0908-6262-704B-9049277C1478}"/>
                  </a:ext>
                </a:extLst>
              </p14:cNvPr>
              <p14:cNvContentPartPr/>
              <p14:nvPr/>
            </p14:nvContentPartPr>
            <p14:xfrm>
              <a:off x="979367" y="5064142"/>
              <a:ext cx="836640" cy="3358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EEB2E02-0908-6262-704B-9049277C147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61367" y="5046142"/>
                <a:ext cx="87228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9A45880-6DBD-4C00-2C5B-210E109A39C0}"/>
                  </a:ext>
                </a:extLst>
              </p14:cNvPr>
              <p14:cNvContentPartPr/>
              <p14:nvPr/>
            </p14:nvContentPartPr>
            <p14:xfrm>
              <a:off x="1684967" y="5193022"/>
              <a:ext cx="32040" cy="2023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9A45880-6DBD-4C00-2C5B-210E109A39C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666967" y="5175022"/>
                <a:ext cx="676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D9C53E45-741E-52C6-1AA9-25EFEB5B65B3}"/>
                  </a:ext>
                </a:extLst>
              </p14:cNvPr>
              <p14:cNvContentPartPr/>
              <p14:nvPr/>
            </p14:nvContentPartPr>
            <p14:xfrm>
              <a:off x="1914287" y="5124622"/>
              <a:ext cx="139680" cy="284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D9C53E45-741E-52C6-1AA9-25EFEB5B65B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896647" y="5106622"/>
                <a:ext cx="1753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24600F8F-90E5-4BCD-D1D1-6AD6A43FED33}"/>
                  </a:ext>
                </a:extLst>
              </p14:cNvPr>
              <p14:cNvContentPartPr/>
              <p14:nvPr/>
            </p14:nvContentPartPr>
            <p14:xfrm>
              <a:off x="2286887" y="5251342"/>
              <a:ext cx="128880" cy="338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24600F8F-90E5-4BCD-D1D1-6AD6A43FED3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269247" y="5233702"/>
                <a:ext cx="1645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6ADCE6A-F980-7379-F5D2-6DB712810B68}"/>
                  </a:ext>
                </a:extLst>
              </p14:cNvPr>
              <p14:cNvContentPartPr/>
              <p14:nvPr/>
            </p14:nvContentPartPr>
            <p14:xfrm>
              <a:off x="2345567" y="5163142"/>
              <a:ext cx="47880" cy="2804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6ADCE6A-F980-7379-F5D2-6DB712810B6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327567" y="5145142"/>
                <a:ext cx="8352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5D31E4E-6AA8-CD84-6024-5854129C2755}"/>
                  </a:ext>
                </a:extLst>
              </p14:cNvPr>
              <p14:cNvContentPartPr/>
              <p14:nvPr/>
            </p14:nvContentPartPr>
            <p14:xfrm>
              <a:off x="2595767" y="5114542"/>
              <a:ext cx="139680" cy="2635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5D31E4E-6AA8-CD84-6024-5854129C275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578127" y="5096542"/>
                <a:ext cx="175320" cy="29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F4FBBD-B4EA-DBC0-178A-23EE62409A37}"/>
              </a:ext>
            </a:extLst>
          </p:cNvPr>
          <p:cNvGrpSpPr/>
          <p:nvPr/>
        </p:nvGrpSpPr>
        <p:grpSpPr>
          <a:xfrm>
            <a:off x="3000767" y="5222902"/>
            <a:ext cx="252000" cy="140040"/>
            <a:chOff x="3000767" y="5222902"/>
            <a:chExt cx="25200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C03B2DE-FBEC-E31C-1C11-1FA6FFFB3841}"/>
                    </a:ext>
                  </a:extLst>
                </p14:cNvPr>
                <p14:cNvContentPartPr/>
                <p14:nvPr/>
              </p14:nvContentPartPr>
              <p14:xfrm>
                <a:off x="3000767" y="5222902"/>
                <a:ext cx="136800" cy="33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C03B2DE-FBEC-E31C-1C11-1FA6FFFB384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82767" y="5205262"/>
                  <a:ext cx="172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70A8ED7-B1EA-63CC-38ED-80773C2F8AA8}"/>
                    </a:ext>
                  </a:extLst>
                </p14:cNvPr>
                <p14:cNvContentPartPr/>
                <p14:nvPr/>
              </p14:nvContentPartPr>
              <p14:xfrm>
                <a:off x="3043247" y="5301022"/>
                <a:ext cx="209520" cy="61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70A8ED7-B1EA-63CC-38ED-80773C2F8AA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025247" y="5283022"/>
                  <a:ext cx="24516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6563C6E-677B-1642-5C44-BB4013D60DEC}"/>
                  </a:ext>
                </a:extLst>
              </p14:cNvPr>
              <p14:cNvContentPartPr/>
              <p14:nvPr/>
            </p14:nvContentPartPr>
            <p14:xfrm>
              <a:off x="3615647" y="5058742"/>
              <a:ext cx="42480" cy="3697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6563C6E-677B-1642-5C44-BB4013D60DEC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598007" y="5040742"/>
                <a:ext cx="7812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5938A52-1358-F9C1-4F39-53354FB01907}"/>
                  </a:ext>
                </a:extLst>
              </p14:cNvPr>
              <p14:cNvContentPartPr/>
              <p14:nvPr/>
            </p14:nvContentPartPr>
            <p14:xfrm>
              <a:off x="3868007" y="5171422"/>
              <a:ext cx="328680" cy="205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5938A52-1358-F9C1-4F39-53354FB0190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850367" y="5153782"/>
                <a:ext cx="36432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8596FF9-192A-55F8-FC0C-CD26EBACD856}"/>
              </a:ext>
            </a:extLst>
          </p:cNvPr>
          <p:cNvGrpSpPr/>
          <p:nvPr/>
        </p:nvGrpSpPr>
        <p:grpSpPr>
          <a:xfrm>
            <a:off x="182687" y="5716102"/>
            <a:ext cx="1345320" cy="996840"/>
            <a:chOff x="182687" y="5716102"/>
            <a:chExt cx="1345320" cy="99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6C4A722-BCD3-2019-50FA-550F39B4FA71}"/>
                    </a:ext>
                  </a:extLst>
                </p14:cNvPr>
                <p14:cNvContentPartPr/>
                <p14:nvPr/>
              </p14:nvContentPartPr>
              <p14:xfrm>
                <a:off x="182687" y="5860102"/>
                <a:ext cx="153360" cy="277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6C4A722-BCD3-2019-50FA-550F39B4FA7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4687" y="5842102"/>
                  <a:ext cx="1890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4DF055F-88A7-3056-0ABD-922C72F06DF8}"/>
                    </a:ext>
                  </a:extLst>
                </p14:cNvPr>
                <p14:cNvContentPartPr/>
                <p14:nvPr/>
              </p14:nvContentPartPr>
              <p14:xfrm>
                <a:off x="372407" y="6063502"/>
                <a:ext cx="15300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4DF055F-88A7-3056-0ABD-922C72F06DF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4767" y="6045862"/>
                  <a:ext cx="188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672C505-145B-96DB-0470-36452437ABE3}"/>
                    </a:ext>
                  </a:extLst>
                </p14:cNvPr>
                <p14:cNvContentPartPr/>
                <p14:nvPr/>
              </p14:nvContentPartPr>
              <p14:xfrm>
                <a:off x="660047" y="5716102"/>
                <a:ext cx="482040" cy="996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672C505-145B-96DB-0470-36452437ABE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42047" y="5698102"/>
                  <a:ext cx="51768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3A71A38-5E7B-E0EE-4B25-F8DDA4757613}"/>
                    </a:ext>
                  </a:extLst>
                </p14:cNvPr>
                <p14:cNvContentPartPr/>
                <p14:nvPr/>
              </p14:nvContentPartPr>
              <p14:xfrm>
                <a:off x="1398767" y="5889262"/>
                <a:ext cx="114480" cy="233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3A71A38-5E7B-E0EE-4B25-F8DDA475761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381127" y="5871622"/>
                  <a:ext cx="1501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315F611-8B93-9F33-21B8-63AF8BBD3E94}"/>
                    </a:ext>
                  </a:extLst>
                </p14:cNvPr>
                <p14:cNvContentPartPr/>
                <p14:nvPr/>
              </p14:nvContentPartPr>
              <p14:xfrm>
                <a:off x="1296167" y="6419902"/>
                <a:ext cx="124560" cy="28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315F611-8B93-9F33-21B8-63AF8BBD3E9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278167" y="6401902"/>
                  <a:ext cx="160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2904AD5-507D-0BB1-2903-E605B4A940E6}"/>
                    </a:ext>
                  </a:extLst>
                </p14:cNvPr>
                <p14:cNvContentPartPr/>
                <p14:nvPr/>
              </p14:nvContentPartPr>
              <p14:xfrm>
                <a:off x="1492007" y="6337462"/>
                <a:ext cx="36000" cy="2030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2904AD5-507D-0BB1-2903-E605B4A940E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74007" y="6319462"/>
                  <a:ext cx="716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B0D1C60F-A030-D6C3-6BB3-0E587CFEBE8D}"/>
              </a:ext>
            </a:extLst>
          </p:cNvPr>
          <p:cNvGrpSpPr/>
          <p:nvPr/>
        </p:nvGrpSpPr>
        <p:grpSpPr>
          <a:xfrm>
            <a:off x="1978727" y="5709262"/>
            <a:ext cx="921600" cy="1053720"/>
            <a:chOff x="1978727" y="5709262"/>
            <a:chExt cx="921600" cy="10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90F90F2-6A7C-307C-ED58-DC6C8F879EA1}"/>
                    </a:ext>
                  </a:extLst>
                </p14:cNvPr>
                <p14:cNvContentPartPr/>
                <p14:nvPr/>
              </p14:nvContentPartPr>
              <p14:xfrm>
                <a:off x="1978727" y="5974582"/>
                <a:ext cx="134280" cy="24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90F90F2-6A7C-307C-ED58-DC6C8F879EA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960727" y="5956942"/>
                  <a:ext cx="169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0790A10-4DA2-0F85-DD15-B7B6EA00D903}"/>
                    </a:ext>
                  </a:extLst>
                </p14:cNvPr>
                <p14:cNvContentPartPr/>
                <p14:nvPr/>
              </p14:nvContentPartPr>
              <p14:xfrm>
                <a:off x="2148287" y="5849662"/>
                <a:ext cx="63360" cy="285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0790A10-4DA2-0F85-DD15-B7B6EA00D90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130647" y="5831662"/>
                  <a:ext cx="990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9363BA9-903F-A613-3415-06E5B8B33EC7}"/>
                    </a:ext>
                  </a:extLst>
                </p14:cNvPr>
                <p14:cNvContentPartPr/>
                <p14:nvPr/>
              </p14:nvContentPartPr>
              <p14:xfrm>
                <a:off x="2017607" y="6353662"/>
                <a:ext cx="137880" cy="2340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9363BA9-903F-A613-3415-06E5B8B33EC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999967" y="6335662"/>
                  <a:ext cx="173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AA9E954-87DF-9D7F-7E68-18D7ABFF1CD2}"/>
                    </a:ext>
                  </a:extLst>
                </p14:cNvPr>
                <p14:cNvContentPartPr/>
                <p14:nvPr/>
              </p14:nvContentPartPr>
              <p14:xfrm>
                <a:off x="2381207" y="5709262"/>
                <a:ext cx="81360" cy="1053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AA9E954-87DF-9D7F-7E68-18D7ABFF1CD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363567" y="5691262"/>
                  <a:ext cx="117000" cy="10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8B9C145-FCCF-CA80-0866-4D8104DF0FAF}"/>
                    </a:ext>
                  </a:extLst>
                </p14:cNvPr>
                <p14:cNvContentPartPr/>
                <p14:nvPr/>
              </p14:nvContentPartPr>
              <p14:xfrm>
                <a:off x="2627807" y="6146662"/>
                <a:ext cx="272520" cy="30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8B9C145-FCCF-CA80-0866-4D8104DF0FA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610167" y="6128662"/>
                  <a:ext cx="308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27DC13D-F9EF-6679-3AE9-B47DAEFF0B9D}"/>
                    </a:ext>
                  </a:extLst>
                </p14:cNvPr>
                <p14:cNvContentPartPr/>
                <p14:nvPr/>
              </p14:nvContentPartPr>
              <p14:xfrm>
                <a:off x="2734367" y="6041182"/>
                <a:ext cx="46080" cy="277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27DC13D-F9EF-6679-3AE9-B47DAEFF0B9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716727" y="6023542"/>
                  <a:ext cx="81720" cy="31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DED9F9C-B1C9-6E62-7C47-5EDF52AB36BF}"/>
              </a:ext>
            </a:extLst>
          </p:cNvPr>
          <p:cNvGrpSpPr/>
          <p:nvPr/>
        </p:nvGrpSpPr>
        <p:grpSpPr>
          <a:xfrm>
            <a:off x="3140447" y="5672182"/>
            <a:ext cx="1118160" cy="1016280"/>
            <a:chOff x="3140447" y="5672182"/>
            <a:chExt cx="1118160" cy="10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BFDA1A9-AA69-B541-F87D-7C99ED4C2853}"/>
                    </a:ext>
                  </a:extLst>
                </p14:cNvPr>
                <p14:cNvContentPartPr/>
                <p14:nvPr/>
              </p14:nvContentPartPr>
              <p14:xfrm>
                <a:off x="3140447" y="5763622"/>
                <a:ext cx="110880" cy="9248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BFDA1A9-AA69-B541-F87D-7C99ED4C285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122447" y="5745622"/>
                  <a:ext cx="14652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666E248-33F3-67A9-B707-52284462B709}"/>
                    </a:ext>
                  </a:extLst>
                </p14:cNvPr>
                <p14:cNvContentPartPr/>
                <p14:nvPr/>
              </p14:nvContentPartPr>
              <p14:xfrm>
                <a:off x="3351047" y="5768302"/>
                <a:ext cx="152640" cy="324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666E248-33F3-67A9-B707-52284462B70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333047" y="5750302"/>
                  <a:ext cx="1882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DA7EC09-FAD9-F74F-FA8D-289079BC6A6C}"/>
                    </a:ext>
                  </a:extLst>
                </p14:cNvPr>
                <p14:cNvContentPartPr/>
                <p14:nvPr/>
              </p14:nvContentPartPr>
              <p14:xfrm>
                <a:off x="3821927" y="5834902"/>
                <a:ext cx="299160" cy="205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DA7EC09-FAD9-F74F-FA8D-289079BC6A6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803927" y="5816902"/>
                  <a:ext cx="334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942B215-9FDB-E185-7B9F-4D250F170559}"/>
                    </a:ext>
                  </a:extLst>
                </p14:cNvPr>
                <p14:cNvContentPartPr/>
                <p14:nvPr/>
              </p14:nvContentPartPr>
              <p14:xfrm>
                <a:off x="3367967" y="6351142"/>
                <a:ext cx="290880" cy="160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942B215-9FDB-E185-7B9F-4D250F17055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349967" y="6333502"/>
                  <a:ext cx="326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96BA461-5C1F-61D5-1AFB-200A6755EDDD}"/>
                    </a:ext>
                  </a:extLst>
                </p14:cNvPr>
                <p14:cNvContentPartPr/>
                <p14:nvPr/>
              </p14:nvContentPartPr>
              <p14:xfrm>
                <a:off x="3866567" y="6264742"/>
                <a:ext cx="128520" cy="259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96BA461-5C1F-61D5-1AFB-200A6755EDD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848927" y="6246742"/>
                  <a:ext cx="1641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3D43CAD-219D-D334-D9FD-89D3E881CD3A}"/>
                    </a:ext>
                  </a:extLst>
                </p14:cNvPr>
                <p14:cNvContentPartPr/>
                <p14:nvPr/>
              </p14:nvContentPartPr>
              <p14:xfrm>
                <a:off x="4096247" y="5672182"/>
                <a:ext cx="162360" cy="9961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3D43CAD-219D-D334-D9FD-89D3E881CD3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078607" y="5654182"/>
                  <a:ext cx="198000" cy="10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775C935-8C63-3348-D71D-0E15E0271F1F}"/>
              </a:ext>
            </a:extLst>
          </p:cNvPr>
          <p:cNvGrpSpPr/>
          <p:nvPr/>
        </p:nvGrpSpPr>
        <p:grpSpPr>
          <a:xfrm>
            <a:off x="4518167" y="6032182"/>
            <a:ext cx="191520" cy="272520"/>
            <a:chOff x="4518167" y="6032182"/>
            <a:chExt cx="19152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CDF4671-E0A2-B7C0-0F53-782FF30F6020}"/>
                    </a:ext>
                  </a:extLst>
                </p14:cNvPr>
                <p14:cNvContentPartPr/>
                <p14:nvPr/>
              </p14:nvContentPartPr>
              <p14:xfrm>
                <a:off x="4518167" y="6106342"/>
                <a:ext cx="191520" cy="29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CDF4671-E0A2-B7C0-0F53-782FF30F602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500167" y="6088342"/>
                  <a:ext cx="227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5FDA98B-0C5D-4C81-AA63-AEBC83030DDB}"/>
                    </a:ext>
                  </a:extLst>
                </p14:cNvPr>
                <p14:cNvContentPartPr/>
                <p14:nvPr/>
              </p14:nvContentPartPr>
              <p14:xfrm>
                <a:off x="4567127" y="6032182"/>
                <a:ext cx="82080" cy="2725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5FDA98B-0C5D-4C81-AA63-AEBC83030DD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49487" y="6014182"/>
                  <a:ext cx="117720" cy="30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30E25908-8102-1894-16D6-47F3C254FACD}"/>
                  </a:ext>
                </a:extLst>
              </p14:cNvPr>
              <p14:cNvContentPartPr/>
              <p14:nvPr/>
            </p14:nvContentPartPr>
            <p14:xfrm>
              <a:off x="4915967" y="5736262"/>
              <a:ext cx="204120" cy="87984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30E25908-8102-1894-16D6-47F3C254FAC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897967" y="5718622"/>
                <a:ext cx="239760" cy="9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C21721B-35B1-6D39-FFBE-A12F3F4CC559}"/>
                  </a:ext>
                </a:extLst>
              </p14:cNvPr>
              <p14:cNvContentPartPr/>
              <p14:nvPr/>
            </p14:nvContentPartPr>
            <p14:xfrm>
              <a:off x="6225287" y="5621782"/>
              <a:ext cx="109080" cy="11646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C21721B-35B1-6D39-FFBE-A12F3F4CC559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207647" y="5604142"/>
                <a:ext cx="144720" cy="12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32389F59-E5FB-0070-3D1B-7D9C0228D798}"/>
                  </a:ext>
                </a:extLst>
              </p14:cNvPr>
              <p14:cNvContentPartPr/>
              <p14:nvPr/>
            </p14:nvContentPartPr>
            <p14:xfrm>
              <a:off x="5251487" y="5753542"/>
              <a:ext cx="123120" cy="2894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32389F59-E5FB-0070-3D1B-7D9C0228D798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233487" y="5735902"/>
                <a:ext cx="158760" cy="32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0560E28F-9786-0FD0-B52A-13E07F248D03}"/>
              </a:ext>
            </a:extLst>
          </p:cNvPr>
          <p:cNvGrpSpPr/>
          <p:nvPr/>
        </p:nvGrpSpPr>
        <p:grpSpPr>
          <a:xfrm>
            <a:off x="5672327" y="5789542"/>
            <a:ext cx="354240" cy="220680"/>
            <a:chOff x="5672327" y="5789542"/>
            <a:chExt cx="35424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FF4191B-B96F-ACA5-6FD5-D69D9F7BF976}"/>
                    </a:ext>
                  </a:extLst>
                </p14:cNvPr>
                <p14:cNvContentPartPr/>
                <p14:nvPr/>
              </p14:nvContentPartPr>
              <p14:xfrm>
                <a:off x="5672327" y="5918062"/>
                <a:ext cx="130320" cy="306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FF4191B-B96F-ACA5-6FD5-D69D9F7BF97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654327" y="5900422"/>
                  <a:ext cx="165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57560F9-7665-207A-B853-860511B98146}"/>
                    </a:ext>
                  </a:extLst>
                </p14:cNvPr>
                <p14:cNvContentPartPr/>
                <p14:nvPr/>
              </p14:nvContentPartPr>
              <p14:xfrm>
                <a:off x="5873567" y="5789542"/>
                <a:ext cx="153000" cy="220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57560F9-7665-207A-B853-860511B9814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855567" y="5771902"/>
                  <a:ext cx="18864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5E06EDE4-8F98-F16E-6921-C19ECA24B51D}"/>
                  </a:ext>
                </a:extLst>
              </p14:cNvPr>
              <p14:cNvContentPartPr/>
              <p14:nvPr/>
            </p14:nvContentPartPr>
            <p14:xfrm>
              <a:off x="5152487" y="6317662"/>
              <a:ext cx="433800" cy="2304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5E06EDE4-8F98-F16E-6921-C19ECA24B51D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134487" y="6300022"/>
                <a:ext cx="4694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8579977-09D0-C9AD-4D2B-167AE05CA30C}"/>
                  </a:ext>
                </a:extLst>
              </p14:cNvPr>
              <p14:cNvContentPartPr/>
              <p14:nvPr/>
            </p14:nvContentPartPr>
            <p14:xfrm>
              <a:off x="5855567" y="6285982"/>
              <a:ext cx="223560" cy="2912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8579977-09D0-C9AD-4D2B-167AE05CA30C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5837567" y="6267982"/>
                <a:ext cx="259200" cy="32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83575FAF-FE34-F9AE-89A5-A768A12F1D98}"/>
              </a:ext>
            </a:extLst>
          </p:cNvPr>
          <p:cNvGrpSpPr/>
          <p:nvPr/>
        </p:nvGrpSpPr>
        <p:grpSpPr>
          <a:xfrm>
            <a:off x="6485567" y="6004102"/>
            <a:ext cx="231120" cy="118800"/>
            <a:chOff x="6485567" y="6004102"/>
            <a:chExt cx="23112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AB9F6E6-379A-47B7-730E-32D1F9D8907C}"/>
                    </a:ext>
                  </a:extLst>
                </p14:cNvPr>
                <p14:cNvContentPartPr/>
                <p14:nvPr/>
              </p14:nvContentPartPr>
              <p14:xfrm>
                <a:off x="6485567" y="6004102"/>
                <a:ext cx="158400" cy="17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AB9F6E6-379A-47B7-730E-32D1F9D8907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467927" y="5986102"/>
                  <a:ext cx="194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D6F2704-2F35-EA30-3A4F-75AE08BE9666}"/>
                    </a:ext>
                  </a:extLst>
                </p14:cNvPr>
                <p14:cNvContentPartPr/>
                <p14:nvPr/>
              </p14:nvContentPartPr>
              <p14:xfrm>
                <a:off x="6531287" y="6080782"/>
                <a:ext cx="185400" cy="421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D6F2704-2F35-EA30-3A4F-75AE08BE966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13647" y="6063142"/>
                  <a:ext cx="22104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A2BCB20-E197-E091-22BD-F85CC78A8287}"/>
              </a:ext>
            </a:extLst>
          </p:cNvPr>
          <p:cNvGrpSpPr/>
          <p:nvPr/>
        </p:nvGrpSpPr>
        <p:grpSpPr>
          <a:xfrm>
            <a:off x="7054367" y="5723302"/>
            <a:ext cx="640440" cy="350640"/>
            <a:chOff x="7054367" y="5723302"/>
            <a:chExt cx="64044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7BD4F58-943B-7072-A89B-7C692CBE43B3}"/>
                    </a:ext>
                  </a:extLst>
                </p14:cNvPr>
                <p14:cNvContentPartPr/>
                <p14:nvPr/>
              </p14:nvContentPartPr>
              <p14:xfrm>
                <a:off x="7054367" y="5723302"/>
                <a:ext cx="168120" cy="350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7BD4F58-943B-7072-A89B-7C692CBE43B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036367" y="5705662"/>
                  <a:ext cx="2037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8CEAD57-0A4A-E59B-0CCD-EFD748DB10CB}"/>
                    </a:ext>
                  </a:extLst>
                </p14:cNvPr>
                <p14:cNvContentPartPr/>
                <p14:nvPr/>
              </p14:nvContentPartPr>
              <p14:xfrm>
                <a:off x="7358927" y="5891062"/>
                <a:ext cx="154440" cy="31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8CEAD57-0A4A-E59B-0CCD-EFD748DB10C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341287" y="5873422"/>
                  <a:ext cx="190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7DE47F6-3B7D-92F9-BDB8-46738F287594}"/>
                    </a:ext>
                  </a:extLst>
                </p14:cNvPr>
                <p14:cNvContentPartPr/>
                <p14:nvPr/>
              </p14:nvContentPartPr>
              <p14:xfrm>
                <a:off x="7656647" y="5723662"/>
                <a:ext cx="38160" cy="3236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7DE47F6-3B7D-92F9-BDB8-46738F28759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638647" y="5706022"/>
                  <a:ext cx="73800" cy="35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919415FA-9712-E2DE-6209-1B491B69A5EF}"/>
                  </a:ext>
                </a:extLst>
              </p14:cNvPr>
              <p14:cNvContentPartPr/>
              <p14:nvPr/>
            </p14:nvContentPartPr>
            <p14:xfrm>
              <a:off x="8255327" y="5747062"/>
              <a:ext cx="140400" cy="15624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919415FA-9712-E2DE-6209-1B491B69A5EF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237327" y="5729062"/>
                <a:ext cx="176040" cy="1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A6CEAFB0-787D-645D-7408-4A9C12ACA219}"/>
              </a:ext>
            </a:extLst>
          </p:cNvPr>
          <p:cNvGrpSpPr/>
          <p:nvPr/>
        </p:nvGrpSpPr>
        <p:grpSpPr>
          <a:xfrm>
            <a:off x="7938887" y="5595502"/>
            <a:ext cx="979560" cy="473040"/>
            <a:chOff x="7938887" y="5595502"/>
            <a:chExt cx="97956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2A49F9D-3450-E706-67B1-27640941EF20}"/>
                    </a:ext>
                  </a:extLst>
                </p14:cNvPr>
                <p14:cNvContentPartPr/>
                <p14:nvPr/>
              </p14:nvContentPartPr>
              <p14:xfrm>
                <a:off x="7938887" y="5905102"/>
                <a:ext cx="142560" cy="313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2A49F9D-3450-E706-67B1-27640941EF2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921247" y="5887462"/>
                  <a:ext cx="178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B2A8A5A-7C58-2E27-0A5F-1F4488EE9538}"/>
                    </a:ext>
                  </a:extLst>
                </p14:cNvPr>
                <p14:cNvContentPartPr/>
                <p14:nvPr/>
              </p14:nvContentPartPr>
              <p14:xfrm>
                <a:off x="7982807" y="5816542"/>
                <a:ext cx="67320" cy="207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B2A8A5A-7C58-2E27-0A5F-1F4488EE953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964807" y="5798542"/>
                  <a:ext cx="1029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3AD94EF-8B87-EA19-456C-5E6432CA81A9}"/>
                    </a:ext>
                  </a:extLst>
                </p14:cNvPr>
                <p14:cNvContentPartPr/>
                <p14:nvPr/>
              </p14:nvContentPartPr>
              <p14:xfrm>
                <a:off x="8145527" y="5775862"/>
                <a:ext cx="45000" cy="2926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3AD94EF-8B87-EA19-456C-5E6432CA81A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27887" y="5757862"/>
                  <a:ext cx="806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EB338FC-2EED-CD93-E331-34F76A9BCD45}"/>
                    </a:ext>
                  </a:extLst>
                </p14:cNvPr>
                <p14:cNvContentPartPr/>
                <p14:nvPr/>
              </p14:nvContentPartPr>
              <p14:xfrm>
                <a:off x="8264687" y="5907262"/>
                <a:ext cx="127800" cy="155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EB338FC-2EED-CD93-E331-34F76A9BCD4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247047" y="5889262"/>
                  <a:ext cx="163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52E2DB5-D00D-71C1-2589-4393C63DB340}"/>
                    </a:ext>
                  </a:extLst>
                </p14:cNvPr>
                <p14:cNvContentPartPr/>
                <p14:nvPr/>
              </p14:nvContentPartPr>
              <p14:xfrm>
                <a:off x="8539727" y="5845342"/>
                <a:ext cx="125280" cy="31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2E2DB5-D00D-71C1-2589-4393C63DB34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21727" y="5827342"/>
                  <a:ext cx="160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2AA31BA-FF03-E3C4-FC35-239B87DB28F0}"/>
                    </a:ext>
                  </a:extLst>
                </p14:cNvPr>
                <p14:cNvContentPartPr/>
                <p14:nvPr/>
              </p14:nvContentPartPr>
              <p14:xfrm>
                <a:off x="8815847" y="5595502"/>
                <a:ext cx="102600" cy="436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2AA31BA-FF03-E3C4-FC35-239B87DB28F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798207" y="5577502"/>
                  <a:ext cx="138240" cy="47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A3022C8-3973-5004-17F8-83EF8CFC4DBB}"/>
              </a:ext>
            </a:extLst>
          </p:cNvPr>
          <p:cNvGrpSpPr/>
          <p:nvPr/>
        </p:nvGrpSpPr>
        <p:grpSpPr>
          <a:xfrm>
            <a:off x="9180527" y="5779462"/>
            <a:ext cx="199440" cy="242280"/>
            <a:chOff x="9180527" y="5779462"/>
            <a:chExt cx="19944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6E00A25-C0A3-2E00-6B70-223328ACEEE8}"/>
                    </a:ext>
                  </a:extLst>
                </p14:cNvPr>
                <p14:cNvContentPartPr/>
                <p14:nvPr/>
              </p14:nvContentPartPr>
              <p14:xfrm>
                <a:off x="9180527" y="5851462"/>
                <a:ext cx="199440" cy="48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6E00A25-C0A3-2E00-6B70-223328ACEEE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162527" y="5833822"/>
                  <a:ext cx="2350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5934D1E-6391-F0FF-123B-523B7C2CF434}"/>
                    </a:ext>
                  </a:extLst>
                </p14:cNvPr>
                <p14:cNvContentPartPr/>
                <p14:nvPr/>
              </p14:nvContentPartPr>
              <p14:xfrm>
                <a:off x="9287807" y="5779462"/>
                <a:ext cx="42480" cy="242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5934D1E-6391-F0FF-123B-523B7C2CF43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270167" y="5761822"/>
                  <a:ext cx="7812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BB261DC4-4E64-1216-B8D7-3514559EF0AF}"/>
              </a:ext>
            </a:extLst>
          </p:cNvPr>
          <p:cNvGrpSpPr/>
          <p:nvPr/>
        </p:nvGrpSpPr>
        <p:grpSpPr>
          <a:xfrm>
            <a:off x="9610007" y="5627182"/>
            <a:ext cx="933840" cy="520920"/>
            <a:chOff x="9610007" y="5627182"/>
            <a:chExt cx="933840" cy="52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4FF1B67-D634-A94D-AA74-12432D5D53EE}"/>
                    </a:ext>
                  </a:extLst>
                </p14:cNvPr>
                <p14:cNvContentPartPr/>
                <p14:nvPr/>
              </p14:nvContentPartPr>
              <p14:xfrm>
                <a:off x="9610007" y="5718622"/>
                <a:ext cx="43920" cy="2851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4FF1B67-D634-A94D-AA74-12432D5D53E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92367" y="5700622"/>
                  <a:ext cx="795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4B6CDDD-6AD4-BE7D-BC65-B593EF1C164E}"/>
                    </a:ext>
                  </a:extLst>
                </p14:cNvPr>
                <p14:cNvContentPartPr/>
                <p14:nvPr/>
              </p14:nvContentPartPr>
              <p14:xfrm>
                <a:off x="9769487" y="5722582"/>
                <a:ext cx="160200" cy="277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4B6CDDD-6AD4-BE7D-BC65-B593EF1C164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51487" y="5704582"/>
                  <a:ext cx="195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FFE9D60-D3C6-4D67-27BB-40E51808DA6D}"/>
                    </a:ext>
                  </a:extLst>
                </p14:cNvPr>
                <p14:cNvContentPartPr/>
                <p14:nvPr/>
              </p14:nvContentPartPr>
              <p14:xfrm>
                <a:off x="10067207" y="5833822"/>
                <a:ext cx="169920" cy="50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FFE9D60-D3C6-4D67-27BB-40E51808DA6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049207" y="5815822"/>
                  <a:ext cx="205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5D78095-B84C-B9E9-8074-D55652ECC6C2}"/>
                    </a:ext>
                  </a:extLst>
                </p14:cNvPr>
                <p14:cNvContentPartPr/>
                <p14:nvPr/>
              </p14:nvContentPartPr>
              <p14:xfrm>
                <a:off x="10381487" y="5627182"/>
                <a:ext cx="162360" cy="520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5D78095-B84C-B9E9-8074-D55652ECC6C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363847" y="5609182"/>
                  <a:ext cx="198000" cy="55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4724751-1C52-1DE6-3DBF-1A38A3273210}"/>
              </a:ext>
            </a:extLst>
          </p:cNvPr>
          <p:cNvGrpSpPr/>
          <p:nvPr/>
        </p:nvGrpSpPr>
        <p:grpSpPr>
          <a:xfrm>
            <a:off x="6946007" y="6606382"/>
            <a:ext cx="239400" cy="95760"/>
            <a:chOff x="6946007" y="6606382"/>
            <a:chExt cx="239400" cy="9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A54A4C9-241C-4718-19A5-54B0188BA50F}"/>
                    </a:ext>
                  </a:extLst>
                </p14:cNvPr>
                <p14:cNvContentPartPr/>
                <p14:nvPr/>
              </p14:nvContentPartPr>
              <p14:xfrm>
                <a:off x="6946007" y="6606382"/>
                <a:ext cx="151200" cy="399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A54A4C9-241C-4718-19A5-54B0188BA50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928007" y="6588742"/>
                  <a:ext cx="186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538331E-498C-FAD2-32D9-295848B7F189}"/>
                    </a:ext>
                  </a:extLst>
                </p14:cNvPr>
                <p14:cNvContentPartPr/>
                <p14:nvPr/>
              </p14:nvContentPartPr>
              <p14:xfrm>
                <a:off x="6981647" y="6681262"/>
                <a:ext cx="203760" cy="208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538331E-498C-FAD2-32D9-295848B7F18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964007" y="6663622"/>
                  <a:ext cx="23940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62058C99-3764-DB00-FD31-E380EA5F08BB}"/>
              </a:ext>
            </a:extLst>
          </p:cNvPr>
          <p:cNvGrpSpPr/>
          <p:nvPr/>
        </p:nvGrpSpPr>
        <p:grpSpPr>
          <a:xfrm>
            <a:off x="7363967" y="6445822"/>
            <a:ext cx="736200" cy="264240"/>
            <a:chOff x="7363967" y="6445822"/>
            <a:chExt cx="73620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4CEA9AF-024A-DCC0-E041-9F25055C47A2}"/>
                    </a:ext>
                  </a:extLst>
                </p14:cNvPr>
                <p14:cNvContentPartPr/>
                <p14:nvPr/>
              </p14:nvContentPartPr>
              <p14:xfrm>
                <a:off x="7363967" y="6471022"/>
                <a:ext cx="147600" cy="238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4CEA9AF-024A-DCC0-E041-9F25055C47A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345967" y="6453022"/>
                  <a:ext cx="1832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345097A-E498-25CF-9A9B-88F5ACB4158A}"/>
                    </a:ext>
                  </a:extLst>
                </p14:cNvPr>
                <p14:cNvContentPartPr/>
                <p14:nvPr/>
              </p14:nvContentPartPr>
              <p14:xfrm>
                <a:off x="7676807" y="6558862"/>
                <a:ext cx="127800" cy="140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345097A-E498-25CF-9A9B-88F5ACB4158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659167" y="6541222"/>
                  <a:ext cx="163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8B1FF85-0A54-933C-16AD-D51471735D00}"/>
                    </a:ext>
                  </a:extLst>
                </p14:cNvPr>
                <p14:cNvContentPartPr/>
                <p14:nvPr/>
              </p14:nvContentPartPr>
              <p14:xfrm>
                <a:off x="7706687" y="6473542"/>
                <a:ext cx="16200" cy="2365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8B1FF85-0A54-933C-16AD-D51471735D0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688687" y="6455542"/>
                  <a:ext cx="51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0E03C2F-B245-C5E6-D230-B4A94EC9B353}"/>
                    </a:ext>
                  </a:extLst>
                </p14:cNvPr>
                <p14:cNvContentPartPr/>
                <p14:nvPr/>
              </p14:nvContentPartPr>
              <p14:xfrm>
                <a:off x="7911527" y="6445822"/>
                <a:ext cx="14400" cy="2365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0E03C2F-B245-C5E6-D230-B4A94EC9B35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893527" y="6427822"/>
                  <a:ext cx="50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C001813-A7AE-3FF1-008D-6B3B9C720A63}"/>
                    </a:ext>
                  </a:extLst>
                </p14:cNvPr>
                <p14:cNvContentPartPr/>
                <p14:nvPr/>
              </p14:nvContentPartPr>
              <p14:xfrm>
                <a:off x="7999727" y="6483622"/>
                <a:ext cx="100440" cy="1828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C001813-A7AE-3FF1-008D-6B3B9C720A6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982087" y="6465622"/>
                  <a:ext cx="13608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6891FB42-4523-6139-13FB-9C4CBBA62EB8}"/>
              </a:ext>
            </a:extLst>
          </p:cNvPr>
          <p:cNvGrpSpPr/>
          <p:nvPr/>
        </p:nvGrpSpPr>
        <p:grpSpPr>
          <a:xfrm>
            <a:off x="8287007" y="6393262"/>
            <a:ext cx="546840" cy="316440"/>
            <a:chOff x="8287007" y="6393262"/>
            <a:chExt cx="54684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63450F1-47D8-E4F1-4A27-F166DBDB9CC1}"/>
                    </a:ext>
                  </a:extLst>
                </p14:cNvPr>
                <p14:cNvContentPartPr/>
                <p14:nvPr/>
              </p14:nvContentPartPr>
              <p14:xfrm>
                <a:off x="8287007" y="6525022"/>
                <a:ext cx="140400" cy="504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63450F1-47D8-E4F1-4A27-F166DBDB9CC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69007" y="6507022"/>
                  <a:ext cx="176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E634C39-9CED-62BE-855F-6010BD62A66B}"/>
                    </a:ext>
                  </a:extLst>
                </p14:cNvPr>
                <p14:cNvContentPartPr/>
                <p14:nvPr/>
              </p14:nvContentPartPr>
              <p14:xfrm>
                <a:off x="8359367" y="6459502"/>
                <a:ext cx="20520" cy="250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E634C39-9CED-62BE-855F-6010BD62A66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341727" y="6441502"/>
                  <a:ext cx="561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CA3757A-2089-809D-64E0-5674B2A24FE1}"/>
                    </a:ext>
                  </a:extLst>
                </p14:cNvPr>
                <p14:cNvContentPartPr/>
                <p14:nvPr/>
              </p14:nvContentPartPr>
              <p14:xfrm>
                <a:off x="8586887" y="6393262"/>
                <a:ext cx="18720" cy="2638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CA3757A-2089-809D-64E0-5674B2A24FE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568887" y="6375262"/>
                  <a:ext cx="543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05D7799-E4B0-9EC1-0DD8-20119CF01CE0}"/>
                    </a:ext>
                  </a:extLst>
                </p14:cNvPr>
                <p14:cNvContentPartPr/>
                <p14:nvPr/>
              </p14:nvContentPartPr>
              <p14:xfrm>
                <a:off x="8728367" y="6427462"/>
                <a:ext cx="105480" cy="2530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05D7799-E4B0-9EC1-0DD8-20119CF01CE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710367" y="6409822"/>
                  <a:ext cx="14112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A885CAB-FAA3-2EC8-4FF2-375055648DAA}"/>
              </a:ext>
            </a:extLst>
          </p:cNvPr>
          <p:cNvGrpSpPr/>
          <p:nvPr/>
        </p:nvGrpSpPr>
        <p:grpSpPr>
          <a:xfrm>
            <a:off x="9138047" y="6507022"/>
            <a:ext cx="159480" cy="124560"/>
            <a:chOff x="9138047" y="6507022"/>
            <a:chExt cx="159480" cy="12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03EDF9E-0215-C93C-F415-57C38B298D4F}"/>
                    </a:ext>
                  </a:extLst>
                </p14:cNvPr>
                <p14:cNvContentPartPr/>
                <p14:nvPr/>
              </p14:nvContentPartPr>
              <p14:xfrm>
                <a:off x="9171167" y="6507022"/>
                <a:ext cx="84240" cy="97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03EDF9E-0215-C93C-F415-57C38B298D4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153527" y="6489022"/>
                  <a:ext cx="119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59D11FC-003E-7209-6B48-B25EF283456D}"/>
                    </a:ext>
                  </a:extLst>
                </p14:cNvPr>
                <p14:cNvContentPartPr/>
                <p14:nvPr/>
              </p14:nvContentPartPr>
              <p14:xfrm>
                <a:off x="9138047" y="6600982"/>
                <a:ext cx="159480" cy="306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59D11FC-003E-7209-6B48-B25EF283456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20407" y="6583342"/>
                  <a:ext cx="19512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D2C14B72-EA73-54DD-A8B9-43E0C9D6F858}"/>
              </a:ext>
            </a:extLst>
          </p:cNvPr>
          <p:cNvGrpSpPr/>
          <p:nvPr/>
        </p:nvGrpSpPr>
        <p:grpSpPr>
          <a:xfrm>
            <a:off x="9615767" y="6354382"/>
            <a:ext cx="482760" cy="286560"/>
            <a:chOff x="9615767" y="6354382"/>
            <a:chExt cx="48276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3FAC961-3600-1B0E-5B72-D3B89D77E89C}"/>
                    </a:ext>
                  </a:extLst>
                </p14:cNvPr>
                <p14:cNvContentPartPr/>
                <p14:nvPr/>
              </p14:nvContentPartPr>
              <p14:xfrm>
                <a:off x="9615767" y="6389302"/>
                <a:ext cx="160200" cy="2516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3FAC961-3600-1B0E-5B72-D3B89D77E89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597767" y="6371662"/>
                  <a:ext cx="195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AD94007-F450-47D3-2413-BDBF19744BA4}"/>
                    </a:ext>
                  </a:extLst>
                </p14:cNvPr>
                <p14:cNvContentPartPr/>
                <p14:nvPr/>
              </p14:nvContentPartPr>
              <p14:xfrm>
                <a:off x="9936167" y="6354382"/>
                <a:ext cx="162360" cy="255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AD94007-F450-47D3-2413-BDBF19744BA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918527" y="6336382"/>
                  <a:ext cx="19800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57DEBC69-0093-45D0-F9A6-30448FC0ED62}"/>
                  </a:ext>
                </a:extLst>
              </p14:cNvPr>
              <p14:cNvContentPartPr/>
              <p14:nvPr/>
            </p14:nvContentPartPr>
            <p14:xfrm>
              <a:off x="6546047" y="1953742"/>
              <a:ext cx="111960" cy="4143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57DEBC69-0093-45D0-F9A6-30448FC0ED62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6528407" y="1935742"/>
                <a:ext cx="14760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6C2131BA-AE29-6F3A-F008-ED372644ACB6}"/>
                  </a:ext>
                </a:extLst>
              </p14:cNvPr>
              <p14:cNvContentPartPr/>
              <p14:nvPr/>
            </p14:nvContentPartPr>
            <p14:xfrm>
              <a:off x="6711287" y="1977502"/>
              <a:ext cx="139680" cy="29988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6C2131BA-AE29-6F3A-F008-ED372644ACB6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6693287" y="1959862"/>
                <a:ext cx="17532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E9A76E51-41D1-0D5A-C396-A765FA815849}"/>
                  </a:ext>
                </a:extLst>
              </p14:cNvPr>
              <p14:cNvContentPartPr/>
              <p14:nvPr/>
            </p14:nvContentPartPr>
            <p14:xfrm>
              <a:off x="6717047" y="2139142"/>
              <a:ext cx="136800" cy="561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E9A76E51-41D1-0D5A-C396-A765FA815849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6699407" y="2121502"/>
                <a:ext cx="17244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B0D1DF33-B03F-3366-4600-B625AED7EDB5}"/>
                  </a:ext>
                </a:extLst>
              </p14:cNvPr>
              <p14:cNvContentPartPr/>
              <p14:nvPr/>
            </p14:nvContentPartPr>
            <p14:xfrm>
              <a:off x="6949607" y="1993342"/>
              <a:ext cx="15120" cy="27108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B0D1DF33-B03F-3366-4600-B625AED7EDB5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6931607" y="1975342"/>
                <a:ext cx="507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25CE8E0-1856-4546-CBF8-1AAADB5231CD}"/>
                  </a:ext>
                </a:extLst>
              </p14:cNvPr>
              <p14:cNvContentPartPr/>
              <p14:nvPr/>
            </p14:nvContentPartPr>
            <p14:xfrm>
              <a:off x="7164527" y="2101342"/>
              <a:ext cx="123480" cy="165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25CE8E0-1856-4546-CBF8-1AAADB5231CD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7146527" y="2083702"/>
                <a:ext cx="1591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8AC0F002-8769-D369-71A8-4F2BFDEE6460}"/>
                  </a:ext>
                </a:extLst>
              </p14:cNvPr>
              <p14:cNvContentPartPr/>
              <p14:nvPr/>
            </p14:nvContentPartPr>
            <p14:xfrm>
              <a:off x="7127447" y="2176942"/>
              <a:ext cx="171000" cy="4860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8AC0F002-8769-D369-71A8-4F2BFDEE6460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7109807" y="2159302"/>
                <a:ext cx="20664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474A069-58A8-D243-57A7-A768B7B9833C}"/>
              </a:ext>
            </a:extLst>
          </p:cNvPr>
          <p:cNvGrpSpPr/>
          <p:nvPr/>
        </p:nvGrpSpPr>
        <p:grpSpPr>
          <a:xfrm>
            <a:off x="7553327" y="1757182"/>
            <a:ext cx="1087200" cy="641880"/>
            <a:chOff x="7553327" y="1757182"/>
            <a:chExt cx="1087200" cy="64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2F73D12-C7ED-33FF-FD75-E675DF728BB3}"/>
                    </a:ext>
                  </a:extLst>
                </p14:cNvPr>
                <p14:cNvContentPartPr/>
                <p14:nvPr/>
              </p14:nvContentPartPr>
              <p14:xfrm>
                <a:off x="7553327" y="1942222"/>
                <a:ext cx="132480" cy="2876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2F73D12-C7ED-33FF-FD75-E675DF728BB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535327" y="1924222"/>
                  <a:ext cx="168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1D7C3CD-3C1E-D0C4-F1CC-1383E5719A55}"/>
                    </a:ext>
                  </a:extLst>
                </p14:cNvPr>
                <p14:cNvContentPartPr/>
                <p14:nvPr/>
              </p14:nvContentPartPr>
              <p14:xfrm>
                <a:off x="7720727" y="1781302"/>
                <a:ext cx="205920" cy="6177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1D7C3CD-3C1E-D0C4-F1CC-1383E5719A5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703087" y="1763662"/>
                  <a:ext cx="24156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1A75A33-57C5-82B4-672C-4B9504D70C6F}"/>
                    </a:ext>
                  </a:extLst>
                </p14:cNvPr>
                <p14:cNvContentPartPr/>
                <p14:nvPr/>
              </p14:nvContentPartPr>
              <p14:xfrm>
                <a:off x="7894967" y="1984702"/>
                <a:ext cx="136800" cy="2872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1A75A33-57C5-82B4-672C-4B9504D70C6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876967" y="1966702"/>
                  <a:ext cx="1724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1D99878-8CE8-E4EE-2FAF-F64A1969DD11}"/>
                    </a:ext>
                  </a:extLst>
                </p14:cNvPr>
                <p14:cNvContentPartPr/>
                <p14:nvPr/>
              </p14:nvContentPartPr>
              <p14:xfrm>
                <a:off x="8212127" y="2091982"/>
                <a:ext cx="113040" cy="547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1D99878-8CE8-E4EE-2FAF-F64A1969DD1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194127" y="2073982"/>
                  <a:ext cx="148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7373DD3-09DE-D6FD-CE5E-D8477D6245AA}"/>
                    </a:ext>
                  </a:extLst>
                </p14:cNvPr>
                <p14:cNvContentPartPr/>
                <p14:nvPr/>
              </p14:nvContentPartPr>
              <p14:xfrm>
                <a:off x="8393567" y="1986502"/>
                <a:ext cx="32400" cy="2037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7373DD3-09DE-D6FD-CE5E-D8477D6245A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375927" y="1968502"/>
                  <a:ext cx="68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7AABF80-2286-BB98-7706-74B899D5DDA1}"/>
                    </a:ext>
                  </a:extLst>
                </p14:cNvPr>
                <p14:cNvContentPartPr/>
                <p14:nvPr/>
              </p14:nvContentPartPr>
              <p14:xfrm>
                <a:off x="8515607" y="1757182"/>
                <a:ext cx="124920" cy="609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7AABF80-2286-BB98-7706-74B899D5DDA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497967" y="1739182"/>
                  <a:ext cx="160560" cy="64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3C8FD7D5-429D-46D3-6CAA-ADF9F56AC7CE}"/>
              </a:ext>
            </a:extLst>
          </p:cNvPr>
          <p:cNvGrpSpPr/>
          <p:nvPr/>
        </p:nvGrpSpPr>
        <p:grpSpPr>
          <a:xfrm>
            <a:off x="8903687" y="1668262"/>
            <a:ext cx="3231720" cy="851400"/>
            <a:chOff x="8903687" y="1668262"/>
            <a:chExt cx="3231720" cy="85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2E351DD-5332-38FE-35E4-FD0C75B47C8F}"/>
                    </a:ext>
                  </a:extLst>
                </p14:cNvPr>
                <p14:cNvContentPartPr/>
                <p14:nvPr/>
              </p14:nvContentPartPr>
              <p14:xfrm>
                <a:off x="8903687" y="2079742"/>
                <a:ext cx="169560" cy="244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2E351DD-5332-38FE-35E4-FD0C75B47C8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885687" y="2062102"/>
                  <a:ext cx="2052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FE4DA57-F5E5-5445-2547-9260143140B0}"/>
                    </a:ext>
                  </a:extLst>
                </p14:cNvPr>
                <p14:cNvContentPartPr/>
                <p14:nvPr/>
              </p14:nvContentPartPr>
              <p14:xfrm>
                <a:off x="8950127" y="1995862"/>
                <a:ext cx="43200" cy="1922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FE4DA57-F5E5-5445-2547-9260143140B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932127" y="1978222"/>
                  <a:ext cx="78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E07D6E9-521D-EC77-4262-E8E45A06247E}"/>
                    </a:ext>
                  </a:extLst>
                </p14:cNvPr>
                <p14:cNvContentPartPr/>
                <p14:nvPr/>
              </p14:nvContentPartPr>
              <p14:xfrm>
                <a:off x="9207887" y="1984702"/>
                <a:ext cx="174960" cy="1814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E07D6E9-521D-EC77-4262-E8E45A06247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190247" y="1966702"/>
                  <a:ext cx="210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2C8A4E7-3A43-E931-0585-E4BAA00454E0}"/>
                    </a:ext>
                  </a:extLst>
                </p14:cNvPr>
                <p14:cNvContentPartPr/>
                <p14:nvPr/>
              </p14:nvContentPartPr>
              <p14:xfrm>
                <a:off x="9445127" y="1700662"/>
                <a:ext cx="275040" cy="6822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2C8A4E7-3A43-E931-0585-E4BAA00454E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427487" y="1682662"/>
                  <a:ext cx="31068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0969015-76AC-390B-8C70-C32342839042}"/>
                    </a:ext>
                  </a:extLst>
                </p14:cNvPr>
                <p14:cNvContentPartPr/>
                <p14:nvPr/>
              </p14:nvContentPartPr>
              <p14:xfrm>
                <a:off x="9710807" y="2078302"/>
                <a:ext cx="188640" cy="298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0969015-76AC-390B-8C70-C3234283904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693167" y="2060302"/>
                  <a:ext cx="224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47F9E26-0037-A2C1-C8CD-B12E0F88AE84}"/>
                    </a:ext>
                  </a:extLst>
                </p14:cNvPr>
                <p14:cNvContentPartPr/>
                <p14:nvPr/>
              </p14:nvContentPartPr>
              <p14:xfrm>
                <a:off x="9991967" y="1952302"/>
                <a:ext cx="123840" cy="2552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47F9E26-0037-A2C1-C8CD-B12E0F88AE8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974327" y="1934662"/>
                  <a:ext cx="1594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2FB4988-BB83-0017-3566-F408929DDD92}"/>
                    </a:ext>
                  </a:extLst>
                </p14:cNvPr>
                <p14:cNvContentPartPr/>
                <p14:nvPr/>
              </p14:nvContentPartPr>
              <p14:xfrm>
                <a:off x="10187087" y="2077582"/>
                <a:ext cx="138600" cy="291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2FB4988-BB83-0017-3566-F408929DDD9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169447" y="2059582"/>
                  <a:ext cx="1742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3FF2930-0C44-914C-AA55-94B16A80AB48}"/>
                    </a:ext>
                  </a:extLst>
                </p14:cNvPr>
                <p14:cNvContentPartPr/>
                <p14:nvPr/>
              </p14:nvContentPartPr>
              <p14:xfrm>
                <a:off x="10231367" y="2021782"/>
                <a:ext cx="47880" cy="163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3FF2930-0C44-914C-AA55-94B16A80AB4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213367" y="2003782"/>
                  <a:ext cx="83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A82E913-E875-86EA-8F35-25DBC99165AF}"/>
                    </a:ext>
                  </a:extLst>
                </p14:cNvPr>
                <p14:cNvContentPartPr/>
                <p14:nvPr/>
              </p14:nvContentPartPr>
              <p14:xfrm>
                <a:off x="10409567" y="2013862"/>
                <a:ext cx="140040" cy="174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A82E913-E875-86EA-8F35-25DBC99165A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391567" y="1995862"/>
                  <a:ext cx="175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06B16EE-7DBF-B7C1-81FD-47B1C2CBC5CE}"/>
                    </a:ext>
                  </a:extLst>
                </p14:cNvPr>
                <p14:cNvContentPartPr/>
                <p14:nvPr/>
              </p14:nvContentPartPr>
              <p14:xfrm>
                <a:off x="10409927" y="1825582"/>
                <a:ext cx="196920" cy="6940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06B16EE-7DBF-B7C1-81FD-47B1C2CBC5C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392287" y="1807582"/>
                  <a:ext cx="23256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E2F2287-E23C-4635-CF22-A7D13B6DC6C5}"/>
                    </a:ext>
                  </a:extLst>
                </p14:cNvPr>
                <p14:cNvContentPartPr/>
                <p14:nvPr/>
              </p14:nvContentPartPr>
              <p14:xfrm>
                <a:off x="10698287" y="2059582"/>
                <a:ext cx="173520" cy="39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E2F2287-E23C-4635-CF22-A7D13B6DC6C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680647" y="2041582"/>
                  <a:ext cx="209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93C04B0-B38F-A326-4A72-FB35DB7B98C2}"/>
                    </a:ext>
                  </a:extLst>
                </p14:cNvPr>
                <p14:cNvContentPartPr/>
                <p14:nvPr/>
              </p14:nvContentPartPr>
              <p14:xfrm>
                <a:off x="10784327" y="1668262"/>
                <a:ext cx="693720" cy="7297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93C04B0-B38F-A326-4A72-FB35DB7B98C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766327" y="1650622"/>
                  <a:ext cx="72936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8A7E67A-55E6-DBDC-8D20-C8372B6F37E1}"/>
                    </a:ext>
                  </a:extLst>
                </p14:cNvPr>
                <p14:cNvContentPartPr/>
                <p14:nvPr/>
              </p14:nvContentPartPr>
              <p14:xfrm>
                <a:off x="11458967" y="1938262"/>
                <a:ext cx="155160" cy="236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8A7E67A-55E6-DBDC-8D20-C8372B6F37E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440967" y="1920622"/>
                  <a:ext cx="190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88DCBEE-7328-EFBF-73C9-4E94FE57DC8F}"/>
                    </a:ext>
                  </a:extLst>
                </p14:cNvPr>
                <p14:cNvContentPartPr/>
                <p14:nvPr/>
              </p14:nvContentPartPr>
              <p14:xfrm>
                <a:off x="11671367" y="2055262"/>
                <a:ext cx="103680" cy="338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88DCBEE-7328-EFBF-73C9-4E94FE57DC8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653727" y="2037262"/>
                  <a:ext cx="139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9FA86C9-4003-46DD-1E56-6EF698FCF3FE}"/>
                    </a:ext>
                  </a:extLst>
                </p14:cNvPr>
                <p14:cNvContentPartPr/>
                <p14:nvPr/>
              </p14:nvContentPartPr>
              <p14:xfrm>
                <a:off x="11833007" y="1879222"/>
                <a:ext cx="90000" cy="2718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9FA86C9-4003-46DD-1E56-6EF698FCF3F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815007" y="1861582"/>
                  <a:ext cx="1256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E4D99EB-FCD2-2AA4-1537-59BA6AD4EB23}"/>
                    </a:ext>
                  </a:extLst>
                </p14:cNvPr>
                <p14:cNvContentPartPr/>
                <p14:nvPr/>
              </p14:nvContentPartPr>
              <p14:xfrm>
                <a:off x="11854247" y="1750342"/>
                <a:ext cx="281160" cy="7074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E4D99EB-FCD2-2AA4-1537-59BA6AD4EB2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836247" y="1732342"/>
                  <a:ext cx="316800" cy="74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E629BA4F-5DD4-4375-204A-3CD1752442B0}"/>
              </a:ext>
            </a:extLst>
          </p:cNvPr>
          <p:cNvGrpSpPr/>
          <p:nvPr/>
        </p:nvGrpSpPr>
        <p:grpSpPr>
          <a:xfrm>
            <a:off x="7191887" y="2860942"/>
            <a:ext cx="150840" cy="86760"/>
            <a:chOff x="7191887" y="2860942"/>
            <a:chExt cx="150840" cy="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ECA7437-BF49-2707-D979-E7CC8AB081C6}"/>
                    </a:ext>
                  </a:extLst>
                </p14:cNvPr>
                <p14:cNvContentPartPr/>
                <p14:nvPr/>
              </p14:nvContentPartPr>
              <p14:xfrm>
                <a:off x="7191887" y="2860942"/>
                <a:ext cx="90720" cy="108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ECA7437-BF49-2707-D979-E7CC8AB081C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174247" y="2843302"/>
                  <a:ext cx="126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DF5F5FA-9682-6E84-79E3-0D4AA11BE030}"/>
                    </a:ext>
                  </a:extLst>
                </p14:cNvPr>
                <p14:cNvContentPartPr/>
                <p14:nvPr/>
              </p14:nvContentPartPr>
              <p14:xfrm>
                <a:off x="7216007" y="2927902"/>
                <a:ext cx="126720" cy="198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DF5F5FA-9682-6E84-79E3-0D4AA11BE03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198367" y="2909902"/>
                  <a:ext cx="16236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E69C1E90-DC24-4183-5078-90777BE237D4}"/>
              </a:ext>
            </a:extLst>
          </p:cNvPr>
          <p:cNvGrpSpPr/>
          <p:nvPr/>
        </p:nvGrpSpPr>
        <p:grpSpPr>
          <a:xfrm>
            <a:off x="7763567" y="2718742"/>
            <a:ext cx="398160" cy="307440"/>
            <a:chOff x="7763567" y="2718742"/>
            <a:chExt cx="39816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14CE5CF-03BB-2481-4BAC-9CA69E20C17A}"/>
                    </a:ext>
                  </a:extLst>
                </p14:cNvPr>
                <p14:cNvContentPartPr/>
                <p14:nvPr/>
              </p14:nvContentPartPr>
              <p14:xfrm>
                <a:off x="7763567" y="2718742"/>
                <a:ext cx="127080" cy="3074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14CE5CF-03BB-2481-4BAC-9CA69E20C17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745567" y="2701102"/>
                  <a:ext cx="1627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B18102F-929A-5D27-F154-298C52E118AF}"/>
                    </a:ext>
                  </a:extLst>
                </p14:cNvPr>
                <p14:cNvContentPartPr/>
                <p14:nvPr/>
              </p14:nvContentPartPr>
              <p14:xfrm>
                <a:off x="8017727" y="2731342"/>
                <a:ext cx="144000" cy="2548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B18102F-929A-5D27-F154-298C52E118A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999727" y="2713342"/>
                  <a:ext cx="17964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F37B5FFF-433B-37ED-099F-C44FECA2C55C}"/>
              </a:ext>
            </a:extLst>
          </p:cNvPr>
          <p:cNvGrpSpPr/>
          <p:nvPr/>
        </p:nvGrpSpPr>
        <p:grpSpPr>
          <a:xfrm>
            <a:off x="8414447" y="2670502"/>
            <a:ext cx="491400" cy="260640"/>
            <a:chOff x="8414447" y="2670502"/>
            <a:chExt cx="4914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04BEB31-EA4B-67D6-A13F-2B99C9D455AF}"/>
                    </a:ext>
                  </a:extLst>
                </p14:cNvPr>
                <p14:cNvContentPartPr/>
                <p14:nvPr/>
              </p14:nvContentPartPr>
              <p14:xfrm>
                <a:off x="8414447" y="2853742"/>
                <a:ext cx="161640" cy="313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04BEB31-EA4B-67D6-A13F-2B99C9D455A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396447" y="2835742"/>
                  <a:ext cx="197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152D534-B474-F13B-BF3C-21A72FC3C5DC}"/>
                    </a:ext>
                  </a:extLst>
                </p14:cNvPr>
                <p14:cNvContentPartPr/>
                <p14:nvPr/>
              </p14:nvContentPartPr>
              <p14:xfrm>
                <a:off x="8766167" y="2670502"/>
                <a:ext cx="139680" cy="2606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152D534-B474-F13B-BF3C-21A72FC3C5D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748527" y="2652502"/>
                  <a:ext cx="17532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D901436F-A751-B1DD-DE43-E01271A08D9F}"/>
              </a:ext>
            </a:extLst>
          </p:cNvPr>
          <p:cNvGrpSpPr/>
          <p:nvPr/>
        </p:nvGrpSpPr>
        <p:grpSpPr>
          <a:xfrm>
            <a:off x="9179087" y="2649262"/>
            <a:ext cx="502560" cy="259200"/>
            <a:chOff x="9179087" y="2649262"/>
            <a:chExt cx="50256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2B7D9DE-D7A0-3E82-6C28-AE823E570314}"/>
                    </a:ext>
                  </a:extLst>
                </p14:cNvPr>
                <p14:cNvContentPartPr/>
                <p14:nvPr/>
              </p14:nvContentPartPr>
              <p14:xfrm>
                <a:off x="9179087" y="2808022"/>
                <a:ext cx="201240" cy="471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2B7D9DE-D7A0-3E82-6C28-AE823E57031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161087" y="2790382"/>
                  <a:ext cx="2368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771E826-83F7-C399-10B4-B9A8233A31C3}"/>
                    </a:ext>
                  </a:extLst>
                </p14:cNvPr>
                <p14:cNvContentPartPr/>
                <p14:nvPr/>
              </p14:nvContentPartPr>
              <p14:xfrm>
                <a:off x="9526847" y="2649262"/>
                <a:ext cx="154800" cy="2592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771E826-83F7-C399-10B4-B9A8233A31C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508847" y="2631262"/>
                  <a:ext cx="19044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A1420BE-EFF8-2901-07F0-599B92BFC536}"/>
              </a:ext>
            </a:extLst>
          </p:cNvPr>
          <p:cNvGrpSpPr/>
          <p:nvPr/>
        </p:nvGrpSpPr>
        <p:grpSpPr>
          <a:xfrm>
            <a:off x="7397447" y="3433342"/>
            <a:ext cx="221760" cy="126000"/>
            <a:chOff x="7397447" y="3433342"/>
            <a:chExt cx="22176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8513550-9482-E88A-1AAA-694DD0027BB6}"/>
                    </a:ext>
                  </a:extLst>
                </p14:cNvPr>
                <p14:cNvContentPartPr/>
                <p14:nvPr/>
              </p14:nvContentPartPr>
              <p14:xfrm>
                <a:off x="7397447" y="3433342"/>
                <a:ext cx="123840" cy="90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8513550-9482-E88A-1AAA-694DD0027BB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379447" y="3415702"/>
                  <a:ext cx="159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D309DCF4-CC9A-A59D-7366-3A309ADCE412}"/>
                    </a:ext>
                  </a:extLst>
                </p14:cNvPr>
                <p14:cNvContentPartPr/>
                <p14:nvPr/>
              </p14:nvContentPartPr>
              <p14:xfrm>
                <a:off x="7416527" y="3529102"/>
                <a:ext cx="202680" cy="302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D309DCF4-CC9A-A59D-7366-3A309ADCE41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398527" y="3511102"/>
                  <a:ext cx="23832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A6C911B8-7C77-8F12-D39E-F25B1E8BEA6C}"/>
              </a:ext>
            </a:extLst>
          </p:cNvPr>
          <p:cNvGrpSpPr/>
          <p:nvPr/>
        </p:nvGrpSpPr>
        <p:grpSpPr>
          <a:xfrm>
            <a:off x="8061287" y="3325342"/>
            <a:ext cx="570240" cy="263160"/>
            <a:chOff x="8061287" y="3325342"/>
            <a:chExt cx="57024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03A68663-EBF3-F92F-0DF1-34356FAA108F}"/>
                    </a:ext>
                  </a:extLst>
                </p14:cNvPr>
                <p14:cNvContentPartPr/>
                <p14:nvPr/>
              </p14:nvContentPartPr>
              <p14:xfrm>
                <a:off x="8061287" y="3325342"/>
                <a:ext cx="207000" cy="2505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03A68663-EBF3-F92F-0DF1-34356FAA108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043647" y="3307702"/>
                  <a:ext cx="2426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0F474B1-8B72-EF0F-CBB0-EA9BC203621A}"/>
                    </a:ext>
                  </a:extLst>
                </p14:cNvPr>
                <p14:cNvContentPartPr/>
                <p14:nvPr/>
              </p14:nvContentPartPr>
              <p14:xfrm>
                <a:off x="8340647" y="3345862"/>
                <a:ext cx="290880" cy="2426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0F474B1-8B72-EF0F-CBB0-EA9BC203621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322647" y="3328222"/>
                  <a:ext cx="32652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6ABF5CE-AD2C-6262-34A7-940FE4CF59ED}"/>
              </a:ext>
            </a:extLst>
          </p:cNvPr>
          <p:cNvGrpSpPr/>
          <p:nvPr/>
        </p:nvGrpSpPr>
        <p:grpSpPr>
          <a:xfrm>
            <a:off x="9893687" y="2768062"/>
            <a:ext cx="179640" cy="110160"/>
            <a:chOff x="9893687" y="2768062"/>
            <a:chExt cx="179640" cy="11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168BA7B-212F-042E-C902-17BE1E693386}"/>
                    </a:ext>
                  </a:extLst>
                </p14:cNvPr>
                <p14:cNvContentPartPr/>
                <p14:nvPr/>
              </p14:nvContentPartPr>
              <p14:xfrm>
                <a:off x="9933287" y="2768062"/>
                <a:ext cx="125280" cy="82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168BA7B-212F-042E-C902-17BE1E69338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915287" y="2750062"/>
                  <a:ext cx="160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84E27FA-204E-6A65-2820-0D51A9DA3EA2}"/>
                    </a:ext>
                  </a:extLst>
                </p14:cNvPr>
                <p14:cNvContentPartPr/>
                <p14:nvPr/>
              </p14:nvContentPartPr>
              <p14:xfrm>
                <a:off x="9893687" y="2846182"/>
                <a:ext cx="179640" cy="320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84E27FA-204E-6A65-2820-0D51A9DA3EA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875687" y="2828542"/>
                  <a:ext cx="2152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6EF9C702-C0EA-02E1-F0AA-3E9C3959FD99}"/>
              </a:ext>
            </a:extLst>
          </p:cNvPr>
          <p:cNvGrpSpPr/>
          <p:nvPr/>
        </p:nvGrpSpPr>
        <p:grpSpPr>
          <a:xfrm>
            <a:off x="10312367" y="2599942"/>
            <a:ext cx="1156320" cy="307800"/>
            <a:chOff x="10312367" y="2599942"/>
            <a:chExt cx="115632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4D0131C-7C8A-5028-B3CF-30D96D889E8A}"/>
                    </a:ext>
                  </a:extLst>
                </p14:cNvPr>
                <p14:cNvContentPartPr/>
                <p14:nvPr/>
              </p14:nvContentPartPr>
              <p14:xfrm>
                <a:off x="10312367" y="2670502"/>
                <a:ext cx="141120" cy="2372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4D0131C-7C8A-5028-B3CF-30D96D889E8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294727" y="2652502"/>
                  <a:ext cx="1767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3D5C518-0A0D-AE11-5DF0-85135617DEA7}"/>
                    </a:ext>
                  </a:extLst>
                </p14:cNvPr>
                <p14:cNvContentPartPr/>
                <p14:nvPr/>
              </p14:nvContentPartPr>
              <p14:xfrm>
                <a:off x="10600007" y="2662942"/>
                <a:ext cx="109440" cy="2278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3D5C518-0A0D-AE11-5DF0-85135617DEA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582367" y="2645302"/>
                  <a:ext cx="1450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0BB41C1-5A0C-5920-3E6B-C179B39869D5}"/>
                    </a:ext>
                  </a:extLst>
                </p14:cNvPr>
                <p14:cNvContentPartPr/>
                <p14:nvPr/>
              </p14:nvContentPartPr>
              <p14:xfrm>
                <a:off x="10883327" y="2751502"/>
                <a:ext cx="156960" cy="27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0BB41C1-5A0C-5920-3E6B-C179B39869D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865327" y="2733862"/>
                  <a:ext cx="192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224930E-E4DE-D595-FE97-24826CC49E61}"/>
                    </a:ext>
                  </a:extLst>
                </p14:cNvPr>
                <p14:cNvContentPartPr/>
                <p14:nvPr/>
              </p14:nvContentPartPr>
              <p14:xfrm>
                <a:off x="11127047" y="2612902"/>
                <a:ext cx="27360" cy="2728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224930E-E4DE-D595-FE97-24826CC49E6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1109047" y="2595262"/>
                  <a:ext cx="630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54EE884D-CBE7-6A1C-6F8A-0C2CCCD62F61}"/>
                    </a:ext>
                  </a:extLst>
                </p14:cNvPr>
                <p14:cNvContentPartPr/>
                <p14:nvPr/>
              </p14:nvContentPartPr>
              <p14:xfrm>
                <a:off x="11300207" y="2599942"/>
                <a:ext cx="168480" cy="2563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54EE884D-CBE7-6A1C-6F8A-0C2CCCD62F6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282207" y="2582302"/>
                  <a:ext cx="204120" cy="29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3897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84AC43-DAE7-A3B9-580F-012D06C810BD}"/>
                  </a:ext>
                </a:extLst>
              </p14:cNvPr>
              <p14:cNvContentPartPr/>
              <p14:nvPr/>
            </p14:nvContentPartPr>
            <p14:xfrm>
              <a:off x="487967" y="329062"/>
              <a:ext cx="270000" cy="421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84AC43-DAE7-A3B9-580F-012D06C810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9967" y="311062"/>
                <a:ext cx="305640" cy="45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5DA0A68-9D4F-604B-BF7F-63478FE8FD04}"/>
              </a:ext>
            </a:extLst>
          </p:cNvPr>
          <p:cNvGrpSpPr/>
          <p:nvPr/>
        </p:nvGrpSpPr>
        <p:grpSpPr>
          <a:xfrm>
            <a:off x="992687" y="125662"/>
            <a:ext cx="1827000" cy="445320"/>
            <a:chOff x="992687" y="125662"/>
            <a:chExt cx="1827000" cy="4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42AC670-7FAE-DDDB-5F5D-17BAC82014EE}"/>
                    </a:ext>
                  </a:extLst>
                </p14:cNvPr>
                <p14:cNvContentPartPr/>
                <p14:nvPr/>
              </p14:nvContentPartPr>
              <p14:xfrm>
                <a:off x="992687" y="134662"/>
                <a:ext cx="637560" cy="397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42AC670-7FAE-DDDB-5F5D-17BAC82014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5047" y="116662"/>
                  <a:ext cx="6732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E60E04A-994C-BA4F-08F1-ECBD1D0007DC}"/>
                    </a:ext>
                  </a:extLst>
                </p14:cNvPr>
                <p14:cNvContentPartPr/>
                <p14:nvPr/>
              </p14:nvContentPartPr>
              <p14:xfrm>
                <a:off x="1751207" y="259222"/>
                <a:ext cx="166680" cy="230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E60E04A-994C-BA4F-08F1-ECBD1D0007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33207" y="241222"/>
                  <a:ext cx="202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9E7CF35-C617-0EF6-5280-5BEE35951553}"/>
                    </a:ext>
                  </a:extLst>
                </p14:cNvPr>
                <p14:cNvContentPartPr/>
                <p14:nvPr/>
              </p14:nvContentPartPr>
              <p14:xfrm>
                <a:off x="2030207" y="236902"/>
                <a:ext cx="208800" cy="324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9E7CF35-C617-0EF6-5280-5BEE359515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12207" y="218902"/>
                  <a:ext cx="2444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2240CD-22C2-FD38-CC26-DE2E184FB5A9}"/>
                    </a:ext>
                  </a:extLst>
                </p14:cNvPr>
                <p14:cNvContentPartPr/>
                <p14:nvPr/>
              </p14:nvContentPartPr>
              <p14:xfrm>
                <a:off x="2385527" y="125662"/>
                <a:ext cx="147240" cy="163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2240CD-22C2-FD38-CC26-DE2E184FB5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67887" y="107662"/>
                  <a:ext cx="182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224D47-3625-FC80-F4DC-F110BAC22DBB}"/>
                    </a:ext>
                  </a:extLst>
                </p14:cNvPr>
                <p14:cNvContentPartPr/>
                <p14:nvPr/>
              </p14:nvContentPartPr>
              <p14:xfrm>
                <a:off x="2626727" y="410422"/>
                <a:ext cx="192960" cy="25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224D47-3625-FC80-F4DC-F110BAC22D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09087" y="392422"/>
                  <a:ext cx="228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890EB3D-E15B-70A5-2FD6-17C68202CA10}"/>
                    </a:ext>
                  </a:extLst>
                </p14:cNvPr>
                <p14:cNvContentPartPr/>
                <p14:nvPr/>
              </p14:nvContentPartPr>
              <p14:xfrm>
                <a:off x="2727527" y="329422"/>
                <a:ext cx="59760" cy="241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90EB3D-E15B-70A5-2FD6-17C68202CA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09887" y="311422"/>
                  <a:ext cx="95400" cy="27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A697091-5185-A43C-4A4D-46AA83AF8BE2}"/>
                  </a:ext>
                </a:extLst>
              </p14:cNvPr>
              <p14:cNvContentPartPr/>
              <p14:nvPr/>
            </p14:nvContentPartPr>
            <p14:xfrm>
              <a:off x="3163847" y="300982"/>
              <a:ext cx="117000" cy="266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A697091-5185-A43C-4A4D-46AA83AF8BE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45847" y="282982"/>
                <a:ext cx="15264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AD62100-8ACA-1383-1DAB-041855B26793}"/>
              </a:ext>
            </a:extLst>
          </p:cNvPr>
          <p:cNvGrpSpPr/>
          <p:nvPr/>
        </p:nvGrpSpPr>
        <p:grpSpPr>
          <a:xfrm>
            <a:off x="3477767" y="264982"/>
            <a:ext cx="421560" cy="254160"/>
            <a:chOff x="3477767" y="264982"/>
            <a:chExt cx="42156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B5FC48-5A87-C826-AA18-19C11EBA1A0C}"/>
                    </a:ext>
                  </a:extLst>
                </p14:cNvPr>
                <p14:cNvContentPartPr/>
                <p14:nvPr/>
              </p14:nvContentPartPr>
              <p14:xfrm>
                <a:off x="3477767" y="277942"/>
                <a:ext cx="129600" cy="230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B5FC48-5A87-C826-AA18-19C11EBA1A0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60127" y="260302"/>
                  <a:ext cx="165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C162DD-2F04-C91D-1734-B43BA2127277}"/>
                    </a:ext>
                  </a:extLst>
                </p14:cNvPr>
                <p14:cNvContentPartPr/>
                <p14:nvPr/>
              </p14:nvContentPartPr>
              <p14:xfrm>
                <a:off x="3861527" y="264982"/>
                <a:ext cx="11160" cy="215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C162DD-2F04-C91D-1734-B43BA21272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43527" y="247342"/>
                  <a:ext cx="468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6DD945-3903-2B31-4EAD-D0A395603DD8}"/>
                    </a:ext>
                  </a:extLst>
                </p14:cNvPr>
                <p14:cNvContentPartPr/>
                <p14:nvPr/>
              </p14:nvContentPartPr>
              <p14:xfrm>
                <a:off x="3697367" y="397102"/>
                <a:ext cx="201960" cy="122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6DD945-3903-2B31-4EAD-D0A395603D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79727" y="379102"/>
                  <a:ext cx="23760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CAC25DC-E255-6E02-83B4-B2E22EF59301}"/>
                  </a:ext>
                </a:extLst>
              </p14:cNvPr>
              <p14:cNvContentPartPr/>
              <p14:nvPr/>
            </p14:nvContentPartPr>
            <p14:xfrm>
              <a:off x="4174367" y="424102"/>
              <a:ext cx="155880" cy="18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CAC25DC-E255-6E02-83B4-B2E22EF5930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56727" y="406462"/>
                <a:ext cx="19152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53347AF-F1E4-5A33-8127-5A05896B556C}"/>
              </a:ext>
            </a:extLst>
          </p:cNvPr>
          <p:cNvGrpSpPr/>
          <p:nvPr/>
        </p:nvGrpSpPr>
        <p:grpSpPr>
          <a:xfrm>
            <a:off x="4526447" y="235102"/>
            <a:ext cx="446760" cy="244440"/>
            <a:chOff x="4526447" y="235102"/>
            <a:chExt cx="44676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C0E555-ACD4-E83C-8F45-1C04DA1B4AF5}"/>
                    </a:ext>
                  </a:extLst>
                </p14:cNvPr>
                <p14:cNvContentPartPr/>
                <p14:nvPr/>
              </p14:nvContentPartPr>
              <p14:xfrm>
                <a:off x="4526447" y="235102"/>
                <a:ext cx="133200" cy="244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C0E555-ACD4-E83C-8F45-1C04DA1B4AF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08807" y="217462"/>
                  <a:ext cx="1688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E3338F7-1526-A7BA-4D08-1D45C022AFB1}"/>
                    </a:ext>
                  </a:extLst>
                </p14:cNvPr>
                <p14:cNvContentPartPr/>
                <p14:nvPr/>
              </p14:nvContentPartPr>
              <p14:xfrm>
                <a:off x="4803287" y="241582"/>
                <a:ext cx="169920" cy="216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E3338F7-1526-A7BA-4D08-1D45C022AFB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85647" y="223942"/>
                  <a:ext cx="20556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44987-61DF-48A9-1910-D40F9109BEDC}"/>
              </a:ext>
            </a:extLst>
          </p:cNvPr>
          <p:cNvGrpSpPr/>
          <p:nvPr/>
        </p:nvGrpSpPr>
        <p:grpSpPr>
          <a:xfrm>
            <a:off x="5260847" y="267862"/>
            <a:ext cx="207360" cy="126000"/>
            <a:chOff x="5260847" y="267862"/>
            <a:chExt cx="20736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5F93D28-8A84-014B-C793-63844BEA1AB3}"/>
                    </a:ext>
                  </a:extLst>
                </p14:cNvPr>
                <p14:cNvContentPartPr/>
                <p14:nvPr/>
              </p14:nvContentPartPr>
              <p14:xfrm>
                <a:off x="5300447" y="267862"/>
                <a:ext cx="127080" cy="38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5F93D28-8A84-014B-C793-63844BEA1AB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82447" y="249862"/>
                  <a:ext cx="162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6ED0615-0B45-EA39-D499-A659A237F8BC}"/>
                    </a:ext>
                  </a:extLst>
                </p14:cNvPr>
                <p14:cNvContentPartPr/>
                <p14:nvPr/>
              </p14:nvContentPartPr>
              <p14:xfrm>
                <a:off x="5260847" y="344902"/>
                <a:ext cx="207360" cy="48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6ED0615-0B45-EA39-D499-A659A237F8B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3207" y="327262"/>
                  <a:ext cx="24300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A1B08B8-1CB1-0589-FD82-CBE800C4A395}"/>
                  </a:ext>
                </a:extLst>
              </p14:cNvPr>
              <p14:cNvContentPartPr/>
              <p14:nvPr/>
            </p14:nvContentPartPr>
            <p14:xfrm>
              <a:off x="5782487" y="252022"/>
              <a:ext cx="321120" cy="250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A1B08B8-1CB1-0589-FD82-CBE800C4A39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64847" y="234022"/>
                <a:ext cx="356760" cy="28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54047A9-FA7E-C5EB-18AC-189A93EC1F85}"/>
              </a:ext>
            </a:extLst>
          </p:cNvPr>
          <p:cNvGrpSpPr/>
          <p:nvPr/>
        </p:nvGrpSpPr>
        <p:grpSpPr>
          <a:xfrm>
            <a:off x="128687" y="1107742"/>
            <a:ext cx="817920" cy="414720"/>
            <a:chOff x="128687" y="1107742"/>
            <a:chExt cx="81792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5AC27C3-00AC-6D02-AFF8-EADA01550F73}"/>
                    </a:ext>
                  </a:extLst>
                </p14:cNvPr>
                <p14:cNvContentPartPr/>
                <p14:nvPr/>
              </p14:nvContentPartPr>
              <p14:xfrm>
                <a:off x="385727" y="1153462"/>
                <a:ext cx="21600" cy="299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5AC27C3-00AC-6D02-AFF8-EADA01550F7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7727" y="1135462"/>
                  <a:ext cx="572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D069595-78FC-9ADD-7A9A-D8C23C7640AD}"/>
                    </a:ext>
                  </a:extLst>
                </p14:cNvPr>
                <p14:cNvContentPartPr/>
                <p14:nvPr/>
              </p14:nvContentPartPr>
              <p14:xfrm>
                <a:off x="128687" y="1326982"/>
                <a:ext cx="253800" cy="195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D069595-78FC-9ADD-7A9A-D8C23C7640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1047" y="1308982"/>
                  <a:ext cx="289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69B83E8-E5B2-85C5-7431-368AAA537ECA}"/>
                    </a:ext>
                  </a:extLst>
                </p14:cNvPr>
                <p14:cNvContentPartPr/>
                <p14:nvPr/>
              </p14:nvContentPartPr>
              <p14:xfrm>
                <a:off x="545567" y="1310422"/>
                <a:ext cx="126360" cy="27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69B83E8-E5B2-85C5-7431-368AAA537E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7927" y="1292782"/>
                  <a:ext cx="162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588D1B-A950-BB60-C495-DCD4C50F53BF}"/>
                    </a:ext>
                  </a:extLst>
                </p14:cNvPr>
                <p14:cNvContentPartPr/>
                <p14:nvPr/>
              </p14:nvContentPartPr>
              <p14:xfrm>
                <a:off x="555287" y="1374142"/>
                <a:ext cx="166320" cy="42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588D1B-A950-BB60-C495-DCD4C50F53B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7287" y="1356502"/>
                  <a:ext cx="201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0CEEDEE-E1C0-2BC3-BBDF-03EF4612698C}"/>
                    </a:ext>
                  </a:extLst>
                </p14:cNvPr>
                <p14:cNvContentPartPr/>
                <p14:nvPr/>
              </p14:nvContentPartPr>
              <p14:xfrm>
                <a:off x="907367" y="1107742"/>
                <a:ext cx="39240" cy="349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0CEEDEE-E1C0-2BC3-BBDF-03EF4612698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9727" y="1089742"/>
                  <a:ext cx="74880" cy="38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72338E0-30B4-19E6-BD5E-3A2629AD1C9E}"/>
                  </a:ext>
                </a:extLst>
              </p14:cNvPr>
              <p14:cNvContentPartPr/>
              <p14:nvPr/>
            </p14:nvContentPartPr>
            <p14:xfrm>
              <a:off x="1439447" y="1371982"/>
              <a:ext cx="63360" cy="132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72338E0-30B4-19E6-BD5E-3A2629AD1C9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421447" y="1354342"/>
                <a:ext cx="99000" cy="16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CC95588E-F565-7428-97F5-230A918A86AD}"/>
              </a:ext>
            </a:extLst>
          </p:cNvPr>
          <p:cNvGrpSpPr/>
          <p:nvPr/>
        </p:nvGrpSpPr>
        <p:grpSpPr>
          <a:xfrm>
            <a:off x="2245127" y="1089022"/>
            <a:ext cx="631440" cy="309600"/>
            <a:chOff x="2245127" y="1089022"/>
            <a:chExt cx="63144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16C843-30C0-4D50-1C09-BD1144EE7F60}"/>
                    </a:ext>
                  </a:extLst>
                </p14:cNvPr>
                <p14:cNvContentPartPr/>
                <p14:nvPr/>
              </p14:nvContentPartPr>
              <p14:xfrm>
                <a:off x="2245127" y="1089022"/>
                <a:ext cx="137880" cy="294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16C843-30C0-4D50-1C09-BD1144EE7F6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27487" y="1071382"/>
                  <a:ext cx="1735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76CE761-093F-7CF7-1EBD-643FA92C0049}"/>
                    </a:ext>
                  </a:extLst>
                </p14:cNvPr>
                <p14:cNvContentPartPr/>
                <p14:nvPr/>
              </p14:nvContentPartPr>
              <p14:xfrm>
                <a:off x="2444567" y="1135102"/>
                <a:ext cx="174600" cy="263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76CE761-093F-7CF7-1EBD-643FA92C004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26927" y="1117462"/>
                  <a:ext cx="210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F97C75-7CF0-0C84-ED7B-24481BF3522E}"/>
                    </a:ext>
                  </a:extLst>
                </p14:cNvPr>
                <p14:cNvContentPartPr/>
                <p14:nvPr/>
              </p14:nvContentPartPr>
              <p14:xfrm>
                <a:off x="2745887" y="1129342"/>
                <a:ext cx="130680" cy="219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F97C75-7CF0-0C84-ED7B-24481BF3522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27887" y="1111702"/>
                  <a:ext cx="166320" cy="25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1CDCAA3-08AF-2E77-7FF1-680314A1394A}"/>
                  </a:ext>
                </a:extLst>
              </p14:cNvPr>
              <p14:cNvContentPartPr/>
              <p14:nvPr/>
            </p14:nvContentPartPr>
            <p14:xfrm>
              <a:off x="3539687" y="1119622"/>
              <a:ext cx="43560" cy="297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1CDCAA3-08AF-2E77-7FF1-680314A1394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522047" y="1101982"/>
                <a:ext cx="79200" cy="33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A0104CC1-80BB-08B9-278E-ED697C7D9177}"/>
              </a:ext>
            </a:extLst>
          </p:cNvPr>
          <p:cNvGrpSpPr/>
          <p:nvPr/>
        </p:nvGrpSpPr>
        <p:grpSpPr>
          <a:xfrm>
            <a:off x="3870167" y="1107382"/>
            <a:ext cx="1667160" cy="259200"/>
            <a:chOff x="3870167" y="1107382"/>
            <a:chExt cx="166716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3C4CDB6-AEAC-56D2-4950-E59CC0F8FDBB}"/>
                    </a:ext>
                  </a:extLst>
                </p14:cNvPr>
                <p14:cNvContentPartPr/>
                <p14:nvPr/>
              </p14:nvContentPartPr>
              <p14:xfrm>
                <a:off x="3870167" y="1272262"/>
                <a:ext cx="179640" cy="19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3C4CDB6-AEAC-56D2-4950-E59CC0F8FDB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52527" y="1254262"/>
                  <a:ext cx="2152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F8EF927-F790-CD8F-A307-E7A32CDC8065}"/>
                    </a:ext>
                  </a:extLst>
                </p14:cNvPr>
                <p14:cNvContentPartPr/>
                <p14:nvPr/>
              </p14:nvContentPartPr>
              <p14:xfrm>
                <a:off x="4221887" y="1137262"/>
                <a:ext cx="38520" cy="222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F8EF927-F790-CD8F-A307-E7A32CDC806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04247" y="1119262"/>
                  <a:ext cx="741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6F56E7-490A-9433-99A0-C5C5E24CED7B}"/>
                    </a:ext>
                  </a:extLst>
                </p14:cNvPr>
                <p14:cNvContentPartPr/>
                <p14:nvPr/>
              </p14:nvContentPartPr>
              <p14:xfrm>
                <a:off x="4388207" y="1164982"/>
                <a:ext cx="192600" cy="182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6F56E7-490A-9433-99A0-C5C5E24CED7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70567" y="1147342"/>
                  <a:ext cx="2282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9B51DF2-80FE-33A5-718D-006939C454B3}"/>
                    </a:ext>
                  </a:extLst>
                </p14:cNvPr>
                <p14:cNvContentPartPr/>
                <p14:nvPr/>
              </p14:nvContentPartPr>
              <p14:xfrm>
                <a:off x="4713647" y="1187662"/>
                <a:ext cx="200520" cy="43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9B51DF2-80FE-33A5-718D-006939C454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96007" y="1170022"/>
                  <a:ext cx="236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80AD186-E9BB-2F20-3F8B-7B5E2F13E98B}"/>
                    </a:ext>
                  </a:extLst>
                </p14:cNvPr>
                <p14:cNvContentPartPr/>
                <p14:nvPr/>
              </p14:nvContentPartPr>
              <p14:xfrm>
                <a:off x="4818047" y="1132942"/>
                <a:ext cx="27000" cy="196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80AD186-E9BB-2F20-3F8B-7B5E2F13E98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00407" y="1115302"/>
                  <a:ext cx="62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A9C02B-EC06-9E6F-9454-48D549631CAF}"/>
                    </a:ext>
                  </a:extLst>
                </p14:cNvPr>
                <p14:cNvContentPartPr/>
                <p14:nvPr/>
              </p14:nvContentPartPr>
              <p14:xfrm>
                <a:off x="5015327" y="1107382"/>
                <a:ext cx="120240" cy="259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A9C02B-EC06-9E6F-9454-48D549631CA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97687" y="1089742"/>
                  <a:ext cx="1558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DAE7C2-6081-86CD-97F0-E408FF5A9F86}"/>
                    </a:ext>
                  </a:extLst>
                </p14:cNvPr>
                <p14:cNvContentPartPr/>
                <p14:nvPr/>
              </p14:nvContentPartPr>
              <p14:xfrm>
                <a:off x="5175167" y="1127902"/>
                <a:ext cx="120240" cy="230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DAE7C2-6081-86CD-97F0-E408FF5A9F8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57167" y="1110262"/>
                  <a:ext cx="1558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5330C53-DA58-9DF7-750E-105C042CEBF7}"/>
                    </a:ext>
                  </a:extLst>
                </p14:cNvPr>
                <p14:cNvContentPartPr/>
                <p14:nvPr/>
              </p14:nvContentPartPr>
              <p14:xfrm>
                <a:off x="5416727" y="1282342"/>
                <a:ext cx="120600" cy="3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5330C53-DA58-9DF7-750E-105C042CEBF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99087" y="1264342"/>
                  <a:ext cx="15624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3E1323-C976-D60D-7F55-187B79872457}"/>
              </a:ext>
            </a:extLst>
          </p:cNvPr>
          <p:cNvGrpSpPr/>
          <p:nvPr/>
        </p:nvGrpSpPr>
        <p:grpSpPr>
          <a:xfrm>
            <a:off x="5730287" y="1012342"/>
            <a:ext cx="1410840" cy="527400"/>
            <a:chOff x="5730287" y="1012342"/>
            <a:chExt cx="141084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E9251C3-B952-A44D-0605-FFB44A9ED44E}"/>
                    </a:ext>
                  </a:extLst>
                </p14:cNvPr>
                <p14:cNvContentPartPr/>
                <p14:nvPr/>
              </p14:nvContentPartPr>
              <p14:xfrm>
                <a:off x="5730287" y="1119622"/>
                <a:ext cx="162720" cy="269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E9251C3-B952-A44D-0605-FFB44A9ED4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12647" y="1101622"/>
                  <a:ext cx="1983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E3277C5-8EB3-FEDC-11AE-291398F44AA8}"/>
                    </a:ext>
                  </a:extLst>
                </p14:cNvPr>
                <p14:cNvContentPartPr/>
                <p14:nvPr/>
              </p14:nvContentPartPr>
              <p14:xfrm>
                <a:off x="6055007" y="1121422"/>
                <a:ext cx="204120" cy="221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E3277C5-8EB3-FEDC-11AE-291398F44A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37367" y="1103422"/>
                  <a:ext cx="239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0A95F00-403C-3E4F-425F-E0762A9699D5}"/>
                    </a:ext>
                  </a:extLst>
                </p14:cNvPr>
                <p14:cNvContentPartPr/>
                <p14:nvPr/>
              </p14:nvContentPartPr>
              <p14:xfrm>
                <a:off x="6422927" y="1186582"/>
                <a:ext cx="96480" cy="22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0A95F00-403C-3E4F-425F-E0762A9699D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04927" y="1168942"/>
                  <a:ext cx="132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D5388A-94B0-BB30-D25D-67B486D9476C}"/>
                    </a:ext>
                  </a:extLst>
                </p14:cNvPr>
                <p14:cNvContentPartPr/>
                <p14:nvPr/>
              </p14:nvContentPartPr>
              <p14:xfrm>
                <a:off x="6395207" y="1279822"/>
                <a:ext cx="235440" cy="38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D5388A-94B0-BB30-D25D-67B486D9476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77567" y="1262182"/>
                  <a:ext cx="271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51F99B-AE06-CD36-9D39-9146EC5C9C05}"/>
                    </a:ext>
                  </a:extLst>
                </p14:cNvPr>
                <p14:cNvContentPartPr/>
                <p14:nvPr/>
              </p14:nvContentPartPr>
              <p14:xfrm>
                <a:off x="6441287" y="1012342"/>
                <a:ext cx="108000" cy="527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51F99B-AE06-CD36-9D39-9146EC5C9C0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23287" y="994342"/>
                  <a:ext cx="14364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3FFD73E-54D1-A163-A2AA-4DA08D5E986E}"/>
                    </a:ext>
                  </a:extLst>
                </p14:cNvPr>
                <p14:cNvContentPartPr/>
                <p14:nvPr/>
              </p14:nvContentPartPr>
              <p14:xfrm>
                <a:off x="6809567" y="1045822"/>
                <a:ext cx="331560" cy="329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3FFD73E-54D1-A163-A2AA-4DA08D5E986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91927" y="1027822"/>
                  <a:ext cx="36720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B81F104-462C-FD4E-76C7-852677B4D729}"/>
                  </a:ext>
                </a:extLst>
              </p14:cNvPr>
              <p14:cNvContentPartPr/>
              <p14:nvPr/>
            </p14:nvContentPartPr>
            <p14:xfrm>
              <a:off x="268367" y="1835662"/>
              <a:ext cx="17640" cy="2772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B81F104-462C-FD4E-76C7-852677B4D72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50727" y="1817662"/>
                <a:ext cx="5328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042DAEF-F13D-C583-E703-082F1DE50A47}"/>
                  </a:ext>
                </a:extLst>
              </p14:cNvPr>
              <p14:cNvContentPartPr/>
              <p14:nvPr/>
            </p14:nvContentPartPr>
            <p14:xfrm>
              <a:off x="85487" y="1987222"/>
              <a:ext cx="189720" cy="1040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042DAEF-F13D-C583-E703-082F1DE50A4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7487" y="1969222"/>
                <a:ext cx="2253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FC7EFF6-AB33-A2CF-44C0-FEF2EB4C8D1E}"/>
                  </a:ext>
                </a:extLst>
              </p14:cNvPr>
              <p14:cNvContentPartPr/>
              <p14:nvPr/>
            </p14:nvContentPartPr>
            <p14:xfrm>
              <a:off x="410207" y="1946902"/>
              <a:ext cx="106560" cy="226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FC7EFF6-AB33-A2CF-44C0-FEF2EB4C8D1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2207" y="1929262"/>
                <a:ext cx="1422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308A915-2AB6-5932-2D97-299E518AF079}"/>
                  </a:ext>
                </a:extLst>
              </p14:cNvPr>
              <p14:cNvContentPartPr/>
              <p14:nvPr/>
            </p14:nvContentPartPr>
            <p14:xfrm>
              <a:off x="433607" y="2029342"/>
              <a:ext cx="146880" cy="460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308A915-2AB6-5932-2D97-299E518AF07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15607" y="2011342"/>
                <a:ext cx="1825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3CC6FDC-DA4F-2594-CAA5-8BB07DE6B11C}"/>
                  </a:ext>
                </a:extLst>
              </p14:cNvPr>
              <p14:cNvContentPartPr/>
              <p14:nvPr/>
            </p14:nvContentPartPr>
            <p14:xfrm>
              <a:off x="698207" y="1934662"/>
              <a:ext cx="100800" cy="27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3CC6FDC-DA4F-2594-CAA5-8BB07DE6B11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80207" y="1916662"/>
                <a:ext cx="13644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EC3E56F-4BE7-2E14-9B95-436DD559D662}"/>
                  </a:ext>
                </a:extLst>
              </p14:cNvPr>
              <p14:cNvContentPartPr/>
              <p14:nvPr/>
            </p14:nvContentPartPr>
            <p14:xfrm>
              <a:off x="952367" y="1787782"/>
              <a:ext cx="41400" cy="2707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EC3E56F-4BE7-2E14-9B95-436DD559D66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34367" y="1770142"/>
                <a:ext cx="770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09B0CED-DE26-E544-1417-49C41243707E}"/>
                  </a:ext>
                </a:extLst>
              </p14:cNvPr>
              <p14:cNvContentPartPr/>
              <p14:nvPr/>
            </p14:nvContentPartPr>
            <p14:xfrm>
              <a:off x="1338647" y="2112142"/>
              <a:ext cx="61560" cy="1213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09B0CED-DE26-E544-1417-49C41243707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320647" y="2094502"/>
                <a:ext cx="972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1294CB1-A32B-C14A-CB77-3371C1F9CDBE}"/>
                  </a:ext>
                </a:extLst>
              </p14:cNvPr>
              <p14:cNvContentPartPr/>
              <p14:nvPr/>
            </p14:nvContentPartPr>
            <p14:xfrm>
              <a:off x="2201567" y="1819822"/>
              <a:ext cx="133200" cy="220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1294CB1-A32B-C14A-CB77-3371C1F9CDB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83567" y="1801822"/>
                <a:ext cx="1688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20DADE1-77E1-C82E-901B-71CD1A9B3E9C}"/>
                  </a:ext>
                </a:extLst>
              </p14:cNvPr>
              <p14:cNvContentPartPr/>
              <p14:nvPr/>
            </p14:nvContentPartPr>
            <p14:xfrm>
              <a:off x="2352407" y="1920982"/>
              <a:ext cx="3600" cy="280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20DADE1-77E1-C82E-901B-71CD1A9B3E9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334767" y="1903342"/>
                <a:ext cx="392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BA0B44C-00A1-0242-88C1-A22EEFD4E75A}"/>
                  </a:ext>
                </a:extLst>
              </p14:cNvPr>
              <p14:cNvContentPartPr/>
              <p14:nvPr/>
            </p14:nvContentPartPr>
            <p14:xfrm>
              <a:off x="2366447" y="1823062"/>
              <a:ext cx="169920" cy="216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BA0B44C-00A1-0242-88C1-A22EEFD4E75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48447" y="1805422"/>
                <a:ext cx="2055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045F92A-6B82-0012-5DAF-7246101E4EDB}"/>
                  </a:ext>
                </a:extLst>
              </p14:cNvPr>
              <p14:cNvContentPartPr/>
              <p14:nvPr/>
            </p14:nvContentPartPr>
            <p14:xfrm>
              <a:off x="2663447" y="1803262"/>
              <a:ext cx="191880" cy="215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045F92A-6B82-0012-5DAF-7246101E4ED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645447" y="1785262"/>
                <a:ext cx="22752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C89333E-92E4-A770-F80C-FD0B7F1953EB}"/>
                  </a:ext>
                </a:extLst>
              </p14:cNvPr>
              <p14:cNvContentPartPr/>
              <p14:nvPr/>
            </p14:nvContentPartPr>
            <p14:xfrm>
              <a:off x="3530687" y="1922782"/>
              <a:ext cx="144000" cy="27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C89333E-92E4-A770-F80C-FD0B7F1953E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512687" y="1905142"/>
                <a:ext cx="1796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8BDFC7E-2E43-7210-FB12-A34ABFB290C0}"/>
                  </a:ext>
                </a:extLst>
              </p14:cNvPr>
              <p14:cNvContentPartPr/>
              <p14:nvPr/>
            </p14:nvContentPartPr>
            <p14:xfrm>
              <a:off x="3776567" y="1801102"/>
              <a:ext cx="23400" cy="2404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8BDFC7E-2E43-7210-FB12-A34ABFB290C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58567" y="1783102"/>
                <a:ext cx="5904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72BC0E1-D67A-8656-A5F4-49B16A6D6745}"/>
                  </a:ext>
                </a:extLst>
              </p14:cNvPr>
              <p14:cNvContentPartPr/>
              <p14:nvPr/>
            </p14:nvContentPartPr>
            <p14:xfrm>
              <a:off x="4025687" y="1890022"/>
              <a:ext cx="171000" cy="36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72BC0E1-D67A-8656-A5F4-49B16A6D674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008047" y="1872022"/>
                <a:ext cx="2066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ABC46D2-60B3-0A42-FFA5-4A5EC0262146}"/>
                  </a:ext>
                </a:extLst>
              </p14:cNvPr>
              <p14:cNvContentPartPr/>
              <p14:nvPr/>
            </p14:nvContentPartPr>
            <p14:xfrm>
              <a:off x="4096247" y="1796782"/>
              <a:ext cx="41760" cy="2210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ABC46D2-60B3-0A42-FFA5-4A5EC026214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078607" y="1778782"/>
                <a:ext cx="7740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A63268B-CB40-B490-88A5-2F3E81EB28FA}"/>
                  </a:ext>
                </a:extLst>
              </p14:cNvPr>
              <p14:cNvContentPartPr/>
              <p14:nvPr/>
            </p14:nvContentPartPr>
            <p14:xfrm>
              <a:off x="4316567" y="1779142"/>
              <a:ext cx="23760" cy="2113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A63268B-CB40-B490-88A5-2F3E81EB28F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298927" y="1761142"/>
                <a:ext cx="594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9857C4A-05E9-EADB-132D-AC0F35AC2BD4}"/>
                  </a:ext>
                </a:extLst>
              </p14:cNvPr>
              <p14:cNvContentPartPr/>
              <p14:nvPr/>
            </p14:nvContentPartPr>
            <p14:xfrm>
              <a:off x="4455527" y="1797862"/>
              <a:ext cx="207360" cy="1868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9857C4A-05E9-EADB-132D-AC0F35AC2BD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437527" y="1779862"/>
                <a:ext cx="2430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CBED186-175F-F334-4AD0-81F51E8152FA}"/>
                  </a:ext>
                </a:extLst>
              </p14:cNvPr>
              <p14:cNvContentPartPr/>
              <p14:nvPr/>
            </p14:nvContentPartPr>
            <p14:xfrm>
              <a:off x="4889327" y="1860502"/>
              <a:ext cx="160560" cy="406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CBED186-175F-F334-4AD0-81F51E8152F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871327" y="1842502"/>
                <a:ext cx="196200" cy="7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419616EC-15FF-C7FA-8BDE-5B8383AC0559}"/>
              </a:ext>
            </a:extLst>
          </p:cNvPr>
          <p:cNvGrpSpPr/>
          <p:nvPr/>
        </p:nvGrpSpPr>
        <p:grpSpPr>
          <a:xfrm>
            <a:off x="5205407" y="1747102"/>
            <a:ext cx="382320" cy="286200"/>
            <a:chOff x="5205407" y="1747102"/>
            <a:chExt cx="3823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3E4EE09-9300-A918-2E0F-D3F29F54EAFB}"/>
                    </a:ext>
                  </a:extLst>
                </p14:cNvPr>
                <p14:cNvContentPartPr/>
                <p14:nvPr/>
              </p14:nvContentPartPr>
              <p14:xfrm>
                <a:off x="5205407" y="1747102"/>
                <a:ext cx="124560" cy="254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3E4EE09-9300-A918-2E0F-D3F29F54EAF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87767" y="1729462"/>
                  <a:ext cx="1602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76CDE32-FA61-3E1F-FE51-82BD925A9045}"/>
                    </a:ext>
                  </a:extLst>
                </p14:cNvPr>
                <p14:cNvContentPartPr/>
                <p14:nvPr/>
              </p14:nvContentPartPr>
              <p14:xfrm>
                <a:off x="5459927" y="1764022"/>
                <a:ext cx="127800" cy="269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76CDE32-FA61-3E1F-FE51-82BD925A904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41927" y="1746022"/>
                  <a:ext cx="16344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1A967EC-921F-8D1C-FBD5-56296D1AFD31}"/>
              </a:ext>
            </a:extLst>
          </p:cNvPr>
          <p:cNvGrpSpPr/>
          <p:nvPr/>
        </p:nvGrpSpPr>
        <p:grpSpPr>
          <a:xfrm>
            <a:off x="5833607" y="1743502"/>
            <a:ext cx="720360" cy="294120"/>
            <a:chOff x="5833607" y="1743502"/>
            <a:chExt cx="72036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1C247FC-1C7F-5AF9-B9E9-856B08AB49C5}"/>
                    </a:ext>
                  </a:extLst>
                </p14:cNvPr>
                <p14:cNvContentPartPr/>
                <p14:nvPr/>
              </p14:nvContentPartPr>
              <p14:xfrm>
                <a:off x="5833607" y="1862662"/>
                <a:ext cx="162720" cy="48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1C247FC-1C7F-5AF9-B9E9-856B08AB49C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15967" y="1844662"/>
                  <a:ext cx="1983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CF02AFA-8ABA-1502-5B99-8B28D095FFC9}"/>
                    </a:ext>
                  </a:extLst>
                </p14:cNvPr>
                <p14:cNvContentPartPr/>
                <p14:nvPr/>
              </p14:nvContentPartPr>
              <p14:xfrm>
                <a:off x="6059327" y="1743502"/>
                <a:ext cx="142200" cy="294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CF02AFA-8ABA-1502-5B99-8B28D095FFC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41687" y="1725502"/>
                  <a:ext cx="1778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52A23B7-9002-B26C-14FB-2F7998F03E79}"/>
                    </a:ext>
                  </a:extLst>
                </p14:cNvPr>
                <p14:cNvContentPartPr/>
                <p14:nvPr/>
              </p14:nvContentPartPr>
              <p14:xfrm>
                <a:off x="6300167" y="1764742"/>
                <a:ext cx="253800" cy="224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52A23B7-9002-B26C-14FB-2F7998F03E7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82167" y="1747102"/>
                  <a:ext cx="28944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DDA553B-59E5-C4E6-2581-F289B2B55B2D}"/>
              </a:ext>
            </a:extLst>
          </p:cNvPr>
          <p:cNvGrpSpPr/>
          <p:nvPr/>
        </p:nvGrpSpPr>
        <p:grpSpPr>
          <a:xfrm>
            <a:off x="6775007" y="1703542"/>
            <a:ext cx="568800" cy="391320"/>
            <a:chOff x="6775007" y="1703542"/>
            <a:chExt cx="56880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69DAE72-1137-06A7-6443-9856C14EB2E8}"/>
                    </a:ext>
                  </a:extLst>
                </p14:cNvPr>
                <p14:cNvContentPartPr/>
                <p14:nvPr/>
              </p14:nvContentPartPr>
              <p14:xfrm>
                <a:off x="6807767" y="1820902"/>
                <a:ext cx="182880" cy="7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69DAE72-1137-06A7-6443-9856C14EB2E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90127" y="1802902"/>
                  <a:ext cx="218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7DACCC4-6E39-0C6F-57A6-4F4F7DAA002D}"/>
                    </a:ext>
                  </a:extLst>
                </p14:cNvPr>
                <p14:cNvContentPartPr/>
                <p14:nvPr/>
              </p14:nvContentPartPr>
              <p14:xfrm>
                <a:off x="6775007" y="1928182"/>
                <a:ext cx="207720" cy="30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DACCC4-6E39-0C6F-57A6-4F4F7DAA002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57007" y="1910542"/>
                  <a:ext cx="2433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A4F6AD-A067-8E9C-A366-9FA3909D8177}"/>
                    </a:ext>
                  </a:extLst>
                </p14:cNvPr>
                <p14:cNvContentPartPr/>
                <p14:nvPr/>
              </p14:nvContentPartPr>
              <p14:xfrm>
                <a:off x="6817127" y="1703542"/>
                <a:ext cx="122040" cy="391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5A4F6AD-A067-8E9C-A366-9FA3909D817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99487" y="1685902"/>
                  <a:ext cx="1576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01F3362-3547-CA4C-EF14-B9E152B344F6}"/>
                    </a:ext>
                  </a:extLst>
                </p14:cNvPr>
                <p14:cNvContentPartPr/>
                <p14:nvPr/>
              </p14:nvContentPartPr>
              <p14:xfrm>
                <a:off x="7024487" y="1751422"/>
                <a:ext cx="319320" cy="257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01F3362-3547-CA4C-EF14-B9E152B344F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06487" y="1733782"/>
                  <a:ext cx="35496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99D5226-4954-96D4-95C4-B977B57C457A}"/>
              </a:ext>
            </a:extLst>
          </p:cNvPr>
          <p:cNvGrpSpPr/>
          <p:nvPr/>
        </p:nvGrpSpPr>
        <p:grpSpPr>
          <a:xfrm>
            <a:off x="2053247" y="2454862"/>
            <a:ext cx="765360" cy="316080"/>
            <a:chOff x="2053247" y="2454862"/>
            <a:chExt cx="76536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021736-96DA-5EDB-4D68-82964F24CD46}"/>
                    </a:ext>
                  </a:extLst>
                </p14:cNvPr>
                <p14:cNvContentPartPr/>
                <p14:nvPr/>
              </p14:nvContentPartPr>
              <p14:xfrm>
                <a:off x="2053247" y="2462422"/>
                <a:ext cx="167400" cy="308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021736-96DA-5EDB-4D68-82964F24CD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035247" y="2444422"/>
                  <a:ext cx="2030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C5C6BCE-8C92-AB32-DB32-BB7CAF2EA27F}"/>
                    </a:ext>
                  </a:extLst>
                </p14:cNvPr>
                <p14:cNvContentPartPr/>
                <p14:nvPr/>
              </p14:nvContentPartPr>
              <p14:xfrm>
                <a:off x="2330447" y="2482222"/>
                <a:ext cx="151200" cy="263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C5C6BCE-8C92-AB32-DB32-BB7CAF2EA27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312807" y="2464222"/>
                  <a:ext cx="1868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C904D96-4ADF-11A7-E82B-AB6622558039}"/>
                    </a:ext>
                  </a:extLst>
                </p14:cNvPr>
                <p14:cNvContentPartPr/>
                <p14:nvPr/>
              </p14:nvContentPartPr>
              <p14:xfrm>
                <a:off x="2641847" y="2454862"/>
                <a:ext cx="176760" cy="240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C904D96-4ADF-11A7-E82B-AB662255803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624207" y="2436862"/>
                  <a:ext cx="21240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63AF196-BE5E-6D26-9B88-406833BC1230}"/>
                  </a:ext>
                </a:extLst>
              </p14:cNvPr>
              <p14:cNvContentPartPr/>
              <p14:nvPr/>
            </p14:nvContentPartPr>
            <p14:xfrm>
              <a:off x="3496847" y="2494822"/>
              <a:ext cx="158400" cy="2710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63AF196-BE5E-6D26-9B88-406833BC123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479207" y="2477182"/>
                <a:ext cx="19404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43C2351-1A68-3F00-69F3-D4F4B5BE25D8}"/>
                  </a:ext>
                </a:extLst>
              </p14:cNvPr>
              <p14:cNvContentPartPr/>
              <p14:nvPr/>
            </p14:nvContentPartPr>
            <p14:xfrm>
              <a:off x="3960887" y="2636302"/>
              <a:ext cx="122040" cy="417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43C2351-1A68-3F00-69F3-D4F4B5BE25D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943247" y="2618662"/>
                <a:ext cx="15768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FFF9709-7CDD-C8B6-2C5B-1429DE9C14A5}"/>
              </a:ext>
            </a:extLst>
          </p:cNvPr>
          <p:cNvGrpSpPr/>
          <p:nvPr/>
        </p:nvGrpSpPr>
        <p:grpSpPr>
          <a:xfrm>
            <a:off x="4277327" y="2447302"/>
            <a:ext cx="387000" cy="345960"/>
            <a:chOff x="4277327" y="2447302"/>
            <a:chExt cx="387000" cy="3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2CF6F67-3BE0-74D5-377E-E91B65B56726}"/>
                    </a:ext>
                  </a:extLst>
                </p14:cNvPr>
                <p14:cNvContentPartPr/>
                <p14:nvPr/>
              </p14:nvContentPartPr>
              <p14:xfrm>
                <a:off x="4277327" y="2447302"/>
                <a:ext cx="119880" cy="345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2CF6F67-3BE0-74D5-377E-E91B65B5672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59687" y="2429662"/>
                  <a:ext cx="1555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851EAED-3206-E6B9-4E92-5ACCC88C2021}"/>
                    </a:ext>
                  </a:extLst>
                </p14:cNvPr>
                <p14:cNvContentPartPr/>
                <p14:nvPr/>
              </p14:nvContentPartPr>
              <p14:xfrm>
                <a:off x="4506287" y="2520742"/>
                <a:ext cx="158040" cy="234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851EAED-3206-E6B9-4E92-5ACCC88C202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88647" y="2502742"/>
                  <a:ext cx="19368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1A77F07-FC25-24D3-0F0B-C708BC793F76}"/>
              </a:ext>
            </a:extLst>
          </p:cNvPr>
          <p:cNvGrpSpPr/>
          <p:nvPr/>
        </p:nvGrpSpPr>
        <p:grpSpPr>
          <a:xfrm>
            <a:off x="4930007" y="2462782"/>
            <a:ext cx="1688400" cy="302040"/>
            <a:chOff x="4930007" y="2462782"/>
            <a:chExt cx="168840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C147FA4-6E51-AA23-F83B-3711ACE96160}"/>
                    </a:ext>
                  </a:extLst>
                </p14:cNvPr>
                <p14:cNvContentPartPr/>
                <p14:nvPr/>
              </p14:nvContentPartPr>
              <p14:xfrm>
                <a:off x="4930007" y="2607862"/>
                <a:ext cx="205560" cy="23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C147FA4-6E51-AA23-F83B-3711ACE9616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912367" y="2590222"/>
                  <a:ext cx="241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9F415AC-51B1-F89A-2E24-42DC70946144}"/>
                    </a:ext>
                  </a:extLst>
                </p14:cNvPr>
                <p14:cNvContentPartPr/>
                <p14:nvPr/>
              </p14:nvContentPartPr>
              <p14:xfrm>
                <a:off x="4998767" y="2519662"/>
                <a:ext cx="20880" cy="245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9F415AC-51B1-F89A-2E24-42DC709461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980767" y="2501662"/>
                  <a:ext cx="565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4308B76-1684-363C-0CEF-9B57EDABBC70}"/>
                    </a:ext>
                  </a:extLst>
                </p14:cNvPr>
                <p14:cNvContentPartPr/>
                <p14:nvPr/>
              </p14:nvContentPartPr>
              <p14:xfrm>
                <a:off x="5236367" y="2489422"/>
                <a:ext cx="154800" cy="265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4308B76-1684-363C-0CEF-9B57EDABBC7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218727" y="2471422"/>
                  <a:ext cx="1904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A72F9F9-2558-5F62-841A-4CF9851332E0}"/>
                    </a:ext>
                  </a:extLst>
                </p14:cNvPr>
                <p14:cNvContentPartPr/>
                <p14:nvPr/>
              </p14:nvContentPartPr>
              <p14:xfrm>
                <a:off x="5488367" y="2489782"/>
                <a:ext cx="169560" cy="264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A72F9F9-2558-5F62-841A-4CF9851332E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70367" y="2472142"/>
                  <a:ext cx="2052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946FDAB-BCD4-EB9E-C2B1-5E137DB09A3D}"/>
                    </a:ext>
                  </a:extLst>
                </p14:cNvPr>
                <p14:cNvContentPartPr/>
                <p14:nvPr/>
              </p14:nvContentPartPr>
              <p14:xfrm>
                <a:off x="5797967" y="2593102"/>
                <a:ext cx="174960" cy="55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946FDAB-BCD4-EB9E-C2B1-5E137DB09A3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780327" y="2575462"/>
                  <a:ext cx="210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EAFAD49-D95C-7329-6337-62C6AC96D422}"/>
                    </a:ext>
                  </a:extLst>
                </p14:cNvPr>
                <p14:cNvContentPartPr/>
                <p14:nvPr/>
              </p14:nvContentPartPr>
              <p14:xfrm>
                <a:off x="6058607" y="2464582"/>
                <a:ext cx="129240" cy="281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EAFAD49-D95C-7329-6337-62C6AC96D42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40607" y="2446942"/>
                  <a:ext cx="1648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1234976-73C3-FD3D-019E-0F48F9F54CDB}"/>
                    </a:ext>
                  </a:extLst>
                </p14:cNvPr>
                <p14:cNvContentPartPr/>
                <p14:nvPr/>
              </p14:nvContentPartPr>
              <p14:xfrm>
                <a:off x="6338687" y="2462782"/>
                <a:ext cx="279720" cy="210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1234976-73C3-FD3D-019E-0F48F9F54CD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21047" y="2444782"/>
                  <a:ext cx="31536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E08CC79-5C0A-1F35-0F24-C5359AE4095E}"/>
              </a:ext>
            </a:extLst>
          </p:cNvPr>
          <p:cNvGrpSpPr/>
          <p:nvPr/>
        </p:nvGrpSpPr>
        <p:grpSpPr>
          <a:xfrm>
            <a:off x="7080287" y="2588422"/>
            <a:ext cx="219960" cy="136440"/>
            <a:chOff x="7080287" y="2588422"/>
            <a:chExt cx="21996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3EC9990-46BD-C165-CF3C-1DC87EA919C9}"/>
                    </a:ext>
                  </a:extLst>
                </p14:cNvPr>
                <p14:cNvContentPartPr/>
                <p14:nvPr/>
              </p14:nvContentPartPr>
              <p14:xfrm>
                <a:off x="7080287" y="2588422"/>
                <a:ext cx="182880" cy="40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3EC9990-46BD-C165-CF3C-1DC87EA919C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62647" y="2570422"/>
                  <a:ext cx="2185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6F77A98-9381-B88F-5BEC-BAF9E147E240}"/>
                    </a:ext>
                  </a:extLst>
                </p14:cNvPr>
                <p14:cNvContentPartPr/>
                <p14:nvPr/>
              </p14:nvContentPartPr>
              <p14:xfrm>
                <a:off x="7099367" y="2685262"/>
                <a:ext cx="200880" cy="39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6F77A98-9381-B88F-5BEC-BAF9E147E24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81367" y="2667622"/>
                  <a:ext cx="23652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53E0E06-9C51-0B4F-28E1-B55AC951111B}"/>
              </a:ext>
            </a:extLst>
          </p:cNvPr>
          <p:cNvGrpSpPr/>
          <p:nvPr/>
        </p:nvGrpSpPr>
        <p:grpSpPr>
          <a:xfrm>
            <a:off x="7663487" y="2385382"/>
            <a:ext cx="2422800" cy="348480"/>
            <a:chOff x="7663487" y="2385382"/>
            <a:chExt cx="242280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E96629A-4DA3-4D7B-F3B4-5DDE77ED3B4B}"/>
                    </a:ext>
                  </a:extLst>
                </p14:cNvPr>
                <p14:cNvContentPartPr/>
                <p14:nvPr/>
              </p14:nvContentPartPr>
              <p14:xfrm>
                <a:off x="7663487" y="2443342"/>
                <a:ext cx="185040" cy="290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E96629A-4DA3-4D7B-F3B4-5DDE77ED3B4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645847" y="2425702"/>
                  <a:ext cx="2206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0FEF0B-5FE7-E89A-A163-0F13A0C03469}"/>
                    </a:ext>
                  </a:extLst>
                </p14:cNvPr>
                <p14:cNvContentPartPr/>
                <p14:nvPr/>
              </p14:nvContentPartPr>
              <p14:xfrm>
                <a:off x="7987847" y="2486182"/>
                <a:ext cx="153720" cy="205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30FEF0B-5FE7-E89A-A163-0F13A0C0346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70207" y="2468542"/>
                  <a:ext cx="189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5B5DCD5-1ED5-7CB1-8497-AE76C41CC1CF}"/>
                    </a:ext>
                  </a:extLst>
                </p14:cNvPr>
                <p14:cNvContentPartPr/>
                <p14:nvPr/>
              </p14:nvContentPartPr>
              <p14:xfrm>
                <a:off x="8347847" y="2540182"/>
                <a:ext cx="136440" cy="17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5B5DCD5-1ED5-7CB1-8497-AE76C41CC1C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30207" y="2522182"/>
                  <a:ext cx="172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C07D2FA-0365-9AC6-7CB9-2B5D5088FE4B}"/>
                    </a:ext>
                  </a:extLst>
                </p14:cNvPr>
                <p14:cNvContentPartPr/>
                <p14:nvPr/>
              </p14:nvContentPartPr>
              <p14:xfrm>
                <a:off x="8583287" y="2391142"/>
                <a:ext cx="189000" cy="313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C07D2FA-0365-9AC6-7CB9-2B5D5088FE4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565287" y="2373142"/>
                  <a:ext cx="2246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A18ADAE-8D75-9ECC-AF44-5E20BD99D1D9}"/>
                    </a:ext>
                  </a:extLst>
                </p14:cNvPr>
                <p14:cNvContentPartPr/>
                <p14:nvPr/>
              </p14:nvContentPartPr>
              <p14:xfrm>
                <a:off x="8940047" y="2468542"/>
                <a:ext cx="149760" cy="187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A18ADAE-8D75-9ECC-AF44-5E20BD99D1D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922047" y="2450542"/>
                  <a:ext cx="185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731422D-D670-B16C-B176-5AD5A1522C10}"/>
                    </a:ext>
                  </a:extLst>
                </p14:cNvPr>
                <p14:cNvContentPartPr/>
                <p14:nvPr/>
              </p14:nvContentPartPr>
              <p14:xfrm>
                <a:off x="9388247" y="2492302"/>
                <a:ext cx="118800" cy="39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731422D-D670-B16C-B176-5AD5A1522C1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370247" y="2474302"/>
                  <a:ext cx="154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EFCD2F5-87BE-3845-D1EB-441573682212}"/>
                    </a:ext>
                  </a:extLst>
                </p14:cNvPr>
                <p14:cNvContentPartPr/>
                <p14:nvPr/>
              </p14:nvContentPartPr>
              <p14:xfrm>
                <a:off x="9329927" y="2554222"/>
                <a:ext cx="284040" cy="48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EFCD2F5-87BE-3845-D1EB-44157368221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11927" y="2536582"/>
                  <a:ext cx="3196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3815CE5-3ACE-CAF8-7E03-63F4FB496242}"/>
                    </a:ext>
                  </a:extLst>
                </p14:cNvPr>
                <p14:cNvContentPartPr/>
                <p14:nvPr/>
              </p14:nvContentPartPr>
              <p14:xfrm>
                <a:off x="9683447" y="2385382"/>
                <a:ext cx="402840" cy="265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3815CE5-3ACE-CAF8-7E03-63F4FB49624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665447" y="2367382"/>
                  <a:ext cx="43848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836228D-6F69-6FDF-5B63-432DC356E3B8}"/>
              </a:ext>
            </a:extLst>
          </p:cNvPr>
          <p:cNvGrpSpPr/>
          <p:nvPr/>
        </p:nvGrpSpPr>
        <p:grpSpPr>
          <a:xfrm>
            <a:off x="130487" y="2548102"/>
            <a:ext cx="990360" cy="300240"/>
            <a:chOff x="130487" y="2548102"/>
            <a:chExt cx="99036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69E3E5C-66C4-D792-3BE1-A51D30270D57}"/>
                    </a:ext>
                  </a:extLst>
                </p14:cNvPr>
                <p14:cNvContentPartPr/>
                <p14:nvPr/>
              </p14:nvContentPartPr>
              <p14:xfrm>
                <a:off x="130487" y="2548102"/>
                <a:ext cx="213840" cy="296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69E3E5C-66C4-D792-3BE1-A51D30270D5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2487" y="2530102"/>
                  <a:ext cx="2494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8E5C8B1-B5B3-901E-47EA-88569DC7BF23}"/>
                    </a:ext>
                  </a:extLst>
                </p14:cNvPr>
                <p14:cNvContentPartPr/>
                <p14:nvPr/>
              </p14:nvContentPartPr>
              <p14:xfrm>
                <a:off x="504167" y="2603902"/>
                <a:ext cx="145800" cy="38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8E5C8B1-B5B3-901E-47EA-88569DC7BF2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6167" y="2585902"/>
                  <a:ext cx="181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0F2EAA5-4F40-094F-28A2-4DA79A11DDD4}"/>
                    </a:ext>
                  </a:extLst>
                </p14:cNvPr>
                <p14:cNvContentPartPr/>
                <p14:nvPr/>
              </p14:nvContentPartPr>
              <p14:xfrm>
                <a:off x="563207" y="2560342"/>
                <a:ext cx="557640" cy="233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0F2EAA5-4F40-094F-28A2-4DA79A11DDD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5567" y="2542342"/>
                  <a:ext cx="5932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D2291C5-5845-0254-3396-936F2DE1A07E}"/>
                    </a:ext>
                  </a:extLst>
                </p14:cNvPr>
                <p14:cNvContentPartPr/>
                <p14:nvPr/>
              </p14:nvContentPartPr>
              <p14:xfrm>
                <a:off x="577247" y="2836822"/>
                <a:ext cx="360" cy="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D2291C5-5845-0254-3396-936F2DE1A07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9247" y="28191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673B018-244F-1C3B-58E9-0039461E85BA}"/>
                    </a:ext>
                  </a:extLst>
                </p14:cNvPr>
                <p14:cNvContentPartPr/>
                <p14:nvPr/>
              </p14:nvContentPartPr>
              <p14:xfrm>
                <a:off x="576527" y="2841142"/>
                <a:ext cx="5760" cy="7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673B018-244F-1C3B-58E9-0039461E85B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58527" y="2823502"/>
                  <a:ext cx="4140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5B99431B-DEFF-74E3-9EF0-A6947368A865}"/>
                  </a:ext>
                </a:extLst>
              </p14:cNvPr>
              <p14:cNvContentPartPr/>
              <p14:nvPr/>
            </p14:nvContentPartPr>
            <p14:xfrm>
              <a:off x="1635287" y="3472942"/>
              <a:ext cx="398160" cy="5569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5B99431B-DEFF-74E3-9EF0-A6947368A86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617647" y="3454942"/>
                <a:ext cx="43380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66FF940-9757-E704-8031-59179A951CAD}"/>
                  </a:ext>
                </a:extLst>
              </p14:cNvPr>
              <p14:cNvContentPartPr/>
              <p14:nvPr/>
            </p14:nvContentPartPr>
            <p14:xfrm>
              <a:off x="1242167" y="4226062"/>
              <a:ext cx="1440" cy="72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66FF940-9757-E704-8031-59179A951CAD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224167" y="4208062"/>
                <a:ext cx="3708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EEEB11C-9A98-F3C1-A8B8-5D396C42AEF1}"/>
              </a:ext>
            </a:extLst>
          </p:cNvPr>
          <p:cNvGrpSpPr/>
          <p:nvPr/>
        </p:nvGrpSpPr>
        <p:grpSpPr>
          <a:xfrm>
            <a:off x="2231447" y="3384742"/>
            <a:ext cx="3337200" cy="471600"/>
            <a:chOff x="2231447" y="3384742"/>
            <a:chExt cx="3337200" cy="47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B6E564E-A5E0-74F2-68A5-1A8C0B4CFC18}"/>
                    </a:ext>
                  </a:extLst>
                </p14:cNvPr>
                <p14:cNvContentPartPr/>
                <p14:nvPr/>
              </p14:nvContentPartPr>
              <p14:xfrm>
                <a:off x="2231447" y="3561862"/>
                <a:ext cx="220680" cy="280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B6E564E-A5E0-74F2-68A5-1A8C0B4CFC1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13807" y="3543862"/>
                  <a:ext cx="2563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E3C8AC4-0570-8AA5-864F-70F2E56B42D0}"/>
                    </a:ext>
                  </a:extLst>
                </p14:cNvPr>
                <p14:cNvContentPartPr/>
                <p14:nvPr/>
              </p14:nvContentPartPr>
              <p14:xfrm>
                <a:off x="2585327" y="3384742"/>
                <a:ext cx="152280" cy="237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E3C8AC4-0570-8AA5-864F-70F2E56B42D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67327" y="3366742"/>
                  <a:ext cx="1879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9E28BFE-550A-9FAA-DE57-52F56FFC7162}"/>
                    </a:ext>
                  </a:extLst>
                </p14:cNvPr>
                <p14:cNvContentPartPr/>
                <p14:nvPr/>
              </p14:nvContentPartPr>
              <p14:xfrm>
                <a:off x="2752367" y="3612622"/>
                <a:ext cx="4680" cy="5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9E28BFE-550A-9FAA-DE57-52F56FFC716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34727" y="3594622"/>
                  <a:ext cx="40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8ECB156-12AA-103E-6C14-C561BCC08693}"/>
                    </a:ext>
                  </a:extLst>
                </p14:cNvPr>
                <p14:cNvContentPartPr/>
                <p14:nvPr/>
              </p14:nvContentPartPr>
              <p14:xfrm>
                <a:off x="2881967" y="3715222"/>
                <a:ext cx="214560" cy="18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8ECB156-12AA-103E-6C14-C561BCC0869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864327" y="3697222"/>
                  <a:ext cx="250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10FB962-12BC-F2C1-4DCC-44BB1AAE65B1}"/>
                    </a:ext>
                  </a:extLst>
                </p14:cNvPr>
                <p14:cNvContentPartPr/>
                <p14:nvPr/>
              </p14:nvContentPartPr>
              <p14:xfrm>
                <a:off x="3234767" y="3557902"/>
                <a:ext cx="32400" cy="298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10FB962-12BC-F2C1-4DCC-44BB1AAE65B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217127" y="3540262"/>
                  <a:ext cx="680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30B7C45-BDF8-1804-4C35-B195D524310A}"/>
                    </a:ext>
                  </a:extLst>
                </p14:cNvPr>
                <p14:cNvContentPartPr/>
                <p14:nvPr/>
              </p14:nvContentPartPr>
              <p14:xfrm>
                <a:off x="3436367" y="3586702"/>
                <a:ext cx="185040" cy="173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30B7C45-BDF8-1804-4C35-B195D524310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418727" y="3568702"/>
                  <a:ext cx="220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8EE6AD5-9B89-ADC3-60B4-08AAE44710A1}"/>
                    </a:ext>
                  </a:extLst>
                </p14:cNvPr>
                <p14:cNvContentPartPr/>
                <p14:nvPr/>
              </p14:nvContentPartPr>
              <p14:xfrm>
                <a:off x="3670007" y="3534502"/>
                <a:ext cx="262440" cy="309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8EE6AD5-9B89-ADC3-60B4-08AAE44710A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652367" y="3516862"/>
                  <a:ext cx="2980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E553359-0DD4-997F-3915-CAA4F812D6E5}"/>
                    </a:ext>
                  </a:extLst>
                </p14:cNvPr>
                <p14:cNvContentPartPr/>
                <p14:nvPr/>
              </p14:nvContentPartPr>
              <p14:xfrm>
                <a:off x="4107407" y="3419662"/>
                <a:ext cx="318240" cy="140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E553359-0DD4-997F-3915-CAA4F812D6E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089767" y="3401662"/>
                  <a:ext cx="353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C1143D1-767C-3DA4-EC63-7FFFB3A2C4B6}"/>
                    </a:ext>
                  </a:extLst>
                </p14:cNvPr>
                <p14:cNvContentPartPr/>
                <p14:nvPr/>
              </p14:nvContentPartPr>
              <p14:xfrm>
                <a:off x="4360127" y="3715222"/>
                <a:ext cx="246960" cy="49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C1143D1-767C-3DA4-EC63-7FFFB3A2C4B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342127" y="3697582"/>
                  <a:ext cx="282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E7C6E0F-B8C4-89DC-9640-C10F18CC4C96}"/>
                    </a:ext>
                  </a:extLst>
                </p14:cNvPr>
                <p14:cNvContentPartPr/>
                <p14:nvPr/>
              </p14:nvContentPartPr>
              <p14:xfrm>
                <a:off x="4460567" y="3663742"/>
                <a:ext cx="36360" cy="1843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E7C6E0F-B8C4-89DC-9640-C10F18CC4C9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442927" y="3646102"/>
                  <a:ext cx="72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E39F29F-32BB-7D44-D420-A4A3676CA8B0}"/>
                    </a:ext>
                  </a:extLst>
                </p14:cNvPr>
                <p14:cNvContentPartPr/>
                <p14:nvPr/>
              </p14:nvContentPartPr>
              <p14:xfrm>
                <a:off x="4683407" y="3602182"/>
                <a:ext cx="151920" cy="225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E39F29F-32BB-7D44-D420-A4A3676CA8B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665767" y="3584182"/>
                  <a:ext cx="187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D24AA75-E100-CB45-0F90-6728C08CE256}"/>
                    </a:ext>
                  </a:extLst>
                </p14:cNvPr>
                <p14:cNvContentPartPr/>
                <p14:nvPr/>
              </p14:nvContentPartPr>
              <p14:xfrm>
                <a:off x="5001287" y="3577342"/>
                <a:ext cx="101880" cy="208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D24AA75-E100-CB45-0F90-6728C08CE25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983647" y="3559342"/>
                  <a:ext cx="137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8FB3177-6ADE-BEFC-B127-0421C239F0E9}"/>
                    </a:ext>
                  </a:extLst>
                </p14:cNvPr>
                <p14:cNvContentPartPr/>
                <p14:nvPr/>
              </p14:nvContentPartPr>
              <p14:xfrm>
                <a:off x="5525087" y="3523342"/>
                <a:ext cx="18360" cy="219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8FB3177-6ADE-BEFC-B127-0421C239F0E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507447" y="3505702"/>
                  <a:ext cx="540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1E1D7D5-6829-BEF9-7CCF-F2A40526126A}"/>
                    </a:ext>
                  </a:extLst>
                </p14:cNvPr>
                <p14:cNvContentPartPr/>
                <p14:nvPr/>
              </p14:nvContentPartPr>
              <p14:xfrm>
                <a:off x="5268047" y="3655102"/>
                <a:ext cx="300600" cy="125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1E1D7D5-6829-BEF9-7CCF-F2A40526126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250047" y="3637102"/>
                  <a:ext cx="33624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11FADA3-7879-C7C9-F75A-62B659996964}"/>
              </a:ext>
            </a:extLst>
          </p:cNvPr>
          <p:cNvGrpSpPr/>
          <p:nvPr/>
        </p:nvGrpSpPr>
        <p:grpSpPr>
          <a:xfrm>
            <a:off x="5793647" y="3394102"/>
            <a:ext cx="1072800" cy="496440"/>
            <a:chOff x="5793647" y="3394102"/>
            <a:chExt cx="1072800" cy="4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034E3DF-37F0-FB2A-81F9-CB9F7ADF2EDA}"/>
                    </a:ext>
                  </a:extLst>
                </p14:cNvPr>
                <p14:cNvContentPartPr/>
                <p14:nvPr/>
              </p14:nvContentPartPr>
              <p14:xfrm>
                <a:off x="5793647" y="3637102"/>
                <a:ext cx="127440" cy="13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034E3DF-37F0-FB2A-81F9-CB9F7ADF2ED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776007" y="3619462"/>
                  <a:ext cx="163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D60F5BE-9A40-699E-BB19-15224B69FCD1}"/>
                    </a:ext>
                  </a:extLst>
                </p14:cNvPr>
                <p14:cNvContentPartPr/>
                <p14:nvPr/>
              </p14:nvContentPartPr>
              <p14:xfrm>
                <a:off x="6091727" y="3508582"/>
                <a:ext cx="86760" cy="210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D60F5BE-9A40-699E-BB19-15224B69FCD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073727" y="3490942"/>
                  <a:ext cx="1224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CE4F795-1251-7078-D4A4-7297755D41D6}"/>
                    </a:ext>
                  </a:extLst>
                </p14:cNvPr>
                <p14:cNvContentPartPr/>
                <p14:nvPr/>
              </p14:nvContentPartPr>
              <p14:xfrm>
                <a:off x="6289727" y="3519022"/>
                <a:ext cx="174240" cy="168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CE4F795-1251-7078-D4A4-7297755D41D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271727" y="3501022"/>
                  <a:ext cx="209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21EEEF2-822A-CEE7-8B0F-516E877C4E07}"/>
                    </a:ext>
                  </a:extLst>
                </p14:cNvPr>
                <p14:cNvContentPartPr/>
                <p14:nvPr/>
              </p14:nvContentPartPr>
              <p14:xfrm>
                <a:off x="6580967" y="3394102"/>
                <a:ext cx="285480" cy="496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21EEEF2-822A-CEE7-8B0F-516E877C4E0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562967" y="3376462"/>
                  <a:ext cx="321120" cy="53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D5E0BCB-01E4-1D15-63A9-2659D8EE7617}"/>
              </a:ext>
            </a:extLst>
          </p:cNvPr>
          <p:cNvGrpSpPr/>
          <p:nvPr/>
        </p:nvGrpSpPr>
        <p:grpSpPr>
          <a:xfrm>
            <a:off x="6787607" y="3356662"/>
            <a:ext cx="582120" cy="345960"/>
            <a:chOff x="6787607" y="3356662"/>
            <a:chExt cx="582120" cy="3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5CF6134-66EA-A3FD-3634-4A2ADE5AC90A}"/>
                    </a:ext>
                  </a:extLst>
                </p14:cNvPr>
                <p14:cNvContentPartPr/>
                <p14:nvPr/>
              </p14:nvContentPartPr>
              <p14:xfrm>
                <a:off x="6787607" y="3451342"/>
                <a:ext cx="249480" cy="251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5CF6134-66EA-A3FD-3634-4A2ADE5AC90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769607" y="3433342"/>
                  <a:ext cx="2851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2159076-7303-4885-6E66-7910E5A96C37}"/>
                    </a:ext>
                  </a:extLst>
                </p14:cNvPr>
                <p14:cNvContentPartPr/>
                <p14:nvPr/>
              </p14:nvContentPartPr>
              <p14:xfrm>
                <a:off x="7167407" y="3356662"/>
                <a:ext cx="202320" cy="1515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2159076-7303-4885-6E66-7910E5A96C3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149407" y="3338662"/>
                  <a:ext cx="23796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0F544FD-070E-E863-6B70-8CA869ED173A}"/>
              </a:ext>
            </a:extLst>
          </p:cNvPr>
          <p:cNvGrpSpPr/>
          <p:nvPr/>
        </p:nvGrpSpPr>
        <p:grpSpPr>
          <a:xfrm>
            <a:off x="1984487" y="4052902"/>
            <a:ext cx="1958400" cy="1248120"/>
            <a:chOff x="1984487" y="4052902"/>
            <a:chExt cx="1958400" cy="12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CB951F3-E706-BC98-C3EC-D4ABA606AE3B}"/>
                    </a:ext>
                  </a:extLst>
                </p14:cNvPr>
                <p14:cNvContentPartPr/>
                <p14:nvPr/>
              </p14:nvContentPartPr>
              <p14:xfrm>
                <a:off x="2163407" y="4138582"/>
                <a:ext cx="232560" cy="325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CB951F3-E706-BC98-C3EC-D4ABA606AE3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145767" y="4120582"/>
                  <a:ext cx="2682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ADD2B9B-3801-D59F-E39E-47DAA3EF47DD}"/>
                    </a:ext>
                  </a:extLst>
                </p14:cNvPr>
                <p14:cNvContentPartPr/>
                <p14:nvPr/>
              </p14:nvContentPartPr>
              <p14:xfrm>
                <a:off x="2510087" y="4052902"/>
                <a:ext cx="204480" cy="170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ADD2B9B-3801-D59F-E39E-47DAA3EF47D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492087" y="4034902"/>
                  <a:ext cx="2401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7A5909C-025C-DE88-7449-678972A04A97}"/>
                    </a:ext>
                  </a:extLst>
                </p14:cNvPr>
                <p14:cNvContentPartPr/>
                <p14:nvPr/>
              </p14:nvContentPartPr>
              <p14:xfrm>
                <a:off x="2502527" y="4190422"/>
                <a:ext cx="214920" cy="141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7A5909C-025C-DE88-7449-678972A04A9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484527" y="4172782"/>
                  <a:ext cx="250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0C293EC-AF77-2553-7892-A13757AB477C}"/>
                    </a:ext>
                  </a:extLst>
                </p14:cNvPr>
                <p14:cNvContentPartPr/>
                <p14:nvPr/>
              </p14:nvContentPartPr>
              <p14:xfrm>
                <a:off x="2877287" y="4321102"/>
                <a:ext cx="175680" cy="219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0C293EC-AF77-2553-7892-A13757AB477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859647" y="4303462"/>
                  <a:ext cx="211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D24E76B-C6B4-B623-9776-F0BB147BF474}"/>
                    </a:ext>
                  </a:extLst>
                </p14:cNvPr>
                <p14:cNvContentPartPr/>
                <p14:nvPr/>
              </p14:nvContentPartPr>
              <p14:xfrm>
                <a:off x="3211367" y="4153702"/>
                <a:ext cx="731520" cy="3261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D24E76B-C6B4-B623-9776-F0BB147BF47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193367" y="4135702"/>
                  <a:ext cx="7671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17BDDCF-9009-7991-A3DC-F5A652C6494F}"/>
                    </a:ext>
                  </a:extLst>
                </p14:cNvPr>
                <p14:cNvContentPartPr/>
                <p14:nvPr/>
              </p14:nvContentPartPr>
              <p14:xfrm>
                <a:off x="1994927" y="4584262"/>
                <a:ext cx="248400" cy="435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17BDDCF-9009-7991-A3DC-F5A652C6494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976927" y="4566262"/>
                  <a:ext cx="284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65E8C79-F4F9-8DB2-68E5-6FFEAF73CB64}"/>
                    </a:ext>
                  </a:extLst>
                </p14:cNvPr>
                <p14:cNvContentPartPr/>
                <p14:nvPr/>
              </p14:nvContentPartPr>
              <p14:xfrm>
                <a:off x="2761727" y="4546462"/>
                <a:ext cx="215640" cy="44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65E8C79-F4F9-8DB2-68E5-6FFEAF73CB6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743727" y="4528462"/>
                  <a:ext cx="251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7C7A18A-85AA-3E72-5223-D494A78B92A4}"/>
                    </a:ext>
                  </a:extLst>
                </p14:cNvPr>
                <p14:cNvContentPartPr/>
                <p14:nvPr/>
              </p14:nvContentPartPr>
              <p14:xfrm>
                <a:off x="2887727" y="4486342"/>
                <a:ext cx="27720" cy="201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7C7A18A-85AA-3E72-5223-D494A78B92A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870087" y="4468342"/>
                  <a:ext cx="63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FF128CB-ECE7-8A0B-A333-A7EEBB1135C4}"/>
                    </a:ext>
                  </a:extLst>
                </p14:cNvPr>
                <p14:cNvContentPartPr/>
                <p14:nvPr/>
              </p14:nvContentPartPr>
              <p14:xfrm>
                <a:off x="1984487" y="4757782"/>
                <a:ext cx="1828080" cy="1314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FF128CB-ECE7-8A0B-A333-A7EEBB1135C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966847" y="4740142"/>
                  <a:ext cx="1863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52644D9-7D7F-BE0C-94DA-9910C9A5F418}"/>
                    </a:ext>
                  </a:extLst>
                </p14:cNvPr>
                <p14:cNvContentPartPr/>
                <p14:nvPr/>
              </p14:nvContentPartPr>
              <p14:xfrm>
                <a:off x="2766767" y="5126422"/>
                <a:ext cx="144000" cy="27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52644D9-7D7F-BE0C-94DA-9910C9A5F41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48767" y="5108782"/>
                  <a:ext cx="179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3D96197-097A-7E86-AEF0-5289AE5F3DE6}"/>
                    </a:ext>
                  </a:extLst>
                </p14:cNvPr>
                <p14:cNvContentPartPr/>
                <p14:nvPr/>
              </p14:nvContentPartPr>
              <p14:xfrm>
                <a:off x="2999687" y="5035702"/>
                <a:ext cx="64800" cy="265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3D96197-097A-7E86-AEF0-5289AE5F3DE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981687" y="5017702"/>
                  <a:ext cx="1004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DFEEDA-16F4-1DD6-CD4E-74AA1C5CC7C6}"/>
                    </a:ext>
                  </a:extLst>
                </p14:cNvPr>
                <p14:cNvContentPartPr/>
                <p14:nvPr/>
              </p14:nvContentPartPr>
              <p14:xfrm>
                <a:off x="3179327" y="5081422"/>
                <a:ext cx="132480" cy="153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DFEEDA-16F4-1DD6-CD4E-74AA1C5CC7C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161327" y="5063422"/>
                  <a:ext cx="168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57FFF24-91F7-4B60-636E-859C440CD6FE}"/>
                    </a:ext>
                  </a:extLst>
                </p14:cNvPr>
                <p14:cNvContentPartPr/>
                <p14:nvPr/>
              </p14:nvContentPartPr>
              <p14:xfrm>
                <a:off x="3373727" y="5012662"/>
                <a:ext cx="212400" cy="278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57FFF24-91F7-4B60-636E-859C440CD6F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355727" y="4994662"/>
                  <a:ext cx="2480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AA513DE-66D7-398C-CF5D-ECDF004D2AFA}"/>
                    </a:ext>
                  </a:extLst>
                </p14:cNvPr>
                <p14:cNvContentPartPr/>
                <p14:nvPr/>
              </p14:nvContentPartPr>
              <p14:xfrm>
                <a:off x="3661007" y="4961542"/>
                <a:ext cx="202320" cy="1382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AA513DE-66D7-398C-CF5D-ECDF004D2AF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643367" y="4943902"/>
                  <a:ext cx="23796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6940EDFB-9827-E774-EEFD-418BC6E491C5}"/>
              </a:ext>
            </a:extLst>
          </p:cNvPr>
          <p:cNvGrpSpPr/>
          <p:nvPr/>
        </p:nvGrpSpPr>
        <p:grpSpPr>
          <a:xfrm>
            <a:off x="4029287" y="4951462"/>
            <a:ext cx="1076040" cy="318240"/>
            <a:chOff x="4029287" y="4951462"/>
            <a:chExt cx="107604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F59ADFC-389F-FA53-C164-062E02CF4C29}"/>
                    </a:ext>
                  </a:extLst>
                </p14:cNvPr>
                <p14:cNvContentPartPr/>
                <p14:nvPr/>
              </p14:nvContentPartPr>
              <p14:xfrm>
                <a:off x="4029287" y="5098702"/>
                <a:ext cx="224640" cy="48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F59ADFC-389F-FA53-C164-062E02CF4C2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011647" y="5081062"/>
                  <a:ext cx="260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C8769FE-019D-5F6A-02DE-FAFE4875AD6A}"/>
                    </a:ext>
                  </a:extLst>
                </p14:cNvPr>
                <p14:cNvContentPartPr/>
                <p14:nvPr/>
              </p14:nvContentPartPr>
              <p14:xfrm>
                <a:off x="4131167" y="5015902"/>
                <a:ext cx="39960" cy="2034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C8769FE-019D-5F6A-02DE-FAFE4875AD6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113167" y="4997902"/>
                  <a:ext cx="75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22789D5-D676-3330-7308-84C88EAE9EE3}"/>
                    </a:ext>
                  </a:extLst>
                </p14:cNvPr>
                <p14:cNvContentPartPr/>
                <p14:nvPr/>
              </p14:nvContentPartPr>
              <p14:xfrm>
                <a:off x="4319807" y="4980622"/>
                <a:ext cx="158760" cy="261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22789D5-D676-3330-7308-84C88EAE9EE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302167" y="4962982"/>
                  <a:ext cx="1944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E018F3B-59B4-8519-54AA-AD6B374BA428}"/>
                    </a:ext>
                  </a:extLst>
                </p14:cNvPr>
                <p14:cNvContentPartPr/>
                <p14:nvPr/>
              </p14:nvContentPartPr>
              <p14:xfrm>
                <a:off x="4596647" y="5014102"/>
                <a:ext cx="160200" cy="225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E018F3B-59B4-8519-54AA-AD6B374BA42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578647" y="4996462"/>
                  <a:ext cx="1958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701D1C6-1359-7EF8-18FD-AF00883AABBF}"/>
                    </a:ext>
                  </a:extLst>
                </p14:cNvPr>
                <p14:cNvContentPartPr/>
                <p14:nvPr/>
              </p14:nvContentPartPr>
              <p14:xfrm>
                <a:off x="4758287" y="4951462"/>
                <a:ext cx="347040" cy="3182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701D1C6-1359-7EF8-18FD-AF00883AABB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740287" y="4933822"/>
                  <a:ext cx="38268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37757947-3B9A-3639-F23D-E36C3B5B0AF3}"/>
              </a:ext>
            </a:extLst>
          </p:cNvPr>
          <p:cNvGrpSpPr/>
          <p:nvPr/>
        </p:nvGrpSpPr>
        <p:grpSpPr>
          <a:xfrm>
            <a:off x="7382327" y="3491302"/>
            <a:ext cx="536400" cy="272160"/>
            <a:chOff x="7382327" y="3491302"/>
            <a:chExt cx="53640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9F715F9-4C94-6803-F72A-DBB3D3140320}"/>
                    </a:ext>
                  </a:extLst>
                </p14:cNvPr>
                <p14:cNvContentPartPr/>
                <p14:nvPr/>
              </p14:nvContentPartPr>
              <p14:xfrm>
                <a:off x="7382327" y="3673462"/>
                <a:ext cx="157680" cy="21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9F715F9-4C94-6803-F72A-DBB3D314032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364687" y="3655462"/>
                  <a:ext cx="1933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EA4C355-8749-60CF-26CF-9EC15CA1A3E5}"/>
                    </a:ext>
                  </a:extLst>
                </p14:cNvPr>
                <p14:cNvContentPartPr/>
                <p14:nvPr/>
              </p14:nvContentPartPr>
              <p14:xfrm>
                <a:off x="7647287" y="3491302"/>
                <a:ext cx="37080" cy="272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EA4C355-8749-60CF-26CF-9EC15CA1A3E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629647" y="3473302"/>
                  <a:ext cx="727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5C4D43D-F2E8-DD1F-4E64-DB27A46AE66E}"/>
                    </a:ext>
                  </a:extLst>
                </p14:cNvPr>
                <p14:cNvContentPartPr/>
                <p14:nvPr/>
              </p14:nvContentPartPr>
              <p14:xfrm>
                <a:off x="7778327" y="3565462"/>
                <a:ext cx="140400" cy="178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5C4D43D-F2E8-DD1F-4E64-DB27A46AE66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760327" y="3547462"/>
                  <a:ext cx="176040" cy="21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E618205-D8F0-E486-AC55-856A546474EA}"/>
                  </a:ext>
                </a:extLst>
              </p14:cNvPr>
              <p14:cNvContentPartPr/>
              <p14:nvPr/>
            </p14:nvContentPartPr>
            <p14:xfrm>
              <a:off x="8154527" y="3435142"/>
              <a:ext cx="276480" cy="3121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E618205-D8F0-E486-AC55-856A546474EA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8136527" y="3417142"/>
                <a:ext cx="312120" cy="34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C14CBD0-3ED8-160F-064C-19E270308F32}"/>
              </a:ext>
            </a:extLst>
          </p:cNvPr>
          <p:cNvGrpSpPr/>
          <p:nvPr/>
        </p:nvGrpSpPr>
        <p:grpSpPr>
          <a:xfrm>
            <a:off x="2500727" y="5477782"/>
            <a:ext cx="3603600" cy="895320"/>
            <a:chOff x="2500727" y="5477782"/>
            <a:chExt cx="3603600" cy="8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E2541D8-21C3-B974-53AA-949F2CE778D6}"/>
                    </a:ext>
                  </a:extLst>
                </p14:cNvPr>
                <p14:cNvContentPartPr/>
                <p14:nvPr/>
              </p14:nvContentPartPr>
              <p14:xfrm>
                <a:off x="2616647" y="5638702"/>
                <a:ext cx="145440" cy="28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E2541D8-21C3-B974-53AA-949F2CE778D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598647" y="5620702"/>
                  <a:ext cx="1810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3DC30D1-011C-F13E-C40A-429ED0C21E0E}"/>
                    </a:ext>
                  </a:extLst>
                </p14:cNvPr>
                <p14:cNvContentPartPr/>
                <p14:nvPr/>
              </p14:nvContentPartPr>
              <p14:xfrm>
                <a:off x="2865767" y="5572822"/>
                <a:ext cx="39960" cy="2620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3DC30D1-011C-F13E-C40A-429ED0C21E0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847767" y="5554822"/>
                  <a:ext cx="756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D4E390A-9D29-0430-958F-F5F4BE475FE8}"/>
                    </a:ext>
                  </a:extLst>
                </p14:cNvPr>
                <p14:cNvContentPartPr/>
                <p14:nvPr/>
              </p14:nvContentPartPr>
              <p14:xfrm>
                <a:off x="3034247" y="5647702"/>
                <a:ext cx="102240" cy="1562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D4E390A-9D29-0430-958F-F5F4BE475FE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016247" y="5629702"/>
                  <a:ext cx="137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6342C3F-59DC-9681-2E5A-2E75EAD628C9}"/>
                    </a:ext>
                  </a:extLst>
                </p14:cNvPr>
                <p14:cNvContentPartPr/>
                <p14:nvPr/>
              </p14:nvContentPartPr>
              <p14:xfrm>
                <a:off x="3224327" y="5571382"/>
                <a:ext cx="218520" cy="309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6342C3F-59DC-9681-2E5A-2E75EAD628C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206327" y="5553382"/>
                  <a:ext cx="2541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EAB4AAD-9A54-B95D-BAF4-E7D3ED8EB15B}"/>
                    </a:ext>
                  </a:extLst>
                </p14:cNvPr>
                <p14:cNvContentPartPr/>
                <p14:nvPr/>
              </p14:nvContentPartPr>
              <p14:xfrm>
                <a:off x="3587927" y="5479222"/>
                <a:ext cx="271440" cy="124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EAB4AAD-9A54-B95D-BAF4-E7D3ED8EB15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570287" y="5461582"/>
                  <a:ext cx="3070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DB38FD5-27ED-23A3-2DDA-55B61BE42310}"/>
                    </a:ext>
                  </a:extLst>
                </p14:cNvPr>
                <p14:cNvContentPartPr/>
                <p14:nvPr/>
              </p14:nvContentPartPr>
              <p14:xfrm>
                <a:off x="3909767" y="5661022"/>
                <a:ext cx="135720" cy="50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DB38FD5-27ED-23A3-2DDA-55B61BE4231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891767" y="5643382"/>
                  <a:ext cx="171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B378A9A-1222-64BF-A5B2-01499C4EFAA5}"/>
                    </a:ext>
                  </a:extLst>
                </p14:cNvPr>
                <p14:cNvContentPartPr/>
                <p14:nvPr/>
              </p14:nvContentPartPr>
              <p14:xfrm>
                <a:off x="3978527" y="5583622"/>
                <a:ext cx="47520" cy="2167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B378A9A-1222-64BF-A5B2-01499C4EFAA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960887" y="5565622"/>
                  <a:ext cx="83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F54BBAA-A087-E3E8-CDFD-48CF65455E4A}"/>
                    </a:ext>
                  </a:extLst>
                </p14:cNvPr>
                <p14:cNvContentPartPr/>
                <p14:nvPr/>
              </p14:nvContentPartPr>
              <p14:xfrm>
                <a:off x="4251767" y="5542582"/>
                <a:ext cx="190080" cy="237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F54BBAA-A087-E3E8-CDFD-48CF65455E4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233767" y="5524942"/>
                  <a:ext cx="2257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A1B07C4-FB37-26A0-904F-5068F4CFBA20}"/>
                    </a:ext>
                  </a:extLst>
                </p14:cNvPr>
                <p14:cNvContentPartPr/>
                <p14:nvPr/>
              </p14:nvContentPartPr>
              <p14:xfrm>
                <a:off x="4500887" y="5597662"/>
                <a:ext cx="167760" cy="126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A1B07C4-FB37-26A0-904F-5068F4CFBA2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482887" y="5580022"/>
                  <a:ext cx="203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41DB38C-C9A4-2BE3-7BE1-B7DB4837C9F5}"/>
                    </a:ext>
                  </a:extLst>
                </p14:cNvPr>
                <p14:cNvContentPartPr/>
                <p14:nvPr/>
              </p14:nvContentPartPr>
              <p14:xfrm>
                <a:off x="4786007" y="5477782"/>
                <a:ext cx="308880" cy="310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41DB38C-C9A4-2BE3-7BE1-B7DB4837C9F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768367" y="5460142"/>
                  <a:ext cx="3445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6982F29-826A-1665-5E97-EF6CED8FD88E}"/>
                    </a:ext>
                  </a:extLst>
                </p14:cNvPr>
                <p14:cNvContentPartPr/>
                <p14:nvPr/>
              </p14:nvContentPartPr>
              <p14:xfrm>
                <a:off x="2500727" y="5907622"/>
                <a:ext cx="210600" cy="9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6982F29-826A-1665-5E97-EF6CED8FD88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483087" y="5889982"/>
                  <a:ext cx="246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104352A-8FB7-07BC-B7FF-F6754A2A889C}"/>
                    </a:ext>
                  </a:extLst>
                </p14:cNvPr>
                <p14:cNvContentPartPr/>
                <p14:nvPr/>
              </p14:nvContentPartPr>
              <p14:xfrm>
                <a:off x="2561567" y="5809342"/>
                <a:ext cx="62640" cy="269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104352A-8FB7-07BC-B7FF-F6754A2A889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543567" y="5791702"/>
                  <a:ext cx="982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5916D80-5EFB-9B89-6BB7-4E9C650BBB4B}"/>
                    </a:ext>
                  </a:extLst>
                </p14:cNvPr>
                <p14:cNvContentPartPr/>
                <p14:nvPr/>
              </p14:nvContentPartPr>
              <p14:xfrm>
                <a:off x="3754247" y="5902942"/>
                <a:ext cx="220680" cy="226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5916D80-5EFB-9B89-6BB7-4E9C650BBB4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736607" y="5884942"/>
                  <a:ext cx="256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901D8C3-0C8B-1780-B5A8-D646B4166E82}"/>
                    </a:ext>
                  </a:extLst>
                </p14:cNvPr>
                <p14:cNvContentPartPr/>
                <p14:nvPr/>
              </p14:nvContentPartPr>
              <p14:xfrm>
                <a:off x="3190487" y="5982502"/>
                <a:ext cx="2054880" cy="1036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901D8C3-0C8B-1780-B5A8-D646B4166E8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172847" y="5964862"/>
                  <a:ext cx="2090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DC1B11E-1F1B-B695-73B9-E2C462B35CD4}"/>
                    </a:ext>
                  </a:extLst>
                </p14:cNvPr>
                <p14:cNvContentPartPr/>
                <p14:nvPr/>
              </p14:nvContentPartPr>
              <p14:xfrm>
                <a:off x="4292447" y="6154582"/>
                <a:ext cx="17640" cy="2185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DC1B11E-1F1B-B695-73B9-E2C462B35CD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274807" y="6136582"/>
                  <a:ext cx="53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F3EA973-EB26-3932-E0ED-D02E99CF7326}"/>
                    </a:ext>
                  </a:extLst>
                </p14:cNvPr>
                <p14:cNvContentPartPr/>
                <p14:nvPr/>
              </p14:nvContentPartPr>
              <p14:xfrm>
                <a:off x="4450127" y="6211462"/>
                <a:ext cx="96840" cy="1594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F3EA973-EB26-3932-E0ED-D02E99CF732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432487" y="6193462"/>
                  <a:ext cx="132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C65BDF3-D927-5483-1C04-B3339BBE71A1}"/>
                    </a:ext>
                  </a:extLst>
                </p14:cNvPr>
                <p14:cNvContentPartPr/>
                <p14:nvPr/>
              </p14:nvContentPartPr>
              <p14:xfrm>
                <a:off x="4734167" y="6109222"/>
                <a:ext cx="228600" cy="2520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C65BDF3-D927-5483-1C04-B3339BBE71A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716167" y="6091582"/>
                  <a:ext cx="2642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A7F3C4A-A35C-B142-61AA-640FA92EEEEB}"/>
                    </a:ext>
                  </a:extLst>
                </p14:cNvPr>
                <p14:cNvContentPartPr/>
                <p14:nvPr/>
              </p14:nvContentPartPr>
              <p14:xfrm>
                <a:off x="5236727" y="6163222"/>
                <a:ext cx="125640" cy="23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A7F3C4A-A35C-B142-61AA-640FA92EEEE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219087" y="6145222"/>
                  <a:ext cx="161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5FAF21F-1C3B-D6C8-8A18-71A463BCF1B3}"/>
                    </a:ext>
                  </a:extLst>
                </p14:cNvPr>
                <p14:cNvContentPartPr/>
                <p14:nvPr/>
              </p14:nvContentPartPr>
              <p14:xfrm>
                <a:off x="5509247" y="6072502"/>
                <a:ext cx="134280" cy="253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5FAF21F-1C3B-D6C8-8A18-71A463BCF1B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491607" y="6054502"/>
                  <a:ext cx="1699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123F81F-5F78-A7EA-C096-EAD39CDD7AC5}"/>
                    </a:ext>
                  </a:extLst>
                </p14:cNvPr>
                <p14:cNvContentPartPr/>
                <p14:nvPr/>
              </p14:nvContentPartPr>
              <p14:xfrm>
                <a:off x="5828207" y="6072142"/>
                <a:ext cx="276120" cy="2001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123F81F-5F78-A7EA-C096-EAD39CDD7AC5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810207" y="6054142"/>
                  <a:ext cx="31176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A59552A-8352-3B4C-9CC6-B83F6D18A233}"/>
              </a:ext>
            </a:extLst>
          </p:cNvPr>
          <p:cNvGrpSpPr/>
          <p:nvPr/>
        </p:nvGrpSpPr>
        <p:grpSpPr>
          <a:xfrm>
            <a:off x="8600927" y="3425062"/>
            <a:ext cx="627840" cy="325080"/>
            <a:chOff x="8600927" y="3425062"/>
            <a:chExt cx="62784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4F2EF4D-19AE-8001-413E-9DEDF3BD9B52}"/>
                    </a:ext>
                  </a:extLst>
                </p14:cNvPr>
                <p14:cNvContentPartPr/>
                <p14:nvPr/>
              </p14:nvContentPartPr>
              <p14:xfrm>
                <a:off x="8600927" y="3571942"/>
                <a:ext cx="174600" cy="20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4F2EF4D-19AE-8001-413E-9DEDF3BD9B5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582927" y="3554302"/>
                  <a:ext cx="2102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1C7F0D2-628B-4104-0621-B09013F09E2D}"/>
                    </a:ext>
                  </a:extLst>
                </p14:cNvPr>
                <p14:cNvContentPartPr/>
                <p14:nvPr/>
              </p14:nvContentPartPr>
              <p14:xfrm>
                <a:off x="8631167" y="3482662"/>
                <a:ext cx="81720" cy="2674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1C7F0D2-628B-4104-0621-B09013F09E2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613527" y="3464662"/>
                  <a:ext cx="1173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AB6699E-8B01-4067-CC7B-8A143A47F199}"/>
                    </a:ext>
                  </a:extLst>
                </p14:cNvPr>
                <p14:cNvContentPartPr/>
                <p14:nvPr/>
              </p14:nvContentPartPr>
              <p14:xfrm>
                <a:off x="8918087" y="3425062"/>
                <a:ext cx="32400" cy="306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AB6699E-8B01-4067-CC7B-8A143A47F19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900087" y="3407422"/>
                  <a:ext cx="680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8099A8D-79D7-1A4D-AF32-F1457CB1819D}"/>
                    </a:ext>
                  </a:extLst>
                </p14:cNvPr>
                <p14:cNvContentPartPr/>
                <p14:nvPr/>
              </p14:nvContentPartPr>
              <p14:xfrm>
                <a:off x="9064967" y="3427222"/>
                <a:ext cx="163800" cy="3106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8099A8D-79D7-1A4D-AF32-F1457CB1819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046967" y="3409222"/>
                  <a:ext cx="199440" cy="34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2A5C7065-DC7B-0C2F-BF38-5B3DFA134F50}"/>
                  </a:ext>
                </a:extLst>
              </p14:cNvPr>
              <p14:cNvContentPartPr/>
              <p14:nvPr/>
            </p14:nvContentPartPr>
            <p14:xfrm>
              <a:off x="9486527" y="3948862"/>
              <a:ext cx="44280" cy="190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2A5C7065-DC7B-0C2F-BF38-5B3DFA134F50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9468887" y="3931222"/>
                <a:ext cx="7992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F81AAA50-DA99-AE7A-54C0-67C25C4DB091}"/>
              </a:ext>
            </a:extLst>
          </p:cNvPr>
          <p:cNvGrpSpPr/>
          <p:nvPr/>
        </p:nvGrpSpPr>
        <p:grpSpPr>
          <a:xfrm>
            <a:off x="4297487" y="6501622"/>
            <a:ext cx="2199600" cy="506278"/>
            <a:chOff x="4297487" y="6501622"/>
            <a:chExt cx="2199600" cy="50627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66B8490-6478-B122-006F-4F2BBF1E50C4}"/>
                    </a:ext>
                  </a:extLst>
                </p14:cNvPr>
                <p14:cNvContentPartPr/>
                <p14:nvPr/>
              </p14:nvContentPartPr>
              <p14:xfrm>
                <a:off x="4297487" y="6520702"/>
                <a:ext cx="8640" cy="205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66B8490-6478-B122-006F-4F2BBF1E50C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279847" y="6502702"/>
                  <a:ext cx="44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0396BA7-43A2-C94C-DCBD-96601978E8E5}"/>
                    </a:ext>
                  </a:extLst>
                </p14:cNvPr>
                <p14:cNvContentPartPr/>
                <p14:nvPr/>
              </p14:nvContentPartPr>
              <p14:xfrm>
                <a:off x="4414847" y="6528622"/>
                <a:ext cx="74520" cy="1540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0396BA7-43A2-C94C-DCBD-96601978E8E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397207" y="6510982"/>
                  <a:ext cx="110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5A68FA9-B2FA-ADD0-23FB-2E6BABD53DF3}"/>
                    </a:ext>
                  </a:extLst>
                </p14:cNvPr>
                <p14:cNvContentPartPr/>
                <p14:nvPr/>
              </p14:nvContentPartPr>
              <p14:xfrm>
                <a:off x="4675127" y="6516382"/>
                <a:ext cx="218880" cy="2217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5A68FA9-B2FA-ADD0-23FB-2E6BABD53DF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657127" y="6498382"/>
                  <a:ext cx="254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3E1C294-406C-CA17-4D6C-F7C22A483F58}"/>
                    </a:ext>
                  </a:extLst>
                </p14:cNvPr>
                <p14:cNvContentPartPr/>
                <p14:nvPr/>
              </p14:nvContentPartPr>
              <p14:xfrm>
                <a:off x="5235647" y="6572182"/>
                <a:ext cx="112320" cy="291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3E1C294-406C-CA17-4D6C-F7C22A483F5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217647" y="6554182"/>
                  <a:ext cx="147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F9E2645-D523-4554-DD53-8A1FDA2CCB59}"/>
                    </a:ext>
                  </a:extLst>
                </p14:cNvPr>
                <p14:cNvContentPartPr/>
                <p14:nvPr/>
              </p14:nvContentPartPr>
              <p14:xfrm>
                <a:off x="5457047" y="6501622"/>
                <a:ext cx="120600" cy="1976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F9E2645-D523-4554-DD53-8A1FDA2CCB5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439407" y="6483982"/>
                  <a:ext cx="156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56F68A9-E3A6-7992-026A-5CCEF964E51C}"/>
                    </a:ext>
                  </a:extLst>
                </p14:cNvPr>
                <p14:cNvContentPartPr/>
                <p14:nvPr/>
              </p14:nvContentPartPr>
              <p14:xfrm>
                <a:off x="5799407" y="6507382"/>
                <a:ext cx="286920" cy="1483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56F68A9-E3A6-7992-026A-5CCEF964E51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781767" y="6489742"/>
                  <a:ext cx="3225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3533424-2DE3-12F9-B4EB-FE45FD109310}"/>
                    </a:ext>
                  </a:extLst>
                </p14:cNvPr>
                <p14:cNvContentPartPr/>
                <p14:nvPr/>
              </p14:nvContentPartPr>
              <p14:xfrm>
                <a:off x="4545527" y="6741022"/>
                <a:ext cx="1609200" cy="777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3533424-2DE3-12F9-B4EB-FE45FD10931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527527" y="6723382"/>
                  <a:ext cx="1644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3661548-7188-1D77-F849-AAAEB8E8351D}"/>
                    </a:ext>
                  </a:extLst>
                </p14:cNvPr>
                <p14:cNvContentPartPr/>
                <p14:nvPr/>
              </p14:nvContentPartPr>
              <p14:xfrm>
                <a:off x="5468567" y="6798622"/>
                <a:ext cx="117720" cy="943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3661548-7188-1D77-F849-AAAEB8E8351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450567" y="6780622"/>
                  <a:ext cx="153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0E3465F-6BA4-3B9D-60E7-8BC144CEC90F}"/>
                    </a:ext>
                  </a:extLst>
                </p14:cNvPr>
                <p14:cNvContentPartPr/>
                <p14:nvPr/>
              </p14:nvContentPartPr>
              <p14:xfrm>
                <a:off x="5152847" y="6866060"/>
                <a:ext cx="1344240" cy="1418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0E3465F-6BA4-3B9D-60E7-8BC144CEC90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135207" y="6848060"/>
                  <a:ext cx="137988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03068208-F1F7-977A-CB4F-3C8414581BC2}"/>
                  </a:ext>
                </a:extLst>
              </p14:cNvPr>
              <p14:cNvContentPartPr/>
              <p14:nvPr/>
            </p14:nvContentPartPr>
            <p14:xfrm>
              <a:off x="7026287" y="3906517"/>
              <a:ext cx="2314440" cy="7668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03068208-F1F7-977A-CB4F-3C8414581BC2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7008287" y="3888517"/>
                <a:ext cx="2350080" cy="11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54B460A7-9C8A-4BF3-9533-EAB4DDAA5742}"/>
              </a:ext>
            </a:extLst>
          </p:cNvPr>
          <p:cNvGrpSpPr/>
          <p:nvPr/>
        </p:nvGrpSpPr>
        <p:grpSpPr>
          <a:xfrm>
            <a:off x="3345647" y="3867637"/>
            <a:ext cx="10800" cy="2160"/>
            <a:chOff x="3345647" y="3867637"/>
            <a:chExt cx="10800" cy="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57F9FF4-A130-DF7C-2EFF-E6DDD56371F5}"/>
                    </a:ext>
                  </a:extLst>
                </p14:cNvPr>
                <p14:cNvContentPartPr/>
                <p14:nvPr/>
              </p14:nvContentPartPr>
              <p14:xfrm>
                <a:off x="3345647" y="3867637"/>
                <a:ext cx="360" cy="3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57F9FF4-A130-DF7C-2EFF-E6DDD56371F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27647" y="38496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50934E7-AEA1-2950-DBD8-AE687BD3A1AC}"/>
                    </a:ext>
                  </a:extLst>
                </p14:cNvPr>
                <p14:cNvContentPartPr/>
                <p14:nvPr/>
              </p14:nvContentPartPr>
              <p14:xfrm>
                <a:off x="3356087" y="3869437"/>
                <a:ext cx="360" cy="3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50934E7-AEA1-2950-DBD8-AE687BD3A1A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38087" y="38514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3E58F14E-8E35-267F-D918-6A642D088E54}"/>
              </a:ext>
            </a:extLst>
          </p:cNvPr>
          <p:cNvGrpSpPr/>
          <p:nvPr/>
        </p:nvGrpSpPr>
        <p:grpSpPr>
          <a:xfrm>
            <a:off x="670127" y="3493462"/>
            <a:ext cx="1066680" cy="438840"/>
            <a:chOff x="670127" y="3493462"/>
            <a:chExt cx="1066680" cy="43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71EA870-5E6F-3FD6-CD8D-DA33429DE0B4}"/>
                    </a:ext>
                  </a:extLst>
                </p14:cNvPr>
                <p14:cNvContentPartPr/>
                <p14:nvPr/>
              </p14:nvContentPartPr>
              <p14:xfrm>
                <a:off x="1043807" y="3493462"/>
                <a:ext cx="15840" cy="397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71EA870-5E6F-3FD6-CD8D-DA33429DE0B4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26167" y="3475822"/>
                  <a:ext cx="5148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5A72810-BEF6-E9FE-1191-CD75BCA33E56}"/>
                    </a:ext>
                  </a:extLst>
                </p14:cNvPr>
                <p14:cNvContentPartPr/>
                <p14:nvPr/>
              </p14:nvContentPartPr>
              <p14:xfrm>
                <a:off x="670127" y="3723862"/>
                <a:ext cx="349920" cy="208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5A72810-BEF6-E9FE-1191-CD75BCA33E5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52127" y="3706222"/>
                  <a:ext cx="385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8DB0663-9FDE-6B96-FD7A-FB703F985224}"/>
                    </a:ext>
                  </a:extLst>
                </p14:cNvPr>
                <p14:cNvContentPartPr/>
                <p14:nvPr/>
              </p14:nvContentPartPr>
              <p14:xfrm>
                <a:off x="1224887" y="3710542"/>
                <a:ext cx="130680" cy="24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8DB0663-9FDE-6B96-FD7A-FB703F98522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206887" y="3692542"/>
                  <a:ext cx="166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08FAAC8-E747-A8F2-8E55-1234F9DC76EB}"/>
                    </a:ext>
                  </a:extLst>
                </p14:cNvPr>
                <p14:cNvContentPartPr/>
                <p14:nvPr/>
              </p14:nvContentPartPr>
              <p14:xfrm>
                <a:off x="1480487" y="3583102"/>
                <a:ext cx="256320" cy="267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08FAAC8-E747-A8F2-8E55-1234F9DC76E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462847" y="3565462"/>
                  <a:ext cx="291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3600251-750D-8E8F-8BE3-8BF552CAE297}"/>
                    </a:ext>
                  </a:extLst>
                </p14:cNvPr>
                <p14:cNvContentPartPr/>
                <p14:nvPr/>
              </p14:nvContentPartPr>
              <p14:xfrm>
                <a:off x="913487" y="3905437"/>
                <a:ext cx="720" cy="28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3600251-750D-8E8F-8BE3-8BF552CAE297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95847" y="3887437"/>
                  <a:ext cx="36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59B3267-7F4A-BC4C-2442-2183CE155EDD}"/>
                    </a:ext>
                  </a:extLst>
                </p14:cNvPr>
                <p14:cNvContentPartPr/>
                <p14:nvPr/>
              </p14:nvContentPartPr>
              <p14:xfrm>
                <a:off x="1612247" y="3903277"/>
                <a:ext cx="1800" cy="21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59B3267-7F4A-BC4C-2442-2183CE155ED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594607" y="3885637"/>
                  <a:ext cx="37440" cy="3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41605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FB2FC4C-3523-94C4-D0E7-9DF38B577470}"/>
              </a:ext>
            </a:extLst>
          </p:cNvPr>
          <p:cNvGrpSpPr/>
          <p:nvPr/>
        </p:nvGrpSpPr>
        <p:grpSpPr>
          <a:xfrm>
            <a:off x="1349807" y="258142"/>
            <a:ext cx="2869920" cy="501480"/>
            <a:chOff x="1349807" y="258142"/>
            <a:chExt cx="286992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C3164E9-5121-EED7-8A60-3693305380F2}"/>
                    </a:ext>
                  </a:extLst>
                </p14:cNvPr>
                <p14:cNvContentPartPr/>
                <p14:nvPr/>
              </p14:nvContentPartPr>
              <p14:xfrm>
                <a:off x="1549247" y="353182"/>
                <a:ext cx="16920" cy="287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C3164E9-5121-EED7-8A60-3693305380F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31607" y="335182"/>
                  <a:ext cx="525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FE91DDB-8BBF-8549-4788-D7958D8AC4FF}"/>
                    </a:ext>
                  </a:extLst>
                </p14:cNvPr>
                <p14:cNvContentPartPr/>
                <p14:nvPr/>
              </p14:nvContentPartPr>
              <p14:xfrm>
                <a:off x="1349807" y="528502"/>
                <a:ext cx="219960" cy="124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FE91DDB-8BBF-8549-4788-D7958D8AC4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31807" y="510502"/>
                  <a:ext cx="255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345389F-79FC-8803-389A-61847AC68F42}"/>
                    </a:ext>
                  </a:extLst>
                </p14:cNvPr>
                <p14:cNvContentPartPr/>
                <p14:nvPr/>
              </p14:nvContentPartPr>
              <p14:xfrm>
                <a:off x="1667687" y="258142"/>
                <a:ext cx="120600" cy="194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345389F-79FC-8803-389A-61847AC68F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49687" y="240142"/>
                  <a:ext cx="1562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833E947-3685-5D1E-D751-93EAF7D62739}"/>
                    </a:ext>
                  </a:extLst>
                </p14:cNvPr>
                <p14:cNvContentPartPr/>
                <p14:nvPr/>
              </p14:nvContentPartPr>
              <p14:xfrm>
                <a:off x="1932647" y="546142"/>
                <a:ext cx="195480" cy="42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833E947-3685-5D1E-D751-93EAF7D627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15007" y="528142"/>
                  <a:ext cx="2311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B0FB5CE-BA4A-1DF9-2329-D6CC48BDD155}"/>
                    </a:ext>
                  </a:extLst>
                </p14:cNvPr>
                <p14:cNvContentPartPr/>
                <p14:nvPr/>
              </p14:nvContentPartPr>
              <p14:xfrm>
                <a:off x="2167367" y="460102"/>
                <a:ext cx="44280" cy="219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B0FB5CE-BA4A-1DF9-2329-D6CC48BDD1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49367" y="442102"/>
                  <a:ext cx="79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9023E6E-BFDF-A2C6-8F9D-D77E7A7FEE90}"/>
                    </a:ext>
                  </a:extLst>
                </p14:cNvPr>
                <p14:cNvContentPartPr/>
                <p14:nvPr/>
              </p14:nvContentPartPr>
              <p14:xfrm>
                <a:off x="2352767" y="491422"/>
                <a:ext cx="172440" cy="148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9023E6E-BFDF-A2C6-8F9D-D77E7A7FEE9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35127" y="473782"/>
                  <a:ext cx="208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C9EC48F-B7C0-D4B0-5B89-8BFCA62B6046}"/>
                    </a:ext>
                  </a:extLst>
                </p14:cNvPr>
                <p14:cNvContentPartPr/>
                <p14:nvPr/>
              </p14:nvContentPartPr>
              <p14:xfrm>
                <a:off x="2643287" y="458302"/>
                <a:ext cx="183960" cy="243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C9EC48F-B7C0-D4B0-5B89-8BFCA62B60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25287" y="440302"/>
                  <a:ext cx="2196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A841295-D452-067F-1302-FC2E9945C132}"/>
                    </a:ext>
                  </a:extLst>
                </p14:cNvPr>
                <p14:cNvContentPartPr/>
                <p14:nvPr/>
              </p14:nvContentPartPr>
              <p14:xfrm>
                <a:off x="2962607" y="324022"/>
                <a:ext cx="154440" cy="129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A841295-D452-067F-1302-FC2E9945C13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44967" y="306022"/>
                  <a:ext cx="190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B59AB19-6701-ECEA-149D-DE34A2F4E94E}"/>
                    </a:ext>
                  </a:extLst>
                </p14:cNvPr>
                <p14:cNvContentPartPr/>
                <p14:nvPr/>
              </p14:nvContentPartPr>
              <p14:xfrm>
                <a:off x="3206327" y="589342"/>
                <a:ext cx="190080" cy="36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B59AB19-6701-ECEA-149D-DE34A2F4E94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88687" y="571342"/>
                  <a:ext cx="225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C1F1075-8992-F77A-4710-76185F2B64BA}"/>
                    </a:ext>
                  </a:extLst>
                </p14:cNvPr>
                <p14:cNvContentPartPr/>
                <p14:nvPr/>
              </p14:nvContentPartPr>
              <p14:xfrm>
                <a:off x="3322247" y="531022"/>
                <a:ext cx="36720" cy="228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C1F1075-8992-F77A-4710-76185F2B64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04247" y="513382"/>
                  <a:ext cx="723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94860B-D783-DAEC-B556-294A6BA5B211}"/>
                    </a:ext>
                  </a:extLst>
                </p14:cNvPr>
                <p14:cNvContentPartPr/>
                <p14:nvPr/>
              </p14:nvContentPartPr>
              <p14:xfrm>
                <a:off x="3469487" y="522382"/>
                <a:ext cx="159120" cy="231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94860B-D783-DAEC-B556-294A6BA5B2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51487" y="504382"/>
                  <a:ext cx="194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0DD28A3-BCB3-D6D5-E73E-8EB0CB822C12}"/>
                    </a:ext>
                  </a:extLst>
                </p14:cNvPr>
                <p14:cNvContentPartPr/>
                <p14:nvPr/>
              </p14:nvContentPartPr>
              <p14:xfrm>
                <a:off x="3819047" y="495742"/>
                <a:ext cx="101880" cy="204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0DD28A3-BCB3-D6D5-E73E-8EB0CB822C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01047" y="477742"/>
                  <a:ext cx="137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57C4D4-7522-5A4C-97C1-594F4ED722EB}"/>
                    </a:ext>
                  </a:extLst>
                </p14:cNvPr>
                <p14:cNvContentPartPr/>
                <p14:nvPr/>
              </p14:nvContentPartPr>
              <p14:xfrm>
                <a:off x="4006247" y="487462"/>
                <a:ext cx="21348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57C4D4-7522-5A4C-97C1-594F4ED722E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88247" y="469462"/>
                  <a:ext cx="24912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8C6927-55CC-A3F0-CDF4-1DE3DC0B555C}"/>
              </a:ext>
            </a:extLst>
          </p:cNvPr>
          <p:cNvGrpSpPr/>
          <p:nvPr/>
        </p:nvGrpSpPr>
        <p:grpSpPr>
          <a:xfrm>
            <a:off x="4484687" y="513022"/>
            <a:ext cx="1009800" cy="207000"/>
            <a:chOff x="4484687" y="513022"/>
            <a:chExt cx="100980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DFE15B0-5389-030B-1EE3-C963835ED69B}"/>
                    </a:ext>
                  </a:extLst>
                </p14:cNvPr>
                <p14:cNvContentPartPr/>
                <p14:nvPr/>
              </p14:nvContentPartPr>
              <p14:xfrm>
                <a:off x="4484687" y="651262"/>
                <a:ext cx="145080" cy="24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DFE15B0-5389-030B-1EE3-C963835ED69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67047" y="633262"/>
                  <a:ext cx="1807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CCD085-8BA8-4E6C-1B0F-A8355C9352DF}"/>
                    </a:ext>
                  </a:extLst>
                </p14:cNvPr>
                <p14:cNvContentPartPr/>
                <p14:nvPr/>
              </p14:nvContentPartPr>
              <p14:xfrm>
                <a:off x="4810127" y="513022"/>
                <a:ext cx="183600" cy="207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CCD085-8BA8-4E6C-1B0F-A8355C9352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92487" y="495022"/>
                  <a:ext cx="219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6F417B-EC9F-6C0A-CBEF-5593E90FDE55}"/>
                    </a:ext>
                  </a:extLst>
                </p14:cNvPr>
                <p14:cNvContentPartPr/>
                <p14:nvPr/>
              </p14:nvContentPartPr>
              <p14:xfrm>
                <a:off x="5102087" y="526342"/>
                <a:ext cx="392400" cy="17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76F417B-EC9F-6C0A-CBEF-5593E90FDE5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84087" y="508342"/>
                  <a:ext cx="42804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032A0F-791A-3835-D0D5-0F9540589D05}"/>
              </a:ext>
            </a:extLst>
          </p:cNvPr>
          <p:cNvGrpSpPr/>
          <p:nvPr/>
        </p:nvGrpSpPr>
        <p:grpSpPr>
          <a:xfrm>
            <a:off x="5750807" y="452902"/>
            <a:ext cx="852120" cy="565920"/>
            <a:chOff x="5750807" y="452902"/>
            <a:chExt cx="852120" cy="56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93D1339-DBD0-83FC-528F-3C801048F67F}"/>
                    </a:ext>
                  </a:extLst>
                </p14:cNvPr>
                <p14:cNvContentPartPr/>
                <p14:nvPr/>
              </p14:nvContentPartPr>
              <p14:xfrm>
                <a:off x="5783207" y="562702"/>
                <a:ext cx="192240" cy="12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93D1339-DBD0-83FC-528F-3C801048F67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65207" y="545062"/>
                  <a:ext cx="227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A42088-56D6-AC35-901E-DEAAC725DA9D}"/>
                    </a:ext>
                  </a:extLst>
                </p14:cNvPr>
                <p14:cNvContentPartPr/>
                <p14:nvPr/>
              </p14:nvContentPartPr>
              <p14:xfrm>
                <a:off x="5750807" y="653782"/>
                <a:ext cx="235440" cy="29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A42088-56D6-AC35-901E-DEAAC725DA9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33167" y="635782"/>
                  <a:ext cx="271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525F5B1-FFE4-FDAB-3AF6-07041BC70D59}"/>
                    </a:ext>
                  </a:extLst>
                </p14:cNvPr>
                <p14:cNvContentPartPr/>
                <p14:nvPr/>
              </p14:nvContentPartPr>
              <p14:xfrm>
                <a:off x="6048527" y="452902"/>
                <a:ext cx="554400" cy="565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525F5B1-FFE4-FDAB-3AF6-07041BC70D5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30527" y="434902"/>
                  <a:ext cx="590040" cy="60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9A998E6-1187-BA1C-93DA-4C45B292C4DF}"/>
              </a:ext>
            </a:extLst>
          </p:cNvPr>
          <p:cNvGrpSpPr/>
          <p:nvPr/>
        </p:nvGrpSpPr>
        <p:grpSpPr>
          <a:xfrm>
            <a:off x="953447" y="877702"/>
            <a:ext cx="1049040" cy="785520"/>
            <a:chOff x="953447" y="877702"/>
            <a:chExt cx="1049040" cy="78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DACA3A-796A-BA02-7D31-A706C8B72754}"/>
                    </a:ext>
                  </a:extLst>
                </p14:cNvPr>
                <p14:cNvContentPartPr/>
                <p14:nvPr/>
              </p14:nvContentPartPr>
              <p14:xfrm>
                <a:off x="1021127" y="1113502"/>
                <a:ext cx="274320" cy="261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DACA3A-796A-BA02-7D31-A706C8B7275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3487" y="1095862"/>
                  <a:ext cx="3099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DCFD3E-3DF6-E732-16E6-FCC28F1BB7FB}"/>
                    </a:ext>
                  </a:extLst>
                </p14:cNvPr>
                <p14:cNvContentPartPr/>
                <p14:nvPr/>
              </p14:nvContentPartPr>
              <p14:xfrm>
                <a:off x="1468967" y="1265062"/>
                <a:ext cx="115200" cy="10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DCFD3E-3DF6-E732-16E6-FCC28F1BB7F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51327" y="1247062"/>
                  <a:ext cx="150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3AEB562-613E-82CA-A0E4-8F0372CD6920}"/>
                    </a:ext>
                  </a:extLst>
                </p14:cNvPr>
                <p14:cNvContentPartPr/>
                <p14:nvPr/>
              </p14:nvContentPartPr>
              <p14:xfrm>
                <a:off x="1678127" y="1188022"/>
                <a:ext cx="171720" cy="204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3AEB562-613E-82CA-A0E4-8F0372CD692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60127" y="1170022"/>
                  <a:ext cx="2073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4EA5080-D034-B7FA-5293-18B252780B8A}"/>
                    </a:ext>
                  </a:extLst>
                </p14:cNvPr>
                <p14:cNvContentPartPr/>
                <p14:nvPr/>
              </p14:nvContentPartPr>
              <p14:xfrm>
                <a:off x="1816007" y="1065262"/>
                <a:ext cx="186480" cy="538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4EA5080-D034-B7FA-5293-18B252780B8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98007" y="1047622"/>
                  <a:ext cx="22212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1A1DDDA-E1B0-093D-EC2E-158B4B9744DC}"/>
                    </a:ext>
                  </a:extLst>
                </p14:cNvPr>
                <p14:cNvContentPartPr/>
                <p14:nvPr/>
              </p14:nvContentPartPr>
              <p14:xfrm>
                <a:off x="953447" y="877702"/>
                <a:ext cx="323280" cy="785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1A1DDDA-E1B0-093D-EC2E-158B4B9744D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35807" y="859702"/>
                  <a:ext cx="358920" cy="82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E36B8E5-A34E-DFE0-48AC-D8D6B5435E81}"/>
              </a:ext>
            </a:extLst>
          </p:cNvPr>
          <p:cNvGrpSpPr/>
          <p:nvPr/>
        </p:nvGrpSpPr>
        <p:grpSpPr>
          <a:xfrm>
            <a:off x="2618807" y="1069222"/>
            <a:ext cx="1861560" cy="448920"/>
            <a:chOff x="2618807" y="1069222"/>
            <a:chExt cx="186156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4289C4-99B4-588E-EC3E-679AAE3F8CDB}"/>
                    </a:ext>
                  </a:extLst>
                </p14:cNvPr>
                <p14:cNvContentPartPr/>
                <p14:nvPr/>
              </p14:nvContentPartPr>
              <p14:xfrm>
                <a:off x="2618807" y="1069222"/>
                <a:ext cx="135000" cy="448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4289C4-99B4-588E-EC3E-679AAE3F8CD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01167" y="1051222"/>
                  <a:ext cx="17064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5AF1E72-ECA8-1A76-198D-E79BE371C943}"/>
                    </a:ext>
                  </a:extLst>
                </p14:cNvPr>
                <p14:cNvContentPartPr/>
                <p14:nvPr/>
              </p14:nvContentPartPr>
              <p14:xfrm>
                <a:off x="2863607" y="1187302"/>
                <a:ext cx="257040" cy="280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5AF1E72-ECA8-1A76-198D-E79BE371C94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45967" y="1169662"/>
                  <a:ext cx="29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68126C9-466A-CD2D-2213-629B3AEE59CD}"/>
                    </a:ext>
                  </a:extLst>
                </p14:cNvPr>
                <p14:cNvContentPartPr/>
                <p14:nvPr/>
              </p14:nvContentPartPr>
              <p14:xfrm>
                <a:off x="3244127" y="1080742"/>
                <a:ext cx="253440" cy="155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68126C9-466A-CD2D-2213-629B3AEE59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26127" y="1063102"/>
                  <a:ext cx="289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A132A8F-1E1B-AB9E-3032-85AA61FD2365}"/>
                    </a:ext>
                  </a:extLst>
                </p14:cNvPr>
                <p14:cNvContentPartPr/>
                <p14:nvPr/>
              </p14:nvContentPartPr>
              <p14:xfrm>
                <a:off x="3442487" y="1361182"/>
                <a:ext cx="198360" cy="14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A132A8F-1E1B-AB9E-3032-85AA61FD236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24847" y="1343182"/>
                  <a:ext cx="234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0D3974A-1CE7-9791-D5EF-590346D503CB}"/>
                    </a:ext>
                  </a:extLst>
                </p14:cNvPr>
                <p14:cNvContentPartPr/>
                <p14:nvPr/>
              </p14:nvContentPartPr>
              <p14:xfrm>
                <a:off x="3785207" y="1211422"/>
                <a:ext cx="66600" cy="243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0D3974A-1CE7-9791-D5EF-590346D503C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67567" y="1193782"/>
                  <a:ext cx="102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D0DAE31-0E55-F2F0-F2FC-586E16D76947}"/>
                    </a:ext>
                  </a:extLst>
                </p14:cNvPr>
                <p14:cNvContentPartPr/>
                <p14:nvPr/>
              </p14:nvContentPartPr>
              <p14:xfrm>
                <a:off x="3961967" y="1262182"/>
                <a:ext cx="155520" cy="158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D0DAE31-0E55-F2F0-F2FC-586E16D7694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44327" y="1244182"/>
                  <a:ext cx="191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FE46295-6883-1526-A92C-4E4F731E62F6}"/>
                    </a:ext>
                  </a:extLst>
                </p14:cNvPr>
                <p14:cNvContentPartPr/>
                <p14:nvPr/>
              </p14:nvContentPartPr>
              <p14:xfrm>
                <a:off x="4253567" y="1178302"/>
                <a:ext cx="226800" cy="25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FE46295-6883-1526-A92C-4E4F731E62F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35927" y="1160662"/>
                  <a:ext cx="26244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594C95A-C456-CB8E-C757-90E0563CE57A}"/>
              </a:ext>
            </a:extLst>
          </p:cNvPr>
          <p:cNvGrpSpPr/>
          <p:nvPr/>
        </p:nvGrpSpPr>
        <p:grpSpPr>
          <a:xfrm>
            <a:off x="4696727" y="1061662"/>
            <a:ext cx="873720" cy="482760"/>
            <a:chOff x="4696727" y="1061662"/>
            <a:chExt cx="873720" cy="48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8D1414A-2E10-048C-39C5-06BBC31BF4C8}"/>
                    </a:ext>
                  </a:extLst>
                </p14:cNvPr>
                <p14:cNvContentPartPr/>
                <p14:nvPr/>
              </p14:nvContentPartPr>
              <p14:xfrm>
                <a:off x="4696727" y="1355422"/>
                <a:ext cx="241560" cy="10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8D1414A-2E10-048C-39C5-06BBC31BF4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79087" y="1337782"/>
                  <a:ext cx="277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2AE2287-F1DB-2C92-67A9-5DF69BA69B39}"/>
                    </a:ext>
                  </a:extLst>
                </p14:cNvPr>
                <p14:cNvContentPartPr/>
                <p14:nvPr/>
              </p14:nvContentPartPr>
              <p14:xfrm>
                <a:off x="4825967" y="1255342"/>
                <a:ext cx="61920" cy="179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2AE2287-F1DB-2C92-67A9-5DF69BA69B3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07967" y="1237702"/>
                  <a:ext cx="97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DDA052-E790-3399-867E-5F3C3A7D6424}"/>
                    </a:ext>
                  </a:extLst>
                </p14:cNvPr>
                <p14:cNvContentPartPr/>
                <p14:nvPr/>
              </p14:nvContentPartPr>
              <p14:xfrm>
                <a:off x="5079767" y="1211782"/>
                <a:ext cx="48600" cy="211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DDA052-E790-3399-867E-5F3C3A7D642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62127" y="1193782"/>
                  <a:ext cx="84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5DF40B2-3937-BB1A-4B22-B5FF62B8E3CE}"/>
                    </a:ext>
                  </a:extLst>
                </p14:cNvPr>
                <p14:cNvContentPartPr/>
                <p14:nvPr/>
              </p14:nvContentPartPr>
              <p14:xfrm>
                <a:off x="5263727" y="1189102"/>
                <a:ext cx="137880" cy="227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5DF40B2-3937-BB1A-4B22-B5FF62B8E3C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45727" y="1171102"/>
                  <a:ext cx="1735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A8BE56F-FBF2-0743-6BCA-A42A95F9E1FB}"/>
                    </a:ext>
                  </a:extLst>
                </p14:cNvPr>
                <p14:cNvContentPartPr/>
                <p14:nvPr/>
              </p14:nvContentPartPr>
              <p14:xfrm>
                <a:off x="5437967" y="1061662"/>
                <a:ext cx="132480" cy="482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A8BE56F-FBF2-0743-6BCA-A42A95F9E1F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19967" y="1044022"/>
                  <a:ext cx="168120" cy="51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479EA27-9933-9D5D-E564-85691EC27338}"/>
              </a:ext>
            </a:extLst>
          </p:cNvPr>
          <p:cNvGrpSpPr/>
          <p:nvPr/>
        </p:nvGrpSpPr>
        <p:grpSpPr>
          <a:xfrm>
            <a:off x="5903807" y="1349302"/>
            <a:ext cx="276120" cy="76320"/>
            <a:chOff x="5903807" y="1349302"/>
            <a:chExt cx="276120" cy="7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5BE992C-FA43-E7FF-D387-E529C89320F3}"/>
                    </a:ext>
                  </a:extLst>
                </p14:cNvPr>
                <p14:cNvContentPartPr/>
                <p14:nvPr/>
              </p14:nvContentPartPr>
              <p14:xfrm>
                <a:off x="5925047" y="1349302"/>
                <a:ext cx="182520" cy="6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5BE992C-FA43-E7FF-D387-E529C89320F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07047" y="1331662"/>
                  <a:ext cx="218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8B4AA8-A972-6A82-CDA4-82170553B2A4}"/>
                    </a:ext>
                  </a:extLst>
                </p14:cNvPr>
                <p14:cNvContentPartPr/>
                <p14:nvPr/>
              </p14:nvContentPartPr>
              <p14:xfrm>
                <a:off x="5903807" y="1401502"/>
                <a:ext cx="276120" cy="24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8B4AA8-A972-6A82-CDA4-82170553B2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85807" y="1383502"/>
                  <a:ext cx="31176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F0D1051-A672-20CA-F228-52CAB485B86A}"/>
                  </a:ext>
                </a:extLst>
              </p14:cNvPr>
              <p14:cNvContentPartPr/>
              <p14:nvPr/>
            </p14:nvContentPartPr>
            <p14:xfrm>
              <a:off x="6532727" y="1172542"/>
              <a:ext cx="323280" cy="2458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F0D1051-A672-20CA-F228-52CAB485B86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514727" y="1154902"/>
                <a:ext cx="35892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78F67E4-7654-C17B-9161-6055F6D78228}"/>
                  </a:ext>
                </a:extLst>
              </p14:cNvPr>
              <p14:cNvContentPartPr/>
              <p14:nvPr/>
            </p14:nvContentPartPr>
            <p14:xfrm>
              <a:off x="6230687" y="2012422"/>
              <a:ext cx="10800" cy="36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78F67E4-7654-C17B-9161-6055F6D7822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213047" y="1994782"/>
                <a:ext cx="464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32618DA1-FB1A-CFA3-1F98-1BF4215302CE}"/>
              </a:ext>
            </a:extLst>
          </p:cNvPr>
          <p:cNvGrpSpPr/>
          <p:nvPr/>
        </p:nvGrpSpPr>
        <p:grpSpPr>
          <a:xfrm>
            <a:off x="705767" y="1917742"/>
            <a:ext cx="1261800" cy="641520"/>
            <a:chOff x="705767" y="1917742"/>
            <a:chExt cx="1261800" cy="64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5B16CC-DB03-B5C0-05E3-7D6133F4E772}"/>
                    </a:ext>
                  </a:extLst>
                </p14:cNvPr>
                <p14:cNvContentPartPr/>
                <p14:nvPr/>
              </p14:nvContentPartPr>
              <p14:xfrm>
                <a:off x="933287" y="2103862"/>
                <a:ext cx="306720" cy="260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5B16CC-DB03-B5C0-05E3-7D6133F4E77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5647" y="2086222"/>
                  <a:ext cx="342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5D7F186-4A21-3C4A-C217-A9F9112A4B65}"/>
                    </a:ext>
                  </a:extLst>
                </p14:cNvPr>
                <p14:cNvContentPartPr/>
                <p14:nvPr/>
              </p14:nvContentPartPr>
              <p14:xfrm>
                <a:off x="1374287" y="2255422"/>
                <a:ext cx="178920" cy="5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5D7F186-4A21-3C4A-C217-A9F9112A4B6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56647" y="2237782"/>
                  <a:ext cx="214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7D6ED6F-09CA-667D-7C97-54B7A1558F9F}"/>
                    </a:ext>
                  </a:extLst>
                </p14:cNvPr>
                <p14:cNvContentPartPr/>
                <p14:nvPr/>
              </p14:nvContentPartPr>
              <p14:xfrm>
                <a:off x="1591007" y="2177302"/>
                <a:ext cx="251640" cy="182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7D6ED6F-09CA-667D-7C97-54B7A1558F9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73007" y="2159662"/>
                  <a:ext cx="287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920997-897F-52EB-9021-A538EAE4F8CF}"/>
                    </a:ext>
                  </a:extLst>
                </p14:cNvPr>
                <p14:cNvContentPartPr/>
                <p14:nvPr/>
              </p14:nvContentPartPr>
              <p14:xfrm>
                <a:off x="1750487" y="2069302"/>
                <a:ext cx="217080" cy="45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920997-897F-52EB-9021-A538EAE4F8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732487" y="2051662"/>
                  <a:ext cx="25272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E38E07D-C1D3-30C3-D945-EEC615BB7736}"/>
                    </a:ext>
                  </a:extLst>
                </p14:cNvPr>
                <p14:cNvContentPartPr/>
                <p14:nvPr/>
              </p14:nvContentPartPr>
              <p14:xfrm>
                <a:off x="705767" y="1917742"/>
                <a:ext cx="322920" cy="641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E38E07D-C1D3-30C3-D945-EEC615BB773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8127" y="1900102"/>
                  <a:ext cx="358560" cy="67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D2CBC86-27C8-06E0-C69D-21E6DFF5F671}"/>
              </a:ext>
            </a:extLst>
          </p:cNvPr>
          <p:cNvGrpSpPr/>
          <p:nvPr/>
        </p:nvGrpSpPr>
        <p:grpSpPr>
          <a:xfrm>
            <a:off x="2360327" y="1978222"/>
            <a:ext cx="1153080" cy="592560"/>
            <a:chOff x="2360327" y="1978222"/>
            <a:chExt cx="1153080" cy="59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766D225-DC90-4922-E6B6-B6FDE9F6D6D0}"/>
                    </a:ext>
                  </a:extLst>
                </p14:cNvPr>
                <p14:cNvContentPartPr/>
                <p14:nvPr/>
              </p14:nvContentPartPr>
              <p14:xfrm>
                <a:off x="2360327" y="2027902"/>
                <a:ext cx="236520" cy="542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766D225-DC90-4922-E6B6-B6FDE9F6D6D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42327" y="2009902"/>
                  <a:ext cx="27216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552BBC1-8DBA-6D1C-5A4B-91CF9FDAC37E}"/>
                    </a:ext>
                  </a:extLst>
                </p14:cNvPr>
                <p14:cNvContentPartPr/>
                <p14:nvPr/>
              </p14:nvContentPartPr>
              <p14:xfrm>
                <a:off x="2511167" y="2135542"/>
                <a:ext cx="337680" cy="319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552BBC1-8DBA-6D1C-5A4B-91CF9FDAC37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93527" y="2117542"/>
                  <a:ext cx="3733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55CDDF0-9D73-D82E-FD8F-74EB7E36E2EB}"/>
                    </a:ext>
                  </a:extLst>
                </p14:cNvPr>
                <p14:cNvContentPartPr/>
                <p14:nvPr/>
              </p14:nvContentPartPr>
              <p14:xfrm>
                <a:off x="3050807" y="1978222"/>
                <a:ext cx="228240" cy="136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55CDDF0-9D73-D82E-FD8F-74EB7E36E2E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33167" y="1960222"/>
                  <a:ext cx="2638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A5F8A3C-234E-0A4B-E4FA-74EA33579302}"/>
                    </a:ext>
                  </a:extLst>
                </p14:cNvPr>
                <p14:cNvContentPartPr/>
                <p14:nvPr/>
              </p14:nvContentPartPr>
              <p14:xfrm>
                <a:off x="3272567" y="2309422"/>
                <a:ext cx="240840" cy="41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A5F8A3C-234E-0A4B-E4FA-74EA335793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54927" y="2291422"/>
                  <a:ext cx="27648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35573B8-3B28-3F98-DC44-334106270291}"/>
              </a:ext>
            </a:extLst>
          </p:cNvPr>
          <p:cNvGrpSpPr/>
          <p:nvPr/>
        </p:nvGrpSpPr>
        <p:grpSpPr>
          <a:xfrm>
            <a:off x="3767567" y="2167942"/>
            <a:ext cx="508680" cy="267120"/>
            <a:chOff x="3767567" y="2167942"/>
            <a:chExt cx="50868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BF1362-3C8C-5B50-CBF9-9E4334D56DD0}"/>
                    </a:ext>
                  </a:extLst>
                </p14:cNvPr>
                <p14:cNvContentPartPr/>
                <p14:nvPr/>
              </p14:nvContentPartPr>
              <p14:xfrm>
                <a:off x="3767567" y="2172982"/>
                <a:ext cx="201600" cy="241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BF1362-3C8C-5B50-CBF9-9E4334D56DD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49927" y="2155342"/>
                  <a:ext cx="2372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02C99F0-F0F5-5EF3-2B66-4C027010B1E7}"/>
                    </a:ext>
                  </a:extLst>
                </p14:cNvPr>
                <p14:cNvContentPartPr/>
                <p14:nvPr/>
              </p14:nvContentPartPr>
              <p14:xfrm>
                <a:off x="4012727" y="2167942"/>
                <a:ext cx="263520" cy="267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02C99F0-F0F5-5EF3-2B66-4C027010B1E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95087" y="2149942"/>
                  <a:ext cx="29916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3860388-B7B6-E44E-66CA-A2532D018596}"/>
              </a:ext>
            </a:extLst>
          </p:cNvPr>
          <p:cNvGrpSpPr/>
          <p:nvPr/>
        </p:nvGrpSpPr>
        <p:grpSpPr>
          <a:xfrm>
            <a:off x="4604567" y="2217982"/>
            <a:ext cx="957960" cy="270720"/>
            <a:chOff x="4604567" y="2217982"/>
            <a:chExt cx="95796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4766F0-C0F3-91EB-40B6-783CF964AD3C}"/>
                    </a:ext>
                  </a:extLst>
                </p14:cNvPr>
                <p14:cNvContentPartPr/>
                <p14:nvPr/>
              </p14:nvContentPartPr>
              <p14:xfrm>
                <a:off x="4604567" y="2352622"/>
                <a:ext cx="242640" cy="21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4766F0-C0F3-91EB-40B6-783CF964AD3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86567" y="2334982"/>
                  <a:ext cx="278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BB3FE52-D1DC-3EB8-5632-68533B01D4FA}"/>
                    </a:ext>
                  </a:extLst>
                </p14:cNvPr>
                <p14:cNvContentPartPr/>
                <p14:nvPr/>
              </p14:nvContentPartPr>
              <p14:xfrm>
                <a:off x="4978967" y="2231302"/>
                <a:ext cx="236880" cy="236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BB3FE52-D1DC-3EB8-5632-68533B01D4F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61327" y="2213662"/>
                  <a:ext cx="272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DA98E4E-B8F6-204E-191A-FA27FF4F1F8C}"/>
                    </a:ext>
                  </a:extLst>
                </p14:cNvPr>
                <p14:cNvContentPartPr/>
                <p14:nvPr/>
              </p14:nvContentPartPr>
              <p14:xfrm>
                <a:off x="5288927" y="2217982"/>
                <a:ext cx="273600" cy="270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DA98E4E-B8F6-204E-191A-FA27FF4F1F8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70927" y="2199982"/>
                  <a:ext cx="309240" cy="3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ACB034D-64B2-5804-FAD7-6892495CDECF}"/>
              </a:ext>
            </a:extLst>
          </p:cNvPr>
          <p:cNvGrpSpPr/>
          <p:nvPr/>
        </p:nvGrpSpPr>
        <p:grpSpPr>
          <a:xfrm>
            <a:off x="5875727" y="2040142"/>
            <a:ext cx="1855800" cy="646560"/>
            <a:chOff x="5875727" y="2040142"/>
            <a:chExt cx="1855800" cy="64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9E435FD-3582-2236-25CE-58453ABA7C00}"/>
                    </a:ext>
                  </a:extLst>
                </p14:cNvPr>
                <p14:cNvContentPartPr/>
                <p14:nvPr/>
              </p14:nvContentPartPr>
              <p14:xfrm>
                <a:off x="5875727" y="2362342"/>
                <a:ext cx="194760" cy="11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9E435FD-3582-2236-25CE-58453ABA7C0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57727" y="2344702"/>
                  <a:ext cx="230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83F1FAE-9A75-4E8D-D439-ECA02F6DC4C0}"/>
                    </a:ext>
                  </a:extLst>
                </p14:cNvPr>
                <p14:cNvContentPartPr/>
                <p14:nvPr/>
              </p14:nvContentPartPr>
              <p14:xfrm>
                <a:off x="5964287" y="2228422"/>
                <a:ext cx="41760" cy="240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83F1FAE-9A75-4E8D-D439-ECA02F6DC4C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46647" y="2210422"/>
                  <a:ext cx="774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14C257E-C962-15D0-248C-9B6F82933DB4}"/>
                    </a:ext>
                  </a:extLst>
                </p14:cNvPr>
                <p14:cNvContentPartPr/>
                <p14:nvPr/>
              </p14:nvContentPartPr>
              <p14:xfrm>
                <a:off x="6264887" y="2186662"/>
                <a:ext cx="42480" cy="266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14C257E-C962-15D0-248C-9B6F82933DB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46887" y="2168662"/>
                  <a:ext cx="781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EF4C8BB-1573-D4AD-35F2-9D1FA0BDF583}"/>
                    </a:ext>
                  </a:extLst>
                </p14:cNvPr>
                <p14:cNvContentPartPr/>
                <p14:nvPr/>
              </p14:nvContentPartPr>
              <p14:xfrm>
                <a:off x="6414287" y="2225902"/>
                <a:ext cx="124920" cy="236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EF4C8BB-1573-D4AD-35F2-9D1FA0BDF58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96647" y="2207902"/>
                  <a:ext cx="1605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FF32C6F-96E2-C4D0-8A69-BF2C4E62A1DC}"/>
                    </a:ext>
                  </a:extLst>
                </p14:cNvPr>
                <p14:cNvContentPartPr/>
                <p14:nvPr/>
              </p14:nvContentPartPr>
              <p14:xfrm>
                <a:off x="6588887" y="2040142"/>
                <a:ext cx="167760" cy="646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FF32C6F-96E2-C4D0-8A69-BF2C4E62A1D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71247" y="2022502"/>
                  <a:ext cx="20340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7C2E7CE-E74E-D94F-5337-7D4FFA472260}"/>
                    </a:ext>
                  </a:extLst>
                </p14:cNvPr>
                <p14:cNvContentPartPr/>
                <p14:nvPr/>
              </p14:nvContentPartPr>
              <p14:xfrm>
                <a:off x="6984527" y="2325262"/>
                <a:ext cx="153720" cy="21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7C2E7CE-E74E-D94F-5337-7D4FFA47226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66887" y="2307622"/>
                  <a:ext cx="189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AE7844-392D-98FE-74FA-CAC24645DC46}"/>
                    </a:ext>
                  </a:extLst>
                </p14:cNvPr>
                <p14:cNvContentPartPr/>
                <p14:nvPr/>
              </p14:nvContentPartPr>
              <p14:xfrm>
                <a:off x="6967247" y="2143462"/>
                <a:ext cx="764280" cy="285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AE7844-392D-98FE-74FA-CAC24645DC4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49247" y="2125822"/>
                  <a:ext cx="79992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33089E0-0BC5-36A9-C070-DA357E64CB30}"/>
              </a:ext>
            </a:extLst>
          </p:cNvPr>
          <p:cNvGrpSpPr/>
          <p:nvPr/>
        </p:nvGrpSpPr>
        <p:grpSpPr>
          <a:xfrm>
            <a:off x="601727" y="2907382"/>
            <a:ext cx="1235160" cy="717480"/>
            <a:chOff x="601727" y="2907382"/>
            <a:chExt cx="1235160" cy="71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59E511F-73BC-FDDB-4E53-66D89831069A}"/>
                    </a:ext>
                  </a:extLst>
                </p14:cNvPr>
                <p14:cNvContentPartPr/>
                <p14:nvPr/>
              </p14:nvContentPartPr>
              <p14:xfrm>
                <a:off x="790727" y="2972902"/>
                <a:ext cx="281880" cy="343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59E511F-73BC-FDDB-4E53-66D89831069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73087" y="2954902"/>
                  <a:ext cx="31752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36A5E30-6C71-C189-17D8-B5E82BC47E12}"/>
                    </a:ext>
                  </a:extLst>
                </p14:cNvPr>
                <p14:cNvContentPartPr/>
                <p14:nvPr/>
              </p14:nvContentPartPr>
              <p14:xfrm>
                <a:off x="1238567" y="3184222"/>
                <a:ext cx="129600" cy="12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36A5E30-6C71-C189-17D8-B5E82BC47E1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20567" y="3166582"/>
                  <a:ext cx="165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0C4E797-6C0C-2676-8A48-B92417CEEC37}"/>
                    </a:ext>
                  </a:extLst>
                </p14:cNvPr>
                <p14:cNvContentPartPr/>
                <p14:nvPr/>
              </p14:nvContentPartPr>
              <p14:xfrm>
                <a:off x="1457087" y="3076582"/>
                <a:ext cx="210600" cy="244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0C4E797-6C0C-2676-8A48-B92417CEEC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39447" y="3058582"/>
                  <a:ext cx="2462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4F145D1-016C-926D-7D9C-BE31FC5D6C50}"/>
                    </a:ext>
                  </a:extLst>
                </p14:cNvPr>
                <p14:cNvContentPartPr/>
                <p14:nvPr/>
              </p14:nvContentPartPr>
              <p14:xfrm>
                <a:off x="1573367" y="2946262"/>
                <a:ext cx="263520" cy="594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4F145D1-016C-926D-7D9C-BE31FC5D6C5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555727" y="2928622"/>
                  <a:ext cx="29916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47DDF08-A4C8-6AFA-3436-8BEE15311B1A}"/>
                    </a:ext>
                  </a:extLst>
                </p14:cNvPr>
                <p14:cNvContentPartPr/>
                <p14:nvPr/>
              </p14:nvContentPartPr>
              <p14:xfrm>
                <a:off x="601727" y="2907382"/>
                <a:ext cx="348480" cy="717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47DDF08-A4C8-6AFA-3436-8BEE15311B1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4087" y="2889742"/>
                  <a:ext cx="384120" cy="75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40B2EA4-E2E6-EDFB-7481-80DA7E48C943}"/>
              </a:ext>
            </a:extLst>
          </p:cNvPr>
          <p:cNvGrpSpPr/>
          <p:nvPr/>
        </p:nvGrpSpPr>
        <p:grpSpPr>
          <a:xfrm>
            <a:off x="2113367" y="3001342"/>
            <a:ext cx="1752480" cy="582840"/>
            <a:chOff x="2113367" y="3001342"/>
            <a:chExt cx="1752480" cy="58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B4265A6-CD1C-2F06-82C8-5D3491CC1C79}"/>
                    </a:ext>
                  </a:extLst>
                </p14:cNvPr>
                <p14:cNvContentPartPr/>
                <p14:nvPr/>
              </p14:nvContentPartPr>
              <p14:xfrm>
                <a:off x="2113367" y="3174502"/>
                <a:ext cx="250560" cy="255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B4265A6-CD1C-2F06-82C8-5D3491CC1C7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095727" y="3156502"/>
                  <a:ext cx="2862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4210313-093C-10AC-496C-940FF9FEA048}"/>
                    </a:ext>
                  </a:extLst>
                </p14:cNvPr>
                <p14:cNvContentPartPr/>
                <p14:nvPr/>
              </p14:nvContentPartPr>
              <p14:xfrm>
                <a:off x="2497847" y="3001342"/>
                <a:ext cx="198360" cy="556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4210313-093C-10AC-496C-940FF9FEA04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80207" y="2983702"/>
                  <a:ext cx="23400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CDED2A8-20AE-D959-AE69-8963708FFDB7}"/>
                    </a:ext>
                  </a:extLst>
                </p14:cNvPr>
                <p14:cNvContentPartPr/>
                <p14:nvPr/>
              </p14:nvContentPartPr>
              <p14:xfrm>
                <a:off x="2692247" y="3173422"/>
                <a:ext cx="279360" cy="277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CDED2A8-20AE-D959-AE69-8963708FFDB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74607" y="3155422"/>
                  <a:ext cx="3150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7B8DFEC-A395-8C5F-40CB-0CD2766CCB36}"/>
                    </a:ext>
                  </a:extLst>
                </p14:cNvPr>
                <p14:cNvContentPartPr/>
                <p14:nvPr/>
              </p14:nvContentPartPr>
              <p14:xfrm>
                <a:off x="3157727" y="3312382"/>
                <a:ext cx="180720" cy="43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7B8DFEC-A395-8C5F-40CB-0CD2766CCB3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39727" y="3294742"/>
                  <a:ext cx="216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F3F50DB-CE1F-5E12-8FBC-3C38E302837D}"/>
                    </a:ext>
                  </a:extLst>
                </p14:cNvPr>
                <p14:cNvContentPartPr/>
                <p14:nvPr/>
              </p14:nvContentPartPr>
              <p14:xfrm>
                <a:off x="3502607" y="3178462"/>
                <a:ext cx="156960" cy="243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F3F50DB-CE1F-5E12-8FBC-3C38E302837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84967" y="3160462"/>
                  <a:ext cx="1926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957EECD-7689-A0E6-1E75-6CA7CA107357}"/>
                    </a:ext>
                  </a:extLst>
                </p14:cNvPr>
                <p14:cNvContentPartPr/>
                <p14:nvPr/>
              </p14:nvContentPartPr>
              <p14:xfrm>
                <a:off x="3736607" y="3039142"/>
                <a:ext cx="129240" cy="545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957EECD-7689-A0E6-1E75-6CA7CA10735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18967" y="3021502"/>
                  <a:ext cx="164880" cy="58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B5730F1-EC99-1966-3423-0DA155BA0113}"/>
              </a:ext>
            </a:extLst>
          </p:cNvPr>
          <p:cNvGrpSpPr/>
          <p:nvPr/>
        </p:nvGrpSpPr>
        <p:grpSpPr>
          <a:xfrm>
            <a:off x="4243127" y="3036262"/>
            <a:ext cx="2221920" cy="622800"/>
            <a:chOff x="4243127" y="3036262"/>
            <a:chExt cx="2221920" cy="62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3B078D4-8375-729C-B903-A46A9E1412E5}"/>
                    </a:ext>
                  </a:extLst>
                </p14:cNvPr>
                <p14:cNvContentPartPr/>
                <p14:nvPr/>
              </p14:nvContentPartPr>
              <p14:xfrm>
                <a:off x="4243127" y="3339022"/>
                <a:ext cx="176040" cy="28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3B078D4-8375-729C-B903-A46A9E1412E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25487" y="3321022"/>
                  <a:ext cx="211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6F4B6A9-FD6F-16B8-D05D-4AEABFD50481}"/>
                    </a:ext>
                  </a:extLst>
                </p14:cNvPr>
                <p14:cNvContentPartPr/>
                <p14:nvPr/>
              </p14:nvContentPartPr>
              <p14:xfrm>
                <a:off x="4593407" y="3234982"/>
                <a:ext cx="255240" cy="197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6F4B6A9-FD6F-16B8-D05D-4AEABFD5048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75407" y="3216982"/>
                  <a:ext cx="290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BF10808-389D-3A62-F54F-62F6CF32EAE9}"/>
                    </a:ext>
                  </a:extLst>
                </p14:cNvPr>
                <p14:cNvContentPartPr/>
                <p14:nvPr/>
              </p14:nvContentPartPr>
              <p14:xfrm>
                <a:off x="5034407" y="3036262"/>
                <a:ext cx="309960" cy="622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BF10808-389D-3A62-F54F-62F6CF32EAE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016407" y="3018262"/>
                  <a:ext cx="34560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B016D71-C585-D170-64D2-9F56D8ED94D7}"/>
                    </a:ext>
                  </a:extLst>
                </p14:cNvPr>
                <p14:cNvContentPartPr/>
                <p14:nvPr/>
              </p14:nvContentPartPr>
              <p14:xfrm>
                <a:off x="5312327" y="3206542"/>
                <a:ext cx="356760" cy="267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B016D71-C585-D170-64D2-9F56D8ED94D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94327" y="3188902"/>
                  <a:ext cx="3924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227D687-B13A-FE8D-1FB5-D37FAD60E19D}"/>
                    </a:ext>
                  </a:extLst>
                </p14:cNvPr>
                <p14:cNvContentPartPr/>
                <p14:nvPr/>
              </p14:nvContentPartPr>
              <p14:xfrm>
                <a:off x="5866367" y="3330022"/>
                <a:ext cx="175320" cy="38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227D687-B13A-FE8D-1FB5-D37FAD60E19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848727" y="3312022"/>
                  <a:ext cx="210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5ED42F9-9C60-EE17-B226-37B0D0295014}"/>
                    </a:ext>
                  </a:extLst>
                </p14:cNvPr>
                <p14:cNvContentPartPr/>
                <p14:nvPr/>
              </p14:nvContentPartPr>
              <p14:xfrm>
                <a:off x="6087767" y="3201142"/>
                <a:ext cx="174600" cy="226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5ED42F9-9C60-EE17-B226-37B0D029501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069767" y="3183502"/>
                  <a:ext cx="210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15D51DE-70FE-9A11-C318-7D186BEB11BF}"/>
                    </a:ext>
                  </a:extLst>
                </p14:cNvPr>
                <p14:cNvContentPartPr/>
                <p14:nvPr/>
              </p14:nvContentPartPr>
              <p14:xfrm>
                <a:off x="6326807" y="3087382"/>
                <a:ext cx="138240" cy="465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15D51DE-70FE-9A11-C318-7D186BEB11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09167" y="3069742"/>
                  <a:ext cx="173880" cy="50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2551DED-F196-6CE9-08F6-3B43C15790D7}"/>
              </a:ext>
            </a:extLst>
          </p:cNvPr>
          <p:cNvGrpSpPr/>
          <p:nvPr/>
        </p:nvGrpSpPr>
        <p:grpSpPr>
          <a:xfrm>
            <a:off x="6815327" y="3291862"/>
            <a:ext cx="309600" cy="115200"/>
            <a:chOff x="6815327" y="3291862"/>
            <a:chExt cx="309600" cy="11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0AD480D-252A-A738-C160-AF5750314ECF}"/>
                    </a:ext>
                  </a:extLst>
                </p14:cNvPr>
                <p14:cNvContentPartPr/>
                <p14:nvPr/>
              </p14:nvContentPartPr>
              <p14:xfrm>
                <a:off x="6815327" y="3291862"/>
                <a:ext cx="125640" cy="14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0AD480D-252A-A738-C160-AF5750314EC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97327" y="3273862"/>
                  <a:ext cx="1612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2DA73A0-7BA8-CF39-88C1-49EA90A8FA44}"/>
                    </a:ext>
                  </a:extLst>
                </p14:cNvPr>
                <p14:cNvContentPartPr/>
                <p14:nvPr/>
              </p14:nvContentPartPr>
              <p14:xfrm>
                <a:off x="6830087" y="3364582"/>
                <a:ext cx="294840" cy="42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2DA73A0-7BA8-CF39-88C1-49EA90A8FA4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12087" y="3346582"/>
                  <a:ext cx="3304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E6FC92E-9C8E-F0F7-3A24-1D2EA3BF4FEC}"/>
                  </a:ext>
                </a:extLst>
              </p14:cNvPr>
              <p14:cNvContentPartPr/>
              <p14:nvPr/>
            </p14:nvContentPartPr>
            <p14:xfrm>
              <a:off x="7424447" y="3193582"/>
              <a:ext cx="231480" cy="2347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E6FC92E-9C8E-F0F7-3A24-1D2EA3BF4FE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406807" y="3175942"/>
                <a:ext cx="267120" cy="27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9C75DC5-ACAA-92BC-F8E3-42CCB3956899}"/>
              </a:ext>
            </a:extLst>
          </p:cNvPr>
          <p:cNvGrpSpPr/>
          <p:nvPr/>
        </p:nvGrpSpPr>
        <p:grpSpPr>
          <a:xfrm>
            <a:off x="521807" y="3979462"/>
            <a:ext cx="1260360" cy="672840"/>
            <a:chOff x="521807" y="3979462"/>
            <a:chExt cx="1260360" cy="67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9544080-DDA9-4B36-6437-1B5EF6EE2C1A}"/>
                    </a:ext>
                  </a:extLst>
                </p14:cNvPr>
                <p14:cNvContentPartPr/>
                <p14:nvPr/>
              </p14:nvContentPartPr>
              <p14:xfrm>
                <a:off x="756887" y="4047142"/>
                <a:ext cx="313560" cy="293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9544080-DDA9-4B36-6437-1B5EF6EE2C1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39247" y="4029502"/>
                  <a:ext cx="3492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B215A85-75D9-41D1-566A-AEC19A4CFC97}"/>
                    </a:ext>
                  </a:extLst>
                </p14:cNvPr>
                <p14:cNvContentPartPr/>
                <p14:nvPr/>
              </p14:nvContentPartPr>
              <p14:xfrm>
                <a:off x="1204727" y="4193662"/>
                <a:ext cx="136800" cy="14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B215A85-75D9-41D1-566A-AEC19A4CFC9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87087" y="4176022"/>
                  <a:ext cx="172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0E219E4-C08A-E635-2E9C-78A6D60834DD}"/>
                    </a:ext>
                  </a:extLst>
                </p14:cNvPr>
                <p14:cNvContentPartPr/>
                <p14:nvPr/>
              </p14:nvContentPartPr>
              <p14:xfrm>
                <a:off x="1391927" y="4104022"/>
                <a:ext cx="226800" cy="204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0E219E4-C08A-E635-2E9C-78A6D60834D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373927" y="4086022"/>
                  <a:ext cx="262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2CE9CEE-0260-7E78-7CFA-AB0701A71AA6}"/>
                    </a:ext>
                  </a:extLst>
                </p14:cNvPr>
                <p14:cNvContentPartPr/>
                <p14:nvPr/>
              </p14:nvContentPartPr>
              <p14:xfrm>
                <a:off x="1441247" y="3988102"/>
                <a:ext cx="340920" cy="589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2CE9CEE-0260-7E78-7CFA-AB0701A71AA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423247" y="3970102"/>
                  <a:ext cx="37656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213F54D-0B5C-9D7E-4FDE-2CF9234B856D}"/>
                    </a:ext>
                  </a:extLst>
                </p14:cNvPr>
                <p14:cNvContentPartPr/>
                <p14:nvPr/>
              </p14:nvContentPartPr>
              <p14:xfrm>
                <a:off x="521807" y="3979462"/>
                <a:ext cx="332280" cy="672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213F54D-0B5C-9D7E-4FDE-2CF9234B856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3807" y="3961462"/>
                  <a:ext cx="367920" cy="70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B818D2B-D5D2-A21C-E295-C87C27F6B421}"/>
              </a:ext>
            </a:extLst>
          </p:cNvPr>
          <p:cNvGrpSpPr/>
          <p:nvPr/>
        </p:nvGrpSpPr>
        <p:grpSpPr>
          <a:xfrm>
            <a:off x="2212007" y="3950302"/>
            <a:ext cx="1269000" cy="620640"/>
            <a:chOff x="2212007" y="3950302"/>
            <a:chExt cx="1269000" cy="62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9069914-D9FD-20D9-413E-A55229B882EA}"/>
                    </a:ext>
                  </a:extLst>
                </p14:cNvPr>
                <p14:cNvContentPartPr/>
                <p14:nvPr/>
              </p14:nvContentPartPr>
              <p14:xfrm>
                <a:off x="2212007" y="4080622"/>
                <a:ext cx="162720" cy="390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9069914-D9FD-20D9-413E-A55229B882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94367" y="4062982"/>
                  <a:ext cx="1983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C0E3A96-40FB-1C1A-947B-E9690FD7B3CA}"/>
                    </a:ext>
                  </a:extLst>
                </p14:cNvPr>
                <p14:cNvContentPartPr/>
                <p14:nvPr/>
              </p14:nvContentPartPr>
              <p14:xfrm>
                <a:off x="2389487" y="4083142"/>
                <a:ext cx="293400" cy="324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C0E3A96-40FB-1C1A-947B-E9690FD7B3C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71487" y="4065142"/>
                  <a:ext cx="3290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DDDA824-6AE9-407B-9DF8-DEED04386907}"/>
                    </a:ext>
                  </a:extLst>
                </p14:cNvPr>
                <p14:cNvContentPartPr/>
                <p14:nvPr/>
              </p14:nvContentPartPr>
              <p14:xfrm>
                <a:off x="2791247" y="4237942"/>
                <a:ext cx="150480" cy="19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DDDA824-6AE9-407B-9DF8-DEED0438690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773607" y="4220302"/>
                  <a:ext cx="186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A4F6574-74BD-AC1E-51E1-739BFA37282C}"/>
                    </a:ext>
                  </a:extLst>
                </p14:cNvPr>
                <p14:cNvContentPartPr/>
                <p14:nvPr/>
              </p14:nvContentPartPr>
              <p14:xfrm>
                <a:off x="3078527" y="4159102"/>
                <a:ext cx="200520" cy="194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A4F6574-74BD-AC1E-51E1-739BFA37282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60887" y="4141102"/>
                  <a:ext cx="2361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F3D9A64-F543-DC3E-2B35-4ECFFB22C303}"/>
                    </a:ext>
                  </a:extLst>
                </p14:cNvPr>
                <p14:cNvContentPartPr/>
                <p14:nvPr/>
              </p14:nvContentPartPr>
              <p14:xfrm>
                <a:off x="3294167" y="3950302"/>
                <a:ext cx="186840" cy="620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F3D9A64-F543-DC3E-2B35-4ECFFB22C30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76527" y="3932302"/>
                  <a:ext cx="222480" cy="65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FD1251A-689F-C091-D5F9-A713B9FE1BAC}"/>
              </a:ext>
            </a:extLst>
          </p:cNvPr>
          <p:cNvGrpSpPr/>
          <p:nvPr/>
        </p:nvGrpSpPr>
        <p:grpSpPr>
          <a:xfrm>
            <a:off x="3938927" y="3915022"/>
            <a:ext cx="1425240" cy="582120"/>
            <a:chOff x="3938927" y="3915022"/>
            <a:chExt cx="1425240" cy="58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28DA2EB-3A20-245A-11CF-F59DE000EF52}"/>
                    </a:ext>
                  </a:extLst>
                </p14:cNvPr>
                <p14:cNvContentPartPr/>
                <p14:nvPr/>
              </p14:nvContentPartPr>
              <p14:xfrm>
                <a:off x="3938927" y="3984862"/>
                <a:ext cx="224640" cy="446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28DA2EB-3A20-245A-11CF-F59DE000EF5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20927" y="3967222"/>
                  <a:ext cx="26028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1857B7F-F374-482F-9601-91FAF2C931D1}"/>
                    </a:ext>
                  </a:extLst>
                </p14:cNvPr>
                <p14:cNvContentPartPr/>
                <p14:nvPr/>
              </p14:nvContentPartPr>
              <p14:xfrm>
                <a:off x="4077527" y="4049662"/>
                <a:ext cx="341280" cy="282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1857B7F-F374-482F-9601-91FAF2C931D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059887" y="4032022"/>
                  <a:ext cx="3769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CA7F8AE-CEE7-F680-3810-B7B9C845ECE3}"/>
                    </a:ext>
                  </a:extLst>
                </p14:cNvPr>
                <p14:cNvContentPartPr/>
                <p14:nvPr/>
              </p14:nvContentPartPr>
              <p14:xfrm>
                <a:off x="4567127" y="4200142"/>
                <a:ext cx="150120" cy="16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CA7F8AE-CEE7-F680-3810-B7B9C845ECE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49127" y="4182142"/>
                  <a:ext cx="185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8873951-5508-8C04-2D19-68D93CE25885}"/>
                    </a:ext>
                  </a:extLst>
                </p14:cNvPr>
                <p14:cNvContentPartPr/>
                <p14:nvPr/>
              </p14:nvContentPartPr>
              <p14:xfrm>
                <a:off x="4868807" y="4090342"/>
                <a:ext cx="207360" cy="262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8873951-5508-8C04-2D19-68D93CE2588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50807" y="4072342"/>
                  <a:ext cx="2430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2A4D6AC-1191-7C0F-B8E4-0945F4A4B8B8}"/>
                    </a:ext>
                  </a:extLst>
                </p14:cNvPr>
                <p14:cNvContentPartPr/>
                <p14:nvPr/>
              </p14:nvContentPartPr>
              <p14:xfrm>
                <a:off x="5184527" y="3915022"/>
                <a:ext cx="179640" cy="582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2A4D6AC-1191-7C0F-B8E4-0945F4A4B8B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66887" y="3897022"/>
                  <a:ext cx="215280" cy="61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9881729-BEFD-5F9D-8ED8-B3E2BE6DF836}"/>
              </a:ext>
            </a:extLst>
          </p:cNvPr>
          <p:cNvGrpSpPr/>
          <p:nvPr/>
        </p:nvGrpSpPr>
        <p:grpSpPr>
          <a:xfrm>
            <a:off x="5728487" y="4257022"/>
            <a:ext cx="204120" cy="121320"/>
            <a:chOff x="5728487" y="4257022"/>
            <a:chExt cx="204120" cy="12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931565D-C011-FCD2-3BFE-6DD8E6AF8BB2}"/>
                    </a:ext>
                  </a:extLst>
                </p14:cNvPr>
                <p14:cNvContentPartPr/>
                <p14:nvPr/>
              </p14:nvContentPartPr>
              <p14:xfrm>
                <a:off x="5728487" y="4257022"/>
                <a:ext cx="138600" cy="122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931565D-C011-FCD2-3BFE-6DD8E6AF8BB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710847" y="4239022"/>
                  <a:ext cx="174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C9EEF4D-5D9C-97B3-C3E9-FFC384ED69C4}"/>
                    </a:ext>
                  </a:extLst>
                </p14:cNvPr>
                <p14:cNvContentPartPr/>
                <p14:nvPr/>
              </p14:nvContentPartPr>
              <p14:xfrm>
                <a:off x="5729927" y="4360702"/>
                <a:ext cx="202680" cy="17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C9EEF4D-5D9C-97B3-C3E9-FFC384ED69C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711927" y="4343062"/>
                  <a:ext cx="23832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E6C6D838-95FA-8147-A1F6-83092C9F2C86}"/>
                  </a:ext>
                </a:extLst>
              </p14:cNvPr>
              <p14:cNvContentPartPr/>
              <p14:nvPr/>
            </p14:nvContentPartPr>
            <p14:xfrm>
              <a:off x="6255887" y="4137142"/>
              <a:ext cx="363960" cy="2692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E6C6D838-95FA-8147-A1F6-83092C9F2C8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38247" y="4119502"/>
                <a:ext cx="399600" cy="30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940B532-1F15-7F5C-1324-E67597226514}"/>
              </a:ext>
            </a:extLst>
          </p:cNvPr>
          <p:cNvGrpSpPr/>
          <p:nvPr/>
        </p:nvGrpSpPr>
        <p:grpSpPr>
          <a:xfrm>
            <a:off x="451967" y="5203462"/>
            <a:ext cx="2816280" cy="518040"/>
            <a:chOff x="451967" y="5203462"/>
            <a:chExt cx="2816280" cy="51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045AA35-2A2E-6A3C-EF72-05C131A017B4}"/>
                    </a:ext>
                  </a:extLst>
                </p14:cNvPr>
                <p14:cNvContentPartPr/>
                <p14:nvPr/>
              </p14:nvContentPartPr>
              <p14:xfrm>
                <a:off x="451967" y="5203462"/>
                <a:ext cx="381600" cy="337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045AA35-2A2E-6A3C-EF72-05C131A017B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3967" y="5185822"/>
                  <a:ext cx="4172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F49B5E5-373D-52C7-46E8-E5A28E671CC5}"/>
                    </a:ext>
                  </a:extLst>
                </p14:cNvPr>
                <p14:cNvContentPartPr/>
                <p14:nvPr/>
              </p14:nvContentPartPr>
              <p14:xfrm>
                <a:off x="980447" y="5263222"/>
                <a:ext cx="1045080" cy="438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F49B5E5-373D-52C7-46E8-E5A28E671CC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62447" y="5245582"/>
                  <a:ext cx="108072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9FAC6A9-78D2-9CD6-2A51-EA2EFE64D28F}"/>
                    </a:ext>
                  </a:extLst>
                </p14:cNvPr>
                <p14:cNvContentPartPr/>
                <p14:nvPr/>
              </p14:nvContentPartPr>
              <p14:xfrm>
                <a:off x="2201927" y="5304262"/>
                <a:ext cx="214200" cy="249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9FAC6A9-78D2-9CD6-2A51-EA2EFE64D28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184287" y="5286622"/>
                  <a:ext cx="2498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22165CD-ED4A-EB50-8EC4-AE73D4A45963}"/>
                    </a:ext>
                  </a:extLst>
                </p14:cNvPr>
                <p14:cNvContentPartPr/>
                <p14:nvPr/>
              </p14:nvContentPartPr>
              <p14:xfrm>
                <a:off x="2517647" y="5484622"/>
                <a:ext cx="226800" cy="236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22165CD-ED4A-EB50-8EC4-AE73D4A4596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500007" y="5466622"/>
                  <a:ext cx="2624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B4E3091-4485-1978-4261-A796E100EA42}"/>
                    </a:ext>
                  </a:extLst>
                </p14:cNvPr>
                <p14:cNvContentPartPr/>
                <p14:nvPr/>
              </p14:nvContentPartPr>
              <p14:xfrm>
                <a:off x="3001487" y="5254222"/>
                <a:ext cx="266760" cy="300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B4E3091-4485-1978-4261-A796E100EA4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983847" y="5236582"/>
                  <a:ext cx="30240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67CD226-DA55-B7C6-960B-026413A0AAD9}"/>
              </a:ext>
            </a:extLst>
          </p:cNvPr>
          <p:cNvGrpSpPr/>
          <p:nvPr/>
        </p:nvGrpSpPr>
        <p:grpSpPr>
          <a:xfrm>
            <a:off x="3047207" y="5617102"/>
            <a:ext cx="217080" cy="145440"/>
            <a:chOff x="3047207" y="5617102"/>
            <a:chExt cx="217080" cy="14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7F133F7-CFA1-2B6E-857B-0D2D58788AC8}"/>
                    </a:ext>
                  </a:extLst>
                </p14:cNvPr>
                <p14:cNvContentPartPr/>
                <p14:nvPr/>
              </p14:nvContentPartPr>
              <p14:xfrm>
                <a:off x="3081047" y="5617102"/>
                <a:ext cx="183240" cy="69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7F133F7-CFA1-2B6E-857B-0D2D58788AC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063047" y="5599102"/>
                  <a:ext cx="2188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4EE5E85-55A9-C477-DC27-9C0463A02917}"/>
                    </a:ext>
                  </a:extLst>
                </p14:cNvPr>
                <p14:cNvContentPartPr/>
                <p14:nvPr/>
              </p14:nvContentPartPr>
              <p14:xfrm>
                <a:off x="3047207" y="5665702"/>
                <a:ext cx="173520" cy="96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4EE5E85-55A9-C477-DC27-9C0463A0291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029567" y="5648062"/>
                  <a:ext cx="209160" cy="13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9605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968193F-C20E-1531-D5F8-B5869347B130}"/>
              </a:ext>
            </a:extLst>
          </p:cNvPr>
          <p:cNvGrpSpPr/>
          <p:nvPr/>
        </p:nvGrpSpPr>
        <p:grpSpPr>
          <a:xfrm>
            <a:off x="312647" y="213502"/>
            <a:ext cx="1817280" cy="442080"/>
            <a:chOff x="312647" y="213502"/>
            <a:chExt cx="181728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5951AF6-295D-9F9A-2E07-EB289F125331}"/>
                    </a:ext>
                  </a:extLst>
                </p14:cNvPr>
                <p14:cNvContentPartPr/>
                <p14:nvPr/>
              </p14:nvContentPartPr>
              <p14:xfrm>
                <a:off x="312647" y="213502"/>
                <a:ext cx="200160" cy="395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5951AF6-295D-9F9A-2E07-EB289F1253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4647" y="195862"/>
                  <a:ext cx="2358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76A6D01-4873-0974-2978-BB62ACEE4BD5}"/>
                    </a:ext>
                  </a:extLst>
                </p14:cNvPr>
                <p14:cNvContentPartPr/>
                <p14:nvPr/>
              </p14:nvContentPartPr>
              <p14:xfrm>
                <a:off x="411287" y="351742"/>
                <a:ext cx="605160" cy="208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76A6D01-4873-0974-2978-BB62ACEE4B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3647" y="334102"/>
                  <a:ext cx="640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1906747-71E7-DA1C-2133-901229335C5C}"/>
                    </a:ext>
                  </a:extLst>
                </p14:cNvPr>
                <p14:cNvContentPartPr/>
                <p14:nvPr/>
              </p14:nvContentPartPr>
              <p14:xfrm>
                <a:off x="1223807" y="272182"/>
                <a:ext cx="177480" cy="313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1906747-71E7-DA1C-2133-901229335C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6167" y="254182"/>
                  <a:ext cx="2131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19CA95A-EF4E-5A69-C359-789677934C1D}"/>
                    </a:ext>
                  </a:extLst>
                </p14:cNvPr>
                <p14:cNvContentPartPr/>
                <p14:nvPr/>
              </p14:nvContentPartPr>
              <p14:xfrm>
                <a:off x="1497047" y="486742"/>
                <a:ext cx="35280" cy="168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19CA95A-EF4E-5A69-C359-789677934C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79047" y="469102"/>
                  <a:ext cx="70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79AD7F-46EB-491F-4586-3E7A29BE3EAE}"/>
                    </a:ext>
                  </a:extLst>
                </p14:cNvPr>
                <p14:cNvContentPartPr/>
                <p14:nvPr/>
              </p14:nvContentPartPr>
              <p14:xfrm>
                <a:off x="1668767" y="441022"/>
                <a:ext cx="104040" cy="27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79AD7F-46EB-491F-4586-3E7A29BE3E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1127" y="423022"/>
                  <a:ext cx="139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4B6441F-1B9A-55FA-FD7A-8FA4EC48218B}"/>
                    </a:ext>
                  </a:extLst>
                </p14:cNvPr>
                <p14:cNvContentPartPr/>
                <p14:nvPr/>
              </p14:nvContentPartPr>
              <p14:xfrm>
                <a:off x="1653287" y="531742"/>
                <a:ext cx="172800" cy="35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4B6441F-1B9A-55FA-FD7A-8FA4EC4821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35647" y="514102"/>
                  <a:ext cx="208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876B418-61FF-BD7C-4DC7-1AE4175AFF21}"/>
                    </a:ext>
                  </a:extLst>
                </p14:cNvPr>
                <p14:cNvContentPartPr/>
                <p14:nvPr/>
              </p14:nvContentPartPr>
              <p14:xfrm>
                <a:off x="1965767" y="315022"/>
                <a:ext cx="164160" cy="274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876B418-61FF-BD7C-4DC7-1AE4175AFF2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7767" y="297382"/>
                  <a:ext cx="199800" cy="30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72B5CBB-F709-57FA-C7B7-722792038163}"/>
                  </a:ext>
                </a:extLst>
              </p14:cNvPr>
              <p14:cNvContentPartPr/>
              <p14:nvPr/>
            </p14:nvContentPartPr>
            <p14:xfrm>
              <a:off x="5849447" y="279742"/>
              <a:ext cx="213840" cy="213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72B5CBB-F709-57FA-C7B7-72279203816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31807" y="261742"/>
                <a:ext cx="24948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9B61494-3AB0-DDA9-61FB-559C4A2F0BC2}"/>
              </a:ext>
            </a:extLst>
          </p:cNvPr>
          <p:cNvGrpSpPr/>
          <p:nvPr/>
        </p:nvGrpSpPr>
        <p:grpSpPr>
          <a:xfrm>
            <a:off x="3720767" y="173182"/>
            <a:ext cx="1832400" cy="692280"/>
            <a:chOff x="3720767" y="173182"/>
            <a:chExt cx="1832400" cy="69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13C8DFE-788A-6804-C0D1-2A2E2C8AC81B}"/>
                    </a:ext>
                  </a:extLst>
                </p14:cNvPr>
                <p14:cNvContentPartPr/>
                <p14:nvPr/>
              </p14:nvContentPartPr>
              <p14:xfrm>
                <a:off x="3907607" y="237622"/>
                <a:ext cx="152640" cy="248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13C8DFE-788A-6804-C0D1-2A2E2C8AC8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89967" y="219982"/>
                  <a:ext cx="1882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E7E49DF-DB56-9C32-178D-14E43F5638A4}"/>
                    </a:ext>
                  </a:extLst>
                </p14:cNvPr>
                <p14:cNvContentPartPr/>
                <p14:nvPr/>
              </p14:nvContentPartPr>
              <p14:xfrm>
                <a:off x="3901487" y="384142"/>
                <a:ext cx="147240" cy="23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E7E49DF-DB56-9C32-178D-14E43F5638A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83487" y="366142"/>
                  <a:ext cx="182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2C79D85-F1CB-0494-6FF0-8850FF52CF0B}"/>
                    </a:ext>
                  </a:extLst>
                </p14:cNvPr>
                <p14:cNvContentPartPr/>
                <p14:nvPr/>
              </p14:nvContentPartPr>
              <p14:xfrm>
                <a:off x="4183727" y="399982"/>
                <a:ext cx="97200" cy="11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2C79D85-F1CB-0494-6FF0-8850FF52CF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66087" y="382342"/>
                  <a:ext cx="132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9B5B14-5597-BE30-C183-88A9A1C07243}"/>
                    </a:ext>
                  </a:extLst>
                </p14:cNvPr>
                <p14:cNvContentPartPr/>
                <p14:nvPr/>
              </p14:nvContentPartPr>
              <p14:xfrm>
                <a:off x="4422407" y="272542"/>
                <a:ext cx="143640" cy="288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A9B5B14-5597-BE30-C183-88A9A1C072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04407" y="254542"/>
                  <a:ext cx="1792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B4C967A-561F-C72B-D9CC-836B4A6B7215}"/>
                    </a:ext>
                  </a:extLst>
                </p14:cNvPr>
                <p14:cNvContentPartPr/>
                <p14:nvPr/>
              </p14:nvContentPartPr>
              <p14:xfrm>
                <a:off x="4695647" y="324742"/>
                <a:ext cx="195120" cy="21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B4C967A-561F-C72B-D9CC-836B4A6B72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78007" y="306742"/>
                  <a:ext cx="230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E50B9F7-0077-3A07-9EDC-4D16CB1B2A67}"/>
                    </a:ext>
                  </a:extLst>
                </p14:cNvPr>
                <p14:cNvContentPartPr/>
                <p14:nvPr/>
              </p14:nvContentPartPr>
              <p14:xfrm>
                <a:off x="4802927" y="321142"/>
                <a:ext cx="70200" cy="199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E50B9F7-0077-3A07-9EDC-4D16CB1B2A6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84927" y="303502"/>
                  <a:ext cx="105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0EFB003-DFBC-D775-FDF0-EB99DD8C9718}"/>
                    </a:ext>
                  </a:extLst>
                </p14:cNvPr>
                <p14:cNvContentPartPr/>
                <p14:nvPr/>
              </p14:nvContentPartPr>
              <p14:xfrm>
                <a:off x="4711847" y="515182"/>
                <a:ext cx="221400" cy="43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0EFB003-DFBC-D775-FDF0-EB99DD8C97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94207" y="497182"/>
                  <a:ext cx="257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9EB274A-2CB1-C6DE-EC82-07A117F5E904}"/>
                    </a:ext>
                  </a:extLst>
                </p14:cNvPr>
                <p14:cNvContentPartPr/>
                <p14:nvPr/>
              </p14:nvContentPartPr>
              <p14:xfrm>
                <a:off x="4872767" y="218902"/>
                <a:ext cx="254160" cy="56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9EB274A-2CB1-C6DE-EC82-07A117F5E9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54767" y="201262"/>
                  <a:ext cx="28980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226ED84-3B0A-15D1-A894-0D5C21FC1885}"/>
                    </a:ext>
                  </a:extLst>
                </p14:cNvPr>
                <p14:cNvContentPartPr/>
                <p14:nvPr/>
              </p14:nvContentPartPr>
              <p14:xfrm>
                <a:off x="3720767" y="173182"/>
                <a:ext cx="187920" cy="692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226ED84-3B0A-15D1-A894-0D5C21FC188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03127" y="155182"/>
                  <a:ext cx="22356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A8B9D0-54EF-8A4E-F330-9302EC0D7BA4}"/>
                    </a:ext>
                  </a:extLst>
                </p14:cNvPr>
                <p14:cNvContentPartPr/>
                <p14:nvPr/>
              </p14:nvContentPartPr>
              <p14:xfrm>
                <a:off x="5394407" y="373342"/>
                <a:ext cx="101520" cy="20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A8B9D0-54EF-8A4E-F330-9302EC0D7BA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76407" y="355702"/>
                  <a:ext cx="137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A3501CA-E084-A497-A37C-69AE9C5EED28}"/>
                    </a:ext>
                  </a:extLst>
                </p14:cNvPr>
                <p14:cNvContentPartPr/>
                <p14:nvPr/>
              </p14:nvContentPartPr>
              <p14:xfrm>
                <a:off x="5353007" y="436702"/>
                <a:ext cx="200160" cy="5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A3501CA-E084-A497-A37C-69AE9C5EED2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35367" y="418702"/>
                  <a:ext cx="2358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351A06-07BC-9C67-E57F-59FDD1C8FDEC}"/>
                    </a:ext>
                  </a:extLst>
                </p14:cNvPr>
                <p14:cNvContentPartPr/>
                <p14:nvPr/>
              </p14:nvContentPartPr>
              <p14:xfrm>
                <a:off x="5215847" y="290902"/>
                <a:ext cx="125280" cy="328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351A06-07BC-9C67-E57F-59FDD1C8FDE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97847" y="273262"/>
                  <a:ext cx="1609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F409B89-7C6F-FB5C-CF2D-9509EC21336B}"/>
                    </a:ext>
                  </a:extLst>
                </p14:cNvPr>
                <p14:cNvContentPartPr/>
                <p14:nvPr/>
              </p14:nvContentPartPr>
              <p14:xfrm>
                <a:off x="5096327" y="294502"/>
                <a:ext cx="300960" cy="506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F409B89-7C6F-FB5C-CF2D-9509EC21336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78687" y="276862"/>
                  <a:ext cx="336600" cy="54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980D7AA-F720-4C6D-9B2D-1543E18BCC1F}"/>
                  </a:ext>
                </a:extLst>
              </p14:cNvPr>
              <p14:cNvContentPartPr/>
              <p14:nvPr/>
            </p14:nvContentPartPr>
            <p14:xfrm>
              <a:off x="5171207" y="1258582"/>
              <a:ext cx="24480" cy="72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980D7AA-F720-4C6D-9B2D-1543E18BCC1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53567" y="1240582"/>
                <a:ext cx="601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29A81FF-C256-13DA-1CF1-EBE950E1E9CF}"/>
                  </a:ext>
                </a:extLst>
              </p14:cNvPr>
              <p14:cNvContentPartPr/>
              <p14:nvPr/>
            </p14:nvContentPartPr>
            <p14:xfrm>
              <a:off x="2604767" y="1027102"/>
              <a:ext cx="396720" cy="15562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29A81FF-C256-13DA-1CF1-EBE950E1E9C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586767" y="1009102"/>
                <a:ext cx="432360" cy="159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97AEB461-4BB8-82DE-E3BB-FB1185A4FCB4}"/>
              </a:ext>
            </a:extLst>
          </p:cNvPr>
          <p:cNvGrpSpPr/>
          <p:nvPr/>
        </p:nvGrpSpPr>
        <p:grpSpPr>
          <a:xfrm>
            <a:off x="2822207" y="1233382"/>
            <a:ext cx="459000" cy="237240"/>
            <a:chOff x="2822207" y="1233382"/>
            <a:chExt cx="45900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B50DF4-4458-86E6-25E2-F492E69BE126}"/>
                    </a:ext>
                  </a:extLst>
                </p14:cNvPr>
                <p14:cNvContentPartPr/>
                <p14:nvPr/>
              </p14:nvContentPartPr>
              <p14:xfrm>
                <a:off x="2822207" y="1337782"/>
                <a:ext cx="115920" cy="13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B50DF4-4458-86E6-25E2-F492E69BE12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04567" y="1320142"/>
                  <a:ext cx="1515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807CDB5-9087-3F08-8667-697E2508C9B9}"/>
                    </a:ext>
                  </a:extLst>
                </p14:cNvPr>
                <p14:cNvContentPartPr/>
                <p14:nvPr/>
              </p14:nvContentPartPr>
              <p14:xfrm>
                <a:off x="3051527" y="1233382"/>
                <a:ext cx="229680" cy="237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807CDB5-9087-3F08-8667-697E2508C9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033887" y="1215742"/>
                  <a:ext cx="26532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F3EA6A2-6429-B9C9-B1AA-32757C195870}"/>
              </a:ext>
            </a:extLst>
          </p:cNvPr>
          <p:cNvGrpSpPr/>
          <p:nvPr/>
        </p:nvGrpSpPr>
        <p:grpSpPr>
          <a:xfrm>
            <a:off x="3527447" y="1552702"/>
            <a:ext cx="337680" cy="258120"/>
            <a:chOff x="3527447" y="1552702"/>
            <a:chExt cx="33768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C539EF2-3F93-C10F-05BE-7ACEE79C2E47}"/>
                    </a:ext>
                  </a:extLst>
                </p14:cNvPr>
                <p14:cNvContentPartPr/>
                <p14:nvPr/>
              </p14:nvContentPartPr>
              <p14:xfrm>
                <a:off x="3527447" y="1662502"/>
                <a:ext cx="125280" cy="15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C539EF2-3F93-C10F-05BE-7ACEE79C2E4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09447" y="1644502"/>
                  <a:ext cx="160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A5D60F2-4D49-EEBE-60EE-B13A8E2D1430}"/>
                    </a:ext>
                  </a:extLst>
                </p14:cNvPr>
                <p14:cNvContentPartPr/>
                <p14:nvPr/>
              </p14:nvContentPartPr>
              <p14:xfrm>
                <a:off x="3777287" y="1552702"/>
                <a:ext cx="87840" cy="19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A5D60F2-4D49-EEBE-60EE-B13A8E2D143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59287" y="1534702"/>
                  <a:ext cx="123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AC9F248-C59E-D9AD-2153-124295F6636C}"/>
                    </a:ext>
                  </a:extLst>
                </p14:cNvPr>
                <p14:cNvContentPartPr/>
                <p14:nvPr/>
              </p14:nvContentPartPr>
              <p14:xfrm>
                <a:off x="3719687" y="1572142"/>
                <a:ext cx="130680" cy="238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AC9F248-C59E-D9AD-2153-124295F6636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01687" y="1554142"/>
                  <a:ext cx="16632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DC2FDAF-A78B-9B6B-5864-C84BB8B252FF}"/>
              </a:ext>
            </a:extLst>
          </p:cNvPr>
          <p:cNvGrpSpPr/>
          <p:nvPr/>
        </p:nvGrpSpPr>
        <p:grpSpPr>
          <a:xfrm>
            <a:off x="3644087" y="1153822"/>
            <a:ext cx="295560" cy="161640"/>
            <a:chOff x="3644087" y="1153822"/>
            <a:chExt cx="29556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7DCFFE-2193-BF5B-755D-9AEDFD3B4699}"/>
                    </a:ext>
                  </a:extLst>
                </p14:cNvPr>
                <p14:cNvContentPartPr/>
                <p14:nvPr/>
              </p14:nvContentPartPr>
              <p14:xfrm>
                <a:off x="3644087" y="1247422"/>
                <a:ext cx="101160" cy="6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7DCFFE-2193-BF5B-755D-9AEDFD3B46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26447" y="1229422"/>
                  <a:ext cx="136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90CA6F2-F33D-45F5-4515-C9DF5553AB65}"/>
                    </a:ext>
                  </a:extLst>
                </p14:cNvPr>
                <p14:cNvContentPartPr/>
                <p14:nvPr/>
              </p14:nvContentPartPr>
              <p14:xfrm>
                <a:off x="3812927" y="1153822"/>
                <a:ext cx="126720" cy="161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90CA6F2-F33D-45F5-4515-C9DF5553AB6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94927" y="1135822"/>
                  <a:ext cx="1623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2B5640C-56C7-6C57-6F44-5C721681D7CA}"/>
              </a:ext>
            </a:extLst>
          </p:cNvPr>
          <p:cNvGrpSpPr/>
          <p:nvPr/>
        </p:nvGrpSpPr>
        <p:grpSpPr>
          <a:xfrm>
            <a:off x="2857487" y="1789942"/>
            <a:ext cx="400680" cy="213480"/>
            <a:chOff x="2857487" y="1789942"/>
            <a:chExt cx="40068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D4385A-DAC7-719B-36D6-4C62F59FABBF}"/>
                    </a:ext>
                  </a:extLst>
                </p14:cNvPr>
                <p14:cNvContentPartPr/>
                <p14:nvPr/>
              </p14:nvContentPartPr>
              <p14:xfrm>
                <a:off x="2857487" y="1893622"/>
                <a:ext cx="183240" cy="14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D4385A-DAC7-719B-36D6-4C62F59FAB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39487" y="1875622"/>
                  <a:ext cx="218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F1B84A6-EEE9-46A8-5973-197478A29B83}"/>
                    </a:ext>
                  </a:extLst>
                </p14:cNvPr>
                <p14:cNvContentPartPr/>
                <p14:nvPr/>
              </p14:nvContentPartPr>
              <p14:xfrm>
                <a:off x="3060887" y="1789942"/>
                <a:ext cx="197280" cy="213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F1B84A6-EEE9-46A8-5973-197478A29B8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43247" y="1771942"/>
                  <a:ext cx="23292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0EAC4ED-0869-59FB-50C3-D80DAEF909D6}"/>
                  </a:ext>
                </a:extLst>
              </p14:cNvPr>
              <p14:cNvContentPartPr/>
              <p14:nvPr/>
            </p14:nvContentPartPr>
            <p14:xfrm>
              <a:off x="3052967" y="2249662"/>
              <a:ext cx="175680" cy="163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0EAC4ED-0869-59FB-50C3-D80DAEF909D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35327" y="2232022"/>
                <a:ext cx="21132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48261FF8-5520-C16A-9693-7288788CE028}"/>
              </a:ext>
            </a:extLst>
          </p:cNvPr>
          <p:cNvGrpSpPr/>
          <p:nvPr/>
        </p:nvGrpSpPr>
        <p:grpSpPr>
          <a:xfrm>
            <a:off x="3618887" y="2151382"/>
            <a:ext cx="260280" cy="277200"/>
            <a:chOff x="3618887" y="2151382"/>
            <a:chExt cx="26028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CB93BDC-DC47-45D9-E2E8-4784B5EB1332}"/>
                    </a:ext>
                  </a:extLst>
                </p14:cNvPr>
                <p14:cNvContentPartPr/>
                <p14:nvPr/>
              </p14:nvContentPartPr>
              <p14:xfrm>
                <a:off x="3618887" y="2271262"/>
                <a:ext cx="151920" cy="34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CB93BDC-DC47-45D9-E2E8-4784B5EB133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01247" y="2253262"/>
                  <a:ext cx="187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3DE3F8D-14C9-AFD5-5B26-CA50DEB64756}"/>
                    </a:ext>
                  </a:extLst>
                </p14:cNvPr>
                <p14:cNvContentPartPr/>
                <p14:nvPr/>
              </p14:nvContentPartPr>
              <p14:xfrm>
                <a:off x="3828047" y="2151382"/>
                <a:ext cx="51120" cy="277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3DE3F8D-14C9-AFD5-5B26-CA50DEB647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10407" y="2133742"/>
                  <a:ext cx="86760" cy="31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9F05711-0C66-E5DE-F496-93A39FB0FCF0}"/>
              </a:ext>
            </a:extLst>
          </p:cNvPr>
          <p:cNvGrpSpPr/>
          <p:nvPr/>
        </p:nvGrpSpPr>
        <p:grpSpPr>
          <a:xfrm>
            <a:off x="4232327" y="1067422"/>
            <a:ext cx="753840" cy="1354680"/>
            <a:chOff x="4232327" y="1067422"/>
            <a:chExt cx="753840" cy="13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21CE5B6-3C05-3F12-66CA-A216999153EF}"/>
                    </a:ext>
                  </a:extLst>
                </p14:cNvPr>
                <p14:cNvContentPartPr/>
                <p14:nvPr/>
              </p14:nvContentPartPr>
              <p14:xfrm>
                <a:off x="4232327" y="2133022"/>
                <a:ext cx="115920" cy="19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21CE5B6-3C05-3F12-66CA-A216999153E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14687" y="2115382"/>
                  <a:ext cx="151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76A3A6-F202-C187-FD21-0CCA8BF544DB}"/>
                    </a:ext>
                  </a:extLst>
                </p14:cNvPr>
                <p14:cNvContentPartPr/>
                <p14:nvPr/>
              </p14:nvContentPartPr>
              <p14:xfrm>
                <a:off x="4399367" y="2028622"/>
                <a:ext cx="155880" cy="27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76A3A6-F202-C187-FD21-0CCA8BF544D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1367" y="2010982"/>
                  <a:ext cx="191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8758F3-0354-D9E0-B88C-CD340375D41F}"/>
                    </a:ext>
                  </a:extLst>
                </p14:cNvPr>
                <p14:cNvContentPartPr/>
                <p14:nvPr/>
              </p14:nvContentPartPr>
              <p14:xfrm>
                <a:off x="4399367" y="2051662"/>
                <a:ext cx="131760" cy="272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8758F3-0354-D9E0-B88C-CD340375D41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81367" y="2034022"/>
                  <a:ext cx="1674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835775C-A864-5898-6C0D-473A1DCB59EE}"/>
                    </a:ext>
                  </a:extLst>
                </p14:cNvPr>
                <p14:cNvContentPartPr/>
                <p14:nvPr/>
              </p14:nvContentPartPr>
              <p14:xfrm>
                <a:off x="4369847" y="1196302"/>
                <a:ext cx="178920" cy="158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835775C-A864-5898-6C0D-473A1DCB59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51847" y="1178302"/>
                  <a:ext cx="214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307985-2E7E-8CE7-C1A7-71CCFCF373F9}"/>
                    </a:ext>
                  </a:extLst>
                </p14:cNvPr>
                <p14:cNvContentPartPr/>
                <p14:nvPr/>
              </p14:nvContentPartPr>
              <p14:xfrm>
                <a:off x="4288127" y="1773022"/>
                <a:ext cx="141120" cy="17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307985-2E7E-8CE7-C1A7-71CCFCF373F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70127" y="1755022"/>
                  <a:ext cx="176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9C8D1F4-5271-D7D6-25EB-E35509A9CE93}"/>
                    </a:ext>
                  </a:extLst>
                </p14:cNvPr>
                <p14:cNvContentPartPr/>
                <p14:nvPr/>
              </p14:nvContentPartPr>
              <p14:xfrm>
                <a:off x="4539767" y="1651342"/>
                <a:ext cx="864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9C8D1F4-5271-D7D6-25EB-E35509A9CE9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22127" y="1633342"/>
                  <a:ext cx="442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BE01589-958F-22EE-64BD-E948109CF511}"/>
                    </a:ext>
                  </a:extLst>
                </p14:cNvPr>
                <p14:cNvContentPartPr/>
                <p14:nvPr/>
              </p14:nvContentPartPr>
              <p14:xfrm>
                <a:off x="4680887" y="1067422"/>
                <a:ext cx="305280" cy="1354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BE01589-958F-22EE-64BD-E948109CF51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62887" y="1049782"/>
                  <a:ext cx="340920" cy="139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7FC380-920A-2E5E-5FD4-234A0301D5DF}"/>
              </a:ext>
            </a:extLst>
          </p:cNvPr>
          <p:cNvGrpSpPr/>
          <p:nvPr/>
        </p:nvGrpSpPr>
        <p:grpSpPr>
          <a:xfrm>
            <a:off x="5246087" y="1043302"/>
            <a:ext cx="817560" cy="1505160"/>
            <a:chOff x="5246087" y="1043302"/>
            <a:chExt cx="817560" cy="150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7879709-1C7F-23AE-3520-FFAFDB7FDE63}"/>
                    </a:ext>
                  </a:extLst>
                </p14:cNvPr>
                <p14:cNvContentPartPr/>
                <p14:nvPr/>
              </p14:nvContentPartPr>
              <p14:xfrm>
                <a:off x="5246087" y="1101622"/>
                <a:ext cx="266400" cy="1446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7879709-1C7F-23AE-3520-FFAFDB7FDE6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28087" y="1083982"/>
                  <a:ext cx="302040" cy="14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0E076C7-DEB3-3050-4E4A-B4059F230823}"/>
                    </a:ext>
                  </a:extLst>
                </p14:cNvPr>
                <p14:cNvContentPartPr/>
                <p14:nvPr/>
              </p14:nvContentPartPr>
              <p14:xfrm>
                <a:off x="5540567" y="1272262"/>
                <a:ext cx="224280" cy="137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0E076C7-DEB3-3050-4E4A-B4059F23082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22927" y="1254622"/>
                  <a:ext cx="259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75FEA28-7BB6-06CC-3390-6D5217335E6D}"/>
                    </a:ext>
                  </a:extLst>
                </p14:cNvPr>
                <p14:cNvContentPartPr/>
                <p14:nvPr/>
              </p14:nvContentPartPr>
              <p14:xfrm>
                <a:off x="5549927" y="1684462"/>
                <a:ext cx="174240" cy="265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75FEA28-7BB6-06CC-3390-6D5217335E6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31927" y="1666822"/>
                  <a:ext cx="2098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F31A499-9DC5-F8DA-D974-4C89EE8F5120}"/>
                    </a:ext>
                  </a:extLst>
                </p14:cNvPr>
                <p14:cNvContentPartPr/>
                <p14:nvPr/>
              </p14:nvContentPartPr>
              <p14:xfrm>
                <a:off x="5535527" y="2086582"/>
                <a:ext cx="352440" cy="119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F31A499-9DC5-F8DA-D974-4C89EE8F512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17887" y="2068582"/>
                  <a:ext cx="3880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266519B-4D71-137A-1925-AC59806CA165}"/>
                    </a:ext>
                  </a:extLst>
                </p14:cNvPr>
                <p14:cNvContentPartPr/>
                <p14:nvPr/>
              </p14:nvContentPartPr>
              <p14:xfrm>
                <a:off x="5903807" y="1043302"/>
                <a:ext cx="159840" cy="973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266519B-4D71-137A-1925-AC59806CA16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85807" y="1025662"/>
                  <a:ext cx="195480" cy="10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C8D5754-6C3F-FD35-8E88-95D3C6D6C596}"/>
                    </a:ext>
                  </a:extLst>
                </p14:cNvPr>
                <p14:cNvContentPartPr/>
                <p14:nvPr/>
              </p14:nvContentPartPr>
              <p14:xfrm>
                <a:off x="5839367" y="2025022"/>
                <a:ext cx="205560" cy="365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C8D5754-6C3F-FD35-8E88-95D3C6D6C59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21727" y="2007022"/>
                  <a:ext cx="241200" cy="40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1584440-0FB0-8AA4-38EB-4621FB48A137}"/>
              </a:ext>
            </a:extLst>
          </p:cNvPr>
          <p:cNvGrpSpPr/>
          <p:nvPr/>
        </p:nvGrpSpPr>
        <p:grpSpPr>
          <a:xfrm>
            <a:off x="6394487" y="1856182"/>
            <a:ext cx="179640" cy="65160"/>
            <a:chOff x="6394487" y="1856182"/>
            <a:chExt cx="179640" cy="6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E111A03-8136-E83D-3CE3-47BABE0004FD}"/>
                    </a:ext>
                  </a:extLst>
                </p14:cNvPr>
                <p14:cNvContentPartPr/>
                <p14:nvPr/>
              </p14:nvContentPartPr>
              <p14:xfrm>
                <a:off x="6394487" y="1856182"/>
                <a:ext cx="110520" cy="25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E111A03-8136-E83D-3CE3-47BABE0004F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76487" y="1838182"/>
                  <a:ext cx="1461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1231201-D284-9F11-AEFB-431DC05387A2}"/>
                    </a:ext>
                  </a:extLst>
                </p14:cNvPr>
                <p14:cNvContentPartPr/>
                <p14:nvPr/>
              </p14:nvContentPartPr>
              <p14:xfrm>
                <a:off x="6438767" y="1881382"/>
                <a:ext cx="135360" cy="39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1231201-D284-9F11-AEFB-431DC05387A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20767" y="1863382"/>
                  <a:ext cx="17100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1EDE59C-6878-BE5F-F3AA-97F4B9A5F9EA}"/>
              </a:ext>
            </a:extLst>
          </p:cNvPr>
          <p:cNvGrpSpPr/>
          <p:nvPr/>
        </p:nvGrpSpPr>
        <p:grpSpPr>
          <a:xfrm>
            <a:off x="6799127" y="959422"/>
            <a:ext cx="911520" cy="1571400"/>
            <a:chOff x="6799127" y="959422"/>
            <a:chExt cx="911520" cy="157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AB4519D-D239-C714-7F2E-3D7F19FB1EC0}"/>
                    </a:ext>
                  </a:extLst>
                </p14:cNvPr>
                <p14:cNvContentPartPr/>
                <p14:nvPr/>
              </p14:nvContentPartPr>
              <p14:xfrm>
                <a:off x="6799127" y="959422"/>
                <a:ext cx="302760" cy="1571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AB4519D-D239-C714-7F2E-3D7F19FB1E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81487" y="941782"/>
                  <a:ext cx="33840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BB49500-78E4-5600-1D4B-A6458EA17166}"/>
                    </a:ext>
                  </a:extLst>
                </p14:cNvPr>
                <p14:cNvContentPartPr/>
                <p14:nvPr/>
              </p14:nvContentPartPr>
              <p14:xfrm>
                <a:off x="7143647" y="1123582"/>
                <a:ext cx="182520" cy="233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BB49500-78E4-5600-1D4B-A6458EA1716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26007" y="1105942"/>
                  <a:ext cx="2181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AEFF223-DADD-D063-BB85-29D97910FACE}"/>
                    </a:ext>
                  </a:extLst>
                </p14:cNvPr>
                <p14:cNvContentPartPr/>
                <p14:nvPr/>
              </p14:nvContentPartPr>
              <p14:xfrm>
                <a:off x="7162007" y="1617862"/>
                <a:ext cx="182880" cy="223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AEFF223-DADD-D063-BB85-29D97910FAC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44367" y="1600222"/>
                  <a:ext cx="2185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E964F37-B0E8-62CA-7059-811338DA18F3}"/>
                    </a:ext>
                  </a:extLst>
                </p14:cNvPr>
                <p14:cNvContentPartPr/>
                <p14:nvPr/>
              </p14:nvContentPartPr>
              <p14:xfrm>
                <a:off x="7145087" y="2043022"/>
                <a:ext cx="205560" cy="198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E964F37-B0E8-62CA-7059-811338DA18F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27087" y="2025022"/>
                  <a:ext cx="2412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F081DFA-2335-9AD3-E8BC-8935F20CB8AE}"/>
                    </a:ext>
                  </a:extLst>
                </p14:cNvPr>
                <p14:cNvContentPartPr/>
                <p14:nvPr/>
              </p14:nvContentPartPr>
              <p14:xfrm>
                <a:off x="7257047" y="966982"/>
                <a:ext cx="453600" cy="1534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F081DFA-2335-9AD3-E8BC-8935F20CB8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39047" y="949342"/>
                  <a:ext cx="489240" cy="156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3C5D243-4E67-E6D4-7798-72C527050023}"/>
              </a:ext>
            </a:extLst>
          </p:cNvPr>
          <p:cNvGrpSpPr/>
          <p:nvPr/>
        </p:nvGrpSpPr>
        <p:grpSpPr>
          <a:xfrm>
            <a:off x="757607" y="3044182"/>
            <a:ext cx="1715400" cy="542520"/>
            <a:chOff x="757607" y="3044182"/>
            <a:chExt cx="1715400" cy="54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F24A846-7E6C-23A5-26B1-3785CCA0AF9D}"/>
                    </a:ext>
                  </a:extLst>
                </p14:cNvPr>
                <p14:cNvContentPartPr/>
                <p14:nvPr/>
              </p14:nvContentPartPr>
              <p14:xfrm>
                <a:off x="757607" y="3158662"/>
                <a:ext cx="208080" cy="39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F24A846-7E6C-23A5-26B1-3785CCA0AF9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9967" y="3140662"/>
                  <a:ext cx="243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F59B50E-1767-C206-70D1-2C2EC256DFA4}"/>
                    </a:ext>
                  </a:extLst>
                </p14:cNvPr>
                <p14:cNvContentPartPr/>
                <p14:nvPr/>
              </p14:nvContentPartPr>
              <p14:xfrm>
                <a:off x="1125527" y="3044182"/>
                <a:ext cx="174240" cy="280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F59B50E-1767-C206-70D1-2C2EC256DFA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07887" y="3026542"/>
                  <a:ext cx="209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A2BFE17-B0A0-0615-9C8D-BC907CAD5D5D}"/>
                    </a:ext>
                  </a:extLst>
                </p14:cNvPr>
                <p14:cNvContentPartPr/>
                <p14:nvPr/>
              </p14:nvContentPartPr>
              <p14:xfrm>
                <a:off x="1401647" y="3173782"/>
                <a:ext cx="256320" cy="158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A2BFE17-B0A0-0615-9C8D-BC907CAD5D5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83647" y="3155782"/>
                  <a:ext cx="2919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686A8AF-D508-ABB3-BACF-C36BF7874C4C}"/>
                    </a:ext>
                  </a:extLst>
                </p14:cNvPr>
                <p14:cNvContentPartPr/>
                <p14:nvPr/>
              </p14:nvContentPartPr>
              <p14:xfrm>
                <a:off x="1819607" y="3204742"/>
                <a:ext cx="169920" cy="23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686A8AF-D508-ABB3-BACF-C36BF7874C4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01967" y="3186742"/>
                  <a:ext cx="205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736D59E-E7F8-A52C-D251-4E3D8FCC3F0D}"/>
                    </a:ext>
                  </a:extLst>
                </p14:cNvPr>
                <p14:cNvContentPartPr/>
                <p14:nvPr/>
              </p14:nvContentPartPr>
              <p14:xfrm>
                <a:off x="2083127" y="3061462"/>
                <a:ext cx="169920" cy="237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736D59E-E7F8-A52C-D251-4E3D8FCC3F0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65487" y="3043822"/>
                  <a:ext cx="2055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AE03FE6-14F4-3135-04AE-62E94BA39DAB}"/>
                    </a:ext>
                  </a:extLst>
                </p14:cNvPr>
                <p14:cNvContentPartPr/>
                <p14:nvPr/>
              </p14:nvContentPartPr>
              <p14:xfrm>
                <a:off x="2282207" y="3168742"/>
                <a:ext cx="190800" cy="417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AE03FE6-14F4-3135-04AE-62E94BA39D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264567" y="3150742"/>
                  <a:ext cx="226440" cy="45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1E83A31-46D1-B79A-D021-7C5D56EFECB1}"/>
              </a:ext>
            </a:extLst>
          </p:cNvPr>
          <p:cNvGrpSpPr/>
          <p:nvPr/>
        </p:nvGrpSpPr>
        <p:grpSpPr>
          <a:xfrm>
            <a:off x="2716007" y="3106102"/>
            <a:ext cx="890280" cy="260280"/>
            <a:chOff x="2716007" y="3106102"/>
            <a:chExt cx="89028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D245203-5F12-9DC5-A6E2-262329C7D056}"/>
                    </a:ext>
                  </a:extLst>
                </p14:cNvPr>
                <p14:cNvContentPartPr/>
                <p14:nvPr/>
              </p14:nvContentPartPr>
              <p14:xfrm>
                <a:off x="2716007" y="3256582"/>
                <a:ext cx="259560" cy="23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D245203-5F12-9DC5-A6E2-262329C7D05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98007" y="3238942"/>
                  <a:ext cx="295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51AD7EF-29D6-B4B2-CC99-AC81794B069F}"/>
                    </a:ext>
                  </a:extLst>
                </p14:cNvPr>
                <p14:cNvContentPartPr/>
                <p14:nvPr/>
              </p14:nvContentPartPr>
              <p14:xfrm>
                <a:off x="2811047" y="3183862"/>
                <a:ext cx="39960" cy="177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51AD7EF-29D6-B4B2-CC99-AC81794B069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93407" y="3165862"/>
                  <a:ext cx="756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EDDE937-642D-AC71-DC07-EBF9483F44C3}"/>
                    </a:ext>
                  </a:extLst>
                </p14:cNvPr>
                <p14:cNvContentPartPr/>
                <p14:nvPr/>
              </p14:nvContentPartPr>
              <p14:xfrm>
                <a:off x="3076007" y="3106102"/>
                <a:ext cx="238680" cy="260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EDDE937-642D-AC71-DC07-EBF9483F44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058007" y="3088102"/>
                  <a:ext cx="2743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2814CDF-0B19-A8D8-97D7-DA1AC7B3D6EC}"/>
                    </a:ext>
                  </a:extLst>
                </p14:cNvPr>
                <p14:cNvContentPartPr/>
                <p14:nvPr/>
              </p14:nvContentPartPr>
              <p14:xfrm>
                <a:off x="3394607" y="3211222"/>
                <a:ext cx="211680" cy="136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2814CDF-0B19-A8D8-97D7-DA1AC7B3D6E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376967" y="3193582"/>
                  <a:ext cx="24732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C0B0599-8D6E-B929-BC28-E15D3CB4FAE5}"/>
              </a:ext>
            </a:extLst>
          </p:cNvPr>
          <p:cNvGrpSpPr/>
          <p:nvPr/>
        </p:nvGrpSpPr>
        <p:grpSpPr>
          <a:xfrm>
            <a:off x="3848567" y="3088822"/>
            <a:ext cx="741600" cy="269640"/>
            <a:chOff x="3848567" y="3088822"/>
            <a:chExt cx="74160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EC5F917-EDDB-2AC3-ACFB-53E5FC1FE14F}"/>
                    </a:ext>
                  </a:extLst>
                </p14:cNvPr>
                <p14:cNvContentPartPr/>
                <p14:nvPr/>
              </p14:nvContentPartPr>
              <p14:xfrm>
                <a:off x="3876287" y="3212302"/>
                <a:ext cx="150120" cy="15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EC5F917-EDDB-2AC3-ACFB-53E5FC1FE14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58287" y="3194662"/>
                  <a:ext cx="1857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E3B9AA4-A10E-FF32-2FB0-AEF57DF65A51}"/>
                    </a:ext>
                  </a:extLst>
                </p14:cNvPr>
                <p14:cNvContentPartPr/>
                <p14:nvPr/>
              </p14:nvContentPartPr>
              <p14:xfrm>
                <a:off x="3848567" y="3281062"/>
                <a:ext cx="294480" cy="37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E3B9AA4-A10E-FF32-2FB0-AEF57DF65A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30927" y="3263062"/>
                  <a:ext cx="330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2BA8667-39E9-71CF-DCB5-82F2AA02922E}"/>
                    </a:ext>
                  </a:extLst>
                </p14:cNvPr>
                <p14:cNvContentPartPr/>
                <p14:nvPr/>
              </p14:nvContentPartPr>
              <p14:xfrm>
                <a:off x="4287407" y="3088822"/>
                <a:ext cx="302760" cy="269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2BA8667-39E9-71CF-DCB5-82F2AA02922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69767" y="3071182"/>
                  <a:ext cx="33840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F86BA14-8BE5-5E88-D97B-32B216C4B851}"/>
              </a:ext>
            </a:extLst>
          </p:cNvPr>
          <p:cNvGrpSpPr/>
          <p:nvPr/>
        </p:nvGrpSpPr>
        <p:grpSpPr>
          <a:xfrm>
            <a:off x="628727" y="3713422"/>
            <a:ext cx="1854720" cy="712800"/>
            <a:chOff x="628727" y="3713422"/>
            <a:chExt cx="1854720" cy="7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5BC630B-7B30-C039-2541-D279F96A3F82}"/>
                    </a:ext>
                  </a:extLst>
                </p14:cNvPr>
                <p14:cNvContentPartPr/>
                <p14:nvPr/>
              </p14:nvContentPartPr>
              <p14:xfrm>
                <a:off x="628727" y="3773902"/>
                <a:ext cx="181440" cy="14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5BC630B-7B30-C039-2541-D279F96A3F8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1087" y="3755902"/>
                  <a:ext cx="217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80330AE-3D3E-71E6-FEE3-B8CE48CA3F10}"/>
                    </a:ext>
                  </a:extLst>
                </p14:cNvPr>
                <p14:cNvContentPartPr/>
                <p14:nvPr/>
              </p14:nvContentPartPr>
              <p14:xfrm>
                <a:off x="866687" y="3713422"/>
                <a:ext cx="193320" cy="303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80330AE-3D3E-71E6-FEE3-B8CE48CA3F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8687" y="3695782"/>
                  <a:ext cx="2289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1C7FE6E-6BDB-909D-8CAF-26DBC904F20F}"/>
                    </a:ext>
                  </a:extLst>
                </p14:cNvPr>
                <p14:cNvContentPartPr/>
                <p14:nvPr/>
              </p14:nvContentPartPr>
              <p14:xfrm>
                <a:off x="1175927" y="3780022"/>
                <a:ext cx="1141920" cy="231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1C7FE6E-6BDB-909D-8CAF-26DBC904F20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57927" y="3762382"/>
                  <a:ext cx="11775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7B96D69-1A1B-3F86-E60A-7A201879D96F}"/>
                    </a:ext>
                  </a:extLst>
                </p14:cNvPr>
                <p14:cNvContentPartPr/>
                <p14:nvPr/>
              </p14:nvContentPartPr>
              <p14:xfrm>
                <a:off x="2142887" y="3792982"/>
                <a:ext cx="180360" cy="261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7B96D69-1A1B-3F86-E60A-7A201879D9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25247" y="3775342"/>
                  <a:ext cx="216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479D276-6792-0477-0EE8-0952F4736154}"/>
                    </a:ext>
                  </a:extLst>
                </p14:cNvPr>
                <p14:cNvContentPartPr/>
                <p14:nvPr/>
              </p14:nvContentPartPr>
              <p14:xfrm>
                <a:off x="2288327" y="3888382"/>
                <a:ext cx="195120" cy="537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479D276-6792-0477-0EE8-0952F473615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270687" y="3870382"/>
                  <a:ext cx="230760" cy="57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8594CA9-8FFF-F78B-189A-2CB3CE69099B}"/>
                  </a:ext>
                </a:extLst>
              </p14:cNvPr>
              <p14:cNvContentPartPr/>
              <p14:nvPr/>
            </p14:nvContentPartPr>
            <p14:xfrm>
              <a:off x="2808167" y="3971182"/>
              <a:ext cx="313920" cy="16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8594CA9-8FFF-F78B-189A-2CB3CE69099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790167" y="3953542"/>
                <a:ext cx="34956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CEF8BCC-1C12-38BA-9DBD-1ED159713036}"/>
              </a:ext>
            </a:extLst>
          </p:cNvPr>
          <p:cNvGrpSpPr/>
          <p:nvPr/>
        </p:nvGrpSpPr>
        <p:grpSpPr>
          <a:xfrm>
            <a:off x="3382007" y="3796582"/>
            <a:ext cx="1232640" cy="293040"/>
            <a:chOff x="3382007" y="3796582"/>
            <a:chExt cx="123264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7ED37BC-4ADB-5894-2C7E-2C38C1FC2731}"/>
                    </a:ext>
                  </a:extLst>
                </p14:cNvPr>
                <p14:cNvContentPartPr/>
                <p14:nvPr/>
              </p14:nvContentPartPr>
              <p14:xfrm>
                <a:off x="3382007" y="3898102"/>
                <a:ext cx="262440" cy="146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7ED37BC-4ADB-5894-2C7E-2C38C1FC273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64367" y="3880462"/>
                  <a:ext cx="2980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A23ACF7-3108-10D1-DA66-9C1D98E9B568}"/>
                    </a:ext>
                  </a:extLst>
                </p14:cNvPr>
                <p14:cNvContentPartPr/>
                <p14:nvPr/>
              </p14:nvContentPartPr>
              <p14:xfrm>
                <a:off x="3856487" y="3939142"/>
                <a:ext cx="158040" cy="11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A23ACF7-3108-10D1-DA66-9C1D98E9B56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38847" y="3921502"/>
                  <a:ext cx="193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808BDEE-C834-8832-3884-F1C7A406641F}"/>
                    </a:ext>
                  </a:extLst>
                </p14:cNvPr>
                <p14:cNvContentPartPr/>
                <p14:nvPr/>
              </p14:nvContentPartPr>
              <p14:xfrm>
                <a:off x="3847127" y="4018342"/>
                <a:ext cx="207000" cy="28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808BDEE-C834-8832-3884-F1C7A406641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29487" y="4000342"/>
                  <a:ext cx="242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8F4703-5DE4-CD70-4DC5-894A9004FEE6}"/>
                    </a:ext>
                  </a:extLst>
                </p14:cNvPr>
                <p14:cNvContentPartPr/>
                <p14:nvPr/>
              </p14:nvContentPartPr>
              <p14:xfrm>
                <a:off x="4276247" y="3796582"/>
                <a:ext cx="338400" cy="293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8F4703-5DE4-CD70-4DC5-894A9004FEE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258607" y="3778582"/>
                  <a:ext cx="37404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5FC618B-DC76-84BB-6C43-90AFE0090F19}"/>
              </a:ext>
            </a:extLst>
          </p:cNvPr>
          <p:cNvGrpSpPr/>
          <p:nvPr/>
        </p:nvGrpSpPr>
        <p:grpSpPr>
          <a:xfrm>
            <a:off x="531887" y="4420462"/>
            <a:ext cx="581760" cy="308520"/>
            <a:chOff x="531887" y="4420462"/>
            <a:chExt cx="58176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9DFE580-8D5C-E1AD-7EB8-58F437B053A0}"/>
                    </a:ext>
                  </a:extLst>
                </p14:cNvPr>
                <p14:cNvContentPartPr/>
                <p14:nvPr/>
              </p14:nvContentPartPr>
              <p14:xfrm>
                <a:off x="531887" y="4420462"/>
                <a:ext cx="229680" cy="268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9DFE580-8D5C-E1AD-7EB8-58F437B053A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4247" y="4402822"/>
                  <a:ext cx="2653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6C6D653-FD19-1762-D3A7-DA8AFF90DBFE}"/>
                    </a:ext>
                  </a:extLst>
                </p14:cNvPr>
                <p14:cNvContentPartPr/>
                <p14:nvPr/>
              </p14:nvContentPartPr>
              <p14:xfrm>
                <a:off x="851567" y="4573822"/>
                <a:ext cx="262080" cy="155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6C6D653-FD19-1762-D3A7-DA8AFF90DBF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33567" y="4555822"/>
                  <a:ext cx="29772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0B2248F-143E-D0D0-C6B1-F5396C5B439E}"/>
              </a:ext>
            </a:extLst>
          </p:cNvPr>
          <p:cNvGrpSpPr/>
          <p:nvPr/>
        </p:nvGrpSpPr>
        <p:grpSpPr>
          <a:xfrm>
            <a:off x="1448447" y="4565902"/>
            <a:ext cx="570960" cy="535320"/>
            <a:chOff x="1448447" y="4565902"/>
            <a:chExt cx="570960" cy="5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6F051CD-33C5-E1F5-A9D1-F0116205BE8D}"/>
                    </a:ext>
                  </a:extLst>
                </p14:cNvPr>
                <p14:cNvContentPartPr/>
                <p14:nvPr/>
              </p14:nvContentPartPr>
              <p14:xfrm>
                <a:off x="1448447" y="4645462"/>
                <a:ext cx="177480" cy="28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6F051CD-33C5-E1F5-A9D1-F0116205BE8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30807" y="4627462"/>
                  <a:ext cx="213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1E127C-340B-6BC0-E26E-96FBBAE47C28}"/>
                    </a:ext>
                  </a:extLst>
                </p14:cNvPr>
                <p14:cNvContentPartPr/>
                <p14:nvPr/>
              </p14:nvContentPartPr>
              <p14:xfrm>
                <a:off x="1808087" y="4565902"/>
                <a:ext cx="211320" cy="535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1E127C-340B-6BC0-E26E-96FBBAE47C2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90087" y="4548262"/>
                  <a:ext cx="246960" cy="57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E144FC7-2A3C-D25B-ABF5-C44655C79C38}"/>
              </a:ext>
            </a:extLst>
          </p:cNvPr>
          <p:cNvGrpSpPr/>
          <p:nvPr/>
        </p:nvGrpSpPr>
        <p:grpSpPr>
          <a:xfrm>
            <a:off x="2449967" y="4552582"/>
            <a:ext cx="541800" cy="252720"/>
            <a:chOff x="2449967" y="4552582"/>
            <a:chExt cx="54180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48ED2BA-6F0E-1590-012B-23B295E02541}"/>
                    </a:ext>
                  </a:extLst>
                </p14:cNvPr>
                <p14:cNvContentPartPr/>
                <p14:nvPr/>
              </p14:nvContentPartPr>
              <p14:xfrm>
                <a:off x="2449967" y="4710262"/>
                <a:ext cx="198720" cy="51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48ED2BA-6F0E-1590-012B-23B295E0254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31967" y="4692622"/>
                  <a:ext cx="234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5D0DB1-6C07-95A9-D914-9F118A4D4C0C}"/>
                    </a:ext>
                  </a:extLst>
                </p14:cNvPr>
                <p14:cNvContentPartPr/>
                <p14:nvPr/>
              </p14:nvContentPartPr>
              <p14:xfrm>
                <a:off x="2876207" y="4553302"/>
                <a:ext cx="111240" cy="21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5D0DB1-6C07-95A9-D914-9F118A4D4C0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58567" y="4535302"/>
                  <a:ext cx="1468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AAB751F-817A-44F7-8265-6019E77E924E}"/>
                    </a:ext>
                  </a:extLst>
                </p14:cNvPr>
                <p14:cNvContentPartPr/>
                <p14:nvPr/>
              </p14:nvContentPartPr>
              <p14:xfrm>
                <a:off x="2820407" y="4552582"/>
                <a:ext cx="171360" cy="252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AAB751F-817A-44F7-8265-6019E77E924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802407" y="4534942"/>
                  <a:ext cx="20700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D437026-962D-8D8A-C579-ED8B029541B7}"/>
              </a:ext>
            </a:extLst>
          </p:cNvPr>
          <p:cNvGrpSpPr/>
          <p:nvPr/>
        </p:nvGrpSpPr>
        <p:grpSpPr>
          <a:xfrm>
            <a:off x="3243407" y="4519102"/>
            <a:ext cx="1278000" cy="312480"/>
            <a:chOff x="3243407" y="4519102"/>
            <a:chExt cx="127800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4C5130C-00A8-602F-A888-AEACBE1E2395}"/>
                    </a:ext>
                  </a:extLst>
                </p14:cNvPr>
                <p14:cNvContentPartPr/>
                <p14:nvPr/>
              </p14:nvContentPartPr>
              <p14:xfrm>
                <a:off x="3243407" y="4692262"/>
                <a:ext cx="356040" cy="136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4C5130C-00A8-602F-A888-AEACBE1E239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225407" y="4674262"/>
                  <a:ext cx="3916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A9F61EB-DE58-12C7-6C9F-24754098484F}"/>
                    </a:ext>
                  </a:extLst>
                </p14:cNvPr>
                <p14:cNvContentPartPr/>
                <p14:nvPr/>
              </p14:nvContentPartPr>
              <p14:xfrm>
                <a:off x="3752447" y="4648342"/>
                <a:ext cx="151560" cy="26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A9F61EB-DE58-12C7-6C9F-24754098484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34447" y="4630702"/>
                  <a:ext cx="187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B810C5E-ACF3-AF76-40F0-B4D9F38F8F27}"/>
                    </a:ext>
                  </a:extLst>
                </p14:cNvPr>
                <p14:cNvContentPartPr/>
                <p14:nvPr/>
              </p14:nvContentPartPr>
              <p14:xfrm>
                <a:off x="3795287" y="4725742"/>
                <a:ext cx="288360" cy="39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B810C5E-ACF3-AF76-40F0-B4D9F38F8F2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77647" y="4708102"/>
                  <a:ext cx="324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F2D22C6-C1AC-C481-1B42-B32CF7D0E2FC}"/>
                    </a:ext>
                  </a:extLst>
                </p14:cNvPr>
                <p14:cNvContentPartPr/>
                <p14:nvPr/>
              </p14:nvContentPartPr>
              <p14:xfrm>
                <a:off x="4194167" y="4519102"/>
                <a:ext cx="327240" cy="312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F2D22C6-C1AC-C481-1B42-B32CF7D0E2F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176167" y="4501462"/>
                  <a:ext cx="362880" cy="34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31451EF-7E7B-66F6-2A11-AF84724CFF0F}"/>
                  </a:ext>
                </a:extLst>
              </p14:cNvPr>
              <p14:cNvContentPartPr/>
              <p14:nvPr/>
            </p14:nvContentPartPr>
            <p14:xfrm>
              <a:off x="4820207" y="3158302"/>
              <a:ext cx="258840" cy="8841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31451EF-7E7B-66F6-2A11-AF84724CFF0F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802567" y="3140302"/>
                <a:ext cx="294480" cy="9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8F93412-9D1A-05E3-A178-4CAC19D66C44}"/>
              </a:ext>
            </a:extLst>
          </p:cNvPr>
          <p:cNvGrpSpPr/>
          <p:nvPr/>
        </p:nvGrpSpPr>
        <p:grpSpPr>
          <a:xfrm>
            <a:off x="5940527" y="3209062"/>
            <a:ext cx="1288440" cy="372600"/>
            <a:chOff x="5940527" y="3209062"/>
            <a:chExt cx="128844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C2D7F0C-2BD5-8BB3-87A1-BF0A396131F1}"/>
                    </a:ext>
                  </a:extLst>
                </p14:cNvPr>
                <p14:cNvContentPartPr/>
                <p14:nvPr/>
              </p14:nvContentPartPr>
              <p14:xfrm>
                <a:off x="6308807" y="3209062"/>
                <a:ext cx="466200" cy="183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C2D7F0C-2BD5-8BB3-87A1-BF0A396131F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290807" y="3191422"/>
                  <a:ext cx="501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B6E35E9-A64E-DDE2-06A9-55EDED3B4CD8}"/>
                    </a:ext>
                  </a:extLst>
                </p14:cNvPr>
                <p14:cNvContentPartPr/>
                <p14:nvPr/>
              </p14:nvContentPartPr>
              <p14:xfrm>
                <a:off x="5940527" y="3504622"/>
                <a:ext cx="1288440" cy="77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B6E35E9-A64E-DDE2-06A9-55EDED3B4CD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22527" y="3486622"/>
                  <a:ext cx="132408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F7AF36F-2B85-144A-E34A-B0D9D4AC27C6}"/>
              </a:ext>
            </a:extLst>
          </p:cNvPr>
          <p:cNvGrpSpPr/>
          <p:nvPr/>
        </p:nvGrpSpPr>
        <p:grpSpPr>
          <a:xfrm>
            <a:off x="6002087" y="3793702"/>
            <a:ext cx="945000" cy="296640"/>
            <a:chOff x="6002087" y="3793702"/>
            <a:chExt cx="94500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67558E4-2072-170F-3257-27D00D5ADE29}"/>
                    </a:ext>
                  </a:extLst>
                </p14:cNvPr>
                <p14:cNvContentPartPr/>
                <p14:nvPr/>
              </p14:nvContentPartPr>
              <p14:xfrm>
                <a:off x="6002087" y="3793702"/>
                <a:ext cx="264600" cy="246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67558E4-2072-170F-3257-27D00D5ADE2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84087" y="3775702"/>
                  <a:ext cx="3002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2171004-7EAB-D624-D61F-969DE6D79ABB}"/>
                    </a:ext>
                  </a:extLst>
                </p14:cNvPr>
                <p14:cNvContentPartPr/>
                <p14:nvPr/>
              </p14:nvContentPartPr>
              <p14:xfrm>
                <a:off x="6379367" y="3897022"/>
                <a:ext cx="179640" cy="39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2171004-7EAB-D624-D61F-969DE6D79AB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61367" y="3879382"/>
                  <a:ext cx="215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C8F7E3D-528D-2F42-BE93-CDD7906C2791}"/>
                    </a:ext>
                  </a:extLst>
                </p14:cNvPr>
                <p14:cNvContentPartPr/>
                <p14:nvPr/>
              </p14:nvContentPartPr>
              <p14:xfrm>
                <a:off x="6417167" y="3814582"/>
                <a:ext cx="48600" cy="275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C8F7E3D-528D-2F42-BE93-CDD7906C279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399167" y="3796582"/>
                  <a:ext cx="842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7B7EBF5-F590-3DB6-5163-B60ABAFC854B}"/>
                    </a:ext>
                  </a:extLst>
                </p14:cNvPr>
                <p14:cNvContentPartPr/>
                <p14:nvPr/>
              </p14:nvContentPartPr>
              <p14:xfrm>
                <a:off x="6639647" y="3796222"/>
                <a:ext cx="65880" cy="252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7B7EBF5-F590-3DB6-5163-B60ABAFC854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22007" y="3778222"/>
                  <a:ext cx="1015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5A38E5B-8580-EF67-1F8B-7C882382F8A7}"/>
                    </a:ext>
                  </a:extLst>
                </p14:cNvPr>
                <p14:cNvContentPartPr/>
                <p14:nvPr/>
              </p14:nvContentPartPr>
              <p14:xfrm>
                <a:off x="6782927" y="3842662"/>
                <a:ext cx="164160" cy="191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5A38E5B-8580-EF67-1F8B-7C882382F8A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764927" y="3824662"/>
                  <a:ext cx="19980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1954D87-711A-F4CB-C47E-9BBA21958C0E}"/>
              </a:ext>
            </a:extLst>
          </p:cNvPr>
          <p:cNvGrpSpPr/>
          <p:nvPr/>
        </p:nvGrpSpPr>
        <p:grpSpPr>
          <a:xfrm>
            <a:off x="7559447" y="3318862"/>
            <a:ext cx="217440" cy="133920"/>
            <a:chOff x="7559447" y="3318862"/>
            <a:chExt cx="217440" cy="1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4BAE42B-6FF3-AF29-9A98-DAD153AA9236}"/>
                    </a:ext>
                  </a:extLst>
                </p14:cNvPr>
                <p14:cNvContentPartPr/>
                <p14:nvPr/>
              </p14:nvContentPartPr>
              <p14:xfrm>
                <a:off x="7559447" y="3318862"/>
                <a:ext cx="127800" cy="24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4BAE42B-6FF3-AF29-9A98-DAD153AA923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41447" y="3300862"/>
                  <a:ext cx="163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A8DFF23-1292-399D-D665-9A3FAC489DDD}"/>
                    </a:ext>
                  </a:extLst>
                </p14:cNvPr>
                <p14:cNvContentPartPr/>
                <p14:nvPr/>
              </p14:nvContentPartPr>
              <p14:xfrm>
                <a:off x="7559807" y="3400222"/>
                <a:ext cx="217080" cy="52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A8DFF23-1292-399D-D665-9A3FAC489DD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541807" y="3382582"/>
                  <a:ext cx="25272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D06E1FA-118A-7475-8D11-E25A746B0DC6}"/>
              </a:ext>
            </a:extLst>
          </p:cNvPr>
          <p:cNvGrpSpPr/>
          <p:nvPr/>
        </p:nvGrpSpPr>
        <p:grpSpPr>
          <a:xfrm>
            <a:off x="8179727" y="3145342"/>
            <a:ext cx="873720" cy="456120"/>
            <a:chOff x="8179727" y="3145342"/>
            <a:chExt cx="873720" cy="45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01B6471-16DE-9EFC-4E6B-DA9CD4BF959A}"/>
                    </a:ext>
                  </a:extLst>
                </p14:cNvPr>
                <p14:cNvContentPartPr/>
                <p14:nvPr/>
              </p14:nvContentPartPr>
              <p14:xfrm>
                <a:off x="8438207" y="3145342"/>
                <a:ext cx="198720" cy="305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01B6471-16DE-9EFC-4E6B-DA9CD4BF959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20567" y="3127342"/>
                  <a:ext cx="2343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FDA75E2-E354-C00B-8A40-6E0F56F262B9}"/>
                    </a:ext>
                  </a:extLst>
                </p14:cNvPr>
                <p14:cNvContentPartPr/>
                <p14:nvPr/>
              </p14:nvContentPartPr>
              <p14:xfrm>
                <a:off x="8179727" y="3534502"/>
                <a:ext cx="873720" cy="66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FDA75E2-E354-C00B-8A40-6E0F56F262B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61727" y="3516862"/>
                  <a:ext cx="90936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80BC7FF-A33B-B332-B554-D21B284BD2A3}"/>
              </a:ext>
            </a:extLst>
          </p:cNvPr>
          <p:cNvGrpSpPr/>
          <p:nvPr/>
        </p:nvGrpSpPr>
        <p:grpSpPr>
          <a:xfrm>
            <a:off x="8032127" y="3939142"/>
            <a:ext cx="853920" cy="328320"/>
            <a:chOff x="8032127" y="3939142"/>
            <a:chExt cx="85392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8695F29-A93C-66E8-A12D-74E0D0409167}"/>
                    </a:ext>
                  </a:extLst>
                </p14:cNvPr>
                <p14:cNvContentPartPr/>
                <p14:nvPr/>
              </p14:nvContentPartPr>
              <p14:xfrm>
                <a:off x="8032127" y="4046782"/>
                <a:ext cx="167400" cy="46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8695F29-A93C-66E8-A12D-74E0D040916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14127" y="4028782"/>
                  <a:ext cx="203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BB610CD-D754-D995-C289-C4A0D2E3133A}"/>
                    </a:ext>
                  </a:extLst>
                </p14:cNvPr>
                <p14:cNvContentPartPr/>
                <p14:nvPr/>
              </p14:nvContentPartPr>
              <p14:xfrm>
                <a:off x="8274047" y="3939142"/>
                <a:ext cx="138600" cy="328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BB610CD-D754-D995-C289-C4A0D2E3133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56407" y="3921142"/>
                  <a:ext cx="1742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9DB8B6C-CEF4-197C-D867-3B61FC076D43}"/>
                    </a:ext>
                  </a:extLst>
                </p14:cNvPr>
                <p14:cNvContentPartPr/>
                <p14:nvPr/>
              </p14:nvContentPartPr>
              <p14:xfrm>
                <a:off x="8517047" y="4101142"/>
                <a:ext cx="138600" cy="29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9DB8B6C-CEF4-197C-D867-3B61FC076D4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499407" y="4083142"/>
                  <a:ext cx="174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79D076C-81D8-0E47-4FA1-ABEC581DB817}"/>
                    </a:ext>
                  </a:extLst>
                </p14:cNvPr>
                <p14:cNvContentPartPr/>
                <p14:nvPr/>
              </p14:nvContentPartPr>
              <p14:xfrm>
                <a:off x="8696687" y="4002142"/>
                <a:ext cx="189360" cy="243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79D076C-81D8-0E47-4FA1-ABEC581DB81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679047" y="3984142"/>
                  <a:ext cx="22500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E76BA3A-94F7-C077-0445-D0056F5ADE07}"/>
              </a:ext>
            </a:extLst>
          </p:cNvPr>
          <p:cNvGrpSpPr/>
          <p:nvPr/>
        </p:nvGrpSpPr>
        <p:grpSpPr>
          <a:xfrm>
            <a:off x="9810527" y="3120862"/>
            <a:ext cx="1346040" cy="368280"/>
            <a:chOff x="9810527" y="3120862"/>
            <a:chExt cx="134604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53E7CFD-7AAB-779F-9460-F2F60F09BE84}"/>
                    </a:ext>
                  </a:extLst>
                </p14:cNvPr>
                <p14:cNvContentPartPr/>
                <p14:nvPr/>
              </p14:nvContentPartPr>
              <p14:xfrm>
                <a:off x="9832127" y="3279262"/>
                <a:ext cx="171360" cy="12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53E7CFD-7AAB-779F-9460-F2F60F09BE8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814127" y="3261622"/>
                  <a:ext cx="207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6BA6340-EED2-BBB0-0776-14658F4C82B1}"/>
                    </a:ext>
                  </a:extLst>
                </p14:cNvPr>
                <p14:cNvContentPartPr/>
                <p14:nvPr/>
              </p14:nvContentPartPr>
              <p14:xfrm>
                <a:off x="9810527" y="3392302"/>
                <a:ext cx="315720" cy="38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6BA6340-EED2-BBB0-0776-14658F4C82B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792887" y="3374662"/>
                  <a:ext cx="351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AB1947C-F885-35C6-8523-9F712FAFF364}"/>
                    </a:ext>
                  </a:extLst>
                </p14:cNvPr>
                <p14:cNvContentPartPr/>
                <p14:nvPr/>
              </p14:nvContentPartPr>
              <p14:xfrm>
                <a:off x="10728527" y="3120862"/>
                <a:ext cx="428040" cy="207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AB1947C-F885-35C6-8523-9F712FAFF36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10887" y="3103222"/>
                  <a:ext cx="4636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A3E824F-7DC6-746B-D6F4-89DD4CF3B6F6}"/>
                    </a:ext>
                  </a:extLst>
                </p14:cNvPr>
                <p14:cNvContentPartPr/>
                <p14:nvPr/>
              </p14:nvContentPartPr>
              <p14:xfrm>
                <a:off x="10413167" y="3461422"/>
                <a:ext cx="703440" cy="27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A3E824F-7DC6-746B-D6F4-89DD4CF3B6F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395167" y="3443782"/>
                  <a:ext cx="73908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CC4F785-EE62-655D-69C1-FEDA34E8CDDE}"/>
              </a:ext>
            </a:extLst>
          </p:cNvPr>
          <p:cNvGrpSpPr/>
          <p:nvPr/>
        </p:nvGrpSpPr>
        <p:grpSpPr>
          <a:xfrm>
            <a:off x="10357007" y="3753382"/>
            <a:ext cx="954360" cy="393120"/>
            <a:chOff x="10357007" y="3753382"/>
            <a:chExt cx="954360" cy="39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F207043-CB1E-A751-F655-22F75B6C4C3E}"/>
                    </a:ext>
                  </a:extLst>
                </p14:cNvPr>
                <p14:cNvContentPartPr/>
                <p14:nvPr/>
              </p14:nvContentPartPr>
              <p14:xfrm>
                <a:off x="10357007" y="3753382"/>
                <a:ext cx="33480" cy="298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F207043-CB1E-A751-F655-22F75B6C4C3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39007" y="3735742"/>
                  <a:ext cx="691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EAC1319-B13A-3E72-FEC4-E5C3F31D63D4}"/>
                    </a:ext>
                  </a:extLst>
                </p14:cNvPr>
                <p14:cNvContentPartPr/>
                <p14:nvPr/>
              </p14:nvContentPartPr>
              <p14:xfrm>
                <a:off x="10499567" y="3855262"/>
                <a:ext cx="177120" cy="190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EAC1319-B13A-3E72-FEC4-E5C3F31D63D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81567" y="3837622"/>
                  <a:ext cx="212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5A9AB48-E498-6465-D774-F53518BC7F11}"/>
                    </a:ext>
                  </a:extLst>
                </p14:cNvPr>
                <p14:cNvContentPartPr/>
                <p14:nvPr/>
              </p14:nvContentPartPr>
              <p14:xfrm>
                <a:off x="10793327" y="3896302"/>
                <a:ext cx="163800" cy="37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5A9AB48-E498-6465-D774-F53518BC7F1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75687" y="3878302"/>
                  <a:ext cx="199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D947B50-0B00-B419-67F8-9AF4086A9D92}"/>
                    </a:ext>
                  </a:extLst>
                </p14:cNvPr>
                <p14:cNvContentPartPr/>
                <p14:nvPr/>
              </p14:nvContentPartPr>
              <p14:xfrm>
                <a:off x="11146127" y="3760942"/>
                <a:ext cx="165240" cy="385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D947B50-0B00-B419-67F8-9AF4086A9D9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128487" y="3742942"/>
                  <a:ext cx="200880" cy="42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1829C74-3918-5276-2213-216988779734}"/>
              </a:ext>
            </a:extLst>
          </p:cNvPr>
          <p:cNvGrpSpPr/>
          <p:nvPr/>
        </p:nvGrpSpPr>
        <p:grpSpPr>
          <a:xfrm>
            <a:off x="5923967" y="5236222"/>
            <a:ext cx="417600" cy="279720"/>
            <a:chOff x="5923967" y="5236222"/>
            <a:chExt cx="41760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B306D2B-A217-CDA5-174E-07B49C706259}"/>
                    </a:ext>
                  </a:extLst>
                </p14:cNvPr>
                <p14:cNvContentPartPr/>
                <p14:nvPr/>
              </p14:nvContentPartPr>
              <p14:xfrm>
                <a:off x="5923967" y="5236222"/>
                <a:ext cx="70200" cy="253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B306D2B-A217-CDA5-174E-07B49C70625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06327" y="5218582"/>
                  <a:ext cx="105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104B1B7-12BD-7146-9E0F-B2E728D69497}"/>
                    </a:ext>
                  </a:extLst>
                </p14:cNvPr>
                <p14:cNvContentPartPr/>
                <p14:nvPr/>
              </p14:nvContentPartPr>
              <p14:xfrm>
                <a:off x="6083807" y="5281942"/>
                <a:ext cx="257760" cy="234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104B1B7-12BD-7146-9E0F-B2E728D6949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066167" y="5263942"/>
                  <a:ext cx="29340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BAE84BF4-6B7D-FC21-7FE8-AF5BC9A230F2}"/>
              </a:ext>
            </a:extLst>
          </p:cNvPr>
          <p:cNvGrpSpPr/>
          <p:nvPr/>
        </p:nvGrpSpPr>
        <p:grpSpPr>
          <a:xfrm>
            <a:off x="5900567" y="4632502"/>
            <a:ext cx="1235880" cy="388080"/>
            <a:chOff x="5900567" y="4632502"/>
            <a:chExt cx="123588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CD1DDE6-C549-B291-7A5F-E3E0BC5189E4}"/>
                    </a:ext>
                  </a:extLst>
                </p14:cNvPr>
                <p14:cNvContentPartPr/>
                <p14:nvPr/>
              </p14:nvContentPartPr>
              <p14:xfrm>
                <a:off x="6037007" y="4632502"/>
                <a:ext cx="317880" cy="2116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CD1DDE6-C549-B291-7A5F-E3E0BC5189E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19367" y="4614862"/>
                  <a:ext cx="3535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4E2174E-A658-53D2-DF11-B346E83C1C31}"/>
                    </a:ext>
                  </a:extLst>
                </p14:cNvPr>
                <p14:cNvContentPartPr/>
                <p14:nvPr/>
              </p14:nvContentPartPr>
              <p14:xfrm>
                <a:off x="5900567" y="4990342"/>
                <a:ext cx="641160" cy="30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4E2174E-A658-53D2-DF11-B346E83C1C3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82567" y="4972702"/>
                  <a:ext cx="676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1699B2A-F67B-3C2B-3C0A-B7110ED8FFDF}"/>
                    </a:ext>
                  </a:extLst>
                </p14:cNvPr>
                <p14:cNvContentPartPr/>
                <p14:nvPr/>
              </p14:nvContentPartPr>
              <p14:xfrm>
                <a:off x="6790127" y="4874062"/>
                <a:ext cx="207000" cy="33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1699B2A-F67B-3C2B-3C0A-B7110ED8FFD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2487" y="4856062"/>
                  <a:ext cx="2426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A834F77-9C73-BA4C-8B04-EBA544A3984F}"/>
                    </a:ext>
                  </a:extLst>
                </p14:cNvPr>
                <p14:cNvContentPartPr/>
                <p14:nvPr/>
              </p14:nvContentPartPr>
              <p14:xfrm>
                <a:off x="6844847" y="4965142"/>
                <a:ext cx="291600" cy="34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A834F77-9C73-BA4C-8B04-EBA544A3984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27207" y="4947142"/>
                  <a:ext cx="32724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A483934-D5EA-5E5B-DBC5-BEFE7778D0B5}"/>
              </a:ext>
            </a:extLst>
          </p:cNvPr>
          <p:cNvGrpSpPr/>
          <p:nvPr/>
        </p:nvGrpSpPr>
        <p:grpSpPr>
          <a:xfrm>
            <a:off x="7669247" y="4778302"/>
            <a:ext cx="603000" cy="357840"/>
            <a:chOff x="7669247" y="4778302"/>
            <a:chExt cx="60300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12615B5-711D-B8EA-EDB6-171186F732F0}"/>
                    </a:ext>
                  </a:extLst>
                </p14:cNvPr>
                <p14:cNvContentPartPr/>
                <p14:nvPr/>
              </p14:nvContentPartPr>
              <p14:xfrm>
                <a:off x="7984247" y="4778302"/>
                <a:ext cx="208800" cy="255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12615B5-711D-B8EA-EDB6-171186F732F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66247" y="4760302"/>
                  <a:ext cx="2444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9A8B0E0-AA56-4586-33ED-CCF5227D2849}"/>
                    </a:ext>
                  </a:extLst>
                </p14:cNvPr>
                <p14:cNvContentPartPr/>
                <p14:nvPr/>
              </p14:nvContentPartPr>
              <p14:xfrm>
                <a:off x="7669247" y="5101222"/>
                <a:ext cx="603000" cy="34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9A8B0E0-AA56-4586-33ED-CCF5227D284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651247" y="5083222"/>
                  <a:ext cx="6386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8D3E57A-DF0D-8356-4594-A1BC4F26DDEB}"/>
              </a:ext>
            </a:extLst>
          </p:cNvPr>
          <p:cNvGrpSpPr/>
          <p:nvPr/>
        </p:nvGrpSpPr>
        <p:grpSpPr>
          <a:xfrm>
            <a:off x="7765727" y="5280502"/>
            <a:ext cx="476640" cy="268920"/>
            <a:chOff x="7765727" y="5280502"/>
            <a:chExt cx="47664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58F6FD1-0C7E-E8E0-C253-D72B80C4C6D3}"/>
                    </a:ext>
                  </a:extLst>
                </p14:cNvPr>
                <p14:cNvContentPartPr/>
                <p14:nvPr/>
              </p14:nvContentPartPr>
              <p14:xfrm>
                <a:off x="7765727" y="5352142"/>
                <a:ext cx="251280" cy="36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58F6FD1-0C7E-E8E0-C253-D72B80C4C6D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47727" y="5334502"/>
                  <a:ext cx="2869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AD3384D-BBA2-D56B-A8D0-A307ED72F6B2}"/>
                    </a:ext>
                  </a:extLst>
                </p14:cNvPr>
                <p14:cNvContentPartPr/>
                <p14:nvPr/>
              </p14:nvContentPartPr>
              <p14:xfrm>
                <a:off x="8097287" y="5280502"/>
                <a:ext cx="145080" cy="268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AD3384D-BBA2-D56B-A8D0-A307ED72F6B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079647" y="5262502"/>
                  <a:ext cx="18072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88B38EB-D55F-F916-7371-4786E27BCBB1}"/>
              </a:ext>
            </a:extLst>
          </p:cNvPr>
          <p:cNvGrpSpPr/>
          <p:nvPr/>
        </p:nvGrpSpPr>
        <p:grpSpPr>
          <a:xfrm>
            <a:off x="8764367" y="4921222"/>
            <a:ext cx="238320" cy="131760"/>
            <a:chOff x="8764367" y="4921222"/>
            <a:chExt cx="23832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A28104A-3F66-79F0-67E1-B217DDAED22F}"/>
                    </a:ext>
                  </a:extLst>
                </p14:cNvPr>
                <p14:cNvContentPartPr/>
                <p14:nvPr/>
              </p14:nvContentPartPr>
              <p14:xfrm>
                <a:off x="8764367" y="4921222"/>
                <a:ext cx="117360" cy="28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A28104A-3F66-79F0-67E1-B217DDAED22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746727" y="4903582"/>
                  <a:ext cx="153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53AEE92-2ADF-463F-60BA-92254757ED73}"/>
                    </a:ext>
                  </a:extLst>
                </p14:cNvPr>
                <p14:cNvContentPartPr/>
                <p14:nvPr/>
              </p14:nvContentPartPr>
              <p14:xfrm>
                <a:off x="8783087" y="5016982"/>
                <a:ext cx="219600" cy="36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53AEE92-2ADF-463F-60BA-92254757ED7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765087" y="4999342"/>
                  <a:ext cx="25524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56C7BBF-D884-CD47-A6B8-DC885DCDCBC8}"/>
                  </a:ext>
                </a:extLst>
              </p14:cNvPr>
              <p14:cNvContentPartPr/>
              <p14:nvPr/>
            </p14:nvContentPartPr>
            <p14:xfrm>
              <a:off x="9700727" y="4713862"/>
              <a:ext cx="304920" cy="1792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56C7BBF-D884-CD47-A6B8-DC885DCDCBC8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683087" y="4696222"/>
                <a:ext cx="34056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CF0C4826-408C-5E5C-B2B0-AC9FA3B26A5D}"/>
                  </a:ext>
                </a:extLst>
              </p14:cNvPr>
              <p14:cNvContentPartPr/>
              <p14:nvPr/>
            </p14:nvContentPartPr>
            <p14:xfrm>
              <a:off x="9621527" y="5039302"/>
              <a:ext cx="518400" cy="2700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CF0C4826-408C-5E5C-B2B0-AC9FA3B26A5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9603527" y="5021662"/>
                <a:ext cx="55404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69171C51-7B7D-9ACE-7AC1-585FAFDFE788}"/>
                  </a:ext>
                </a:extLst>
              </p14:cNvPr>
              <p14:cNvContentPartPr/>
              <p14:nvPr/>
            </p14:nvContentPartPr>
            <p14:xfrm>
              <a:off x="9718367" y="5238022"/>
              <a:ext cx="212760" cy="2293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69171C51-7B7D-9ACE-7AC1-585FAFDFE78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700727" y="5220022"/>
                <a:ext cx="24840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6F18642-026D-5513-30D8-9A93CD6293C1}"/>
                  </a:ext>
                </a:extLst>
              </p14:cNvPr>
              <p14:cNvContentPartPr/>
              <p14:nvPr/>
            </p14:nvContentPartPr>
            <p14:xfrm>
              <a:off x="5992727" y="6050902"/>
              <a:ext cx="288000" cy="1915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6F18642-026D-5513-30D8-9A93CD6293C1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975087" y="6033262"/>
                <a:ext cx="3236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1631E3ED-40B1-9BC0-D6DE-FAD871B8298D}"/>
                  </a:ext>
                </a:extLst>
              </p14:cNvPr>
              <p14:cNvContentPartPr/>
              <p14:nvPr/>
            </p14:nvContentPartPr>
            <p14:xfrm>
              <a:off x="5775647" y="6384622"/>
              <a:ext cx="644040" cy="460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1631E3ED-40B1-9BC0-D6DE-FAD871B8298D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757647" y="6366622"/>
                <a:ext cx="6796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07CBE37-C569-1C97-BE61-BCDF9A105F21}"/>
                  </a:ext>
                </a:extLst>
              </p14:cNvPr>
              <p14:cNvContentPartPr/>
              <p14:nvPr/>
            </p14:nvContentPartPr>
            <p14:xfrm>
              <a:off x="6019367" y="6566782"/>
              <a:ext cx="226440" cy="1944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07CBE37-C569-1C97-BE61-BCDF9A105F2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6001367" y="6549142"/>
                <a:ext cx="262080" cy="23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3E6F916-30D1-622C-6298-532F720C23FE}"/>
              </a:ext>
            </a:extLst>
          </p:cNvPr>
          <p:cNvGrpSpPr/>
          <p:nvPr/>
        </p:nvGrpSpPr>
        <p:grpSpPr>
          <a:xfrm>
            <a:off x="6751607" y="6168622"/>
            <a:ext cx="268920" cy="134640"/>
            <a:chOff x="6751607" y="6168622"/>
            <a:chExt cx="26892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BF0EB1A-2C65-3AFA-EB13-5FCEFD28348D}"/>
                    </a:ext>
                  </a:extLst>
                </p14:cNvPr>
                <p14:cNvContentPartPr/>
                <p14:nvPr/>
              </p14:nvContentPartPr>
              <p14:xfrm>
                <a:off x="6751607" y="6168622"/>
                <a:ext cx="151200" cy="34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BF0EB1A-2C65-3AFA-EB13-5FCEFD28348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733607" y="6150982"/>
                  <a:ext cx="186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D4D38C4-190E-ED3D-DB0F-3FD305672972}"/>
                    </a:ext>
                  </a:extLst>
                </p14:cNvPr>
                <p14:cNvContentPartPr/>
                <p14:nvPr/>
              </p14:nvContentPartPr>
              <p14:xfrm>
                <a:off x="6765287" y="6267622"/>
                <a:ext cx="255240" cy="356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D4D38C4-190E-ED3D-DB0F-3FD30567297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747287" y="6249982"/>
                  <a:ext cx="2908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BAD2C7F-791A-F14E-0A53-785C2FB7DBA3}"/>
              </a:ext>
            </a:extLst>
          </p:cNvPr>
          <p:cNvGrpSpPr/>
          <p:nvPr/>
        </p:nvGrpSpPr>
        <p:grpSpPr>
          <a:xfrm>
            <a:off x="7395647" y="5987182"/>
            <a:ext cx="451440" cy="775080"/>
            <a:chOff x="7395647" y="5987182"/>
            <a:chExt cx="451440" cy="77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A0CCB32-CD71-E428-FF1A-DB252D4F1F48}"/>
                    </a:ext>
                  </a:extLst>
                </p14:cNvPr>
                <p14:cNvContentPartPr/>
                <p14:nvPr/>
              </p14:nvContentPartPr>
              <p14:xfrm>
                <a:off x="7562687" y="5987182"/>
                <a:ext cx="164160" cy="317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A0CCB32-CD71-E428-FF1A-DB252D4F1F4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544687" y="5969182"/>
                  <a:ext cx="1998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D6699EB-8F75-CF53-8362-50ACB80E7FF1}"/>
                    </a:ext>
                  </a:extLst>
                </p14:cNvPr>
                <p14:cNvContentPartPr/>
                <p14:nvPr/>
              </p14:nvContentPartPr>
              <p14:xfrm>
                <a:off x="7395647" y="6360142"/>
                <a:ext cx="451440" cy="28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D6699EB-8F75-CF53-8362-50ACB80E7FF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378007" y="6342502"/>
                  <a:ext cx="4870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FA97883-B351-0CCE-0E6D-D4F1EA20E7CE}"/>
                    </a:ext>
                  </a:extLst>
                </p14:cNvPr>
                <p14:cNvContentPartPr/>
                <p14:nvPr/>
              </p14:nvContentPartPr>
              <p14:xfrm>
                <a:off x="7466567" y="6487942"/>
                <a:ext cx="311040" cy="274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FA97883-B351-0CCE-0E6D-D4F1EA20E7C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448927" y="6469942"/>
                  <a:ext cx="346680" cy="30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7A30E9F6-81D3-3A16-3A7A-B28496FFF459}"/>
                  </a:ext>
                </a:extLst>
              </p14:cNvPr>
              <p14:cNvContentPartPr/>
              <p14:nvPr/>
            </p14:nvContentPartPr>
            <p14:xfrm>
              <a:off x="8998727" y="6469582"/>
              <a:ext cx="44280" cy="2296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7A30E9F6-81D3-3A16-3A7A-B28496FFF459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980727" y="6451582"/>
                <a:ext cx="79920" cy="26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A91F0389-BE55-FAF5-2049-D39A92BC0D97}"/>
              </a:ext>
            </a:extLst>
          </p:cNvPr>
          <p:cNvGrpSpPr/>
          <p:nvPr/>
        </p:nvGrpSpPr>
        <p:grpSpPr>
          <a:xfrm>
            <a:off x="8285567" y="6040462"/>
            <a:ext cx="1460520" cy="303840"/>
            <a:chOff x="8285567" y="6040462"/>
            <a:chExt cx="146052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DB1DE70-685E-1BE3-EC0F-91D0B2EB7B42}"/>
                    </a:ext>
                  </a:extLst>
                </p14:cNvPr>
                <p14:cNvContentPartPr/>
                <p14:nvPr/>
              </p14:nvContentPartPr>
              <p14:xfrm>
                <a:off x="8321207" y="6128302"/>
                <a:ext cx="157680" cy="32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DB1DE70-685E-1BE3-EC0F-91D0B2EB7B4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303567" y="6110662"/>
                  <a:ext cx="193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2451012-BED8-B783-04D5-A36B12930DC2}"/>
                    </a:ext>
                  </a:extLst>
                </p14:cNvPr>
                <p14:cNvContentPartPr/>
                <p14:nvPr/>
              </p14:nvContentPartPr>
              <p14:xfrm>
                <a:off x="8285567" y="6245302"/>
                <a:ext cx="251640" cy="28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2451012-BED8-B783-04D5-A36B12930DC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267567" y="6227662"/>
                  <a:ext cx="287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E8664DD-0829-A4A7-3171-5E8264D7233B}"/>
                    </a:ext>
                  </a:extLst>
                </p14:cNvPr>
                <p14:cNvContentPartPr/>
                <p14:nvPr/>
              </p14:nvContentPartPr>
              <p14:xfrm>
                <a:off x="8886047" y="6040462"/>
                <a:ext cx="317880" cy="1576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E8664DD-0829-A4A7-3171-5E8264D7233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868047" y="6022822"/>
                  <a:ext cx="353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19B6065-A0F0-B64D-6D14-36746FA7531E}"/>
                    </a:ext>
                  </a:extLst>
                </p14:cNvPr>
                <p14:cNvContentPartPr/>
                <p14:nvPr/>
              </p14:nvContentPartPr>
              <p14:xfrm>
                <a:off x="8684087" y="6294982"/>
                <a:ext cx="550080" cy="49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19B6065-A0F0-B64D-6D14-36746FA7531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666087" y="6277342"/>
                  <a:ext cx="585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F53DA61-E866-082D-D3CB-C9C5EAE0817E}"/>
                    </a:ext>
                  </a:extLst>
                </p14:cNvPr>
                <p14:cNvContentPartPr/>
                <p14:nvPr/>
              </p14:nvContentPartPr>
              <p14:xfrm>
                <a:off x="9564287" y="6120742"/>
                <a:ext cx="160920" cy="38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F53DA61-E866-082D-D3CB-C9C5EAE0817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546287" y="6103102"/>
                  <a:ext cx="196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A59379A-EFD6-F458-F993-EB6AED363C38}"/>
                    </a:ext>
                  </a:extLst>
                </p14:cNvPr>
                <p14:cNvContentPartPr/>
                <p14:nvPr/>
              </p14:nvContentPartPr>
              <p14:xfrm>
                <a:off x="9541967" y="6245302"/>
                <a:ext cx="204120" cy="15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A59379A-EFD6-F458-F993-EB6AED363C3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523967" y="6227662"/>
                  <a:ext cx="23976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226D281-9A86-F74C-8A28-E6EC615D47D7}"/>
              </a:ext>
            </a:extLst>
          </p:cNvPr>
          <p:cNvGrpSpPr/>
          <p:nvPr/>
        </p:nvGrpSpPr>
        <p:grpSpPr>
          <a:xfrm>
            <a:off x="10092767" y="5972062"/>
            <a:ext cx="356040" cy="292320"/>
            <a:chOff x="10092767" y="5972062"/>
            <a:chExt cx="35604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E1AE7A4-D4E5-8FB0-B59D-F0C149C319E1}"/>
                    </a:ext>
                  </a:extLst>
                </p14:cNvPr>
                <p14:cNvContentPartPr/>
                <p14:nvPr/>
              </p14:nvContentPartPr>
              <p14:xfrm>
                <a:off x="10222367" y="5972062"/>
                <a:ext cx="79200" cy="2923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E1AE7A4-D4E5-8FB0-B59D-F0C149C319E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204367" y="5954422"/>
                  <a:ext cx="1148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18DF5E5-C551-24F1-836F-4C0DA266F7A3}"/>
                    </a:ext>
                  </a:extLst>
                </p14:cNvPr>
                <p14:cNvContentPartPr/>
                <p14:nvPr/>
              </p14:nvContentPartPr>
              <p14:xfrm>
                <a:off x="10092767" y="6069262"/>
                <a:ext cx="356040" cy="18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18DF5E5-C551-24F1-836F-4C0DA266F7A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074767" y="6051262"/>
                  <a:ext cx="39168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BA9456C-1E65-B646-BE03-50A3BC479A48}"/>
              </a:ext>
            </a:extLst>
          </p:cNvPr>
          <p:cNvGrpSpPr/>
          <p:nvPr/>
        </p:nvGrpSpPr>
        <p:grpSpPr>
          <a:xfrm>
            <a:off x="416687" y="5653822"/>
            <a:ext cx="729000" cy="450000"/>
            <a:chOff x="416687" y="5653822"/>
            <a:chExt cx="72900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3C2824E-D277-02C0-05D0-1AF9C13B02C1}"/>
                    </a:ext>
                  </a:extLst>
                </p14:cNvPr>
                <p14:cNvContentPartPr/>
                <p14:nvPr/>
              </p14:nvContentPartPr>
              <p14:xfrm>
                <a:off x="460607" y="5653822"/>
                <a:ext cx="160200" cy="286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3C2824E-D277-02C0-05D0-1AF9C13B02C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42607" y="5635822"/>
                  <a:ext cx="1958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EF9D0DF-17EB-E738-D232-2ADADE2A27C9}"/>
                    </a:ext>
                  </a:extLst>
                </p14:cNvPr>
                <p14:cNvContentPartPr/>
                <p14:nvPr/>
              </p14:nvContentPartPr>
              <p14:xfrm>
                <a:off x="416687" y="5685142"/>
                <a:ext cx="223920" cy="268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EF9D0DF-17EB-E738-D232-2ADADE2A27C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99047" y="5667142"/>
                  <a:ext cx="2595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907F206-F07A-EB81-4E96-1E70362C84DB}"/>
                    </a:ext>
                  </a:extLst>
                </p14:cNvPr>
                <p14:cNvContentPartPr/>
                <p14:nvPr/>
              </p14:nvContentPartPr>
              <p14:xfrm>
                <a:off x="716207" y="5904022"/>
                <a:ext cx="33480" cy="199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907F206-F07A-EB81-4E96-1E70362C84D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98207" y="5886022"/>
                  <a:ext cx="691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D300A6C-26B3-FB4C-81C7-F50DEC975864}"/>
                    </a:ext>
                  </a:extLst>
                </p14:cNvPr>
                <p14:cNvContentPartPr/>
                <p14:nvPr/>
              </p14:nvContentPartPr>
              <p14:xfrm>
                <a:off x="936527" y="5837422"/>
                <a:ext cx="95760" cy="219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D300A6C-26B3-FB4C-81C7-F50DEC97586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8527" y="5819422"/>
                  <a:ext cx="1314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4D02C0A-5C50-7F91-9CF9-76ABA3F9CA21}"/>
                    </a:ext>
                  </a:extLst>
                </p14:cNvPr>
                <p14:cNvContentPartPr/>
                <p14:nvPr/>
              </p14:nvContentPartPr>
              <p14:xfrm>
                <a:off x="925007" y="5950822"/>
                <a:ext cx="220680" cy="50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4D02C0A-5C50-7F91-9CF9-76ABA3F9CA2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07367" y="5933182"/>
                  <a:ext cx="25632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5AE87803-55C3-83BB-A834-B4AA4CA67CEA}"/>
              </a:ext>
            </a:extLst>
          </p:cNvPr>
          <p:cNvGrpSpPr/>
          <p:nvPr/>
        </p:nvGrpSpPr>
        <p:grpSpPr>
          <a:xfrm>
            <a:off x="1445567" y="5614222"/>
            <a:ext cx="907920" cy="1310040"/>
            <a:chOff x="1445567" y="5614222"/>
            <a:chExt cx="907920" cy="13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D43CFCC-9314-54D4-9156-A8E59455210D}"/>
                    </a:ext>
                  </a:extLst>
                </p14:cNvPr>
                <p14:cNvContentPartPr/>
                <p14:nvPr/>
              </p14:nvContentPartPr>
              <p14:xfrm>
                <a:off x="1445567" y="5614222"/>
                <a:ext cx="208440" cy="1213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D43CFCC-9314-54D4-9156-A8E59455210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427567" y="5596222"/>
                  <a:ext cx="244080" cy="12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DFB5157-457A-7E93-CECD-474EFB1B1C2F}"/>
                    </a:ext>
                  </a:extLst>
                </p14:cNvPr>
                <p14:cNvContentPartPr/>
                <p14:nvPr/>
              </p14:nvContentPartPr>
              <p14:xfrm>
                <a:off x="1767767" y="5708182"/>
                <a:ext cx="233640" cy="211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DFB5157-457A-7E93-CECD-474EFB1B1C2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749767" y="5690542"/>
                  <a:ext cx="269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FABA27B-70CB-7CEF-83C9-9E0D998CC705}"/>
                    </a:ext>
                  </a:extLst>
                </p14:cNvPr>
                <p14:cNvContentPartPr/>
                <p14:nvPr/>
              </p14:nvContentPartPr>
              <p14:xfrm>
                <a:off x="1709807" y="6222622"/>
                <a:ext cx="120600" cy="9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FABA27B-70CB-7CEF-83C9-9E0D998CC70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692167" y="6204622"/>
                  <a:ext cx="156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E7D1FFF-94CA-654F-F40E-F3BD1AABDBD4}"/>
                    </a:ext>
                  </a:extLst>
                </p14:cNvPr>
                <p14:cNvContentPartPr/>
                <p14:nvPr/>
              </p14:nvContentPartPr>
              <p14:xfrm>
                <a:off x="1917887" y="6157462"/>
                <a:ext cx="47880" cy="268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E7D1FFF-94CA-654F-F40E-F3BD1AABDBD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900247" y="6139822"/>
                  <a:ext cx="835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87B2A18-5239-F575-AC7B-B7377014F052}"/>
                    </a:ext>
                  </a:extLst>
                </p14:cNvPr>
                <p14:cNvContentPartPr/>
                <p14:nvPr/>
              </p14:nvContentPartPr>
              <p14:xfrm>
                <a:off x="1795127" y="6629782"/>
                <a:ext cx="44280" cy="189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87B2A18-5239-F575-AC7B-B7377014F05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777127" y="6611782"/>
                  <a:ext cx="79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6B18C79-EE93-4089-688D-3B2740319541}"/>
                    </a:ext>
                  </a:extLst>
                </p14:cNvPr>
                <p14:cNvContentPartPr/>
                <p14:nvPr/>
              </p14:nvContentPartPr>
              <p14:xfrm>
                <a:off x="2286527" y="5762542"/>
                <a:ext cx="47880" cy="363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6B18C79-EE93-4089-688D-3B274031954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268887" y="5744902"/>
                  <a:ext cx="83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2DC13DF-98D2-A1AF-2282-DDEEE7159A69}"/>
                    </a:ext>
                  </a:extLst>
                </p14:cNvPr>
                <p14:cNvContentPartPr/>
                <p14:nvPr/>
              </p14:nvContentPartPr>
              <p14:xfrm>
                <a:off x="1840847" y="5669302"/>
                <a:ext cx="512640" cy="1254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2DC13DF-98D2-A1AF-2282-DDEEE7159A6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822847" y="5651662"/>
                  <a:ext cx="548280" cy="129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92798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CF86B6C-A85D-E125-FA14-3D36E8A7D3AD}"/>
              </a:ext>
            </a:extLst>
          </p:cNvPr>
          <p:cNvGrpSpPr/>
          <p:nvPr/>
        </p:nvGrpSpPr>
        <p:grpSpPr>
          <a:xfrm>
            <a:off x="18527" y="172462"/>
            <a:ext cx="1819800" cy="427680"/>
            <a:chOff x="18527" y="172462"/>
            <a:chExt cx="181980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14C8690-4390-5806-B528-B809AA745B2A}"/>
                    </a:ext>
                  </a:extLst>
                </p14:cNvPr>
                <p14:cNvContentPartPr/>
                <p14:nvPr/>
              </p14:nvContentPartPr>
              <p14:xfrm>
                <a:off x="878927" y="230062"/>
                <a:ext cx="16560" cy="293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14C8690-4390-5806-B528-B809AA745B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60927" y="212422"/>
                  <a:ext cx="522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66C56B1-05E6-0FFB-7F8F-D449E9F0875B}"/>
                    </a:ext>
                  </a:extLst>
                </p14:cNvPr>
                <p14:cNvContentPartPr/>
                <p14:nvPr/>
              </p14:nvContentPartPr>
              <p14:xfrm>
                <a:off x="723767" y="352822"/>
                <a:ext cx="247320" cy="206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66C56B1-05E6-0FFB-7F8F-D449E9F0875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5767" y="335182"/>
                  <a:ext cx="282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230261F-A42A-E35A-56D1-B6553F8FDA71}"/>
                    </a:ext>
                  </a:extLst>
                </p14:cNvPr>
                <p14:cNvContentPartPr/>
                <p14:nvPr/>
              </p14:nvContentPartPr>
              <p14:xfrm>
                <a:off x="1155047" y="369382"/>
                <a:ext cx="136440" cy="37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230261F-A42A-E35A-56D1-B6553F8FDA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7047" y="351382"/>
                  <a:ext cx="172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691639-0B44-9C80-E280-17651E62A99A}"/>
                    </a:ext>
                  </a:extLst>
                </p14:cNvPr>
                <p14:cNvContentPartPr/>
                <p14:nvPr/>
              </p14:nvContentPartPr>
              <p14:xfrm>
                <a:off x="1181327" y="446422"/>
                <a:ext cx="152640" cy="47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691639-0B44-9C80-E280-17651E62A9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63327" y="428782"/>
                  <a:ext cx="188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D438735-934B-3127-438C-41235B709B68}"/>
                    </a:ext>
                  </a:extLst>
                </p14:cNvPr>
                <p14:cNvContentPartPr/>
                <p14:nvPr/>
              </p14:nvContentPartPr>
              <p14:xfrm>
                <a:off x="1542047" y="276502"/>
                <a:ext cx="296280" cy="207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D438735-934B-3127-438C-41235B709B6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4407" y="258862"/>
                  <a:ext cx="331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95D949-9476-4702-5D87-9A8935E75D74}"/>
                    </a:ext>
                  </a:extLst>
                </p14:cNvPr>
                <p14:cNvContentPartPr/>
                <p14:nvPr/>
              </p14:nvContentPartPr>
              <p14:xfrm>
                <a:off x="890087" y="172462"/>
                <a:ext cx="60840" cy="397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95D949-9476-4702-5D87-9A8935E75D7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2447" y="154822"/>
                  <a:ext cx="964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634A3C-F0F0-3C9F-EC61-8753D42BFD1B}"/>
                    </a:ext>
                  </a:extLst>
                </p14:cNvPr>
                <p14:cNvContentPartPr/>
                <p14:nvPr/>
              </p14:nvContentPartPr>
              <p14:xfrm>
                <a:off x="692087" y="387742"/>
                <a:ext cx="217440" cy="18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634A3C-F0F0-3C9F-EC61-8753D42BFD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4447" y="369742"/>
                  <a:ext cx="253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3F29325-8636-5518-1D3E-FDF25233569A}"/>
                    </a:ext>
                  </a:extLst>
                </p14:cNvPr>
                <p14:cNvContentPartPr/>
                <p14:nvPr/>
              </p14:nvContentPartPr>
              <p14:xfrm>
                <a:off x="18527" y="240502"/>
                <a:ext cx="218880" cy="359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3F29325-8636-5518-1D3E-FDF2523356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7" y="222862"/>
                  <a:ext cx="2545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52DA4F-C25A-0CEE-A9BB-023E2C380C10}"/>
                    </a:ext>
                  </a:extLst>
                </p14:cNvPr>
                <p14:cNvContentPartPr/>
                <p14:nvPr/>
              </p14:nvContentPartPr>
              <p14:xfrm>
                <a:off x="95567" y="360382"/>
                <a:ext cx="489960" cy="203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52DA4F-C25A-0CEE-A9BB-023E2C380C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567" y="342742"/>
                  <a:ext cx="525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3BAF3C2-B18A-3EE6-3974-2853F8AB7861}"/>
                    </a:ext>
                  </a:extLst>
                </p14:cNvPr>
                <p14:cNvContentPartPr/>
                <p14:nvPr/>
              </p14:nvContentPartPr>
              <p14:xfrm>
                <a:off x="765887" y="544702"/>
                <a:ext cx="20880" cy="17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3BAF3C2-B18A-3EE6-3974-2853F8AB78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7887" y="527062"/>
                  <a:ext cx="5652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B1D9DCB-5165-0F62-BF33-FDA5D20BE066}"/>
              </a:ext>
            </a:extLst>
          </p:cNvPr>
          <p:cNvGrpSpPr/>
          <p:nvPr/>
        </p:nvGrpSpPr>
        <p:grpSpPr>
          <a:xfrm>
            <a:off x="2934167" y="103702"/>
            <a:ext cx="3103200" cy="793080"/>
            <a:chOff x="2934167" y="103702"/>
            <a:chExt cx="3103200" cy="79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900DDA6-1295-058C-FE74-04D317BC6025}"/>
                    </a:ext>
                  </a:extLst>
                </p14:cNvPr>
                <p14:cNvContentPartPr/>
                <p14:nvPr/>
              </p14:nvContentPartPr>
              <p14:xfrm>
                <a:off x="3276167" y="188662"/>
                <a:ext cx="226080" cy="375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900DDA6-1295-058C-FE74-04D317BC602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58527" y="170662"/>
                  <a:ext cx="2617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39A435B-C3C4-849F-1561-05249B16DA9B}"/>
                    </a:ext>
                  </a:extLst>
                </p14:cNvPr>
                <p14:cNvContentPartPr/>
                <p14:nvPr/>
              </p14:nvContentPartPr>
              <p14:xfrm>
                <a:off x="3310007" y="412582"/>
                <a:ext cx="159120" cy="47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39A435B-C3C4-849F-1561-05249B16DA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92367" y="394582"/>
                  <a:ext cx="194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2D2002-6F74-C3EB-D813-0B7628666AFC}"/>
                    </a:ext>
                  </a:extLst>
                </p14:cNvPr>
                <p14:cNvContentPartPr/>
                <p14:nvPr/>
              </p14:nvContentPartPr>
              <p14:xfrm>
                <a:off x="3689447" y="385222"/>
                <a:ext cx="164520" cy="33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2D2002-6F74-C3EB-D813-0B7628666AF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71807" y="367582"/>
                  <a:ext cx="200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E7394F1-22EE-92B3-7F3A-87E2D71A38C4}"/>
                    </a:ext>
                  </a:extLst>
                </p14:cNvPr>
                <p14:cNvContentPartPr/>
                <p14:nvPr/>
              </p14:nvContentPartPr>
              <p14:xfrm>
                <a:off x="3997247" y="246622"/>
                <a:ext cx="297360" cy="24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E7394F1-22EE-92B3-7F3A-87E2D71A38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9607" y="228622"/>
                  <a:ext cx="3330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C2F9701-700F-3E7E-4FC7-E3161750B50A}"/>
                    </a:ext>
                  </a:extLst>
                </p14:cNvPr>
                <p14:cNvContentPartPr/>
                <p14:nvPr/>
              </p14:nvContentPartPr>
              <p14:xfrm>
                <a:off x="4342487" y="261382"/>
                <a:ext cx="297720" cy="279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C2F9701-700F-3E7E-4FC7-E3161750B5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24847" y="243382"/>
                  <a:ext cx="3333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32F09DB-46FB-58CD-BD2F-19F2A6395CCC}"/>
                    </a:ext>
                  </a:extLst>
                </p14:cNvPr>
                <p14:cNvContentPartPr/>
                <p14:nvPr/>
              </p14:nvContentPartPr>
              <p14:xfrm>
                <a:off x="4484687" y="105862"/>
                <a:ext cx="303480" cy="693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32F09DB-46FB-58CD-BD2F-19F2A6395C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67047" y="87862"/>
                  <a:ext cx="33912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D560703-1993-EA31-52AE-1D1DD32C7DA0}"/>
                    </a:ext>
                  </a:extLst>
                </p14:cNvPr>
                <p14:cNvContentPartPr/>
                <p14:nvPr/>
              </p14:nvContentPartPr>
              <p14:xfrm>
                <a:off x="2934167" y="103702"/>
                <a:ext cx="334440" cy="793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D560703-1993-EA31-52AE-1D1DD32C7D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16167" y="86062"/>
                  <a:ext cx="37008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A04D23-C946-FD13-DD07-B3F8E6167D17}"/>
                    </a:ext>
                  </a:extLst>
                </p14:cNvPr>
                <p14:cNvContentPartPr/>
                <p14:nvPr/>
              </p14:nvContentPartPr>
              <p14:xfrm>
                <a:off x="4800407" y="289462"/>
                <a:ext cx="207000" cy="225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A04D23-C946-FD13-DD07-B3F8E6167D1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82407" y="271462"/>
                  <a:ext cx="242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F1D20CF-3FB2-30D0-4753-2AED63D5AE0C}"/>
                    </a:ext>
                  </a:extLst>
                </p14:cNvPr>
                <p14:cNvContentPartPr/>
                <p14:nvPr/>
              </p14:nvContentPartPr>
              <p14:xfrm>
                <a:off x="4850447" y="236902"/>
                <a:ext cx="207360" cy="333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F1D20CF-3FB2-30D0-4753-2AED63D5AE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32807" y="218902"/>
                  <a:ext cx="2430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8D6F94E-485D-1085-1A6B-B2ABBCE4CF38}"/>
                    </a:ext>
                  </a:extLst>
                </p14:cNvPr>
                <p14:cNvContentPartPr/>
                <p14:nvPr/>
              </p14:nvContentPartPr>
              <p14:xfrm>
                <a:off x="5274167" y="399622"/>
                <a:ext cx="156240" cy="29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8D6F94E-485D-1085-1A6B-B2ABBCE4CF3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56167" y="381982"/>
                  <a:ext cx="191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CBDCEC9-4936-CB45-BCD1-DEB75AF2FE6E}"/>
                    </a:ext>
                  </a:extLst>
                </p14:cNvPr>
                <p14:cNvContentPartPr/>
                <p14:nvPr/>
              </p14:nvContentPartPr>
              <p14:xfrm>
                <a:off x="5269127" y="471262"/>
                <a:ext cx="256320" cy="58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CBDCEC9-4936-CB45-BCD1-DEB75AF2FE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51127" y="453262"/>
                  <a:ext cx="291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B1C363A-79F9-78AC-F0C3-18DBBFBA939D}"/>
                    </a:ext>
                  </a:extLst>
                </p14:cNvPr>
                <p14:cNvContentPartPr/>
                <p14:nvPr/>
              </p14:nvContentPartPr>
              <p14:xfrm>
                <a:off x="5689607" y="191182"/>
                <a:ext cx="347760" cy="329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B1C363A-79F9-78AC-F0C3-18DBBFBA93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71967" y="173182"/>
                  <a:ext cx="383400" cy="36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B2F3540-7BED-B61B-3FEB-FA74B83ED336}"/>
                  </a:ext>
                </a:extLst>
              </p14:cNvPr>
              <p14:cNvContentPartPr/>
              <p14:nvPr/>
            </p14:nvContentPartPr>
            <p14:xfrm>
              <a:off x="5831447" y="1130422"/>
              <a:ext cx="5400" cy="10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B2F3540-7BED-B61B-3FEB-FA74B83ED33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13447" y="1112782"/>
                <a:ext cx="4104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7BBCF4B9-03D9-181E-90C0-99A9A1A11CAC}"/>
              </a:ext>
            </a:extLst>
          </p:cNvPr>
          <p:cNvGrpSpPr/>
          <p:nvPr/>
        </p:nvGrpSpPr>
        <p:grpSpPr>
          <a:xfrm>
            <a:off x="3819047" y="1243102"/>
            <a:ext cx="536760" cy="218160"/>
            <a:chOff x="3819047" y="1243102"/>
            <a:chExt cx="53676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598841-3CD3-EFF0-B364-EEA17D27563D}"/>
                    </a:ext>
                  </a:extLst>
                </p14:cNvPr>
                <p14:cNvContentPartPr/>
                <p14:nvPr/>
              </p14:nvContentPartPr>
              <p14:xfrm>
                <a:off x="3819047" y="1368382"/>
                <a:ext cx="116640" cy="3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4598841-3CD3-EFF0-B364-EEA17D2756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01407" y="1350382"/>
                  <a:ext cx="152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BCC180-99F7-5B8B-D077-8B315E493DB1}"/>
                    </a:ext>
                  </a:extLst>
                </p14:cNvPr>
                <p14:cNvContentPartPr/>
                <p14:nvPr/>
              </p14:nvContentPartPr>
              <p14:xfrm>
                <a:off x="4081487" y="1243102"/>
                <a:ext cx="274320" cy="218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BCC180-99F7-5B8B-D077-8B315E493DB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63847" y="1225102"/>
                  <a:ext cx="30996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647F2F6-CB9B-0BE0-EED0-0CA4C06032BC}"/>
                  </a:ext>
                </a:extLst>
              </p14:cNvPr>
              <p14:cNvContentPartPr/>
              <p14:nvPr/>
            </p14:nvContentPartPr>
            <p14:xfrm>
              <a:off x="4804007" y="1275142"/>
              <a:ext cx="304920" cy="184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647F2F6-CB9B-0BE0-EED0-0CA4C06032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786007" y="1257502"/>
                <a:ext cx="340560" cy="21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B6604D28-8440-E281-297F-7FB11C94C5BB}"/>
              </a:ext>
            </a:extLst>
          </p:cNvPr>
          <p:cNvGrpSpPr/>
          <p:nvPr/>
        </p:nvGrpSpPr>
        <p:grpSpPr>
          <a:xfrm>
            <a:off x="2582447" y="1042222"/>
            <a:ext cx="944640" cy="1564920"/>
            <a:chOff x="2582447" y="1042222"/>
            <a:chExt cx="944640" cy="156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EC678C2-9171-9739-4C8D-071614CB3C41}"/>
                    </a:ext>
                  </a:extLst>
                </p14:cNvPr>
                <p14:cNvContentPartPr/>
                <p14:nvPr/>
              </p14:nvContentPartPr>
              <p14:xfrm>
                <a:off x="2582447" y="1042222"/>
                <a:ext cx="402120" cy="1564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EC678C2-9171-9739-4C8D-071614CB3C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64807" y="1024222"/>
                  <a:ext cx="437760" cy="16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103153-39D4-B956-12E3-1D0D3B049BF7}"/>
                    </a:ext>
                  </a:extLst>
                </p14:cNvPr>
                <p14:cNvContentPartPr/>
                <p14:nvPr/>
              </p14:nvContentPartPr>
              <p14:xfrm>
                <a:off x="3149087" y="1233022"/>
                <a:ext cx="132480" cy="296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103153-39D4-B956-12E3-1D0D3B049BF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31087" y="1215382"/>
                  <a:ext cx="1681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AC75ACC-FB78-BBC3-7B6D-396E41D5F9B6}"/>
                    </a:ext>
                  </a:extLst>
                </p14:cNvPr>
                <p14:cNvContentPartPr/>
                <p14:nvPr/>
              </p14:nvContentPartPr>
              <p14:xfrm>
                <a:off x="3058727" y="1799662"/>
                <a:ext cx="97920" cy="12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AC75ACC-FB78-BBC3-7B6D-396E41D5F9B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40727" y="1782022"/>
                  <a:ext cx="133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E1E8D5D-B6B6-C6B7-9D89-67A6DEE3C080}"/>
                    </a:ext>
                  </a:extLst>
                </p14:cNvPr>
                <p14:cNvContentPartPr/>
                <p14:nvPr/>
              </p14:nvContentPartPr>
              <p14:xfrm>
                <a:off x="3256367" y="1708582"/>
                <a:ext cx="270720" cy="208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E1E8D5D-B6B6-C6B7-9D89-67A6DEE3C0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38367" y="1690582"/>
                  <a:ext cx="306360" cy="24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3E13DC7-71C5-1BD7-8292-F11E9BA4FCEA}"/>
                  </a:ext>
                </a:extLst>
              </p14:cNvPr>
              <p14:cNvContentPartPr/>
              <p14:nvPr/>
            </p14:nvContentPartPr>
            <p14:xfrm>
              <a:off x="4065287" y="1720102"/>
              <a:ext cx="22680" cy="141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3E13DC7-71C5-1BD7-8292-F11E9BA4FCE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047647" y="1702102"/>
                <a:ext cx="5832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27D2FB9-F74C-855B-3FF3-C2A4ED51B72D}"/>
                  </a:ext>
                </a:extLst>
              </p14:cNvPr>
              <p14:cNvContentPartPr/>
              <p14:nvPr/>
            </p14:nvContentPartPr>
            <p14:xfrm>
              <a:off x="3116687" y="2200342"/>
              <a:ext cx="240480" cy="205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27D2FB9-F74C-855B-3FF3-C2A4ED51B72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99047" y="2182342"/>
                <a:ext cx="276120" cy="24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2BF4F236-3AF3-087C-B32E-DEE2520D6123}"/>
              </a:ext>
            </a:extLst>
          </p:cNvPr>
          <p:cNvGrpSpPr/>
          <p:nvPr/>
        </p:nvGrpSpPr>
        <p:grpSpPr>
          <a:xfrm>
            <a:off x="3889607" y="2220862"/>
            <a:ext cx="289440" cy="211320"/>
            <a:chOff x="3889607" y="2220862"/>
            <a:chExt cx="28944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766C835-2CF5-5B01-2329-A4B6C6FF8D59}"/>
                    </a:ext>
                  </a:extLst>
                </p14:cNvPr>
                <p14:cNvContentPartPr/>
                <p14:nvPr/>
              </p14:nvContentPartPr>
              <p14:xfrm>
                <a:off x="3889607" y="2311582"/>
                <a:ext cx="189360" cy="19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766C835-2CF5-5B01-2329-A4B6C6FF8D5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71607" y="2293942"/>
                  <a:ext cx="2250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B3BC52A-0C05-71AB-B4B0-3FEEEB1BC683}"/>
                    </a:ext>
                  </a:extLst>
                </p14:cNvPr>
                <p14:cNvContentPartPr/>
                <p14:nvPr/>
              </p14:nvContentPartPr>
              <p14:xfrm>
                <a:off x="4141607" y="2220862"/>
                <a:ext cx="37440" cy="211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3BC52A-0C05-71AB-B4B0-3FEEEB1BC68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23607" y="2203222"/>
                  <a:ext cx="7308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22C284D-1F36-12DB-8A6B-70B4D930D020}"/>
              </a:ext>
            </a:extLst>
          </p:cNvPr>
          <p:cNvGrpSpPr/>
          <p:nvPr/>
        </p:nvGrpSpPr>
        <p:grpSpPr>
          <a:xfrm>
            <a:off x="4822007" y="1209622"/>
            <a:ext cx="2993040" cy="1446840"/>
            <a:chOff x="4822007" y="1209622"/>
            <a:chExt cx="2993040" cy="144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883629-CE47-A380-AA48-3CCE5F3EE4E8}"/>
                    </a:ext>
                  </a:extLst>
                </p14:cNvPr>
                <p14:cNvContentPartPr/>
                <p14:nvPr/>
              </p14:nvContentPartPr>
              <p14:xfrm>
                <a:off x="4822007" y="1782742"/>
                <a:ext cx="122400" cy="12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883629-CE47-A380-AA48-3CCE5F3EE4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04367" y="1764742"/>
                  <a:ext cx="158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6219841-4F0A-2A26-FCDB-BAA3AEBB8463}"/>
                    </a:ext>
                  </a:extLst>
                </p14:cNvPr>
                <p14:cNvContentPartPr/>
                <p14:nvPr/>
              </p14:nvContentPartPr>
              <p14:xfrm>
                <a:off x="5104247" y="1705702"/>
                <a:ext cx="24840" cy="256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6219841-4F0A-2A26-FCDB-BAA3AEBB846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86607" y="1687702"/>
                  <a:ext cx="604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77EDB27-3677-2D8D-EFB5-916CDDB44672}"/>
                    </a:ext>
                  </a:extLst>
                </p14:cNvPr>
                <p14:cNvContentPartPr/>
                <p14:nvPr/>
              </p14:nvContentPartPr>
              <p14:xfrm>
                <a:off x="5066447" y="2198182"/>
                <a:ext cx="12600" cy="196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77EDB27-3677-2D8D-EFB5-916CDDB4467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48447" y="2180182"/>
                  <a:ext cx="48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14765B-7337-4ABA-CA41-7ACDA770BAEB}"/>
                    </a:ext>
                  </a:extLst>
                </p14:cNvPr>
                <p14:cNvContentPartPr/>
                <p14:nvPr/>
              </p14:nvContentPartPr>
              <p14:xfrm>
                <a:off x="5153927" y="1227622"/>
                <a:ext cx="354240" cy="1315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14765B-7337-4ABA-CA41-7ACDA770BAE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36287" y="1209622"/>
                  <a:ext cx="389880" cy="13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AD8F716-54EF-DB22-5972-16B97DF7EF0B}"/>
                    </a:ext>
                  </a:extLst>
                </p14:cNvPr>
                <p14:cNvContentPartPr/>
                <p14:nvPr/>
              </p14:nvContentPartPr>
              <p14:xfrm>
                <a:off x="5725967" y="1209622"/>
                <a:ext cx="206640" cy="1394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AD8F716-54EF-DB22-5972-16B97DF7EF0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07967" y="1191982"/>
                  <a:ext cx="242280" cy="14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EC042ED-A6CA-5D0F-F7D4-AC4EE8B5CB00}"/>
                    </a:ext>
                  </a:extLst>
                </p14:cNvPr>
                <p14:cNvContentPartPr/>
                <p14:nvPr/>
              </p14:nvContentPartPr>
              <p14:xfrm>
                <a:off x="5993087" y="1445422"/>
                <a:ext cx="221760" cy="119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EC042ED-A6CA-5D0F-F7D4-AC4EE8B5CB0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75447" y="1427422"/>
                  <a:ext cx="257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AD8E994-1DA0-F10B-3668-48334B225896}"/>
                    </a:ext>
                  </a:extLst>
                </p14:cNvPr>
                <p14:cNvContentPartPr/>
                <p14:nvPr/>
              </p14:nvContentPartPr>
              <p14:xfrm>
                <a:off x="5916767" y="1827742"/>
                <a:ext cx="135720" cy="217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AD8E994-1DA0-F10B-3668-48334B22589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99127" y="1810102"/>
                  <a:ext cx="1713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4D329C1-4175-4DC8-6E01-193B8E5A704B}"/>
                    </a:ext>
                  </a:extLst>
                </p14:cNvPr>
                <p14:cNvContentPartPr/>
                <p14:nvPr/>
              </p14:nvContentPartPr>
              <p14:xfrm>
                <a:off x="5904167" y="2222302"/>
                <a:ext cx="308880" cy="158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4D329C1-4175-4DC8-6E01-193B8E5A704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86527" y="2204662"/>
                  <a:ext cx="344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A811342-1F68-1F42-6E9D-762A98EFA4B6}"/>
                    </a:ext>
                  </a:extLst>
                </p14:cNvPr>
                <p14:cNvContentPartPr/>
                <p14:nvPr/>
              </p14:nvContentPartPr>
              <p14:xfrm>
                <a:off x="6135287" y="1316542"/>
                <a:ext cx="352440" cy="1339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A811342-1F68-1F42-6E9D-762A98EFA4B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17287" y="1298902"/>
                  <a:ext cx="388080" cy="13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91C801C-051C-B503-686A-5FE682302FEA}"/>
                    </a:ext>
                  </a:extLst>
                </p14:cNvPr>
                <p14:cNvContentPartPr/>
                <p14:nvPr/>
              </p14:nvContentPartPr>
              <p14:xfrm>
                <a:off x="6680687" y="1867702"/>
                <a:ext cx="119160" cy="34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91C801C-051C-B503-686A-5FE682302FE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62687" y="1849702"/>
                  <a:ext cx="154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75AFD3-15E9-6C9E-72B3-DB5F7F9334C9}"/>
                    </a:ext>
                  </a:extLst>
                </p14:cNvPr>
                <p14:cNvContentPartPr/>
                <p14:nvPr/>
              </p14:nvContentPartPr>
              <p14:xfrm>
                <a:off x="6661247" y="1957342"/>
                <a:ext cx="199080" cy="46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75AFD3-15E9-6C9E-72B3-DB5F7F9334C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43247" y="1939702"/>
                  <a:ext cx="2347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8BEAFA5-0E87-56E5-FFE1-F97969874B5A}"/>
                    </a:ext>
                  </a:extLst>
                </p14:cNvPr>
                <p14:cNvContentPartPr/>
                <p14:nvPr/>
              </p14:nvContentPartPr>
              <p14:xfrm>
                <a:off x="7030247" y="1243822"/>
                <a:ext cx="231120" cy="122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8BEAFA5-0E87-56E5-FFE1-F97969874B5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12607" y="1225822"/>
                  <a:ext cx="266760" cy="12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CD8D925-5D54-B2B9-1EAA-753F0461B86E}"/>
                    </a:ext>
                  </a:extLst>
                </p14:cNvPr>
                <p14:cNvContentPartPr/>
                <p14:nvPr/>
              </p14:nvContentPartPr>
              <p14:xfrm>
                <a:off x="7291967" y="1368742"/>
                <a:ext cx="225360" cy="230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CD8D925-5D54-B2B9-1EAA-753F0461B86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74327" y="1350742"/>
                  <a:ext cx="2610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A720451-C4CD-E10C-2E0D-8FC74D5230A3}"/>
                    </a:ext>
                  </a:extLst>
                </p14:cNvPr>
                <p14:cNvContentPartPr/>
                <p14:nvPr/>
              </p14:nvContentPartPr>
              <p14:xfrm>
                <a:off x="7354247" y="1741702"/>
                <a:ext cx="193680" cy="194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A720451-C4CD-E10C-2E0D-8FC74D5230A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36607" y="1724062"/>
                  <a:ext cx="229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C63F7A-B45B-33C2-8D13-15F3F853F883}"/>
                    </a:ext>
                  </a:extLst>
                </p14:cNvPr>
                <p14:cNvContentPartPr/>
                <p14:nvPr/>
              </p14:nvContentPartPr>
              <p14:xfrm>
                <a:off x="7329047" y="2192062"/>
                <a:ext cx="170280" cy="15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C63F7A-B45B-33C2-8D13-15F3F853F88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11047" y="2174062"/>
                  <a:ext cx="205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E0DBC7F-0BD1-1A56-6332-3F6D385ECCBD}"/>
                    </a:ext>
                  </a:extLst>
                </p14:cNvPr>
                <p14:cNvContentPartPr/>
                <p14:nvPr/>
              </p14:nvContentPartPr>
              <p14:xfrm>
                <a:off x="7382327" y="1227982"/>
                <a:ext cx="432720" cy="1280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E0DBC7F-0BD1-1A56-6332-3F6D385ECCB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64687" y="1209982"/>
                  <a:ext cx="468360" cy="131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8E8A1E8-A7EF-A229-7B94-574D09F8EFB4}"/>
              </a:ext>
            </a:extLst>
          </p:cNvPr>
          <p:cNvGrpSpPr/>
          <p:nvPr/>
        </p:nvGrpSpPr>
        <p:grpSpPr>
          <a:xfrm>
            <a:off x="8783447" y="1323742"/>
            <a:ext cx="1834200" cy="466560"/>
            <a:chOff x="8783447" y="1323742"/>
            <a:chExt cx="183420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A230CC8-2D40-991F-8679-DA7B36C1E3FF}"/>
                    </a:ext>
                  </a:extLst>
                </p14:cNvPr>
                <p14:cNvContentPartPr/>
                <p14:nvPr/>
              </p14:nvContentPartPr>
              <p14:xfrm>
                <a:off x="8783447" y="1328422"/>
                <a:ext cx="126000" cy="288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A230CC8-2D40-991F-8679-DA7B36C1E3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65447" y="1310782"/>
                  <a:ext cx="1616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C61658-9CDB-7BC0-8AC7-1FEBE30E8505}"/>
                    </a:ext>
                  </a:extLst>
                </p14:cNvPr>
                <p14:cNvContentPartPr/>
                <p14:nvPr/>
              </p14:nvContentPartPr>
              <p14:xfrm>
                <a:off x="9009887" y="1418782"/>
                <a:ext cx="389880" cy="163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C61658-9CDB-7BC0-8AC7-1FEBE30E85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91887" y="1401142"/>
                  <a:ext cx="425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187F43-B36E-381C-6C7F-174F66D18C58}"/>
                    </a:ext>
                  </a:extLst>
                </p14:cNvPr>
                <p14:cNvContentPartPr/>
                <p14:nvPr/>
              </p14:nvContentPartPr>
              <p14:xfrm>
                <a:off x="9464927" y="1323742"/>
                <a:ext cx="110520" cy="243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187F43-B36E-381C-6C7F-174F66D18C5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46927" y="1305742"/>
                  <a:ext cx="146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230C9D1-C9E1-E1B2-5096-8F0F9C90DF00}"/>
                    </a:ext>
                  </a:extLst>
                </p14:cNvPr>
                <p14:cNvContentPartPr/>
                <p14:nvPr/>
              </p14:nvContentPartPr>
              <p14:xfrm>
                <a:off x="9659687" y="1377742"/>
                <a:ext cx="162360" cy="412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230C9D1-C9E1-E1B2-5096-8F0F9C90DF0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42047" y="1360102"/>
                  <a:ext cx="19800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8BBD210-F398-38D5-DAFA-E2D436BE8195}"/>
                    </a:ext>
                  </a:extLst>
                </p14:cNvPr>
                <p14:cNvContentPartPr/>
                <p14:nvPr/>
              </p14:nvContentPartPr>
              <p14:xfrm>
                <a:off x="9997727" y="1444342"/>
                <a:ext cx="132480" cy="31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8BBD210-F398-38D5-DAFA-E2D436BE819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80087" y="1426702"/>
                  <a:ext cx="1681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28CEE46-23AA-96DB-E985-6BD41A7E269C}"/>
                    </a:ext>
                  </a:extLst>
                </p14:cNvPr>
                <p14:cNvContentPartPr/>
                <p14:nvPr/>
              </p14:nvContentPartPr>
              <p14:xfrm>
                <a:off x="10017527" y="1383142"/>
                <a:ext cx="34560" cy="244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28CEE46-23AA-96DB-E985-6BD41A7E269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99887" y="1365142"/>
                  <a:ext cx="70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83E2B15-3978-A987-1F95-0539F840E097}"/>
                    </a:ext>
                  </a:extLst>
                </p14:cNvPr>
                <p14:cNvContentPartPr/>
                <p14:nvPr/>
              </p14:nvContentPartPr>
              <p14:xfrm>
                <a:off x="10188167" y="1324102"/>
                <a:ext cx="120240" cy="251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83E2B15-3978-A987-1F95-0539F840E09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70167" y="1306462"/>
                  <a:ext cx="1558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D141F53-D9AA-4133-E1A5-DC993D7AF500}"/>
                    </a:ext>
                  </a:extLst>
                </p14:cNvPr>
                <p14:cNvContentPartPr/>
                <p14:nvPr/>
              </p14:nvContentPartPr>
              <p14:xfrm>
                <a:off x="10390487" y="1412662"/>
                <a:ext cx="227160" cy="181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D141F53-D9AA-4133-E1A5-DC993D7AF5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372847" y="1395022"/>
                  <a:ext cx="26280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944FA1E-37FD-3C1A-E598-49BFB0DDB149}"/>
              </a:ext>
            </a:extLst>
          </p:cNvPr>
          <p:cNvGrpSpPr/>
          <p:nvPr/>
        </p:nvGrpSpPr>
        <p:grpSpPr>
          <a:xfrm>
            <a:off x="10876487" y="1371622"/>
            <a:ext cx="184680" cy="122760"/>
            <a:chOff x="10876487" y="1371622"/>
            <a:chExt cx="184680" cy="12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55B7639-1EEC-D87C-725D-17376B2CDEA0}"/>
                    </a:ext>
                  </a:extLst>
                </p14:cNvPr>
                <p14:cNvContentPartPr/>
                <p14:nvPr/>
              </p14:nvContentPartPr>
              <p14:xfrm>
                <a:off x="10881527" y="1371622"/>
                <a:ext cx="163440" cy="22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55B7639-1EEC-D87C-725D-17376B2CDEA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63887" y="1353982"/>
                  <a:ext cx="1990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FDCDAA4-AC7C-A43E-505E-D808BC7F29A8}"/>
                    </a:ext>
                  </a:extLst>
                </p14:cNvPr>
                <p14:cNvContentPartPr/>
                <p14:nvPr/>
              </p14:nvContentPartPr>
              <p14:xfrm>
                <a:off x="10876487" y="1450822"/>
                <a:ext cx="184680" cy="43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FDCDAA4-AC7C-A43E-505E-D808BC7F29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858487" y="1433182"/>
                  <a:ext cx="22032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A26DD2B-DC69-5CD2-8D06-BF1C92198714}"/>
              </a:ext>
            </a:extLst>
          </p:cNvPr>
          <p:cNvGrpSpPr/>
          <p:nvPr/>
        </p:nvGrpSpPr>
        <p:grpSpPr>
          <a:xfrm>
            <a:off x="11298407" y="1276582"/>
            <a:ext cx="201960" cy="263520"/>
            <a:chOff x="11298407" y="1276582"/>
            <a:chExt cx="20196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4D2E6AB-B708-5CE7-C13F-11E101122871}"/>
                    </a:ext>
                  </a:extLst>
                </p14:cNvPr>
                <p14:cNvContentPartPr/>
                <p14:nvPr/>
              </p14:nvContentPartPr>
              <p14:xfrm>
                <a:off x="11362487" y="1311862"/>
                <a:ext cx="29520" cy="24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4D2E6AB-B708-5CE7-C13F-11E1011228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44847" y="1293862"/>
                  <a:ext cx="65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D8ED097-B835-43BA-E45A-D444A3E49F81}"/>
                    </a:ext>
                  </a:extLst>
                </p14:cNvPr>
                <p14:cNvContentPartPr/>
                <p14:nvPr/>
              </p14:nvContentPartPr>
              <p14:xfrm>
                <a:off x="11298407" y="1276582"/>
                <a:ext cx="201960" cy="263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D8ED097-B835-43BA-E45A-D444A3E49F8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280767" y="1258582"/>
                  <a:ext cx="23760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7F0B0E5-9F5E-45B6-81E5-1870FC47E173}"/>
              </a:ext>
            </a:extLst>
          </p:cNvPr>
          <p:cNvGrpSpPr/>
          <p:nvPr/>
        </p:nvGrpSpPr>
        <p:grpSpPr>
          <a:xfrm>
            <a:off x="8644847" y="1920982"/>
            <a:ext cx="1073520" cy="402840"/>
            <a:chOff x="8644847" y="1920982"/>
            <a:chExt cx="107352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593B30C-3D17-2399-292C-5B3016B1D2F0}"/>
                    </a:ext>
                  </a:extLst>
                </p14:cNvPr>
                <p14:cNvContentPartPr/>
                <p14:nvPr/>
              </p14:nvContentPartPr>
              <p14:xfrm>
                <a:off x="8644847" y="2014222"/>
                <a:ext cx="135720" cy="2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593B30C-3D17-2399-292C-5B3016B1D2F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26847" y="1996582"/>
                  <a:ext cx="171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1CE152F-E043-5E93-89A7-F5CCA8057B76}"/>
                    </a:ext>
                  </a:extLst>
                </p14:cNvPr>
                <p14:cNvContentPartPr/>
                <p14:nvPr/>
              </p14:nvContentPartPr>
              <p14:xfrm>
                <a:off x="8849327" y="1920982"/>
                <a:ext cx="144000" cy="244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1CE152F-E043-5E93-89A7-F5CCA8057B7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31687" y="1902982"/>
                  <a:ext cx="1796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DDDC9F2-2DF0-AD59-B414-C6A41811DC02}"/>
                    </a:ext>
                  </a:extLst>
                </p14:cNvPr>
                <p14:cNvContentPartPr/>
                <p14:nvPr/>
              </p14:nvContentPartPr>
              <p14:xfrm>
                <a:off x="9062447" y="2013502"/>
                <a:ext cx="170280" cy="14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DDDC9F2-2DF0-AD59-B414-C6A41811DC0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044447" y="1995862"/>
                  <a:ext cx="2059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36933B7-8535-7BF3-E46B-15D2F8AB6C3C}"/>
                    </a:ext>
                  </a:extLst>
                </p14:cNvPr>
                <p14:cNvContentPartPr/>
                <p14:nvPr/>
              </p14:nvContentPartPr>
              <p14:xfrm>
                <a:off x="9372767" y="2044102"/>
                <a:ext cx="138240" cy="16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36933B7-8535-7BF3-E46B-15D2F8AB6C3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354767" y="2026102"/>
                  <a:ext cx="173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2B0EC9-99CE-3A78-F722-AFB9746E267D}"/>
                    </a:ext>
                  </a:extLst>
                </p14:cNvPr>
                <p14:cNvContentPartPr/>
                <p14:nvPr/>
              </p14:nvContentPartPr>
              <p14:xfrm>
                <a:off x="9456287" y="1957342"/>
                <a:ext cx="28800" cy="206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2B0EC9-99CE-3A78-F722-AFB9746E267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38647" y="1939702"/>
                  <a:ext cx="64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1B50396-1827-1728-2CB3-9B7AB706B88E}"/>
                    </a:ext>
                  </a:extLst>
                </p14:cNvPr>
                <p14:cNvContentPartPr/>
                <p14:nvPr/>
              </p14:nvContentPartPr>
              <p14:xfrm>
                <a:off x="9549167" y="2004502"/>
                <a:ext cx="169200" cy="319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1B50396-1827-1728-2CB3-9B7AB706B88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531167" y="1986502"/>
                  <a:ext cx="204840" cy="35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5AC2C1F-3764-33B7-881A-3ADF93CEC2F8}"/>
              </a:ext>
            </a:extLst>
          </p:cNvPr>
          <p:cNvGrpSpPr/>
          <p:nvPr/>
        </p:nvGrpSpPr>
        <p:grpSpPr>
          <a:xfrm>
            <a:off x="9946607" y="1909822"/>
            <a:ext cx="479880" cy="191160"/>
            <a:chOff x="9946607" y="1909822"/>
            <a:chExt cx="47988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AD1E20E-63AD-A06B-0489-4B63E06083C4}"/>
                    </a:ext>
                  </a:extLst>
                </p14:cNvPr>
                <p14:cNvContentPartPr/>
                <p14:nvPr/>
              </p14:nvContentPartPr>
              <p14:xfrm>
                <a:off x="9946607" y="2016022"/>
                <a:ext cx="140400" cy="24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AD1E20E-63AD-A06B-0489-4B63E06083C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28607" y="1998022"/>
                  <a:ext cx="176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773074A-3BE0-D8FE-3565-843063EB9E50}"/>
                    </a:ext>
                  </a:extLst>
                </p14:cNvPr>
                <p14:cNvContentPartPr/>
                <p14:nvPr/>
              </p14:nvContentPartPr>
              <p14:xfrm>
                <a:off x="10232807" y="1909822"/>
                <a:ext cx="193680" cy="191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773074A-3BE0-D8FE-3565-843063EB9E5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215167" y="1891822"/>
                  <a:ext cx="22932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F088ECF-D0B1-9F89-7DD7-6C250CB985F5}"/>
              </a:ext>
            </a:extLst>
          </p:cNvPr>
          <p:cNvGrpSpPr/>
          <p:nvPr/>
        </p:nvGrpSpPr>
        <p:grpSpPr>
          <a:xfrm>
            <a:off x="10777127" y="1813702"/>
            <a:ext cx="697320" cy="251280"/>
            <a:chOff x="10777127" y="1813702"/>
            <a:chExt cx="69732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43FE991-C122-F636-CA41-F7AD1848B855}"/>
                    </a:ext>
                  </a:extLst>
                </p14:cNvPr>
                <p14:cNvContentPartPr/>
                <p14:nvPr/>
              </p14:nvContentPartPr>
              <p14:xfrm>
                <a:off x="10777127" y="1951942"/>
                <a:ext cx="218880" cy="15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43FE991-C122-F636-CA41-F7AD1848B85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59487" y="1934302"/>
                  <a:ext cx="254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8997DE7-58A8-C00E-9211-CCDD89B7B88E}"/>
                    </a:ext>
                  </a:extLst>
                </p14:cNvPr>
                <p14:cNvContentPartPr/>
                <p14:nvPr/>
              </p14:nvContentPartPr>
              <p14:xfrm>
                <a:off x="10833647" y="2020342"/>
                <a:ext cx="191520" cy="31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8997DE7-58A8-C00E-9211-CCDD89B7B88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816007" y="2002702"/>
                  <a:ext cx="227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90A9D09-B385-9622-0633-95605C0A7EC3}"/>
                    </a:ext>
                  </a:extLst>
                </p14:cNvPr>
                <p14:cNvContentPartPr/>
                <p14:nvPr/>
              </p14:nvContentPartPr>
              <p14:xfrm>
                <a:off x="11220287" y="1813702"/>
                <a:ext cx="254160" cy="251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90A9D09-B385-9622-0633-95605C0A7EC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202647" y="1796062"/>
                  <a:ext cx="28980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6CD7366-DE65-AD45-1C8C-CCBDAD20F3E8}"/>
              </a:ext>
            </a:extLst>
          </p:cNvPr>
          <p:cNvGrpSpPr/>
          <p:nvPr/>
        </p:nvGrpSpPr>
        <p:grpSpPr>
          <a:xfrm>
            <a:off x="8743847" y="2504902"/>
            <a:ext cx="941040" cy="383040"/>
            <a:chOff x="8743847" y="2504902"/>
            <a:chExt cx="94104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36AC8CD-F882-9DAC-FA0C-4B42F8AFF4F0}"/>
                    </a:ext>
                  </a:extLst>
                </p14:cNvPr>
                <p14:cNvContentPartPr/>
                <p14:nvPr/>
              </p14:nvContentPartPr>
              <p14:xfrm>
                <a:off x="8743847" y="2504902"/>
                <a:ext cx="188640" cy="180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36AC8CD-F882-9DAC-FA0C-4B42F8AFF4F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726207" y="2486902"/>
                  <a:ext cx="2242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A8BCD0A-6FB7-788B-3DC3-84F2A773E570}"/>
                    </a:ext>
                  </a:extLst>
                </p14:cNvPr>
                <p14:cNvContentPartPr/>
                <p14:nvPr/>
              </p14:nvContentPartPr>
              <p14:xfrm>
                <a:off x="8970287" y="2544862"/>
                <a:ext cx="255960" cy="154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A8BCD0A-6FB7-788B-3DC3-84F2A773E57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52287" y="2527222"/>
                  <a:ext cx="291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8CA11AF-ED0B-6CAB-72AC-19F503E2DFA5}"/>
                    </a:ext>
                  </a:extLst>
                </p14:cNvPr>
                <p14:cNvContentPartPr/>
                <p14:nvPr/>
              </p14:nvContentPartPr>
              <p14:xfrm>
                <a:off x="9334967" y="2598142"/>
                <a:ext cx="172080" cy="14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8CA11AF-ED0B-6CAB-72AC-19F503E2DFA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317327" y="2580142"/>
                  <a:ext cx="207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8DFF2C6-3D2A-9DE1-9FDB-95D7CE97F222}"/>
                    </a:ext>
                  </a:extLst>
                </p14:cNvPr>
                <p14:cNvContentPartPr/>
                <p14:nvPr/>
              </p14:nvContentPartPr>
              <p14:xfrm>
                <a:off x="9506327" y="2513542"/>
                <a:ext cx="178560" cy="374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8DFF2C6-3D2A-9DE1-9FDB-95D7CE97F22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488687" y="2495542"/>
                  <a:ext cx="21420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F9653B3-05F7-52D9-6178-24DE2C48F433}"/>
              </a:ext>
            </a:extLst>
          </p:cNvPr>
          <p:cNvGrpSpPr/>
          <p:nvPr/>
        </p:nvGrpSpPr>
        <p:grpSpPr>
          <a:xfrm>
            <a:off x="9930767" y="2474662"/>
            <a:ext cx="570960" cy="204480"/>
            <a:chOff x="9930767" y="2474662"/>
            <a:chExt cx="57096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664101E-210D-A768-9F6C-A22AE335C789}"/>
                    </a:ext>
                  </a:extLst>
                </p14:cNvPr>
                <p14:cNvContentPartPr/>
                <p14:nvPr/>
              </p14:nvContentPartPr>
              <p14:xfrm>
                <a:off x="9930767" y="2531542"/>
                <a:ext cx="171000" cy="31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664101E-210D-A768-9F6C-A22AE335C78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12767" y="2513542"/>
                  <a:ext cx="2066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9DA56AF-1701-3083-BF33-C1AFB8669A0F}"/>
                    </a:ext>
                  </a:extLst>
                </p14:cNvPr>
                <p14:cNvContentPartPr/>
                <p14:nvPr/>
              </p14:nvContentPartPr>
              <p14:xfrm>
                <a:off x="10010687" y="2475742"/>
                <a:ext cx="33480" cy="203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9DA56AF-1701-3083-BF33-C1AFB8669A0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93047" y="2458102"/>
                  <a:ext cx="691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17D338C-B650-BC31-5316-9F1F5EAEFC58}"/>
                    </a:ext>
                  </a:extLst>
                </p14:cNvPr>
                <p14:cNvContentPartPr/>
                <p14:nvPr/>
              </p14:nvContentPartPr>
              <p14:xfrm>
                <a:off x="10219487" y="2474662"/>
                <a:ext cx="282240" cy="194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17D338C-B650-BC31-5316-9F1F5EAEFC5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201847" y="2456662"/>
                  <a:ext cx="31788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F5C1A37-7732-1505-9D85-10E338F65270}"/>
              </a:ext>
            </a:extLst>
          </p:cNvPr>
          <p:cNvGrpSpPr/>
          <p:nvPr/>
        </p:nvGrpSpPr>
        <p:grpSpPr>
          <a:xfrm>
            <a:off x="10775687" y="2379982"/>
            <a:ext cx="668160" cy="231840"/>
            <a:chOff x="10775687" y="2379982"/>
            <a:chExt cx="66816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8053A6C-3583-A713-1711-DE2D829FCA08}"/>
                    </a:ext>
                  </a:extLst>
                </p14:cNvPr>
                <p14:cNvContentPartPr/>
                <p14:nvPr/>
              </p14:nvContentPartPr>
              <p14:xfrm>
                <a:off x="10775687" y="2470702"/>
                <a:ext cx="171720" cy="14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8053A6C-3583-A713-1711-DE2D829FCA0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757687" y="2453062"/>
                  <a:ext cx="207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5F494D5-B48C-FBAE-189E-B6358B704C62}"/>
                    </a:ext>
                  </a:extLst>
                </p14:cNvPr>
                <p14:cNvContentPartPr/>
                <p14:nvPr/>
              </p14:nvContentPartPr>
              <p14:xfrm>
                <a:off x="10798367" y="2540542"/>
                <a:ext cx="205200" cy="39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5F494D5-B48C-FBAE-189E-B6358B704C6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80727" y="2522902"/>
                  <a:ext cx="240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0CD5AB5-5228-B73F-BF6C-16D6CFC3F3E3}"/>
                    </a:ext>
                  </a:extLst>
                </p14:cNvPr>
                <p14:cNvContentPartPr/>
                <p14:nvPr/>
              </p14:nvContentPartPr>
              <p14:xfrm>
                <a:off x="11188247" y="2379982"/>
                <a:ext cx="255600" cy="231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0CD5AB5-5228-B73F-BF6C-16D6CFC3F3E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170607" y="2361982"/>
                  <a:ext cx="29124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9670B2B-D7A3-F367-2FBE-4FC840EAA3AD}"/>
                  </a:ext>
                </a:extLst>
              </p14:cNvPr>
              <p14:cNvContentPartPr/>
              <p14:nvPr/>
            </p14:nvContentPartPr>
            <p14:xfrm>
              <a:off x="1164767" y="2598142"/>
              <a:ext cx="3960" cy="374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9670B2B-D7A3-F367-2FBE-4FC840EAA3A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146767" y="2580502"/>
                <a:ext cx="3960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A2280E5-11EC-12C2-02DC-2BBBD521DFB2}"/>
                  </a:ext>
                </a:extLst>
              </p14:cNvPr>
              <p14:cNvContentPartPr/>
              <p14:nvPr/>
            </p14:nvContentPartPr>
            <p14:xfrm>
              <a:off x="3427727" y="3399142"/>
              <a:ext cx="162720" cy="14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A2280E5-11EC-12C2-02DC-2BBBD521DFB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409727" y="3381502"/>
                <a:ext cx="1983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363F36C-5D08-8B1F-840E-D96A2818A440}"/>
                  </a:ext>
                </a:extLst>
              </p14:cNvPr>
              <p14:cNvContentPartPr/>
              <p14:nvPr/>
            </p14:nvContentPartPr>
            <p14:xfrm>
              <a:off x="3444287" y="3469702"/>
              <a:ext cx="187200" cy="338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363F36C-5D08-8B1F-840E-D96A2818A44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426647" y="3451702"/>
                <a:ext cx="2228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F48A23D7-17F5-397F-E0CA-D3D37C1A5FF4}"/>
                  </a:ext>
                </a:extLst>
              </p14:cNvPr>
              <p14:cNvContentPartPr/>
              <p14:nvPr/>
            </p14:nvContentPartPr>
            <p14:xfrm>
              <a:off x="3787007" y="3317062"/>
              <a:ext cx="278280" cy="2343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F48A23D7-17F5-397F-E0CA-D3D37C1A5FF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769367" y="3299422"/>
                <a:ext cx="31392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3471782-DD9F-59A9-F5E9-10863834E64E}"/>
                  </a:ext>
                </a:extLst>
              </p14:cNvPr>
              <p14:cNvContentPartPr/>
              <p14:nvPr/>
            </p14:nvContentPartPr>
            <p14:xfrm>
              <a:off x="2969447" y="3372502"/>
              <a:ext cx="136800" cy="79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3471782-DD9F-59A9-F5E9-10863834E64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951807" y="3354862"/>
                <a:ext cx="17244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85F33EE-BCF0-217E-F1EE-E66B4B754E53}"/>
              </a:ext>
            </a:extLst>
          </p:cNvPr>
          <p:cNvGrpSpPr/>
          <p:nvPr/>
        </p:nvGrpSpPr>
        <p:grpSpPr>
          <a:xfrm>
            <a:off x="187727" y="3827182"/>
            <a:ext cx="580320" cy="393480"/>
            <a:chOff x="187727" y="3827182"/>
            <a:chExt cx="580320" cy="39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5858CE8-C7CC-2F6E-5D85-6DF751B6B0CD}"/>
                    </a:ext>
                  </a:extLst>
                </p14:cNvPr>
                <p14:cNvContentPartPr/>
                <p14:nvPr/>
              </p14:nvContentPartPr>
              <p14:xfrm>
                <a:off x="187727" y="3827182"/>
                <a:ext cx="397080" cy="392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5858CE8-C7CC-2F6E-5D85-6DF751B6B0C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0087" y="3809182"/>
                  <a:ext cx="43272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812D21F-A17B-A1BE-5345-89902DB3A540}"/>
                    </a:ext>
                  </a:extLst>
                </p14:cNvPr>
                <p14:cNvContentPartPr/>
                <p14:nvPr/>
              </p14:nvContentPartPr>
              <p14:xfrm>
                <a:off x="609647" y="3937702"/>
                <a:ext cx="91440" cy="282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812D21F-A17B-A1BE-5345-89902DB3A54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91647" y="3919702"/>
                  <a:ext cx="1270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C5BF349-086B-2AF2-29C5-29278C4FCBBE}"/>
                    </a:ext>
                  </a:extLst>
                </p14:cNvPr>
                <p14:cNvContentPartPr/>
                <p14:nvPr/>
              </p14:nvContentPartPr>
              <p14:xfrm>
                <a:off x="583367" y="4002142"/>
                <a:ext cx="184680" cy="47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C5BF349-086B-2AF2-29C5-29278C4FCBB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5367" y="3984142"/>
                  <a:ext cx="22032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53913C-D388-5D84-3755-F87214679738}"/>
              </a:ext>
            </a:extLst>
          </p:cNvPr>
          <p:cNvGrpSpPr/>
          <p:nvPr/>
        </p:nvGrpSpPr>
        <p:grpSpPr>
          <a:xfrm>
            <a:off x="1068287" y="3971542"/>
            <a:ext cx="865440" cy="200160"/>
            <a:chOff x="1068287" y="3971542"/>
            <a:chExt cx="86544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687E4DB-4299-5054-9E4F-950732F84C4A}"/>
                    </a:ext>
                  </a:extLst>
                </p14:cNvPr>
                <p14:cNvContentPartPr/>
                <p14:nvPr/>
              </p14:nvContentPartPr>
              <p14:xfrm>
                <a:off x="1068287" y="4041742"/>
                <a:ext cx="297000" cy="129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687E4DB-4299-5054-9E4F-950732F84C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50647" y="4023742"/>
                  <a:ext cx="3326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F06567C-807E-33FA-8FCD-DEDE487E73BA}"/>
                    </a:ext>
                  </a:extLst>
                </p14:cNvPr>
                <p14:cNvContentPartPr/>
                <p14:nvPr/>
              </p14:nvContentPartPr>
              <p14:xfrm>
                <a:off x="1514687" y="4034902"/>
                <a:ext cx="114120" cy="23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F06567C-807E-33FA-8FCD-DEDE487E73B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497047" y="4017262"/>
                  <a:ext cx="1497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9CB0146-B8C3-2EF6-37DD-D9248BDF0DB8}"/>
                    </a:ext>
                  </a:extLst>
                </p14:cNvPr>
                <p14:cNvContentPartPr/>
                <p14:nvPr/>
              </p14:nvContentPartPr>
              <p14:xfrm>
                <a:off x="1529807" y="4116622"/>
                <a:ext cx="144720" cy="38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9CB0146-B8C3-2EF6-37DD-D9248BDF0DB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12167" y="4098622"/>
                  <a:ext cx="1803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6B599B0-5C6D-9F99-4CA5-BB643275041E}"/>
                    </a:ext>
                  </a:extLst>
                </p14:cNvPr>
                <p14:cNvContentPartPr/>
                <p14:nvPr/>
              </p14:nvContentPartPr>
              <p14:xfrm>
                <a:off x="1655807" y="3971542"/>
                <a:ext cx="277920" cy="167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6B599B0-5C6D-9F99-4CA5-BB643275041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37807" y="3953902"/>
                  <a:ext cx="31356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BC991DF-BE41-781D-44D3-1BBEB4FBC345}"/>
                  </a:ext>
                </a:extLst>
              </p14:cNvPr>
              <p14:cNvContentPartPr/>
              <p14:nvPr/>
            </p14:nvContentPartPr>
            <p14:xfrm>
              <a:off x="2198327" y="4069102"/>
              <a:ext cx="90000" cy="1440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BC991DF-BE41-781D-44D3-1BBEB4FBC345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180327" y="4051102"/>
                <a:ext cx="12564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3575576-67EF-E195-7AE7-0202E5A0E142}"/>
              </a:ext>
            </a:extLst>
          </p:cNvPr>
          <p:cNvGrpSpPr/>
          <p:nvPr/>
        </p:nvGrpSpPr>
        <p:grpSpPr>
          <a:xfrm>
            <a:off x="2539247" y="3808102"/>
            <a:ext cx="863280" cy="648000"/>
            <a:chOff x="2539247" y="3808102"/>
            <a:chExt cx="86328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8930951-62A4-B3DF-3695-944AA1E6BC73}"/>
                    </a:ext>
                  </a:extLst>
                </p14:cNvPr>
                <p14:cNvContentPartPr/>
                <p14:nvPr/>
              </p14:nvContentPartPr>
              <p14:xfrm>
                <a:off x="2539247" y="4056862"/>
                <a:ext cx="130680" cy="399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8930951-62A4-B3DF-3695-944AA1E6BC7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21607" y="4039222"/>
                  <a:ext cx="1663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468C5F2-2848-763F-51F1-FA5A6CC4F932}"/>
                    </a:ext>
                  </a:extLst>
                </p14:cNvPr>
                <p14:cNvContentPartPr/>
                <p14:nvPr/>
              </p14:nvContentPartPr>
              <p14:xfrm>
                <a:off x="2820047" y="4082062"/>
                <a:ext cx="114840" cy="29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468C5F2-2848-763F-51F1-FA5A6CC4F93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02407" y="4064422"/>
                  <a:ext cx="1504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EDDE293-6BB0-AFF7-C15F-BB83350AB5D1}"/>
                    </a:ext>
                  </a:extLst>
                </p14:cNvPr>
                <p14:cNvContentPartPr/>
                <p14:nvPr/>
              </p14:nvContentPartPr>
              <p14:xfrm>
                <a:off x="2821127" y="4150102"/>
                <a:ext cx="181080" cy="46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EDDE293-6BB0-AFF7-C15F-BB83350AB5D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803127" y="4132102"/>
                  <a:ext cx="2167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253DA3F-F9CD-3A62-AFCF-FE629C651F82}"/>
                    </a:ext>
                  </a:extLst>
                </p14:cNvPr>
                <p14:cNvContentPartPr/>
                <p14:nvPr/>
              </p14:nvContentPartPr>
              <p14:xfrm>
                <a:off x="3221807" y="3808102"/>
                <a:ext cx="66600" cy="370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253DA3F-F9CD-3A62-AFCF-FE629C651F8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04167" y="3790102"/>
                  <a:ext cx="1022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3FF43E7-E02E-E4A3-81CF-745CB1AACA7C}"/>
                    </a:ext>
                  </a:extLst>
                </p14:cNvPr>
                <p14:cNvContentPartPr/>
                <p14:nvPr/>
              </p14:nvContentPartPr>
              <p14:xfrm>
                <a:off x="3147287" y="3936622"/>
                <a:ext cx="255240" cy="28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3FF43E7-E02E-E4A3-81CF-745CB1AACA7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29647" y="3918982"/>
                  <a:ext cx="29088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8D2D0D71-73F8-0EA8-9D54-448A2EBB97A4}"/>
                  </a:ext>
                </a:extLst>
              </p14:cNvPr>
              <p14:cNvContentPartPr/>
              <p14:nvPr/>
            </p14:nvContentPartPr>
            <p14:xfrm>
              <a:off x="3547247" y="4188622"/>
              <a:ext cx="126360" cy="1573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8D2D0D71-73F8-0EA8-9D54-448A2EBB97A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529247" y="4170622"/>
                <a:ext cx="1620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1FE4BB13-D2DA-845C-E1E0-62EF110FAB33}"/>
                  </a:ext>
                </a:extLst>
              </p14:cNvPr>
              <p14:cNvContentPartPr/>
              <p14:nvPr/>
            </p14:nvContentPartPr>
            <p14:xfrm>
              <a:off x="1792967" y="3623062"/>
              <a:ext cx="360" cy="3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FE4BB13-D2DA-845C-E1E0-62EF110FAB33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775327" y="360506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45C4AE1-4EF5-38D5-3D50-BB0334A6958C}"/>
              </a:ext>
            </a:extLst>
          </p:cNvPr>
          <p:cNvGrpSpPr/>
          <p:nvPr/>
        </p:nvGrpSpPr>
        <p:grpSpPr>
          <a:xfrm>
            <a:off x="1425047" y="3390142"/>
            <a:ext cx="1784160" cy="404280"/>
            <a:chOff x="1425047" y="3390142"/>
            <a:chExt cx="1784160" cy="40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326F84D-1AE1-B708-0F09-2AC90B7CDAFD}"/>
                    </a:ext>
                  </a:extLst>
                </p14:cNvPr>
                <p14:cNvContentPartPr/>
                <p14:nvPr/>
              </p14:nvContentPartPr>
              <p14:xfrm>
                <a:off x="2663447" y="3487342"/>
                <a:ext cx="164880" cy="33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326F84D-1AE1-B708-0F09-2AC90B7CDAF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45447" y="3469702"/>
                  <a:ext cx="2005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E2E16B5-3CE3-4A85-9FFB-E6A9320DBFB6}"/>
                    </a:ext>
                  </a:extLst>
                </p14:cNvPr>
                <p14:cNvContentPartPr/>
                <p14:nvPr/>
              </p14:nvContentPartPr>
              <p14:xfrm>
                <a:off x="2746247" y="3425422"/>
                <a:ext cx="38520" cy="192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E2E16B5-3CE3-4A85-9FFB-E6A9320DBFB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728607" y="3407422"/>
                  <a:ext cx="741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A8D68F5-7EF5-FAE3-74FE-2EB6619BE3B2}"/>
                    </a:ext>
                  </a:extLst>
                </p14:cNvPr>
                <p14:cNvContentPartPr/>
                <p14:nvPr/>
              </p14:nvContentPartPr>
              <p14:xfrm>
                <a:off x="2952167" y="3393742"/>
                <a:ext cx="257040" cy="186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A8D68F5-7EF5-FAE3-74FE-2EB6619BE3B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934167" y="3376102"/>
                  <a:ext cx="292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63A57B0-5A89-F77B-DB78-697D6B9ABDC5}"/>
                    </a:ext>
                  </a:extLst>
                </p14:cNvPr>
                <p14:cNvContentPartPr/>
                <p14:nvPr/>
              </p14:nvContentPartPr>
              <p14:xfrm>
                <a:off x="1425047" y="3390142"/>
                <a:ext cx="261720" cy="251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63A57B0-5A89-F77B-DB78-697D6B9ABDC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407047" y="3372502"/>
                  <a:ext cx="2973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77B3408-AD71-D6F8-AD1A-5772DA5EC482}"/>
                    </a:ext>
                  </a:extLst>
                </p14:cNvPr>
                <p14:cNvContentPartPr/>
                <p14:nvPr/>
              </p14:nvContentPartPr>
              <p14:xfrm>
                <a:off x="1728167" y="3482662"/>
                <a:ext cx="170280" cy="163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77B3408-AD71-D6F8-AD1A-5772DA5EC48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710167" y="3464662"/>
                  <a:ext cx="205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019E898-750A-4A5D-4A97-CAC8457B399A}"/>
                    </a:ext>
                  </a:extLst>
                </p14:cNvPr>
                <p14:cNvContentPartPr/>
                <p14:nvPr/>
              </p14:nvContentPartPr>
              <p14:xfrm>
                <a:off x="2060807" y="3513262"/>
                <a:ext cx="183600" cy="19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019E898-750A-4A5D-4A97-CAC8457B399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042807" y="3495262"/>
                  <a:ext cx="219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9E66AEE-0D5A-F5DA-7843-3F79A2632BF1}"/>
                    </a:ext>
                  </a:extLst>
                </p14:cNvPr>
                <p14:cNvContentPartPr/>
                <p14:nvPr/>
              </p14:nvContentPartPr>
              <p14:xfrm>
                <a:off x="2287247" y="3416422"/>
                <a:ext cx="156960" cy="378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9E66AEE-0D5A-F5DA-7843-3F79A2632BF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69247" y="3398422"/>
                  <a:ext cx="192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C3589C-1C2C-844F-3FD0-E3E2AF912B10}"/>
                    </a:ext>
                  </a:extLst>
                </p14:cNvPr>
                <p14:cNvContentPartPr/>
                <p14:nvPr/>
              </p14:nvContentPartPr>
              <p14:xfrm>
                <a:off x="2516207" y="3412102"/>
                <a:ext cx="10800" cy="46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C3589C-1C2C-844F-3FD0-E3E2AF912B1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498207" y="3394102"/>
                  <a:ext cx="464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8149D04A-1C13-1428-4E64-C385BB8C27D1}"/>
              </a:ext>
            </a:extLst>
          </p:cNvPr>
          <p:cNvGrpSpPr/>
          <p:nvPr/>
        </p:nvGrpSpPr>
        <p:grpSpPr>
          <a:xfrm>
            <a:off x="4001207" y="3729262"/>
            <a:ext cx="881640" cy="406080"/>
            <a:chOff x="4001207" y="3729262"/>
            <a:chExt cx="88164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E1F0DBE-12A2-9DE4-894D-023D33EE0D46}"/>
                    </a:ext>
                  </a:extLst>
                </p14:cNvPr>
                <p14:cNvContentPartPr/>
                <p14:nvPr/>
              </p14:nvContentPartPr>
              <p14:xfrm>
                <a:off x="4001207" y="3933382"/>
                <a:ext cx="240840" cy="201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E1F0DBE-12A2-9DE4-894D-023D33EE0D4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83207" y="3915742"/>
                  <a:ext cx="276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85FC6F7-BD19-29D8-8398-E3CC4189E545}"/>
                    </a:ext>
                  </a:extLst>
                </p14:cNvPr>
                <p14:cNvContentPartPr/>
                <p14:nvPr/>
              </p14:nvContentPartPr>
              <p14:xfrm>
                <a:off x="4350047" y="3973702"/>
                <a:ext cx="112320" cy="31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85FC6F7-BD19-29D8-8398-E3CC4189E54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332047" y="3956062"/>
                  <a:ext cx="147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2092345-1E22-A314-617A-6313BA115F31}"/>
                    </a:ext>
                  </a:extLst>
                </p14:cNvPr>
                <p14:cNvContentPartPr/>
                <p14:nvPr/>
              </p14:nvContentPartPr>
              <p14:xfrm>
                <a:off x="4346807" y="4034902"/>
                <a:ext cx="122040" cy="38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2092345-1E22-A314-617A-6313BA115F3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329167" y="4017262"/>
                  <a:ext cx="1576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535F79E-1FF5-9A7A-4B40-01A292C8B9E3}"/>
                    </a:ext>
                  </a:extLst>
                </p14:cNvPr>
                <p14:cNvContentPartPr/>
                <p14:nvPr/>
              </p14:nvContentPartPr>
              <p14:xfrm>
                <a:off x="4690967" y="3729262"/>
                <a:ext cx="105120" cy="378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535F79E-1FF5-9A7A-4B40-01A292C8B9E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673327" y="3711262"/>
                  <a:ext cx="1407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622C6F4-EC38-ADD4-EFF0-B1A043B753B4}"/>
                    </a:ext>
                  </a:extLst>
                </p14:cNvPr>
                <p14:cNvContentPartPr/>
                <p14:nvPr/>
              </p14:nvContentPartPr>
              <p14:xfrm>
                <a:off x="4651367" y="3877942"/>
                <a:ext cx="231480" cy="33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622C6F4-EC38-ADD4-EFF0-B1A043B753B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633727" y="3860302"/>
                  <a:ext cx="26712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B9BBD02-54E8-4210-269D-04A189E6AC48}"/>
              </a:ext>
            </a:extLst>
          </p:cNvPr>
          <p:cNvGrpSpPr/>
          <p:nvPr/>
        </p:nvGrpSpPr>
        <p:grpSpPr>
          <a:xfrm>
            <a:off x="808727" y="4677862"/>
            <a:ext cx="655200" cy="375120"/>
            <a:chOff x="808727" y="4677862"/>
            <a:chExt cx="65520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7B53124-7B71-C67A-B9B3-D39627A34DF3}"/>
                    </a:ext>
                  </a:extLst>
                </p14:cNvPr>
                <p14:cNvContentPartPr/>
                <p14:nvPr/>
              </p14:nvContentPartPr>
              <p14:xfrm>
                <a:off x="808727" y="4677862"/>
                <a:ext cx="120960" cy="237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7B53124-7B71-C67A-B9B3-D39627A34DF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90727" y="4660222"/>
                  <a:ext cx="156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2F0A1EE-AEE2-E425-5756-D901BC25D01D}"/>
                    </a:ext>
                  </a:extLst>
                </p14:cNvPr>
                <p14:cNvContentPartPr/>
                <p14:nvPr/>
              </p14:nvContentPartPr>
              <p14:xfrm>
                <a:off x="809087" y="4686862"/>
                <a:ext cx="169560" cy="201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2F0A1EE-AEE2-E425-5756-D901BC25D01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91447" y="4669222"/>
                  <a:ext cx="2052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977C48F-D1C6-356B-61DF-F2E3B34C9CAB}"/>
                    </a:ext>
                  </a:extLst>
                </p14:cNvPr>
                <p14:cNvContentPartPr/>
                <p14:nvPr/>
              </p14:nvContentPartPr>
              <p14:xfrm>
                <a:off x="1015367" y="4879822"/>
                <a:ext cx="133200" cy="173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977C48F-D1C6-356B-61DF-F2E3B34C9CA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97727" y="4861822"/>
                  <a:ext cx="1688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B8729DA-7B1F-F41B-8E38-6D6E46C11AFA}"/>
                    </a:ext>
                  </a:extLst>
                </p14:cNvPr>
                <p14:cNvContentPartPr/>
                <p14:nvPr/>
              </p14:nvContentPartPr>
              <p14:xfrm>
                <a:off x="1319567" y="4832662"/>
                <a:ext cx="94320" cy="23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B8729DA-7B1F-F41B-8E38-6D6E46C11AF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301567" y="4815022"/>
                  <a:ext cx="129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F8B8864-AF33-8DBA-659F-4138C4EC2354}"/>
                    </a:ext>
                  </a:extLst>
                </p14:cNvPr>
                <p14:cNvContentPartPr/>
                <p14:nvPr/>
              </p14:nvContentPartPr>
              <p14:xfrm>
                <a:off x="1320287" y="4907542"/>
                <a:ext cx="143640" cy="39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F8B8864-AF33-8DBA-659F-4138C4EC235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302287" y="4889902"/>
                  <a:ext cx="17928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C52CD55-41D2-ABB4-5EF9-2321019DA865}"/>
              </a:ext>
            </a:extLst>
          </p:cNvPr>
          <p:cNvGrpSpPr/>
          <p:nvPr/>
        </p:nvGrpSpPr>
        <p:grpSpPr>
          <a:xfrm>
            <a:off x="1705847" y="4554382"/>
            <a:ext cx="1051200" cy="1224360"/>
            <a:chOff x="1705847" y="4554382"/>
            <a:chExt cx="1051200" cy="12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E80415C-292C-BC6C-2746-787F3968734A}"/>
                    </a:ext>
                  </a:extLst>
                </p14:cNvPr>
                <p14:cNvContentPartPr/>
                <p14:nvPr/>
              </p14:nvContentPartPr>
              <p14:xfrm>
                <a:off x="1705847" y="4554382"/>
                <a:ext cx="245520" cy="1224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E80415C-292C-BC6C-2746-787F3968734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687847" y="4536742"/>
                  <a:ext cx="281160" cy="12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03A8E51-A7E0-1460-B5F1-33B656291078}"/>
                    </a:ext>
                  </a:extLst>
                </p14:cNvPr>
                <p14:cNvContentPartPr/>
                <p14:nvPr/>
              </p14:nvContentPartPr>
              <p14:xfrm>
                <a:off x="2138207" y="4623142"/>
                <a:ext cx="145440" cy="203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03A8E51-A7E0-1460-B5F1-33B65629107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120207" y="4605142"/>
                  <a:ext cx="1810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F51DDB5-1E4B-5C25-91AF-F0D85580B2D8}"/>
                    </a:ext>
                  </a:extLst>
                </p14:cNvPr>
                <p14:cNvContentPartPr/>
                <p14:nvPr/>
              </p14:nvContentPartPr>
              <p14:xfrm>
                <a:off x="2201927" y="4982782"/>
                <a:ext cx="134640" cy="235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F51DDB5-1E4B-5C25-91AF-F0D85580B2D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183927" y="4964782"/>
                  <a:ext cx="170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296D9C2-C95E-F4AD-CF4D-356389E36060}"/>
                    </a:ext>
                  </a:extLst>
                </p14:cNvPr>
                <p14:cNvContentPartPr/>
                <p14:nvPr/>
              </p14:nvContentPartPr>
              <p14:xfrm>
                <a:off x="2154767" y="5028142"/>
                <a:ext cx="266040" cy="52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296D9C2-C95E-F4AD-CF4D-356389E3606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136767" y="5010502"/>
                  <a:ext cx="301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978E241-719C-258C-3E17-86E414C19ABF}"/>
                    </a:ext>
                  </a:extLst>
                </p14:cNvPr>
                <p14:cNvContentPartPr/>
                <p14:nvPr/>
              </p14:nvContentPartPr>
              <p14:xfrm>
                <a:off x="2179247" y="5315062"/>
                <a:ext cx="106560" cy="316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978E241-719C-258C-3E17-86E414C19AB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161247" y="5297422"/>
                  <a:ext cx="1422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AE8577C-44C8-3018-94B6-1145E7F39B2A}"/>
                    </a:ext>
                  </a:extLst>
                </p14:cNvPr>
                <p14:cNvContentPartPr/>
                <p14:nvPr/>
              </p14:nvContentPartPr>
              <p14:xfrm>
                <a:off x="2141807" y="5388862"/>
                <a:ext cx="231840" cy="694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AE8577C-44C8-3018-94B6-1145E7F39B2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124167" y="5370862"/>
                  <a:ext cx="267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1050ED1-3B54-D3DF-2F16-AC64EEDD4566}"/>
                    </a:ext>
                  </a:extLst>
                </p14:cNvPr>
                <p14:cNvContentPartPr/>
                <p14:nvPr/>
              </p14:nvContentPartPr>
              <p14:xfrm>
                <a:off x="2417927" y="4595782"/>
                <a:ext cx="339120" cy="11574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1050ED1-3B54-D3DF-2F16-AC64EEDD456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399927" y="4578142"/>
                  <a:ext cx="374760" cy="11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A72D9B0-A594-7916-B4F0-33C4B60EA9CF}"/>
              </a:ext>
            </a:extLst>
          </p:cNvPr>
          <p:cNvGrpSpPr/>
          <p:nvPr/>
        </p:nvGrpSpPr>
        <p:grpSpPr>
          <a:xfrm>
            <a:off x="3130367" y="4488142"/>
            <a:ext cx="1571400" cy="1446120"/>
            <a:chOff x="3130367" y="4488142"/>
            <a:chExt cx="1571400" cy="144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76A31F7-B582-071C-860E-ED085D863747}"/>
                    </a:ext>
                  </a:extLst>
                </p14:cNvPr>
                <p14:cNvContentPartPr/>
                <p14:nvPr/>
              </p14:nvContentPartPr>
              <p14:xfrm>
                <a:off x="3130367" y="4998982"/>
                <a:ext cx="255240" cy="151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76A31F7-B582-071C-860E-ED085D86374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112367" y="4981342"/>
                  <a:ext cx="2908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39FC3B0-808B-2AB7-B37E-A28A51EF1F77}"/>
                    </a:ext>
                  </a:extLst>
                </p14:cNvPr>
                <p14:cNvContentPartPr/>
                <p14:nvPr/>
              </p14:nvContentPartPr>
              <p14:xfrm>
                <a:off x="3473087" y="4527022"/>
                <a:ext cx="350640" cy="1286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39FC3B0-808B-2AB7-B37E-A28A51EF1F7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455087" y="4509022"/>
                  <a:ext cx="386280" cy="13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3AC2763-86C0-1B57-770E-DBB20140CB04}"/>
                    </a:ext>
                  </a:extLst>
                </p14:cNvPr>
                <p14:cNvContentPartPr/>
                <p14:nvPr/>
              </p14:nvContentPartPr>
              <p14:xfrm>
                <a:off x="3995087" y="4598302"/>
                <a:ext cx="251640" cy="2970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3AC2763-86C0-1B57-770E-DBB20140CB0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977087" y="4580662"/>
                  <a:ext cx="2872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E1154B4-6FAB-0A34-9B21-81C763BA24ED}"/>
                    </a:ext>
                  </a:extLst>
                </p14:cNvPr>
                <p14:cNvContentPartPr/>
                <p14:nvPr/>
              </p14:nvContentPartPr>
              <p14:xfrm>
                <a:off x="4120007" y="5072782"/>
                <a:ext cx="34200" cy="229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E1154B4-6FAB-0A34-9B21-81C763BA24E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102367" y="5054782"/>
                  <a:ext cx="698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E5682B7-8EF8-24C9-8111-C9B961DE5C74}"/>
                    </a:ext>
                  </a:extLst>
                </p14:cNvPr>
                <p14:cNvContentPartPr/>
                <p14:nvPr/>
              </p14:nvContentPartPr>
              <p14:xfrm>
                <a:off x="4087607" y="5459782"/>
                <a:ext cx="54000" cy="263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E5682B7-8EF8-24C9-8111-C9B961DE5C7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069967" y="5441782"/>
                  <a:ext cx="89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DE0E1D4-0F6B-9A9A-F972-849B5D31CA25}"/>
                    </a:ext>
                  </a:extLst>
                </p14:cNvPr>
                <p14:cNvContentPartPr/>
                <p14:nvPr/>
              </p14:nvContentPartPr>
              <p14:xfrm>
                <a:off x="4113167" y="4488142"/>
                <a:ext cx="588600" cy="1446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DE0E1D4-0F6B-9A9A-F972-849B5D31CA2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095167" y="4470502"/>
                  <a:ext cx="624240" cy="14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8B54E5D-923A-2594-F024-424D8A4EFD69}"/>
                    </a:ext>
                  </a:extLst>
                </p14:cNvPr>
                <p14:cNvContentPartPr/>
                <p14:nvPr/>
              </p14:nvContentPartPr>
              <p14:xfrm>
                <a:off x="4016687" y="5540422"/>
                <a:ext cx="14040" cy="6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8B54E5D-923A-2594-F024-424D8A4EFD6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998687" y="5522422"/>
                  <a:ext cx="4968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D0AD6D46-64F4-E0BD-3902-6DB8ACD0F5AB}"/>
                  </a:ext>
                </a:extLst>
              </p14:cNvPr>
              <p14:cNvContentPartPr/>
              <p14:nvPr/>
            </p14:nvContentPartPr>
            <p14:xfrm>
              <a:off x="4408727" y="6412117"/>
              <a:ext cx="10080" cy="46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D0AD6D46-64F4-E0BD-3902-6DB8ACD0F5AB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391087" y="6394117"/>
                <a:ext cx="457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5C963F7F-9A23-BD10-C75A-8D143CF06041}"/>
                  </a:ext>
                </a:extLst>
              </p14:cNvPr>
              <p14:cNvContentPartPr/>
              <p14:nvPr/>
            </p14:nvContentPartPr>
            <p14:xfrm>
              <a:off x="4661087" y="6416797"/>
              <a:ext cx="5760" cy="14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5C963F7F-9A23-BD10-C75A-8D143CF06041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643447" y="6399157"/>
                <a:ext cx="414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703BC637-5287-D8FB-501D-7B4A92843BAA}"/>
                  </a:ext>
                </a:extLst>
              </p14:cNvPr>
              <p14:cNvContentPartPr/>
              <p14:nvPr/>
            </p14:nvContentPartPr>
            <p14:xfrm>
              <a:off x="5261567" y="6502837"/>
              <a:ext cx="19440" cy="108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703BC637-5287-D8FB-501D-7B4A92843BAA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243927" y="6485197"/>
                <a:ext cx="550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B1FF47E5-7238-E414-BA37-9B04B5A4548F}"/>
                  </a:ext>
                </a:extLst>
              </p14:cNvPr>
              <p14:cNvContentPartPr/>
              <p14:nvPr/>
            </p14:nvContentPartPr>
            <p14:xfrm>
              <a:off x="6548567" y="6865357"/>
              <a:ext cx="13320" cy="46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B1FF47E5-7238-E414-BA37-9B04B5A4548F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530927" y="6847357"/>
                <a:ext cx="489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AF24313-442A-E2AD-A69B-7E3EDE3E3F45}"/>
                  </a:ext>
                </a:extLst>
              </p14:cNvPr>
              <p14:cNvContentPartPr/>
              <p14:nvPr/>
            </p14:nvContentPartPr>
            <p14:xfrm>
              <a:off x="7875527" y="5859382"/>
              <a:ext cx="3960" cy="9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AF24313-442A-E2AD-A69B-7E3EDE3E3F4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857527" y="5841742"/>
                <a:ext cx="396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36056D3C-3B22-B8D2-F5D6-EB5426097851}"/>
                  </a:ext>
                </a:extLst>
              </p14:cNvPr>
              <p14:cNvContentPartPr/>
              <p14:nvPr/>
            </p14:nvContentPartPr>
            <p14:xfrm>
              <a:off x="8108447" y="5839582"/>
              <a:ext cx="6480" cy="36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36056D3C-3B22-B8D2-F5D6-EB5426097851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090807" y="5821942"/>
                <a:ext cx="421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2BF1ACC6-A357-78C1-8E39-14806929AE45}"/>
                  </a:ext>
                </a:extLst>
              </p14:cNvPr>
              <p14:cNvContentPartPr/>
              <p14:nvPr/>
            </p14:nvContentPartPr>
            <p14:xfrm>
              <a:off x="6843047" y="4790317"/>
              <a:ext cx="2160" cy="216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2BF1ACC6-A357-78C1-8E39-14806929AE45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825407" y="4772677"/>
                <a:ext cx="3780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958100F4-C3E0-B55A-6B42-41BFF6523CA7}"/>
              </a:ext>
            </a:extLst>
          </p:cNvPr>
          <p:cNvGrpSpPr/>
          <p:nvPr/>
        </p:nvGrpSpPr>
        <p:grpSpPr>
          <a:xfrm>
            <a:off x="7705607" y="5059237"/>
            <a:ext cx="1076760" cy="367065"/>
            <a:chOff x="7705607" y="5059237"/>
            <a:chExt cx="1076760" cy="36706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2BC87B6-1241-CBB3-4B93-D23BE3BFE248}"/>
                    </a:ext>
                  </a:extLst>
                </p14:cNvPr>
                <p14:cNvContentPartPr/>
                <p14:nvPr/>
              </p14:nvContentPartPr>
              <p14:xfrm>
                <a:off x="7705607" y="5414782"/>
                <a:ext cx="151560" cy="11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2BC87B6-1241-CBB3-4B93-D23BE3BFE24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687967" y="5396782"/>
                  <a:ext cx="187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BE5499C-9D28-E915-2437-5D6156199A77}"/>
                    </a:ext>
                  </a:extLst>
                </p14:cNvPr>
                <p14:cNvContentPartPr/>
                <p14:nvPr/>
              </p14:nvContentPartPr>
              <p14:xfrm>
                <a:off x="8432087" y="5281357"/>
                <a:ext cx="42840" cy="64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BE5499C-9D28-E915-2437-5D6156199A7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414087" y="5263717"/>
                  <a:ext cx="78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2F5228D-854A-2DD6-DA56-E3D6B20ED769}"/>
                    </a:ext>
                  </a:extLst>
                </p14:cNvPr>
                <p14:cNvContentPartPr/>
                <p14:nvPr/>
              </p14:nvContentPartPr>
              <p14:xfrm>
                <a:off x="8769047" y="5059237"/>
                <a:ext cx="13320" cy="61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2F5228D-854A-2DD6-DA56-E3D6B20ED76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751407" y="5041237"/>
                  <a:ext cx="489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A0F0AADF-6A00-F995-FABF-A4980FF55537}"/>
              </a:ext>
            </a:extLst>
          </p:cNvPr>
          <p:cNvGrpSpPr/>
          <p:nvPr/>
        </p:nvGrpSpPr>
        <p:grpSpPr>
          <a:xfrm>
            <a:off x="7287287" y="3724272"/>
            <a:ext cx="442800" cy="626760"/>
            <a:chOff x="7287287" y="3724272"/>
            <a:chExt cx="442800" cy="62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889C70E-C7C9-91CC-4B2A-E68CF1558A2F}"/>
                    </a:ext>
                  </a:extLst>
                </p14:cNvPr>
                <p14:cNvContentPartPr/>
                <p14:nvPr/>
              </p14:nvContentPartPr>
              <p14:xfrm>
                <a:off x="7351367" y="3724272"/>
                <a:ext cx="180360" cy="3564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889C70E-C7C9-91CC-4B2A-E68CF1558A2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333367" y="3706632"/>
                  <a:ext cx="21600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3AA4DA10-29C3-264D-A500-96C96635B58D}"/>
                    </a:ext>
                  </a:extLst>
                </p14:cNvPr>
                <p14:cNvContentPartPr/>
                <p14:nvPr/>
              </p14:nvContentPartPr>
              <p14:xfrm>
                <a:off x="7287287" y="3758112"/>
                <a:ext cx="298440" cy="4852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AA4DA10-29C3-264D-A500-96C96635B58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269287" y="3740472"/>
                  <a:ext cx="33408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AC11FEB-898C-0ED5-7E58-88A35AB5C6C1}"/>
                    </a:ext>
                  </a:extLst>
                </p14:cNvPr>
                <p14:cNvContentPartPr/>
                <p14:nvPr/>
              </p14:nvContentPartPr>
              <p14:xfrm>
                <a:off x="7558367" y="4068432"/>
                <a:ext cx="171720" cy="2826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AC11FEB-898C-0ED5-7E58-88A35AB5C6C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540367" y="4050432"/>
                  <a:ext cx="207360" cy="31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6ED24D8E-2807-F61B-6E92-49EF899311E9}"/>
                  </a:ext>
                </a:extLst>
              </p14:cNvPr>
              <p14:cNvContentPartPr/>
              <p14:nvPr/>
            </p14:nvContentPartPr>
            <p14:xfrm>
              <a:off x="8070287" y="3961872"/>
              <a:ext cx="242280" cy="17532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6ED24D8E-2807-F61B-6E92-49EF899311E9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8052287" y="3943872"/>
                <a:ext cx="277920" cy="2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2" name="Group 301">
            <a:extLst>
              <a:ext uri="{FF2B5EF4-FFF2-40B4-BE49-F238E27FC236}">
                <a16:creationId xmlns:a16="http://schemas.microsoft.com/office/drawing/2014/main" id="{C275679B-68D9-D664-0603-CD05A0DAF02D}"/>
              </a:ext>
            </a:extLst>
          </p:cNvPr>
          <p:cNvGrpSpPr/>
          <p:nvPr/>
        </p:nvGrpSpPr>
        <p:grpSpPr>
          <a:xfrm>
            <a:off x="8742767" y="3581352"/>
            <a:ext cx="1440360" cy="1871280"/>
            <a:chOff x="8742767" y="3581352"/>
            <a:chExt cx="1440360" cy="187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CB4C700-04CF-32CF-C746-568ED26585D3}"/>
                    </a:ext>
                  </a:extLst>
                </p14:cNvPr>
                <p14:cNvContentPartPr/>
                <p14:nvPr/>
              </p14:nvContentPartPr>
              <p14:xfrm>
                <a:off x="8742767" y="3581352"/>
                <a:ext cx="381960" cy="18712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CB4C700-04CF-32CF-C746-568ED26585D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725127" y="3563352"/>
                  <a:ext cx="417600" cy="19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5F62FF1-FC88-AA74-0B20-C52B397B0336}"/>
                    </a:ext>
                  </a:extLst>
                </p14:cNvPr>
                <p14:cNvContentPartPr/>
                <p14:nvPr/>
              </p14:nvContentPartPr>
              <p14:xfrm>
                <a:off x="9318767" y="3787632"/>
                <a:ext cx="264960" cy="4096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5F62FF1-FC88-AA74-0B20-C52B397B033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301127" y="3769632"/>
                  <a:ext cx="3006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F5AD0F1F-4C76-0266-DB7C-94376A9C1F72}"/>
                    </a:ext>
                  </a:extLst>
                </p14:cNvPr>
                <p14:cNvContentPartPr/>
                <p14:nvPr/>
              </p14:nvContentPartPr>
              <p14:xfrm>
                <a:off x="9388607" y="4506552"/>
                <a:ext cx="225720" cy="1814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F5AD0F1F-4C76-0266-DB7C-94376A9C1F7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370607" y="4488912"/>
                  <a:ext cx="261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393DDE8-B33C-218C-EAE0-1540F046FE67}"/>
                    </a:ext>
                  </a:extLst>
                </p14:cNvPr>
                <p14:cNvContentPartPr/>
                <p14:nvPr/>
              </p14:nvContentPartPr>
              <p14:xfrm>
                <a:off x="9361247" y="4974552"/>
                <a:ext cx="220320" cy="1476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393DDE8-B33C-218C-EAE0-1540F046FE6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343607" y="4956552"/>
                  <a:ext cx="2559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C4F8C5C-5040-05D5-FA3E-E097AC73ECBE}"/>
                    </a:ext>
                  </a:extLst>
                </p14:cNvPr>
                <p14:cNvContentPartPr/>
                <p14:nvPr/>
              </p14:nvContentPartPr>
              <p14:xfrm>
                <a:off x="9372047" y="3583512"/>
                <a:ext cx="811080" cy="1830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C4F8C5C-5040-05D5-FA3E-E097AC73ECB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354407" y="3565872"/>
                  <a:ext cx="846720" cy="18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847DDB1D-DBF0-C9BE-019F-9AB574AE0898}"/>
                  </a:ext>
                </a:extLst>
              </p14:cNvPr>
              <p14:cNvContentPartPr/>
              <p14:nvPr/>
            </p14:nvContentPartPr>
            <p14:xfrm>
              <a:off x="4525007" y="5278392"/>
              <a:ext cx="10080" cy="648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847DDB1D-DBF0-C9BE-019F-9AB574AE0898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4507367" y="5260752"/>
                <a:ext cx="45720" cy="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5672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43EF6B1-D7FF-473E-323E-6553901BC608}"/>
              </a:ext>
            </a:extLst>
          </p:cNvPr>
          <p:cNvGrpSpPr/>
          <p:nvPr/>
        </p:nvGrpSpPr>
        <p:grpSpPr>
          <a:xfrm>
            <a:off x="771287" y="387022"/>
            <a:ext cx="343440" cy="502920"/>
            <a:chOff x="771287" y="387022"/>
            <a:chExt cx="343440" cy="50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2350AA2-3086-1455-AF92-B5D724FACDA0}"/>
                    </a:ext>
                  </a:extLst>
                </p14:cNvPr>
                <p14:cNvContentPartPr/>
                <p14:nvPr/>
              </p14:nvContentPartPr>
              <p14:xfrm>
                <a:off x="771287" y="399262"/>
                <a:ext cx="181800" cy="321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2350AA2-3086-1455-AF92-B5D724FACDA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3287" y="381622"/>
                  <a:ext cx="2174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8E8705F-C675-C616-8E54-B68A7E283B32}"/>
                    </a:ext>
                  </a:extLst>
                </p14:cNvPr>
                <p14:cNvContentPartPr/>
                <p14:nvPr/>
              </p14:nvContentPartPr>
              <p14:xfrm>
                <a:off x="805487" y="387022"/>
                <a:ext cx="156240" cy="329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8E8705F-C675-C616-8E54-B68A7E283B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7487" y="369382"/>
                  <a:ext cx="1918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76F12E-7AD7-028B-9739-BEE64160A6ED}"/>
                    </a:ext>
                  </a:extLst>
                </p14:cNvPr>
                <p14:cNvContentPartPr/>
                <p14:nvPr/>
              </p14:nvContentPartPr>
              <p14:xfrm>
                <a:off x="1101767" y="702382"/>
                <a:ext cx="1296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76F12E-7AD7-028B-9739-BEE64160A6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3767" y="684382"/>
                  <a:ext cx="4860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55E9957-BFA3-0BEB-800B-80F9C825CFFA}"/>
                  </a:ext>
                </a:extLst>
              </p14:cNvPr>
              <p14:cNvContentPartPr/>
              <p14:nvPr/>
            </p14:nvContentPartPr>
            <p14:xfrm>
              <a:off x="1136327" y="207022"/>
              <a:ext cx="34560" cy="159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55E9957-BFA3-0BEB-800B-80F9C825CFF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8327" y="189382"/>
                <a:ext cx="7020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CDE9D40-8128-D2E6-9189-567D6A3A67E7}"/>
              </a:ext>
            </a:extLst>
          </p:cNvPr>
          <p:cNvGrpSpPr/>
          <p:nvPr/>
        </p:nvGrpSpPr>
        <p:grpSpPr>
          <a:xfrm>
            <a:off x="1383287" y="441742"/>
            <a:ext cx="429840" cy="420840"/>
            <a:chOff x="1383287" y="441742"/>
            <a:chExt cx="42984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A728BD-03A0-57C4-2D85-9DAB34A5D060}"/>
                    </a:ext>
                  </a:extLst>
                </p14:cNvPr>
                <p14:cNvContentPartPr/>
                <p14:nvPr/>
              </p14:nvContentPartPr>
              <p14:xfrm>
                <a:off x="1383287" y="441742"/>
                <a:ext cx="153000" cy="278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A728BD-03A0-57C4-2D85-9DAB34A5D0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65287" y="424102"/>
                  <a:ext cx="1886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FD01E4-3845-69AA-3E69-7DDEC1C29CBC}"/>
                    </a:ext>
                  </a:extLst>
                </p14:cNvPr>
                <p14:cNvContentPartPr/>
                <p14:nvPr/>
              </p14:nvContentPartPr>
              <p14:xfrm>
                <a:off x="1645727" y="627502"/>
                <a:ext cx="167400" cy="235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FD01E4-3845-69AA-3E69-7DDEC1C29C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28087" y="609862"/>
                  <a:ext cx="20304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65B273-2060-7F9E-22D7-9CFF5CD86918}"/>
              </a:ext>
            </a:extLst>
          </p:cNvPr>
          <p:cNvGrpSpPr/>
          <p:nvPr/>
        </p:nvGrpSpPr>
        <p:grpSpPr>
          <a:xfrm>
            <a:off x="2349887" y="484222"/>
            <a:ext cx="187200" cy="166320"/>
            <a:chOff x="2349887" y="484222"/>
            <a:chExt cx="18720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3540A2-8003-7E4C-7845-7256E4FD167C}"/>
                    </a:ext>
                  </a:extLst>
                </p14:cNvPr>
                <p14:cNvContentPartPr/>
                <p14:nvPr/>
              </p14:nvContentPartPr>
              <p14:xfrm>
                <a:off x="2349887" y="484222"/>
                <a:ext cx="124920" cy="27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3540A2-8003-7E4C-7845-7256E4FD167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32247" y="466582"/>
                  <a:ext cx="160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D1AF517-9BE2-D1CD-3E35-3AB190B7490D}"/>
                    </a:ext>
                  </a:extLst>
                </p14:cNvPr>
                <p14:cNvContentPartPr/>
                <p14:nvPr/>
              </p14:nvContentPartPr>
              <p14:xfrm>
                <a:off x="2349887" y="592582"/>
                <a:ext cx="187200" cy="57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D1AF517-9BE2-D1CD-3E35-3AB190B7490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31887" y="574582"/>
                  <a:ext cx="22284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AEACA52-4A67-FC53-5C72-9924BFD61B61}"/>
                  </a:ext>
                </a:extLst>
              </p14:cNvPr>
              <p14:cNvContentPartPr/>
              <p14:nvPr/>
            </p14:nvContentPartPr>
            <p14:xfrm>
              <a:off x="2728607" y="356062"/>
              <a:ext cx="252720" cy="309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AEACA52-4A67-FC53-5C72-9924BFD61B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10967" y="338422"/>
                <a:ext cx="288360" cy="34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CBE3649B-6A8D-AD56-B7D9-E266CEF25762}"/>
              </a:ext>
            </a:extLst>
          </p:cNvPr>
          <p:cNvGrpSpPr/>
          <p:nvPr/>
        </p:nvGrpSpPr>
        <p:grpSpPr>
          <a:xfrm>
            <a:off x="527927" y="1298902"/>
            <a:ext cx="548640" cy="593280"/>
            <a:chOff x="527927" y="1298902"/>
            <a:chExt cx="54864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8229698-2F39-01A4-8E8C-A87DD3B49142}"/>
                    </a:ext>
                  </a:extLst>
                </p14:cNvPr>
                <p14:cNvContentPartPr/>
                <p14:nvPr/>
              </p14:nvContentPartPr>
              <p14:xfrm>
                <a:off x="527927" y="1517422"/>
                <a:ext cx="204120" cy="21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8229698-2F39-01A4-8E8C-A87DD3B491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9927" y="1499782"/>
                  <a:ext cx="239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A062E07-C2E0-DD16-8D04-0A371D674374}"/>
                    </a:ext>
                  </a:extLst>
                </p14:cNvPr>
                <p14:cNvContentPartPr/>
                <p14:nvPr/>
              </p14:nvContentPartPr>
              <p14:xfrm>
                <a:off x="548087" y="1437862"/>
                <a:ext cx="210240" cy="31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A062E07-C2E0-DD16-8D04-0A371D6743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0087" y="1420222"/>
                  <a:ext cx="2458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18A580-CA90-4710-9947-88772A43B494}"/>
                    </a:ext>
                  </a:extLst>
                </p14:cNvPr>
                <p14:cNvContentPartPr/>
                <p14:nvPr/>
              </p14:nvContentPartPr>
              <p14:xfrm>
                <a:off x="826727" y="1652782"/>
                <a:ext cx="130320" cy="239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18A580-CA90-4710-9947-88772A43B4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9087" y="1634782"/>
                  <a:ext cx="1659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80AB11-ADDC-4534-8312-E73FFA8BF960}"/>
                    </a:ext>
                  </a:extLst>
                </p14:cNvPr>
                <p14:cNvContentPartPr/>
                <p14:nvPr/>
              </p14:nvContentPartPr>
              <p14:xfrm>
                <a:off x="1026887" y="1298902"/>
                <a:ext cx="49680" cy="19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80AB11-ADDC-4534-8312-E73FFA8BF9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08887" y="1280902"/>
                  <a:ext cx="8532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EB5E26-7EC8-96F8-A144-BD544F5DFDDB}"/>
              </a:ext>
            </a:extLst>
          </p:cNvPr>
          <p:cNvGrpSpPr/>
          <p:nvPr/>
        </p:nvGrpSpPr>
        <p:grpSpPr>
          <a:xfrm>
            <a:off x="1289687" y="1387102"/>
            <a:ext cx="493200" cy="453960"/>
            <a:chOff x="1289687" y="1387102"/>
            <a:chExt cx="49320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DA3C52-6C57-8344-5C07-2782B22A6D6E}"/>
                    </a:ext>
                  </a:extLst>
                </p14:cNvPr>
                <p14:cNvContentPartPr/>
                <p14:nvPr/>
              </p14:nvContentPartPr>
              <p14:xfrm>
                <a:off x="1289687" y="1415542"/>
                <a:ext cx="176040" cy="240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DA3C52-6C57-8344-5C07-2782B22A6D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71687" y="1397902"/>
                  <a:ext cx="2116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267ADD1-5926-C62F-EB5D-8A923B1B24C3}"/>
                    </a:ext>
                  </a:extLst>
                </p14:cNvPr>
                <p14:cNvContentPartPr/>
                <p14:nvPr/>
              </p14:nvContentPartPr>
              <p14:xfrm>
                <a:off x="1346207" y="1387102"/>
                <a:ext cx="155520" cy="276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267ADD1-5926-C62F-EB5D-8A923B1B24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28207" y="1369462"/>
                  <a:ext cx="1911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E0A9C3C-8A97-F4DE-81DE-AA386C3FD2AA}"/>
                    </a:ext>
                  </a:extLst>
                </p14:cNvPr>
                <p14:cNvContentPartPr/>
                <p14:nvPr/>
              </p14:nvContentPartPr>
              <p14:xfrm>
                <a:off x="1637807" y="1572142"/>
                <a:ext cx="145080" cy="268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E0A9C3C-8A97-F4DE-81DE-AA386C3FD2A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20167" y="1554502"/>
                  <a:ext cx="180720" cy="30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EACB0F6-4E2A-D53F-04CC-8BE8888C5808}"/>
                  </a:ext>
                </a:extLst>
              </p14:cNvPr>
              <p14:cNvContentPartPr/>
              <p14:nvPr/>
            </p14:nvContentPartPr>
            <p14:xfrm>
              <a:off x="2143607" y="1482862"/>
              <a:ext cx="294840" cy="162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EACB0F6-4E2A-D53F-04CC-8BE8888C580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25967" y="1465222"/>
                <a:ext cx="3304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307572E-F5C0-C37B-88A4-9B3E981FA70D}"/>
                  </a:ext>
                </a:extLst>
              </p14:cNvPr>
              <p14:cNvContentPartPr/>
              <p14:nvPr/>
            </p14:nvContentPartPr>
            <p14:xfrm>
              <a:off x="2679647" y="1320142"/>
              <a:ext cx="222120" cy="2466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307572E-F5C0-C37B-88A4-9B3E981FA70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662007" y="1302502"/>
                <a:ext cx="2577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C9AB2EF-BE32-0C4B-6E92-27A3E1579F60}"/>
                  </a:ext>
                </a:extLst>
              </p14:cNvPr>
              <p14:cNvContentPartPr/>
              <p14:nvPr/>
            </p14:nvContentPartPr>
            <p14:xfrm>
              <a:off x="3243407" y="1703182"/>
              <a:ext cx="52920" cy="8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C9AB2EF-BE32-0C4B-6E92-27A3E1579F6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25767" y="1685542"/>
                <a:ext cx="8856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948606BE-EE3D-0FA5-8DE5-0DBC90811054}"/>
              </a:ext>
            </a:extLst>
          </p:cNvPr>
          <p:cNvGrpSpPr/>
          <p:nvPr/>
        </p:nvGrpSpPr>
        <p:grpSpPr>
          <a:xfrm>
            <a:off x="3644807" y="448222"/>
            <a:ext cx="408240" cy="468720"/>
            <a:chOff x="3644807" y="448222"/>
            <a:chExt cx="4082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A76DEA-10F2-D697-67D3-14E14D96B971}"/>
                    </a:ext>
                  </a:extLst>
                </p14:cNvPr>
                <p14:cNvContentPartPr/>
                <p14:nvPr/>
              </p14:nvContentPartPr>
              <p14:xfrm>
                <a:off x="3655967" y="599782"/>
                <a:ext cx="164160" cy="14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A76DEA-10F2-D697-67D3-14E14D96B9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38327" y="582142"/>
                  <a:ext cx="199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C288685-24C8-95A3-F99E-0AAAF8A76E97}"/>
                    </a:ext>
                  </a:extLst>
                </p14:cNvPr>
                <p14:cNvContentPartPr/>
                <p14:nvPr/>
              </p14:nvContentPartPr>
              <p14:xfrm>
                <a:off x="3644807" y="665302"/>
                <a:ext cx="280080" cy="88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C288685-24C8-95A3-F99E-0AAAF8A76E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26807" y="647662"/>
                  <a:ext cx="315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F0BA54-4516-ADD0-578E-22ECC8800412}"/>
                    </a:ext>
                  </a:extLst>
                </p14:cNvPr>
                <p14:cNvContentPartPr/>
                <p14:nvPr/>
              </p14:nvContentPartPr>
              <p14:xfrm>
                <a:off x="3845327" y="448222"/>
                <a:ext cx="207720" cy="46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F0BA54-4516-ADD0-578E-22ECC88004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27327" y="430222"/>
                  <a:ext cx="2433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01F18F-47AF-0057-3C03-D2B76C0D1C44}"/>
                    </a:ext>
                  </a:extLst>
                </p14:cNvPr>
                <p14:cNvContentPartPr/>
                <p14:nvPr/>
              </p14:nvContentPartPr>
              <p14:xfrm>
                <a:off x="3983207" y="834862"/>
                <a:ext cx="26280" cy="13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01F18F-47AF-0057-3C03-D2B76C0D1C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65207" y="817222"/>
                  <a:ext cx="6192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A55E09F-D26A-AEFE-E08B-5C5725BFD948}"/>
              </a:ext>
            </a:extLst>
          </p:cNvPr>
          <p:cNvGrpSpPr/>
          <p:nvPr/>
        </p:nvGrpSpPr>
        <p:grpSpPr>
          <a:xfrm>
            <a:off x="4780967" y="221062"/>
            <a:ext cx="604800" cy="879480"/>
            <a:chOff x="4780967" y="221062"/>
            <a:chExt cx="604800" cy="8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CF064C-FF22-EEF1-69C5-36F1A26CF497}"/>
                    </a:ext>
                  </a:extLst>
                </p14:cNvPr>
                <p14:cNvContentPartPr/>
                <p14:nvPr/>
              </p14:nvContentPartPr>
              <p14:xfrm>
                <a:off x="4780967" y="221062"/>
                <a:ext cx="263880" cy="879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CF064C-FF22-EEF1-69C5-36F1A26CF4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3327" y="203422"/>
                  <a:ext cx="299520" cy="9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51D6BDF-B7DE-94A9-EBF9-7AE1C29BE5B7}"/>
                    </a:ext>
                  </a:extLst>
                </p14:cNvPr>
                <p14:cNvContentPartPr/>
                <p14:nvPr/>
              </p14:nvContentPartPr>
              <p14:xfrm>
                <a:off x="5127287" y="476662"/>
                <a:ext cx="258480" cy="268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51D6BDF-B7DE-94A9-EBF9-7AE1C29BE5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09287" y="458662"/>
                  <a:ext cx="29412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220A3AF-569E-AF24-6568-BDBF6B972224}"/>
              </a:ext>
            </a:extLst>
          </p:cNvPr>
          <p:cNvGrpSpPr/>
          <p:nvPr/>
        </p:nvGrpSpPr>
        <p:grpSpPr>
          <a:xfrm>
            <a:off x="5679167" y="429862"/>
            <a:ext cx="289080" cy="240120"/>
            <a:chOff x="5679167" y="429862"/>
            <a:chExt cx="28908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A64EAA4-5C78-D011-9EA3-3F0CE976B8F1}"/>
                    </a:ext>
                  </a:extLst>
                </p14:cNvPr>
                <p14:cNvContentPartPr/>
                <p14:nvPr/>
              </p14:nvContentPartPr>
              <p14:xfrm>
                <a:off x="5679167" y="549022"/>
                <a:ext cx="160920" cy="39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A64EAA4-5C78-D011-9EA3-3F0CE976B8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61527" y="531382"/>
                  <a:ext cx="196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21F9A4-2B45-FA9C-7D70-CA785A0BDD47}"/>
                    </a:ext>
                  </a:extLst>
                </p14:cNvPr>
                <p14:cNvContentPartPr/>
                <p14:nvPr/>
              </p14:nvContentPartPr>
              <p14:xfrm>
                <a:off x="5945207" y="429862"/>
                <a:ext cx="23040" cy="240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21F9A4-2B45-FA9C-7D70-CA785A0BDD4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27207" y="412222"/>
                  <a:ext cx="5868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8B85252-3088-1806-76F1-4EB61755CDDC}"/>
              </a:ext>
            </a:extLst>
          </p:cNvPr>
          <p:cNvGrpSpPr/>
          <p:nvPr/>
        </p:nvGrpSpPr>
        <p:grpSpPr>
          <a:xfrm>
            <a:off x="6538127" y="174982"/>
            <a:ext cx="394200" cy="648360"/>
            <a:chOff x="6538127" y="174982"/>
            <a:chExt cx="394200" cy="64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F5D6DBF-A95F-6140-3249-9AB03636DFE7}"/>
                    </a:ext>
                  </a:extLst>
                </p14:cNvPr>
                <p14:cNvContentPartPr/>
                <p14:nvPr/>
              </p14:nvContentPartPr>
              <p14:xfrm>
                <a:off x="6538127" y="401782"/>
                <a:ext cx="11160" cy="255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F5D6DBF-A95F-6140-3249-9AB03636DFE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20487" y="384142"/>
                  <a:ext cx="46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AD3DDE8-F0FA-6030-34A4-152039F912F5}"/>
                    </a:ext>
                  </a:extLst>
                </p14:cNvPr>
                <p14:cNvContentPartPr/>
                <p14:nvPr/>
              </p14:nvContentPartPr>
              <p14:xfrm>
                <a:off x="6577367" y="174982"/>
                <a:ext cx="354960" cy="648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AD3DDE8-F0FA-6030-34A4-152039F912F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59367" y="157342"/>
                  <a:ext cx="390600" cy="68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B5B298-8FDE-8F13-DC1A-40E1978217C8}"/>
              </a:ext>
            </a:extLst>
          </p:cNvPr>
          <p:cNvGrpSpPr/>
          <p:nvPr/>
        </p:nvGrpSpPr>
        <p:grpSpPr>
          <a:xfrm>
            <a:off x="7178927" y="83542"/>
            <a:ext cx="579240" cy="1419120"/>
            <a:chOff x="7178927" y="83542"/>
            <a:chExt cx="579240" cy="141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7722B58-704C-F227-B584-ACA98AD9C5DE}"/>
                    </a:ext>
                  </a:extLst>
                </p14:cNvPr>
                <p14:cNvContentPartPr/>
                <p14:nvPr/>
              </p14:nvContentPartPr>
              <p14:xfrm>
                <a:off x="7178927" y="83542"/>
                <a:ext cx="263880" cy="1419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7722B58-704C-F227-B584-ACA98AD9C5D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61287" y="65902"/>
                  <a:ext cx="299520" cy="14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77937F-917B-BDF1-D7C6-18CDF5EC9A59}"/>
                    </a:ext>
                  </a:extLst>
                </p14:cNvPr>
                <p14:cNvContentPartPr/>
                <p14:nvPr/>
              </p14:nvContentPartPr>
              <p14:xfrm>
                <a:off x="7508327" y="211702"/>
                <a:ext cx="249840" cy="348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77937F-917B-BDF1-D7C6-18CDF5EC9A5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90687" y="194062"/>
                  <a:ext cx="285480" cy="38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A5B2248-4144-64B8-E3BE-53E3482A6AB9}"/>
                  </a:ext>
                </a:extLst>
              </p14:cNvPr>
              <p14:cNvContentPartPr/>
              <p14:nvPr/>
            </p14:nvContentPartPr>
            <p14:xfrm>
              <a:off x="7544687" y="801022"/>
              <a:ext cx="207720" cy="83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A5B2248-4144-64B8-E3BE-53E3482A6AB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26687" y="783022"/>
                <a:ext cx="2433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3A92F88-9F77-154A-925F-D134CE87F618}"/>
                  </a:ext>
                </a:extLst>
              </p14:cNvPr>
              <p14:cNvContentPartPr/>
              <p14:nvPr/>
            </p14:nvContentPartPr>
            <p14:xfrm>
              <a:off x="7615607" y="1110982"/>
              <a:ext cx="183240" cy="126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3A92F88-9F77-154A-925F-D134CE87F61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597967" y="1092982"/>
                <a:ext cx="2188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4423514-ECF2-7D5C-D9A1-9F668D06DE81}"/>
                  </a:ext>
                </a:extLst>
              </p14:cNvPr>
              <p14:cNvContentPartPr/>
              <p14:nvPr/>
            </p14:nvContentPartPr>
            <p14:xfrm>
              <a:off x="7901447" y="93622"/>
              <a:ext cx="344520" cy="13309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4423514-ECF2-7D5C-D9A1-9F668D06DE8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883447" y="75982"/>
                <a:ext cx="380160" cy="13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2E4F2EF-6CAF-0FE8-5AEF-27BCB40D1068}"/>
                  </a:ext>
                </a:extLst>
              </p14:cNvPr>
              <p14:cNvContentPartPr/>
              <p14:nvPr/>
            </p14:nvContentPartPr>
            <p14:xfrm>
              <a:off x="8677607" y="564142"/>
              <a:ext cx="97200" cy="115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2E4F2EF-6CAF-0FE8-5AEF-27BCB40D106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659967" y="546142"/>
                <a:ext cx="1328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4BB109D-13E3-0FA7-F9A0-3857D258157C}"/>
                  </a:ext>
                </a:extLst>
              </p14:cNvPr>
              <p14:cNvContentPartPr/>
              <p14:nvPr/>
            </p14:nvContentPartPr>
            <p14:xfrm>
              <a:off x="8652767" y="642982"/>
              <a:ext cx="158760" cy="38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4BB109D-13E3-0FA7-F9A0-3857D258157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635127" y="625342"/>
                <a:ext cx="1944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4141465-4805-F13D-9ECE-8B9B73AAAA57}"/>
                  </a:ext>
                </a:extLst>
              </p14:cNvPr>
              <p14:cNvContentPartPr/>
              <p14:nvPr/>
            </p14:nvContentPartPr>
            <p14:xfrm>
              <a:off x="9406967" y="333382"/>
              <a:ext cx="154800" cy="199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4141465-4805-F13D-9ECE-8B9B73AAAA5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389327" y="315742"/>
                <a:ext cx="190440" cy="23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7B68904E-3AC2-28CE-5DD0-C02845191350}"/>
              </a:ext>
            </a:extLst>
          </p:cNvPr>
          <p:cNvGrpSpPr/>
          <p:nvPr/>
        </p:nvGrpSpPr>
        <p:grpSpPr>
          <a:xfrm>
            <a:off x="417767" y="3103582"/>
            <a:ext cx="1972080" cy="418680"/>
            <a:chOff x="417767" y="3103582"/>
            <a:chExt cx="197208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4C6B0C3-D5F5-C213-5D24-8EB219561A02}"/>
                    </a:ext>
                  </a:extLst>
                </p14:cNvPr>
                <p14:cNvContentPartPr/>
                <p14:nvPr/>
              </p14:nvContentPartPr>
              <p14:xfrm>
                <a:off x="417767" y="3103582"/>
                <a:ext cx="200520" cy="322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4C6B0C3-D5F5-C213-5D24-8EB219561A0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9767" y="3085942"/>
                  <a:ext cx="2361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3D16AEC-B7D7-FDCC-2578-9D427373DA68}"/>
                    </a:ext>
                  </a:extLst>
                </p14:cNvPr>
                <p14:cNvContentPartPr/>
                <p14:nvPr/>
              </p14:nvContentPartPr>
              <p14:xfrm>
                <a:off x="701807" y="3186022"/>
                <a:ext cx="251280" cy="336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3D16AEC-B7D7-FDCC-2578-9D427373DA6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3807" y="3168022"/>
                  <a:ext cx="2869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12F0564-E0E8-CEA4-6C02-DF7B636C7DE1}"/>
                    </a:ext>
                  </a:extLst>
                </p14:cNvPr>
                <p14:cNvContentPartPr/>
                <p14:nvPr/>
              </p14:nvContentPartPr>
              <p14:xfrm>
                <a:off x="1072607" y="3364582"/>
                <a:ext cx="133920" cy="29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12F0564-E0E8-CEA4-6C02-DF7B636C7DE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4607" y="3346582"/>
                  <a:ext cx="169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B974950-46A7-F74A-F4AB-510F38E28A42}"/>
                    </a:ext>
                  </a:extLst>
                </p14:cNvPr>
                <p14:cNvContentPartPr/>
                <p14:nvPr/>
              </p14:nvContentPartPr>
              <p14:xfrm>
                <a:off x="1288247" y="3263422"/>
                <a:ext cx="364320" cy="155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B974950-46A7-F74A-F4AB-510F38E28A4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70247" y="3245782"/>
                  <a:ext cx="399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E3AAE3-6FA4-D884-7C4C-C70BB249F89E}"/>
                    </a:ext>
                  </a:extLst>
                </p14:cNvPr>
                <p14:cNvContentPartPr/>
                <p14:nvPr/>
              </p14:nvContentPartPr>
              <p14:xfrm>
                <a:off x="1853087" y="3217702"/>
                <a:ext cx="191160" cy="36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E3AAE3-6FA4-D884-7C4C-C70BB249F8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35447" y="3199702"/>
                  <a:ext cx="226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6E8B5C5-6FB5-C759-9740-0407BDA1CAD0}"/>
                    </a:ext>
                  </a:extLst>
                </p14:cNvPr>
                <p14:cNvContentPartPr/>
                <p14:nvPr/>
              </p14:nvContentPartPr>
              <p14:xfrm>
                <a:off x="1957127" y="3141382"/>
                <a:ext cx="28800" cy="199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6E8B5C5-6FB5-C759-9740-0407BDA1CA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39127" y="3123382"/>
                  <a:ext cx="64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93AFA66-D8A6-5E95-0E6F-37BC94750E4B}"/>
                    </a:ext>
                  </a:extLst>
                </p14:cNvPr>
                <p14:cNvContentPartPr/>
                <p14:nvPr/>
              </p14:nvContentPartPr>
              <p14:xfrm>
                <a:off x="2121647" y="3188542"/>
                <a:ext cx="268200" cy="163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93AFA66-D8A6-5E95-0E6F-37BC94750E4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03647" y="3170902"/>
                  <a:ext cx="30384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E6B56C6-5E03-5B12-3556-E6513ADCEBF7}"/>
              </a:ext>
            </a:extLst>
          </p:cNvPr>
          <p:cNvGrpSpPr/>
          <p:nvPr/>
        </p:nvGrpSpPr>
        <p:grpSpPr>
          <a:xfrm>
            <a:off x="2619527" y="3118342"/>
            <a:ext cx="654120" cy="251280"/>
            <a:chOff x="2619527" y="3118342"/>
            <a:chExt cx="65412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C12CCDF-EB39-5672-30C8-BA562A8D5B82}"/>
                    </a:ext>
                  </a:extLst>
                </p14:cNvPr>
                <p14:cNvContentPartPr/>
                <p14:nvPr/>
              </p14:nvContentPartPr>
              <p14:xfrm>
                <a:off x="2619527" y="3177742"/>
                <a:ext cx="135720" cy="33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C12CCDF-EB39-5672-30C8-BA562A8D5B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01527" y="3159742"/>
                  <a:ext cx="171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79ECD5-3915-8B5F-99F3-3532283CF03C}"/>
                    </a:ext>
                  </a:extLst>
                </p14:cNvPr>
                <p14:cNvContentPartPr/>
                <p14:nvPr/>
              </p14:nvContentPartPr>
              <p14:xfrm>
                <a:off x="2630687" y="3262342"/>
                <a:ext cx="254520" cy="38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79ECD5-3915-8B5F-99F3-3532283CF03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12687" y="3244702"/>
                  <a:ext cx="2901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6D41780-4FB5-4E4D-2603-64063B6663AC}"/>
                    </a:ext>
                  </a:extLst>
                </p14:cNvPr>
                <p14:cNvContentPartPr/>
                <p14:nvPr/>
              </p14:nvContentPartPr>
              <p14:xfrm>
                <a:off x="2997167" y="3118342"/>
                <a:ext cx="276480" cy="25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6D41780-4FB5-4E4D-2603-64063B6663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79527" y="3100342"/>
                  <a:ext cx="31212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7D1D50A-4D20-A3FE-EFAE-F150F3450FDC}"/>
              </a:ext>
            </a:extLst>
          </p:cNvPr>
          <p:cNvGrpSpPr/>
          <p:nvPr/>
        </p:nvGrpSpPr>
        <p:grpSpPr>
          <a:xfrm>
            <a:off x="3542927" y="1608502"/>
            <a:ext cx="301680" cy="399960"/>
            <a:chOff x="3542927" y="1608502"/>
            <a:chExt cx="30168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71014A3-8F45-FCE4-2C89-EC88BC7998E5}"/>
                    </a:ext>
                  </a:extLst>
                </p14:cNvPr>
                <p14:cNvContentPartPr/>
                <p14:nvPr/>
              </p14:nvContentPartPr>
              <p14:xfrm>
                <a:off x="3542927" y="1725502"/>
                <a:ext cx="178200" cy="35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71014A3-8F45-FCE4-2C89-EC88BC7998E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24927" y="1707502"/>
                  <a:ext cx="213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E456567-7902-3155-070C-1DE3EDECF56A}"/>
                    </a:ext>
                  </a:extLst>
                </p14:cNvPr>
                <p14:cNvContentPartPr/>
                <p14:nvPr/>
              </p14:nvContentPartPr>
              <p14:xfrm>
                <a:off x="3548327" y="1814062"/>
                <a:ext cx="212040" cy="55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E456567-7902-3155-070C-1DE3EDECF56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30327" y="1796062"/>
                  <a:ext cx="247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3D4B335-E73C-0628-B1CB-71C92983248A}"/>
                    </a:ext>
                  </a:extLst>
                </p14:cNvPr>
                <p14:cNvContentPartPr/>
                <p14:nvPr/>
              </p14:nvContentPartPr>
              <p14:xfrm>
                <a:off x="3661727" y="1608502"/>
                <a:ext cx="182880" cy="399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3D4B335-E73C-0628-B1CB-71C92983248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44087" y="1590502"/>
                  <a:ext cx="218520" cy="43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94B5D31-FED2-4A88-4A0B-DEA3FAFC3269}"/>
                  </a:ext>
                </a:extLst>
              </p14:cNvPr>
              <p14:cNvContentPartPr/>
              <p14:nvPr/>
            </p14:nvContentPartPr>
            <p14:xfrm>
              <a:off x="3382727" y="2400142"/>
              <a:ext cx="7560" cy="18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94B5D31-FED2-4A88-4A0B-DEA3FAFC326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365087" y="2382502"/>
                <a:ext cx="432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8BA082F-0190-0665-D893-5A89F321B5EA}"/>
                  </a:ext>
                </a:extLst>
              </p14:cNvPr>
              <p14:cNvContentPartPr/>
              <p14:nvPr/>
            </p14:nvContentPartPr>
            <p14:xfrm>
              <a:off x="4381727" y="1423102"/>
              <a:ext cx="253080" cy="816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8BA082F-0190-0665-D893-5A89F321B5E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363727" y="1405102"/>
                <a:ext cx="288720" cy="85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6EA5428-FF3D-4DB5-ACCB-336EED5D4863}"/>
                  </a:ext>
                </a:extLst>
              </p14:cNvPr>
              <p14:cNvContentPartPr/>
              <p14:nvPr/>
            </p14:nvContentPartPr>
            <p14:xfrm>
              <a:off x="4717247" y="1724422"/>
              <a:ext cx="220320" cy="2851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6EA5428-FF3D-4DB5-ACCB-336EED5D486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699607" y="1706782"/>
                <a:ext cx="25596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2986710-31EF-9F39-4A3E-4E8E83EF82F0}"/>
                  </a:ext>
                </a:extLst>
              </p14:cNvPr>
              <p14:cNvContentPartPr/>
              <p14:nvPr/>
            </p14:nvContentPartPr>
            <p14:xfrm>
              <a:off x="5650727" y="1670062"/>
              <a:ext cx="16560" cy="3049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2986710-31EF-9F39-4A3E-4E8E83EF82F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632727" y="1652422"/>
                <a:ext cx="52200" cy="34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307FB693-D892-C370-16B5-2B11CAD50334}"/>
              </a:ext>
            </a:extLst>
          </p:cNvPr>
          <p:cNvGrpSpPr/>
          <p:nvPr/>
        </p:nvGrpSpPr>
        <p:grpSpPr>
          <a:xfrm>
            <a:off x="5972927" y="1395742"/>
            <a:ext cx="519840" cy="786240"/>
            <a:chOff x="5972927" y="1395742"/>
            <a:chExt cx="519840" cy="78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1E15641-0C7D-EA8C-C192-DE38058BD922}"/>
                    </a:ext>
                  </a:extLst>
                </p14:cNvPr>
                <p14:cNvContentPartPr/>
                <p14:nvPr/>
              </p14:nvContentPartPr>
              <p14:xfrm>
                <a:off x="6121967" y="1650982"/>
                <a:ext cx="15120" cy="249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1E15641-0C7D-EA8C-C192-DE38058BD92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04327" y="1633342"/>
                  <a:ext cx="507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B7E89D2-7D5E-A93C-0C7B-509EFDDE3B80}"/>
                    </a:ext>
                  </a:extLst>
                </p14:cNvPr>
                <p14:cNvContentPartPr/>
                <p14:nvPr/>
              </p14:nvContentPartPr>
              <p14:xfrm>
                <a:off x="5972927" y="1395742"/>
                <a:ext cx="519840" cy="786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B7E89D2-7D5E-A93C-0C7B-509EFDDE3B8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54927" y="1378102"/>
                  <a:ext cx="555480" cy="82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BD2710F-77B9-20A8-3C55-E9ACC7CFC9FA}"/>
              </a:ext>
            </a:extLst>
          </p:cNvPr>
          <p:cNvGrpSpPr/>
          <p:nvPr/>
        </p:nvGrpSpPr>
        <p:grpSpPr>
          <a:xfrm>
            <a:off x="6783287" y="1488982"/>
            <a:ext cx="1157400" cy="1490040"/>
            <a:chOff x="6783287" y="1488982"/>
            <a:chExt cx="1157400" cy="149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B8C394E-7588-3850-B0FD-16B1D835C8DB}"/>
                    </a:ext>
                  </a:extLst>
                </p14:cNvPr>
                <p14:cNvContentPartPr/>
                <p14:nvPr/>
              </p14:nvContentPartPr>
              <p14:xfrm>
                <a:off x="6783287" y="1488982"/>
                <a:ext cx="300240" cy="1400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B8C394E-7588-3850-B0FD-16B1D835C8D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65287" y="1471342"/>
                  <a:ext cx="335880" cy="14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F790176-6143-095A-0771-AB69F3D40F06}"/>
                    </a:ext>
                  </a:extLst>
                </p14:cNvPr>
                <p14:cNvContentPartPr/>
                <p14:nvPr/>
              </p14:nvContentPartPr>
              <p14:xfrm>
                <a:off x="7178207" y="1695262"/>
                <a:ext cx="248400" cy="229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F790176-6143-095A-0771-AB69F3D40F0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60567" y="1677262"/>
                  <a:ext cx="2840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FE03029-3782-5D07-D2E9-CD9749E78E39}"/>
                    </a:ext>
                  </a:extLst>
                </p14:cNvPr>
                <p14:cNvContentPartPr/>
                <p14:nvPr/>
              </p14:nvContentPartPr>
              <p14:xfrm>
                <a:off x="7279007" y="2167222"/>
                <a:ext cx="236520" cy="139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FE03029-3782-5D07-D2E9-CD9749E78E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61367" y="2149222"/>
                  <a:ext cx="272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1B3F4C4-F9D0-01CA-0BD1-A4F5C54A02B8}"/>
                    </a:ext>
                  </a:extLst>
                </p14:cNvPr>
                <p14:cNvContentPartPr/>
                <p14:nvPr/>
              </p14:nvContentPartPr>
              <p14:xfrm>
                <a:off x="7368287" y="2549542"/>
                <a:ext cx="222840" cy="167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1B3F4C4-F9D0-01CA-0BD1-A4F5C54A02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50287" y="2531542"/>
                  <a:ext cx="2584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224422E-9B3C-DE47-4531-6CCF6AC47A63}"/>
                    </a:ext>
                  </a:extLst>
                </p14:cNvPr>
                <p14:cNvContentPartPr/>
                <p14:nvPr/>
              </p14:nvContentPartPr>
              <p14:xfrm>
                <a:off x="7619927" y="1502662"/>
                <a:ext cx="320760" cy="1476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224422E-9B3C-DE47-4531-6CCF6AC47A6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02287" y="1484662"/>
                  <a:ext cx="356400" cy="151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B5B8509-0A96-BA26-E29F-8C1248FEEFE2}"/>
              </a:ext>
            </a:extLst>
          </p:cNvPr>
          <p:cNvGrpSpPr/>
          <p:nvPr/>
        </p:nvGrpSpPr>
        <p:grpSpPr>
          <a:xfrm>
            <a:off x="8398607" y="1910902"/>
            <a:ext cx="218160" cy="116640"/>
            <a:chOff x="8398607" y="1910902"/>
            <a:chExt cx="218160" cy="1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AF1611E-2B15-2FA9-D6BB-674A88C08FB4}"/>
                    </a:ext>
                  </a:extLst>
                </p14:cNvPr>
                <p14:cNvContentPartPr/>
                <p14:nvPr/>
              </p14:nvContentPartPr>
              <p14:xfrm>
                <a:off x="8442527" y="1910902"/>
                <a:ext cx="107640" cy="15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AF1611E-2B15-2FA9-D6BB-674A88C08FB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24887" y="1893262"/>
                  <a:ext cx="14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B768CB-D159-6096-C652-C0EB8D6EBAC0}"/>
                    </a:ext>
                  </a:extLst>
                </p14:cNvPr>
                <p14:cNvContentPartPr/>
                <p14:nvPr/>
              </p14:nvContentPartPr>
              <p14:xfrm>
                <a:off x="8398607" y="1965622"/>
                <a:ext cx="218160" cy="61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B768CB-D159-6096-C652-C0EB8D6EBAC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80967" y="1947622"/>
                  <a:ext cx="25380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0324107-92A8-61B8-4683-B59D907EFF27}"/>
                  </a:ext>
                </a:extLst>
              </p14:cNvPr>
              <p14:cNvContentPartPr/>
              <p14:nvPr/>
            </p14:nvContentPartPr>
            <p14:xfrm>
              <a:off x="8942207" y="1607782"/>
              <a:ext cx="220320" cy="3016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0324107-92A8-61B8-4683-B59D907EFF2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924207" y="1590142"/>
                <a:ext cx="25596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4408016-9925-2267-B603-46C26807F1FC}"/>
                  </a:ext>
                </a:extLst>
              </p14:cNvPr>
              <p14:cNvContentPartPr/>
              <p14:nvPr/>
            </p14:nvContentPartPr>
            <p14:xfrm>
              <a:off x="10138487" y="1879582"/>
              <a:ext cx="360" cy="3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4408016-9925-2267-B603-46C26807F1F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120847" y="186158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A71E8B7-B8EC-AC1F-5E61-C007F619E199}"/>
              </a:ext>
            </a:extLst>
          </p:cNvPr>
          <p:cNvGrpSpPr/>
          <p:nvPr/>
        </p:nvGrpSpPr>
        <p:grpSpPr>
          <a:xfrm>
            <a:off x="2563007" y="3933022"/>
            <a:ext cx="668160" cy="307080"/>
            <a:chOff x="2563007" y="3933022"/>
            <a:chExt cx="66816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EECD146-11C5-C2AC-9C5D-2E8769E01766}"/>
                    </a:ext>
                  </a:extLst>
                </p14:cNvPr>
                <p14:cNvContentPartPr/>
                <p14:nvPr/>
              </p14:nvContentPartPr>
              <p14:xfrm>
                <a:off x="2563007" y="4120942"/>
                <a:ext cx="119880" cy="25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EECD146-11C5-C2AC-9C5D-2E8769E0176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45367" y="4102942"/>
                  <a:ext cx="155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C84E262-9DAA-AE6C-8B2A-F8D59868823D}"/>
                    </a:ext>
                  </a:extLst>
                </p14:cNvPr>
                <p14:cNvContentPartPr/>
                <p14:nvPr/>
              </p14:nvContentPartPr>
              <p14:xfrm>
                <a:off x="2608007" y="4163062"/>
                <a:ext cx="234360" cy="77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C84E262-9DAA-AE6C-8B2A-F8D59868823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90367" y="4145062"/>
                  <a:ext cx="270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3F86B64-0393-F6F5-6075-C90DCC00EACF}"/>
                    </a:ext>
                  </a:extLst>
                </p14:cNvPr>
                <p14:cNvContentPartPr/>
                <p14:nvPr/>
              </p14:nvContentPartPr>
              <p14:xfrm>
                <a:off x="2971247" y="3933022"/>
                <a:ext cx="259920" cy="244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3F86B64-0393-F6F5-6075-C90DCC00EAC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53607" y="3915022"/>
                  <a:ext cx="295560" cy="28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4D0DD41-963D-00A0-7A91-F85A50DB0980}"/>
                  </a:ext>
                </a:extLst>
              </p14:cNvPr>
              <p14:cNvContentPartPr/>
              <p14:nvPr/>
            </p14:nvContentPartPr>
            <p14:xfrm>
              <a:off x="1135247" y="4138582"/>
              <a:ext cx="356400" cy="1807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4D0DD41-963D-00A0-7A91-F85A50DB098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17607" y="4120942"/>
                <a:ext cx="3920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BFD6884-92A3-185F-6136-04FEA90692BC}"/>
                  </a:ext>
                </a:extLst>
              </p14:cNvPr>
              <p14:cNvContentPartPr/>
              <p14:nvPr/>
            </p14:nvContentPartPr>
            <p14:xfrm>
              <a:off x="1684967" y="4113022"/>
              <a:ext cx="150120" cy="57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BFD6884-92A3-185F-6136-04FEA90692B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666967" y="4095022"/>
                <a:ext cx="18576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6834E30-665A-3A94-6FE1-E32710B4E218}"/>
                  </a:ext>
                </a:extLst>
              </p14:cNvPr>
              <p14:cNvContentPartPr/>
              <p14:nvPr/>
            </p14:nvContentPartPr>
            <p14:xfrm>
              <a:off x="1741487" y="4052902"/>
              <a:ext cx="67320" cy="2149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6834E30-665A-3A94-6FE1-E32710B4E21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723487" y="4034902"/>
                <a:ext cx="10296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3E539E2-D5D2-C2E9-FC0E-632C50C9DACD}"/>
                  </a:ext>
                </a:extLst>
              </p14:cNvPr>
              <p14:cNvContentPartPr/>
              <p14:nvPr/>
            </p14:nvContentPartPr>
            <p14:xfrm>
              <a:off x="1920407" y="4081342"/>
              <a:ext cx="288000" cy="1908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3E539E2-D5D2-C2E9-FC0E-632C50C9DAC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902767" y="4063342"/>
                <a:ext cx="32364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EB53506-6C05-90F9-39C0-04695F347604}"/>
              </a:ext>
            </a:extLst>
          </p:cNvPr>
          <p:cNvGrpSpPr/>
          <p:nvPr/>
        </p:nvGrpSpPr>
        <p:grpSpPr>
          <a:xfrm>
            <a:off x="215447" y="4132822"/>
            <a:ext cx="701280" cy="419760"/>
            <a:chOff x="215447" y="4132822"/>
            <a:chExt cx="70128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D4965D2-972B-934A-CDE6-206B0EDC5121}"/>
                    </a:ext>
                  </a:extLst>
                </p14:cNvPr>
                <p14:cNvContentPartPr/>
                <p14:nvPr/>
              </p14:nvContentPartPr>
              <p14:xfrm>
                <a:off x="215447" y="4132822"/>
                <a:ext cx="145800" cy="345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D4965D2-972B-934A-CDE6-206B0EDC512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97447" y="4115182"/>
                  <a:ext cx="1814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F3506B9-239B-B6D7-C996-B75429AD5C93}"/>
                    </a:ext>
                  </a:extLst>
                </p14:cNvPr>
                <p14:cNvContentPartPr/>
                <p14:nvPr/>
              </p14:nvContentPartPr>
              <p14:xfrm>
                <a:off x="456287" y="4145062"/>
                <a:ext cx="190080" cy="342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F3506B9-239B-B6D7-C996-B75429AD5C9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38287" y="4127062"/>
                  <a:ext cx="2257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25255CD-50FE-51CD-49E6-4AD8C0240345}"/>
                    </a:ext>
                  </a:extLst>
                </p14:cNvPr>
                <p14:cNvContentPartPr/>
                <p14:nvPr/>
              </p14:nvContentPartPr>
              <p14:xfrm>
                <a:off x="732047" y="4319302"/>
                <a:ext cx="184680" cy="52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25255CD-50FE-51CD-49E6-4AD8C024034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14047" y="4301662"/>
                  <a:ext cx="220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0DB0C22-E0B3-1FDF-5919-6A9D1DCFE20A}"/>
                    </a:ext>
                  </a:extLst>
                </p14:cNvPr>
                <p14:cNvContentPartPr/>
                <p14:nvPr/>
              </p14:nvContentPartPr>
              <p14:xfrm>
                <a:off x="798287" y="4207342"/>
                <a:ext cx="47160" cy="345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0DB0C22-E0B3-1FDF-5919-6A9D1DCFE20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80287" y="4189702"/>
                  <a:ext cx="82800" cy="38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94F0FC6-4518-D0C5-60CE-B52612E85E95}"/>
              </a:ext>
            </a:extLst>
          </p:cNvPr>
          <p:cNvGrpSpPr/>
          <p:nvPr/>
        </p:nvGrpSpPr>
        <p:grpSpPr>
          <a:xfrm>
            <a:off x="4564607" y="3494542"/>
            <a:ext cx="1034280" cy="683280"/>
            <a:chOff x="4564607" y="3494542"/>
            <a:chExt cx="1034280" cy="68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6197B83-B4A1-7642-298B-3EC543C64CED}"/>
                    </a:ext>
                  </a:extLst>
                </p14:cNvPr>
                <p14:cNvContentPartPr/>
                <p14:nvPr/>
              </p14:nvContentPartPr>
              <p14:xfrm>
                <a:off x="4984007" y="3494542"/>
                <a:ext cx="234360" cy="502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6197B83-B4A1-7642-298B-3EC543C64CE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966367" y="3476902"/>
                  <a:ext cx="2700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C53EF42-0F26-09BF-8F84-4819EBB71472}"/>
                    </a:ext>
                  </a:extLst>
                </p14:cNvPr>
                <p14:cNvContentPartPr/>
                <p14:nvPr/>
              </p14:nvContentPartPr>
              <p14:xfrm>
                <a:off x="4564607" y="4062622"/>
                <a:ext cx="1034280" cy="115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C53EF42-0F26-09BF-8F84-4819EBB7147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46967" y="4044982"/>
                  <a:ext cx="106992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D34D32E-0625-09CC-7DAC-39B2096017B5}"/>
              </a:ext>
            </a:extLst>
          </p:cNvPr>
          <p:cNvGrpSpPr/>
          <p:nvPr/>
        </p:nvGrpSpPr>
        <p:grpSpPr>
          <a:xfrm>
            <a:off x="4683767" y="4312462"/>
            <a:ext cx="727560" cy="339480"/>
            <a:chOff x="4683767" y="4312462"/>
            <a:chExt cx="7275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C5B5FE7-E359-5EF7-E000-D7819CEDF5A5}"/>
                    </a:ext>
                  </a:extLst>
                </p14:cNvPr>
                <p14:cNvContentPartPr/>
                <p14:nvPr/>
              </p14:nvContentPartPr>
              <p14:xfrm>
                <a:off x="4683767" y="4519102"/>
                <a:ext cx="153720" cy="21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C5B5FE7-E359-5EF7-E000-D7819CEDF5A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666127" y="4501462"/>
                  <a:ext cx="189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F52429A-BC1F-EE47-461A-6CD8FC7CF1C5}"/>
                    </a:ext>
                  </a:extLst>
                </p14:cNvPr>
                <p14:cNvContentPartPr/>
                <p14:nvPr/>
              </p14:nvContentPartPr>
              <p14:xfrm>
                <a:off x="4950527" y="4372942"/>
                <a:ext cx="16920" cy="279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F52429A-BC1F-EE47-461A-6CD8FC7CF1C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32887" y="4354942"/>
                  <a:ext cx="52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15376BD-E883-4436-631C-13E05473B139}"/>
                    </a:ext>
                  </a:extLst>
                </p14:cNvPr>
                <p14:cNvContentPartPr/>
                <p14:nvPr/>
              </p14:nvContentPartPr>
              <p14:xfrm>
                <a:off x="5134847" y="4457542"/>
                <a:ext cx="142920" cy="24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15376BD-E883-4436-631C-13E05473B13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16847" y="4439542"/>
                  <a:ext cx="1785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6013DA1-63E9-F44A-60E8-C9505CFFE4D4}"/>
                    </a:ext>
                  </a:extLst>
                </p14:cNvPr>
                <p14:cNvContentPartPr/>
                <p14:nvPr/>
              </p14:nvContentPartPr>
              <p14:xfrm>
                <a:off x="5400887" y="4312462"/>
                <a:ext cx="10440" cy="250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6013DA1-63E9-F44A-60E8-C9505CFFE4D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82887" y="4294822"/>
                  <a:ext cx="4608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72D8BD6-2D33-8412-B35C-69EAD0954782}"/>
              </a:ext>
            </a:extLst>
          </p:cNvPr>
          <p:cNvGrpSpPr/>
          <p:nvPr/>
        </p:nvGrpSpPr>
        <p:grpSpPr>
          <a:xfrm>
            <a:off x="5873927" y="3826822"/>
            <a:ext cx="257760" cy="173160"/>
            <a:chOff x="5873927" y="3826822"/>
            <a:chExt cx="25776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FFB8B5A-5E15-7DB1-8D17-5B4157EAE893}"/>
                    </a:ext>
                  </a:extLst>
                </p14:cNvPr>
                <p14:cNvContentPartPr/>
                <p14:nvPr/>
              </p14:nvContentPartPr>
              <p14:xfrm>
                <a:off x="5899127" y="3826822"/>
                <a:ext cx="148680" cy="28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FFB8B5A-5E15-7DB1-8D17-5B4157EAE89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881127" y="3808822"/>
                  <a:ext cx="184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A22E774-41FE-4C4A-1B92-0ACA81BB05D1}"/>
                    </a:ext>
                  </a:extLst>
                </p14:cNvPr>
                <p14:cNvContentPartPr/>
                <p14:nvPr/>
              </p14:nvContentPartPr>
              <p14:xfrm>
                <a:off x="5873927" y="3933382"/>
                <a:ext cx="257760" cy="66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A22E774-41FE-4C4A-1B92-0ACA81BB05D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56287" y="3915742"/>
                  <a:ext cx="2934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38A46CB-318E-9567-72CF-075731D97F7D}"/>
              </a:ext>
            </a:extLst>
          </p:cNvPr>
          <p:cNvGrpSpPr/>
          <p:nvPr/>
        </p:nvGrpSpPr>
        <p:grpSpPr>
          <a:xfrm>
            <a:off x="6542087" y="3695782"/>
            <a:ext cx="775080" cy="363960"/>
            <a:chOff x="6542087" y="3695782"/>
            <a:chExt cx="77508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88862C6-618E-0378-7D80-362B90793514}"/>
                    </a:ext>
                  </a:extLst>
                </p14:cNvPr>
                <p14:cNvContentPartPr/>
                <p14:nvPr/>
              </p14:nvContentPartPr>
              <p14:xfrm>
                <a:off x="6687887" y="3695782"/>
                <a:ext cx="338040" cy="199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88862C6-618E-0378-7D80-362B9079351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70247" y="3678142"/>
                  <a:ext cx="373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B66584E-80D6-420D-8616-E15B651513BE}"/>
                    </a:ext>
                  </a:extLst>
                </p14:cNvPr>
                <p14:cNvContentPartPr/>
                <p14:nvPr/>
              </p14:nvContentPartPr>
              <p14:xfrm>
                <a:off x="6542087" y="3956422"/>
                <a:ext cx="775080" cy="103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B66584E-80D6-420D-8616-E15B651513B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24447" y="3938422"/>
                  <a:ext cx="8107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944AD61-87AA-5F44-BF25-98EC8D32501F}"/>
              </a:ext>
            </a:extLst>
          </p:cNvPr>
          <p:cNvGrpSpPr/>
          <p:nvPr/>
        </p:nvGrpSpPr>
        <p:grpSpPr>
          <a:xfrm>
            <a:off x="6636047" y="4226062"/>
            <a:ext cx="871560" cy="316440"/>
            <a:chOff x="6636047" y="4226062"/>
            <a:chExt cx="87156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874F8A6-B40D-24AF-C40F-47FDFC2C8571}"/>
                    </a:ext>
                  </a:extLst>
                </p14:cNvPr>
                <p14:cNvContentPartPr/>
                <p14:nvPr/>
              </p14:nvContentPartPr>
              <p14:xfrm>
                <a:off x="6636047" y="4287622"/>
                <a:ext cx="178560" cy="254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874F8A6-B40D-24AF-C40F-47FDFC2C857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618407" y="4269982"/>
                  <a:ext cx="2142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B63700B-088C-CE61-AEB1-C7CDA3B8C1F7}"/>
                    </a:ext>
                  </a:extLst>
                </p14:cNvPr>
                <p14:cNvContentPartPr/>
                <p14:nvPr/>
              </p14:nvContentPartPr>
              <p14:xfrm>
                <a:off x="6989207" y="4335862"/>
                <a:ext cx="140040" cy="40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B63700B-088C-CE61-AEB1-C7CDA3B8C1F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971207" y="4318222"/>
                  <a:ext cx="1756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6DA3C52-4392-0251-574D-FF3AEF0945E1}"/>
                    </a:ext>
                  </a:extLst>
                </p14:cNvPr>
                <p14:cNvContentPartPr/>
                <p14:nvPr/>
              </p14:nvContentPartPr>
              <p14:xfrm>
                <a:off x="7231487" y="4226062"/>
                <a:ext cx="276120" cy="211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6DA3C52-4392-0251-574D-FF3AEF0945E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13847" y="4208422"/>
                  <a:ext cx="31176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0E05964-BE1F-A754-638B-BA193D07D864}"/>
              </a:ext>
            </a:extLst>
          </p:cNvPr>
          <p:cNvGrpSpPr/>
          <p:nvPr/>
        </p:nvGrpSpPr>
        <p:grpSpPr>
          <a:xfrm>
            <a:off x="7670327" y="3763462"/>
            <a:ext cx="192600" cy="136800"/>
            <a:chOff x="7670327" y="3763462"/>
            <a:chExt cx="19260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39BF6C9-646F-BD08-F396-F65C12D8D04E}"/>
                    </a:ext>
                  </a:extLst>
                </p14:cNvPr>
                <p14:cNvContentPartPr/>
                <p14:nvPr/>
              </p14:nvContentPartPr>
              <p14:xfrm>
                <a:off x="7670327" y="3763462"/>
                <a:ext cx="160200" cy="28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39BF6C9-646F-BD08-F396-F65C12D8D04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652327" y="3745822"/>
                  <a:ext cx="195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4E6ECA7-0064-C957-1CB0-7D3965769E80}"/>
                    </a:ext>
                  </a:extLst>
                </p14:cNvPr>
                <p14:cNvContentPartPr/>
                <p14:nvPr/>
              </p14:nvContentPartPr>
              <p14:xfrm>
                <a:off x="7704887" y="3863542"/>
                <a:ext cx="158040" cy="36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4E6ECA7-0064-C957-1CB0-7D3965769E8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686887" y="3845902"/>
                  <a:ext cx="19368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4D1CDC5-717F-9CAE-9C83-D79135E19C18}"/>
              </a:ext>
            </a:extLst>
          </p:cNvPr>
          <p:cNvGrpSpPr/>
          <p:nvPr/>
        </p:nvGrpSpPr>
        <p:grpSpPr>
          <a:xfrm>
            <a:off x="8274767" y="3537382"/>
            <a:ext cx="781560" cy="394200"/>
            <a:chOff x="8274767" y="3537382"/>
            <a:chExt cx="78156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63CE780-F6FD-58DE-F53E-BF7A5F601136}"/>
                    </a:ext>
                  </a:extLst>
                </p14:cNvPr>
                <p14:cNvContentPartPr/>
                <p14:nvPr/>
              </p14:nvContentPartPr>
              <p14:xfrm>
                <a:off x="8570687" y="3537382"/>
                <a:ext cx="275040" cy="165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63CE780-F6FD-58DE-F53E-BF7A5F60113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552687" y="3519382"/>
                  <a:ext cx="310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32DFF20-2080-E2AE-652A-3A5ABF35281A}"/>
                    </a:ext>
                  </a:extLst>
                </p14:cNvPr>
                <p14:cNvContentPartPr/>
                <p14:nvPr/>
              </p14:nvContentPartPr>
              <p14:xfrm>
                <a:off x="8274767" y="3772822"/>
                <a:ext cx="781560" cy="158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32DFF20-2080-E2AE-652A-3A5ABF35281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56767" y="3754822"/>
                  <a:ext cx="81720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3A32624-791B-4654-E2CE-FC00A494DAB7}"/>
              </a:ext>
            </a:extLst>
          </p:cNvPr>
          <p:cNvGrpSpPr/>
          <p:nvPr/>
        </p:nvGrpSpPr>
        <p:grpSpPr>
          <a:xfrm>
            <a:off x="8291687" y="4107262"/>
            <a:ext cx="844560" cy="299160"/>
            <a:chOff x="8291687" y="4107262"/>
            <a:chExt cx="84456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E88F55B-E5FA-C568-FF1F-61F1F02AE9BA}"/>
                    </a:ext>
                  </a:extLst>
                </p14:cNvPr>
                <p14:cNvContentPartPr/>
                <p14:nvPr/>
              </p14:nvContentPartPr>
              <p14:xfrm>
                <a:off x="8291687" y="4151542"/>
                <a:ext cx="238320" cy="235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E88F55B-E5FA-C568-FF1F-61F1F02AE9B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73687" y="4133542"/>
                  <a:ext cx="273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3AE87D7-44A9-583E-76F8-C451DA95E325}"/>
                    </a:ext>
                  </a:extLst>
                </p14:cNvPr>
                <p14:cNvContentPartPr/>
                <p14:nvPr/>
              </p14:nvContentPartPr>
              <p14:xfrm>
                <a:off x="8624327" y="4237582"/>
                <a:ext cx="178560" cy="11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3AE87D7-44A9-583E-76F8-C451DA95E32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06327" y="4219582"/>
                  <a:ext cx="214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3062737-9583-EE4E-FB24-E7DC7A34AB9F}"/>
                    </a:ext>
                  </a:extLst>
                </p14:cNvPr>
                <p14:cNvContentPartPr/>
                <p14:nvPr/>
              </p14:nvContentPartPr>
              <p14:xfrm>
                <a:off x="8699567" y="4149382"/>
                <a:ext cx="33840" cy="257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3062737-9583-EE4E-FB24-E7DC7A34AB9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681927" y="4131382"/>
                  <a:ext cx="694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C05BF84-AF92-3B1E-B70C-13ECD71754C4}"/>
                    </a:ext>
                  </a:extLst>
                </p14:cNvPr>
                <p14:cNvContentPartPr/>
                <p14:nvPr/>
              </p14:nvContentPartPr>
              <p14:xfrm>
                <a:off x="8934287" y="4107262"/>
                <a:ext cx="201960" cy="231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C05BF84-AF92-3B1E-B70C-13ECD71754C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16287" y="4089622"/>
                  <a:ext cx="23760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50870745-64EA-8F6B-B430-55C6571C9902}"/>
              </a:ext>
            </a:extLst>
          </p:cNvPr>
          <p:cNvGrpSpPr/>
          <p:nvPr/>
        </p:nvGrpSpPr>
        <p:grpSpPr>
          <a:xfrm>
            <a:off x="4950887" y="4996822"/>
            <a:ext cx="876960" cy="599400"/>
            <a:chOff x="4950887" y="4996822"/>
            <a:chExt cx="876960" cy="59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1994558-2C1A-D7B8-AC7F-2C6683F79B45}"/>
                    </a:ext>
                  </a:extLst>
                </p14:cNvPr>
                <p14:cNvContentPartPr/>
                <p14:nvPr/>
              </p14:nvContentPartPr>
              <p14:xfrm>
                <a:off x="5221967" y="4996822"/>
                <a:ext cx="337680" cy="408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1994558-2C1A-D7B8-AC7F-2C6683F79B4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04327" y="4978822"/>
                  <a:ext cx="37332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D5438C9-7F14-5940-3569-2CFFF4F51A44}"/>
                    </a:ext>
                  </a:extLst>
                </p14:cNvPr>
                <p14:cNvContentPartPr/>
                <p14:nvPr/>
              </p14:nvContentPartPr>
              <p14:xfrm>
                <a:off x="4950887" y="5440342"/>
                <a:ext cx="876960" cy="155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D5438C9-7F14-5940-3569-2CFFF4F51A4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32887" y="5422342"/>
                  <a:ext cx="9126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7316AD3-4811-55D7-5630-DA0BC6A84461}"/>
              </a:ext>
            </a:extLst>
          </p:cNvPr>
          <p:cNvGrpSpPr/>
          <p:nvPr/>
        </p:nvGrpSpPr>
        <p:grpSpPr>
          <a:xfrm>
            <a:off x="5171927" y="5742022"/>
            <a:ext cx="541440" cy="195840"/>
            <a:chOff x="5171927" y="5742022"/>
            <a:chExt cx="54144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ADF8C2E-67BE-BFD7-A7B0-0BFDB5C31D6B}"/>
                    </a:ext>
                  </a:extLst>
                </p14:cNvPr>
                <p14:cNvContentPartPr/>
                <p14:nvPr/>
              </p14:nvContentPartPr>
              <p14:xfrm>
                <a:off x="5171927" y="5832022"/>
                <a:ext cx="197280" cy="48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ADF8C2E-67BE-BFD7-A7B0-0BFDB5C31D6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53927" y="5814022"/>
                  <a:ext cx="2329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BE4DB95-94FB-AE6C-ABC7-B97EC61B63C2}"/>
                    </a:ext>
                  </a:extLst>
                </p14:cNvPr>
                <p14:cNvContentPartPr/>
                <p14:nvPr/>
              </p14:nvContentPartPr>
              <p14:xfrm>
                <a:off x="5476127" y="5742022"/>
                <a:ext cx="237240" cy="195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BE4DB95-94FB-AE6C-ABC7-B97EC61B63C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458487" y="5724382"/>
                  <a:ext cx="27288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5491F79-F611-9E8F-AFB4-87301FCAFDDE}"/>
              </a:ext>
            </a:extLst>
          </p:cNvPr>
          <p:cNvGrpSpPr/>
          <p:nvPr/>
        </p:nvGrpSpPr>
        <p:grpSpPr>
          <a:xfrm>
            <a:off x="6175247" y="5242702"/>
            <a:ext cx="350280" cy="111960"/>
            <a:chOff x="6175247" y="5242702"/>
            <a:chExt cx="350280" cy="1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A189597-A127-390C-71BC-DC97A40A345C}"/>
                    </a:ext>
                  </a:extLst>
                </p14:cNvPr>
                <p14:cNvContentPartPr/>
                <p14:nvPr/>
              </p14:nvContentPartPr>
              <p14:xfrm>
                <a:off x="6175247" y="5242702"/>
                <a:ext cx="160560" cy="43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A189597-A127-390C-71BC-DC97A40A345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57247" y="5225062"/>
                  <a:ext cx="196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FC10321-11EA-2A5A-FB1B-EAE0ACDA54B0}"/>
                    </a:ext>
                  </a:extLst>
                </p14:cNvPr>
                <p14:cNvContentPartPr/>
                <p14:nvPr/>
              </p14:nvContentPartPr>
              <p14:xfrm>
                <a:off x="6261647" y="5288422"/>
                <a:ext cx="263880" cy="66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FC10321-11EA-2A5A-FB1B-EAE0ACDA54B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44007" y="5270782"/>
                  <a:ext cx="29952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2A67773-86D0-B250-456C-54A8B3245E65}"/>
                  </a:ext>
                </a:extLst>
              </p14:cNvPr>
              <p14:cNvContentPartPr/>
              <p14:nvPr/>
            </p14:nvContentPartPr>
            <p14:xfrm>
              <a:off x="6865367" y="5058022"/>
              <a:ext cx="357840" cy="1738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2A67773-86D0-B250-456C-54A8B3245E6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847727" y="5040022"/>
                <a:ext cx="3934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269C27A8-5725-5775-3838-A4E820B17FBB}"/>
                  </a:ext>
                </a:extLst>
              </p14:cNvPr>
              <p14:cNvContentPartPr/>
              <p14:nvPr/>
            </p14:nvContentPartPr>
            <p14:xfrm>
              <a:off x="6871487" y="5343862"/>
              <a:ext cx="509040" cy="1008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269C27A8-5725-5775-3838-A4E820B17FB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6853487" y="5325862"/>
                <a:ext cx="5446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6251429-7D5B-4EFD-EA35-F9DE37BF230F}"/>
                  </a:ext>
                </a:extLst>
              </p14:cNvPr>
              <p14:cNvContentPartPr/>
              <p14:nvPr/>
            </p14:nvContentPartPr>
            <p14:xfrm>
              <a:off x="7048607" y="5590462"/>
              <a:ext cx="411120" cy="1958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6251429-7D5B-4EFD-EA35-F9DE37BF230F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030607" y="5572462"/>
                <a:ext cx="446760" cy="23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70D9990-D756-8F3D-0B64-9397C2FE8C02}"/>
              </a:ext>
            </a:extLst>
          </p:cNvPr>
          <p:cNvGrpSpPr/>
          <p:nvPr/>
        </p:nvGrpSpPr>
        <p:grpSpPr>
          <a:xfrm>
            <a:off x="7843127" y="5105182"/>
            <a:ext cx="244800" cy="160920"/>
            <a:chOff x="7843127" y="5105182"/>
            <a:chExt cx="24480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6B11BA3-8BC9-1CF1-6336-AEAAD498D833}"/>
                    </a:ext>
                  </a:extLst>
                </p14:cNvPr>
                <p14:cNvContentPartPr/>
                <p14:nvPr/>
              </p14:nvContentPartPr>
              <p14:xfrm>
                <a:off x="7867247" y="5105182"/>
                <a:ext cx="141120" cy="57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6B11BA3-8BC9-1CF1-6336-AEAAD498D83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849247" y="5087542"/>
                  <a:ext cx="176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A2822F0-E8E9-D61A-D5C5-F686500D56A0}"/>
                    </a:ext>
                  </a:extLst>
                </p14:cNvPr>
                <p14:cNvContentPartPr/>
                <p14:nvPr/>
              </p14:nvContentPartPr>
              <p14:xfrm>
                <a:off x="7843127" y="5194462"/>
                <a:ext cx="244800" cy="71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A2822F0-E8E9-D61A-D5C5-F686500D56A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825487" y="5176822"/>
                  <a:ext cx="2804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88A97294-CC64-7053-AD87-DAC731D47C13}"/>
              </a:ext>
            </a:extLst>
          </p:cNvPr>
          <p:cNvGrpSpPr/>
          <p:nvPr/>
        </p:nvGrpSpPr>
        <p:grpSpPr>
          <a:xfrm>
            <a:off x="8524247" y="4939582"/>
            <a:ext cx="391680" cy="318960"/>
            <a:chOff x="8524247" y="4939582"/>
            <a:chExt cx="39168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3C5FAB2-8A9C-DBFB-D9BC-7EFB86A554BC}"/>
                    </a:ext>
                  </a:extLst>
                </p14:cNvPr>
                <p14:cNvContentPartPr/>
                <p14:nvPr/>
              </p14:nvContentPartPr>
              <p14:xfrm>
                <a:off x="8524247" y="4939582"/>
                <a:ext cx="253080" cy="1695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3C5FAB2-8A9C-DBFB-D9BC-7EFB86A554B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06247" y="4921942"/>
                  <a:ext cx="288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AA3580B-9049-8EAD-1CD0-03CB61607C31}"/>
                    </a:ext>
                  </a:extLst>
                </p14:cNvPr>
                <p14:cNvContentPartPr/>
                <p14:nvPr/>
              </p14:nvContentPartPr>
              <p14:xfrm>
                <a:off x="8571767" y="5206702"/>
                <a:ext cx="344160" cy="51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AA3580B-9049-8EAD-1CD0-03CB61607C3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553767" y="5189062"/>
                  <a:ext cx="379800" cy="8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341B7E20-1D5C-B747-E2C0-17E496C216DE}"/>
                  </a:ext>
                </a:extLst>
              </p14:cNvPr>
              <p14:cNvContentPartPr/>
              <p14:nvPr/>
            </p14:nvContentPartPr>
            <p14:xfrm>
              <a:off x="8625767" y="5449342"/>
              <a:ext cx="277920" cy="1875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341B7E20-1D5C-B747-E2C0-17E496C216D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8608127" y="5431702"/>
                <a:ext cx="3135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82F769A-E29D-907D-3A5B-979A1AD5A12F}"/>
                  </a:ext>
                </a:extLst>
              </p14:cNvPr>
              <p14:cNvContentPartPr/>
              <p14:nvPr/>
            </p14:nvContentPartPr>
            <p14:xfrm>
              <a:off x="5749007" y="6149182"/>
              <a:ext cx="198000" cy="3128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82F769A-E29D-907D-3A5B-979A1AD5A12F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731367" y="6131542"/>
                <a:ext cx="23364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6BE9FA8-91D1-0F33-4AC3-ED548843B9C5}"/>
                  </a:ext>
                </a:extLst>
              </p14:cNvPr>
              <p14:cNvContentPartPr/>
              <p14:nvPr/>
            </p14:nvContentPartPr>
            <p14:xfrm>
              <a:off x="5641007" y="6480742"/>
              <a:ext cx="715680" cy="1011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6BE9FA8-91D1-0F33-4AC3-ED548843B9C5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623367" y="6462742"/>
                <a:ext cx="7513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10680EF2-68A4-23DE-E983-702B02EA16F2}"/>
                  </a:ext>
                </a:extLst>
              </p14:cNvPr>
              <p14:cNvContentPartPr/>
              <p14:nvPr/>
            </p14:nvContentPartPr>
            <p14:xfrm>
              <a:off x="6523727" y="6242422"/>
              <a:ext cx="106920" cy="244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10680EF2-68A4-23DE-E983-702B02EA16F2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505727" y="6224422"/>
                <a:ext cx="1425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37B4A819-FCC9-1733-16EC-592BEDB045DB}"/>
                  </a:ext>
                </a:extLst>
              </p14:cNvPr>
              <p14:cNvContentPartPr/>
              <p14:nvPr/>
            </p14:nvContentPartPr>
            <p14:xfrm>
              <a:off x="6561887" y="6299662"/>
              <a:ext cx="228600" cy="745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37B4A819-FCC9-1733-16EC-592BEDB045D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543887" y="6282022"/>
                <a:ext cx="26424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B7D08F4-FD9A-EBCF-A737-E74B5834A832}"/>
                  </a:ext>
                </a:extLst>
              </p14:cNvPr>
              <p14:cNvContentPartPr/>
              <p14:nvPr/>
            </p14:nvContentPartPr>
            <p14:xfrm>
              <a:off x="7122407" y="6094822"/>
              <a:ext cx="384840" cy="1670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B7D08F4-FD9A-EBCF-A737-E74B5834A832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104767" y="6077182"/>
                <a:ext cx="4204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E878ED8C-FBA7-CA77-1CEA-546BA22E2B83}"/>
                  </a:ext>
                </a:extLst>
              </p14:cNvPr>
              <p14:cNvContentPartPr/>
              <p14:nvPr/>
            </p14:nvContentPartPr>
            <p14:xfrm>
              <a:off x="7081727" y="6360502"/>
              <a:ext cx="423000" cy="3243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E878ED8C-FBA7-CA77-1CEA-546BA22E2B83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064087" y="6342502"/>
                <a:ext cx="458640" cy="36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E09DB52-E271-0CE7-3A27-CD59AE6D7BEA}"/>
              </a:ext>
            </a:extLst>
          </p:cNvPr>
          <p:cNvGrpSpPr/>
          <p:nvPr/>
        </p:nvGrpSpPr>
        <p:grpSpPr>
          <a:xfrm>
            <a:off x="8017727" y="5972062"/>
            <a:ext cx="958320" cy="339840"/>
            <a:chOff x="8017727" y="5972062"/>
            <a:chExt cx="95832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9FB7146-3B90-79AE-4D9B-50E7EE3B67E4}"/>
                    </a:ext>
                  </a:extLst>
                </p14:cNvPr>
                <p14:cNvContentPartPr/>
                <p14:nvPr/>
              </p14:nvContentPartPr>
              <p14:xfrm>
                <a:off x="8017727" y="6153862"/>
                <a:ext cx="164520" cy="262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9FB7146-3B90-79AE-4D9B-50E7EE3B67E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000087" y="6135862"/>
                  <a:ext cx="200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02B01F1-DD5D-1C85-C1F5-9C0FDA66EF81}"/>
                    </a:ext>
                  </a:extLst>
                </p14:cNvPr>
                <p14:cNvContentPartPr/>
                <p14:nvPr/>
              </p14:nvContentPartPr>
              <p14:xfrm>
                <a:off x="8047967" y="6189142"/>
                <a:ext cx="326160" cy="849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02B01F1-DD5D-1C85-C1F5-9C0FDA66EF8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30327" y="6171142"/>
                  <a:ext cx="361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92A0186-8492-7D03-FCEB-F40F8612A9AF}"/>
                    </a:ext>
                  </a:extLst>
                </p14:cNvPr>
                <p14:cNvContentPartPr/>
                <p14:nvPr/>
              </p14:nvContentPartPr>
              <p14:xfrm>
                <a:off x="8605247" y="5972062"/>
                <a:ext cx="291240" cy="156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92A0186-8492-7D03-FCEB-F40F8612A9A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587247" y="5954062"/>
                  <a:ext cx="326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17F517B-646A-D902-2412-C21E95B5A179}"/>
                    </a:ext>
                  </a:extLst>
                </p14:cNvPr>
                <p14:cNvContentPartPr/>
                <p14:nvPr/>
              </p14:nvContentPartPr>
              <p14:xfrm>
                <a:off x="8575367" y="6255742"/>
                <a:ext cx="400680" cy="56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17F517B-646A-D902-2412-C21E95B5A17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557367" y="6238102"/>
                  <a:ext cx="436320" cy="9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4872499-0872-FFFF-E39F-0148D549DD20}"/>
                  </a:ext>
                </a:extLst>
              </p14:cNvPr>
              <p14:cNvContentPartPr/>
              <p14:nvPr/>
            </p14:nvContentPartPr>
            <p14:xfrm>
              <a:off x="8796407" y="6418102"/>
              <a:ext cx="19440" cy="2638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4872499-0872-FFFF-E39F-0148D549DD20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778767" y="6400102"/>
                <a:ext cx="55080" cy="29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01C7E28-D879-7C1F-3991-80E0A213235C}"/>
              </a:ext>
            </a:extLst>
          </p:cNvPr>
          <p:cNvGrpSpPr/>
          <p:nvPr/>
        </p:nvGrpSpPr>
        <p:grpSpPr>
          <a:xfrm>
            <a:off x="5723087" y="6689542"/>
            <a:ext cx="264600" cy="162720"/>
            <a:chOff x="5723087" y="6689542"/>
            <a:chExt cx="264600" cy="16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DD2C73A-8A24-C325-FC50-C6D53B029A3C}"/>
                    </a:ext>
                  </a:extLst>
                </p14:cNvPr>
                <p14:cNvContentPartPr/>
                <p14:nvPr/>
              </p14:nvContentPartPr>
              <p14:xfrm>
                <a:off x="5943047" y="6707542"/>
                <a:ext cx="44640" cy="144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DD2C73A-8A24-C325-FC50-C6D53B029A3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925407" y="6689542"/>
                  <a:ext cx="802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26F415C-53BF-1777-E734-0A76A69AC05D}"/>
                    </a:ext>
                  </a:extLst>
                </p14:cNvPr>
                <p14:cNvContentPartPr/>
                <p14:nvPr/>
              </p14:nvContentPartPr>
              <p14:xfrm>
                <a:off x="5723087" y="6749302"/>
                <a:ext cx="159480" cy="14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26F415C-53BF-1777-E734-0A76A69AC05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705087" y="6731662"/>
                  <a:ext cx="195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5FF246A-6311-DAF1-DB3A-02C58FA983A0}"/>
                    </a:ext>
                  </a:extLst>
                </p14:cNvPr>
                <p14:cNvContentPartPr/>
                <p14:nvPr/>
              </p14:nvContentPartPr>
              <p14:xfrm>
                <a:off x="5770967" y="6689542"/>
                <a:ext cx="50400" cy="1515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5FF246A-6311-DAF1-DB3A-02C58FA983A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53327" y="6671542"/>
                  <a:ext cx="8604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D72889D-89CD-6C21-31BD-122B8631C286}"/>
                  </a:ext>
                </a:extLst>
              </p14:cNvPr>
              <p14:cNvContentPartPr/>
              <p14:nvPr/>
            </p14:nvContentPartPr>
            <p14:xfrm>
              <a:off x="7057247" y="6614302"/>
              <a:ext cx="106920" cy="370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D72889D-89CD-6C21-31BD-122B8631C28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7039247" y="6596662"/>
                <a:ext cx="1425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FD0112A-FADF-76FE-B556-FD75F2FB37EC}"/>
                  </a:ext>
                </a:extLst>
              </p14:cNvPr>
              <p14:cNvContentPartPr/>
              <p14:nvPr/>
            </p14:nvContentPartPr>
            <p14:xfrm>
              <a:off x="8374487" y="6560662"/>
              <a:ext cx="27720" cy="100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FD0112A-FADF-76FE-B556-FD75F2FB37E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356487" y="6543022"/>
                <a:ext cx="633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294B4ED-5B81-0022-E358-73F788A9B4DA}"/>
                  </a:ext>
                </a:extLst>
              </p14:cNvPr>
              <p14:cNvContentPartPr/>
              <p14:nvPr/>
            </p14:nvContentPartPr>
            <p14:xfrm>
              <a:off x="6809207" y="5718982"/>
              <a:ext cx="192600" cy="442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294B4ED-5B81-0022-E358-73F788A9B4DA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791207" y="5701342"/>
                <a:ext cx="2282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ECA7AD2-C3F3-3BC4-FA98-5B40E2BA91B3}"/>
                  </a:ext>
                </a:extLst>
              </p14:cNvPr>
              <p14:cNvContentPartPr/>
              <p14:nvPr/>
            </p14:nvContentPartPr>
            <p14:xfrm>
              <a:off x="7103327" y="6547702"/>
              <a:ext cx="54360" cy="1846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ECA7AD2-C3F3-3BC4-FA98-5B40E2BA91B3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7085327" y="6530062"/>
                <a:ext cx="900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2EBA109F-A59B-7479-44D4-3DC714078737}"/>
                  </a:ext>
                </a:extLst>
              </p14:cNvPr>
              <p14:cNvContentPartPr/>
              <p14:nvPr/>
            </p14:nvContentPartPr>
            <p14:xfrm>
              <a:off x="8432807" y="6573982"/>
              <a:ext cx="174600" cy="75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2EBA109F-A59B-7479-44D4-3DC714078737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414807" y="6555982"/>
                <a:ext cx="21024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9601918-244B-5196-645F-224DC8998AE9}"/>
              </a:ext>
            </a:extLst>
          </p:cNvPr>
          <p:cNvGrpSpPr/>
          <p:nvPr/>
        </p:nvGrpSpPr>
        <p:grpSpPr>
          <a:xfrm>
            <a:off x="9383927" y="6084022"/>
            <a:ext cx="172800" cy="112680"/>
            <a:chOff x="9383927" y="6084022"/>
            <a:chExt cx="172800" cy="11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5D998E7-4F68-B976-1FBE-C92837C4267A}"/>
                    </a:ext>
                  </a:extLst>
                </p14:cNvPr>
                <p14:cNvContentPartPr/>
                <p14:nvPr/>
              </p14:nvContentPartPr>
              <p14:xfrm>
                <a:off x="9406607" y="6084022"/>
                <a:ext cx="132480" cy="46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5D998E7-4F68-B976-1FBE-C92837C4267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388967" y="6066382"/>
                  <a:ext cx="168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B79920B-5374-2A40-2F1B-1B984DA343C2}"/>
                    </a:ext>
                  </a:extLst>
                </p14:cNvPr>
                <p14:cNvContentPartPr/>
                <p14:nvPr/>
              </p14:nvContentPartPr>
              <p14:xfrm>
                <a:off x="9383927" y="6163222"/>
                <a:ext cx="172800" cy="33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B79920B-5374-2A40-2F1B-1B984DA343C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66287" y="6145582"/>
                  <a:ext cx="20844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10CA034-EFBB-0A82-5570-9CE16CDB6CA9}"/>
              </a:ext>
            </a:extLst>
          </p:cNvPr>
          <p:cNvGrpSpPr/>
          <p:nvPr/>
        </p:nvGrpSpPr>
        <p:grpSpPr>
          <a:xfrm>
            <a:off x="9872447" y="5711782"/>
            <a:ext cx="1422360" cy="813600"/>
            <a:chOff x="9872447" y="5711782"/>
            <a:chExt cx="1422360" cy="81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A857102-79F9-561E-54FF-2EE8AED4623C}"/>
                    </a:ext>
                  </a:extLst>
                </p14:cNvPr>
                <p14:cNvContentPartPr/>
                <p14:nvPr/>
              </p14:nvContentPartPr>
              <p14:xfrm>
                <a:off x="9872447" y="5783422"/>
                <a:ext cx="212400" cy="475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A857102-79F9-561E-54FF-2EE8AED4623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854807" y="5765782"/>
                  <a:ext cx="2480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060DD67-F303-6474-9860-7A9433FC2FF2}"/>
                    </a:ext>
                  </a:extLst>
                </p14:cNvPr>
                <p14:cNvContentPartPr/>
                <p14:nvPr/>
              </p14:nvContentPartPr>
              <p14:xfrm>
                <a:off x="10209047" y="5711782"/>
                <a:ext cx="275760" cy="579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060DD67-F303-6474-9860-7A9433FC2FF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191047" y="5694142"/>
                  <a:ext cx="31140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A7A4B54-22E1-EFF4-64E7-50E523D72811}"/>
                    </a:ext>
                  </a:extLst>
                </p14:cNvPr>
                <p14:cNvContentPartPr/>
                <p14:nvPr/>
              </p14:nvContentPartPr>
              <p14:xfrm>
                <a:off x="10356647" y="5955142"/>
                <a:ext cx="142200" cy="186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A7A4B54-22E1-EFF4-64E7-50E523D7281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339007" y="5937142"/>
                  <a:ext cx="177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BD9EF55-A0B4-E145-C127-9A17A6985542}"/>
                    </a:ext>
                  </a:extLst>
                </p14:cNvPr>
                <p14:cNvContentPartPr/>
                <p14:nvPr/>
              </p14:nvContentPartPr>
              <p14:xfrm>
                <a:off x="10606847" y="5969182"/>
                <a:ext cx="461160" cy="463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BD9EF55-A0B4-E145-C127-9A17A698554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588847" y="5951182"/>
                  <a:ext cx="49680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4D28115-2ECB-7397-479A-9018982B3293}"/>
                    </a:ext>
                  </a:extLst>
                </p14:cNvPr>
                <p14:cNvContentPartPr/>
                <p14:nvPr/>
              </p14:nvContentPartPr>
              <p14:xfrm>
                <a:off x="11058287" y="5748862"/>
                <a:ext cx="236520" cy="662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4D28115-2ECB-7397-479A-9018982B329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040287" y="5730862"/>
                  <a:ext cx="27216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8F9DD26-B961-6E18-7AAC-6938EDD85881}"/>
                    </a:ext>
                  </a:extLst>
                </p14:cNvPr>
                <p14:cNvContentPartPr/>
                <p14:nvPr/>
              </p14:nvContentPartPr>
              <p14:xfrm>
                <a:off x="10971527" y="6505222"/>
                <a:ext cx="37440" cy="20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8F9DD26-B961-6E18-7AAC-6938EDD8588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53887" y="6487222"/>
                  <a:ext cx="7308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AEC9F54-AAFB-9338-38DB-EBB1ED8D37B7}"/>
              </a:ext>
            </a:extLst>
          </p:cNvPr>
          <p:cNvGrpSpPr/>
          <p:nvPr/>
        </p:nvGrpSpPr>
        <p:grpSpPr>
          <a:xfrm>
            <a:off x="340727" y="5204182"/>
            <a:ext cx="2094840" cy="1582560"/>
            <a:chOff x="340727" y="5204182"/>
            <a:chExt cx="2094840" cy="158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3A0F62D-EC70-E610-DFF4-C768B1DBF674}"/>
                    </a:ext>
                  </a:extLst>
                </p14:cNvPr>
                <p14:cNvContentPartPr/>
                <p14:nvPr/>
              </p14:nvContentPartPr>
              <p14:xfrm>
                <a:off x="340727" y="5704222"/>
                <a:ext cx="198360" cy="207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3A0F62D-EC70-E610-DFF4-C768B1DBF67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23087" y="5686222"/>
                  <a:ext cx="2340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71AF95D-BF3E-A9C1-DD98-3C936278711D}"/>
                    </a:ext>
                  </a:extLst>
                </p14:cNvPr>
                <p14:cNvContentPartPr/>
                <p14:nvPr/>
              </p14:nvContentPartPr>
              <p14:xfrm>
                <a:off x="414527" y="5696302"/>
                <a:ext cx="96480" cy="295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71AF95D-BF3E-A9C1-DD98-3C936278711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96527" y="5678302"/>
                  <a:ext cx="1321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94B956F-F915-B40D-582E-E74F844B65F1}"/>
                    </a:ext>
                  </a:extLst>
                </p14:cNvPr>
                <p14:cNvContentPartPr/>
                <p14:nvPr/>
              </p14:nvContentPartPr>
              <p14:xfrm>
                <a:off x="640607" y="5814382"/>
                <a:ext cx="158760" cy="261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94B956F-F915-B40D-582E-E74F844B65F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22967" y="5796742"/>
                  <a:ext cx="1944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2F789F5-1091-4B7E-0DDF-071E5AB812A7}"/>
                    </a:ext>
                  </a:extLst>
                </p14:cNvPr>
                <p14:cNvContentPartPr/>
                <p14:nvPr/>
              </p14:nvContentPartPr>
              <p14:xfrm>
                <a:off x="991607" y="5720422"/>
                <a:ext cx="83880" cy="417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2F789F5-1091-4B7E-0DDF-071E5AB812A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73607" y="5702782"/>
                  <a:ext cx="119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AA17659-B773-8B05-8BD9-445F36BD0472}"/>
                    </a:ext>
                  </a:extLst>
                </p14:cNvPr>
                <p14:cNvContentPartPr/>
                <p14:nvPr/>
              </p14:nvContentPartPr>
              <p14:xfrm>
                <a:off x="966767" y="5807542"/>
                <a:ext cx="171720" cy="802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AA17659-B773-8B05-8BD9-445F36BD047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48767" y="5789542"/>
                  <a:ext cx="207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F786128-6534-365D-B3B2-058111AFEB55}"/>
                    </a:ext>
                  </a:extLst>
                </p14:cNvPr>
                <p14:cNvContentPartPr/>
                <p14:nvPr/>
              </p14:nvContentPartPr>
              <p14:xfrm>
                <a:off x="1260167" y="5299582"/>
                <a:ext cx="404640" cy="1487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F786128-6534-365D-B3B2-058111AFEB5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242527" y="5281942"/>
                  <a:ext cx="440280" cy="15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A1D9412-7152-1DDC-D692-360828C98DA1}"/>
                    </a:ext>
                  </a:extLst>
                </p14:cNvPr>
                <p14:cNvContentPartPr/>
                <p14:nvPr/>
              </p14:nvContentPartPr>
              <p14:xfrm>
                <a:off x="1750487" y="5479582"/>
                <a:ext cx="65880" cy="278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A1D9412-7152-1DDC-D692-360828C98DA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732487" y="5461942"/>
                  <a:ext cx="1015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63DFAEC-09AC-8257-B7DD-825C8CB8DD22}"/>
                    </a:ext>
                  </a:extLst>
                </p14:cNvPr>
                <p14:cNvContentPartPr/>
                <p14:nvPr/>
              </p14:nvContentPartPr>
              <p14:xfrm>
                <a:off x="1852007" y="6024622"/>
                <a:ext cx="27000" cy="154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63DFAEC-09AC-8257-B7DD-825C8CB8DD2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834007" y="6006982"/>
                  <a:ext cx="62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7240AD1-95DC-06ED-160C-DE88AF89B23F}"/>
                    </a:ext>
                  </a:extLst>
                </p14:cNvPr>
                <p14:cNvContentPartPr/>
                <p14:nvPr/>
              </p14:nvContentPartPr>
              <p14:xfrm>
                <a:off x="1710527" y="6456622"/>
                <a:ext cx="194040" cy="60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7240AD1-95DC-06ED-160C-DE88AF89B23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692887" y="6438622"/>
                  <a:ext cx="229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53B1396-5A5C-8173-9BB5-25554AAD1449}"/>
                    </a:ext>
                  </a:extLst>
                </p14:cNvPr>
                <p14:cNvContentPartPr/>
                <p14:nvPr/>
              </p14:nvContentPartPr>
              <p14:xfrm>
                <a:off x="1959287" y="6376342"/>
                <a:ext cx="20520" cy="2332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53B1396-5A5C-8173-9BB5-25554AAD144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941647" y="6358702"/>
                  <a:ext cx="561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A6CDA89-1533-F551-FC53-CCD6788561BD}"/>
                    </a:ext>
                  </a:extLst>
                </p14:cNvPr>
                <p14:cNvContentPartPr/>
                <p14:nvPr/>
              </p14:nvContentPartPr>
              <p14:xfrm>
                <a:off x="1980167" y="5204182"/>
                <a:ext cx="455400" cy="1470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A6CDA89-1533-F551-FC53-CCD6788561B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962527" y="5186182"/>
                  <a:ext cx="491040" cy="150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A9523AE9-03B9-ED7D-D44B-546F3AC1AB55}"/>
                  </a:ext>
                </a:extLst>
              </p14:cNvPr>
              <p14:cNvContentPartPr/>
              <p14:nvPr/>
            </p14:nvContentPartPr>
            <p14:xfrm>
              <a:off x="1947047" y="4523422"/>
              <a:ext cx="7560" cy="68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A9523AE9-03B9-ED7D-D44B-546F3AC1AB55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929407" y="4505782"/>
                <a:ext cx="43200" cy="4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7115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37F9F85-01FF-008C-5027-8F57962A0373}"/>
              </a:ext>
            </a:extLst>
          </p:cNvPr>
          <p:cNvGrpSpPr/>
          <p:nvPr/>
        </p:nvGrpSpPr>
        <p:grpSpPr>
          <a:xfrm>
            <a:off x="483647" y="248422"/>
            <a:ext cx="731880" cy="448200"/>
            <a:chOff x="483647" y="248422"/>
            <a:chExt cx="73188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88E4CAA-B615-3EF5-E751-FC00CAEC2696}"/>
                    </a:ext>
                  </a:extLst>
                </p14:cNvPr>
                <p14:cNvContentPartPr/>
                <p14:nvPr/>
              </p14:nvContentPartPr>
              <p14:xfrm>
                <a:off x="483647" y="248422"/>
                <a:ext cx="280440" cy="443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88E4CAA-B615-3EF5-E751-FC00CAEC26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6007" y="230782"/>
                  <a:ext cx="31608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4190166-368F-A7FF-ABD0-AAA912A3C581}"/>
                    </a:ext>
                  </a:extLst>
                </p14:cNvPr>
                <p14:cNvContentPartPr/>
                <p14:nvPr/>
              </p14:nvContentPartPr>
              <p14:xfrm>
                <a:off x="939407" y="503302"/>
                <a:ext cx="16200" cy="193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4190166-368F-A7FF-ABD0-AAA912A3C58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1407" y="485662"/>
                  <a:ext cx="518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CD51A14-382D-D266-10BB-AFC3AE9944A8}"/>
                    </a:ext>
                  </a:extLst>
                </p14:cNvPr>
                <p14:cNvContentPartPr/>
                <p14:nvPr/>
              </p14:nvContentPartPr>
              <p14:xfrm>
                <a:off x="1087007" y="461902"/>
                <a:ext cx="104040" cy="34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CD51A14-382D-D266-10BB-AFC3AE9944A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9367" y="443902"/>
                  <a:ext cx="139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5DC3AB-D057-8B9F-1F19-29BCB45D320A}"/>
                    </a:ext>
                  </a:extLst>
                </p14:cNvPr>
                <p14:cNvContentPartPr/>
                <p14:nvPr/>
              </p14:nvContentPartPr>
              <p14:xfrm>
                <a:off x="1109687" y="574582"/>
                <a:ext cx="105840" cy="28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5DC3AB-D057-8B9F-1F19-29BCB45D32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2047" y="556582"/>
                  <a:ext cx="14148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A2C702D-4E60-BFFD-EC07-E7A483AED18A}"/>
                  </a:ext>
                </a:extLst>
              </p14:cNvPr>
              <p14:cNvContentPartPr/>
              <p14:nvPr/>
            </p14:nvContentPartPr>
            <p14:xfrm>
              <a:off x="1472927" y="319342"/>
              <a:ext cx="169560" cy="280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A2C702D-4E60-BFFD-EC07-E7A483AED18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55287" y="301702"/>
                <a:ext cx="205200" cy="31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2423E47A-0C0C-E791-C90E-627D6780F295}"/>
              </a:ext>
            </a:extLst>
          </p:cNvPr>
          <p:cNvGrpSpPr/>
          <p:nvPr/>
        </p:nvGrpSpPr>
        <p:grpSpPr>
          <a:xfrm>
            <a:off x="1932287" y="452182"/>
            <a:ext cx="185760" cy="260280"/>
            <a:chOff x="1932287" y="452182"/>
            <a:chExt cx="18576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D18B56E-607E-7F8E-D7B5-F8788B3A9AD4}"/>
                    </a:ext>
                  </a:extLst>
                </p14:cNvPr>
                <p14:cNvContentPartPr/>
                <p14:nvPr/>
              </p14:nvContentPartPr>
              <p14:xfrm>
                <a:off x="1932287" y="540382"/>
                <a:ext cx="185760" cy="16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D18B56E-607E-7F8E-D7B5-F8788B3A9A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14287" y="522742"/>
                  <a:ext cx="221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45897E-435F-4EEE-15A8-59E97EE6C858}"/>
                    </a:ext>
                  </a:extLst>
                </p14:cNvPr>
                <p14:cNvContentPartPr/>
                <p14:nvPr/>
              </p14:nvContentPartPr>
              <p14:xfrm>
                <a:off x="2021207" y="452182"/>
                <a:ext cx="70920" cy="260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45897E-435F-4EEE-15A8-59E97EE6C8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3567" y="434182"/>
                  <a:ext cx="10656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3E1AC0-B013-7942-F726-3DDC04477099}"/>
              </a:ext>
            </a:extLst>
          </p:cNvPr>
          <p:cNvGrpSpPr/>
          <p:nvPr/>
        </p:nvGrpSpPr>
        <p:grpSpPr>
          <a:xfrm>
            <a:off x="2439167" y="316102"/>
            <a:ext cx="410760" cy="414000"/>
            <a:chOff x="2439167" y="316102"/>
            <a:chExt cx="41076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91B80D9-356C-B11A-7553-DBE98B8F678B}"/>
                    </a:ext>
                  </a:extLst>
                </p14:cNvPr>
                <p14:cNvContentPartPr/>
                <p14:nvPr/>
              </p14:nvContentPartPr>
              <p14:xfrm>
                <a:off x="2462207" y="376942"/>
                <a:ext cx="150840" cy="183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91B80D9-356C-B11A-7553-DBE98B8F678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44207" y="358942"/>
                  <a:ext cx="1864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159A1A-D184-8457-6812-AD6D231CEA04}"/>
                    </a:ext>
                  </a:extLst>
                </p14:cNvPr>
                <p14:cNvContentPartPr/>
                <p14:nvPr/>
              </p14:nvContentPartPr>
              <p14:xfrm>
                <a:off x="2439167" y="316102"/>
                <a:ext cx="203400" cy="263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159A1A-D184-8457-6812-AD6D231CEA0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21527" y="298462"/>
                  <a:ext cx="2390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A92F75-6A6A-EE7C-80C4-E76083637A0D}"/>
                    </a:ext>
                  </a:extLst>
                </p14:cNvPr>
                <p14:cNvContentPartPr/>
                <p14:nvPr/>
              </p14:nvContentPartPr>
              <p14:xfrm>
                <a:off x="2824007" y="496462"/>
                <a:ext cx="25920" cy="233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A92F75-6A6A-EE7C-80C4-E76083637A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06367" y="478822"/>
                  <a:ext cx="6156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292333-DE6D-6ED6-CE39-FBE94BDC9C24}"/>
              </a:ext>
            </a:extLst>
          </p:cNvPr>
          <p:cNvGrpSpPr/>
          <p:nvPr/>
        </p:nvGrpSpPr>
        <p:grpSpPr>
          <a:xfrm>
            <a:off x="3062687" y="156262"/>
            <a:ext cx="1270440" cy="1209960"/>
            <a:chOff x="3062687" y="156262"/>
            <a:chExt cx="1270440" cy="12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A7FF7E-82A3-8ED6-925F-5D57DB19CABB}"/>
                    </a:ext>
                  </a:extLst>
                </p14:cNvPr>
                <p14:cNvContentPartPr/>
                <p14:nvPr/>
              </p14:nvContentPartPr>
              <p14:xfrm>
                <a:off x="3084647" y="420142"/>
                <a:ext cx="138240" cy="19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A7FF7E-82A3-8ED6-925F-5D57DB19CA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67007" y="402142"/>
                  <a:ext cx="1738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0347247-50A9-6114-691C-BA81C086A84E}"/>
                    </a:ext>
                  </a:extLst>
                </p14:cNvPr>
                <p14:cNvContentPartPr/>
                <p14:nvPr/>
              </p14:nvContentPartPr>
              <p14:xfrm>
                <a:off x="3062687" y="503302"/>
                <a:ext cx="174240" cy="33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0347247-50A9-6114-691C-BA81C086A8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45047" y="485662"/>
                  <a:ext cx="2098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569E452-D4C4-AA1E-6EDA-568D512C8F6C}"/>
                    </a:ext>
                  </a:extLst>
                </p14:cNvPr>
                <p14:cNvContentPartPr/>
                <p14:nvPr/>
              </p14:nvContentPartPr>
              <p14:xfrm>
                <a:off x="3412967" y="156262"/>
                <a:ext cx="290880" cy="1209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569E452-D4C4-AA1E-6EDA-568D512C8F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95327" y="138622"/>
                  <a:ext cx="326520" cy="12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62EE1C0-B0AE-F79D-1E90-49F99C76849E}"/>
                    </a:ext>
                  </a:extLst>
                </p14:cNvPr>
                <p14:cNvContentPartPr/>
                <p14:nvPr/>
              </p14:nvContentPartPr>
              <p14:xfrm>
                <a:off x="3820487" y="250222"/>
                <a:ext cx="185760" cy="178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62EE1C0-B0AE-F79D-1E90-49F99C76849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02847" y="232222"/>
                  <a:ext cx="221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14E1B31-D905-F3CD-1CF8-EE6384F08816}"/>
                    </a:ext>
                  </a:extLst>
                </p14:cNvPr>
                <p14:cNvContentPartPr/>
                <p14:nvPr/>
              </p14:nvContentPartPr>
              <p14:xfrm>
                <a:off x="3712847" y="628222"/>
                <a:ext cx="250920" cy="519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14E1B31-D905-F3CD-1CF8-EE6384F0881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95207" y="610222"/>
                  <a:ext cx="28656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5634E6-FA5D-6B1E-58AF-6B484616AC40}"/>
                    </a:ext>
                  </a:extLst>
                </p14:cNvPr>
                <p14:cNvContentPartPr/>
                <p14:nvPr/>
              </p14:nvContentPartPr>
              <p14:xfrm>
                <a:off x="3886007" y="306022"/>
                <a:ext cx="447120" cy="1040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5634E6-FA5D-6B1E-58AF-6B484616AC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68367" y="288022"/>
                  <a:ext cx="482760" cy="10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3E4F80-7847-46A2-71D8-2F3F19F6586B}"/>
              </a:ext>
            </a:extLst>
          </p:cNvPr>
          <p:cNvGrpSpPr/>
          <p:nvPr/>
        </p:nvGrpSpPr>
        <p:grpSpPr>
          <a:xfrm>
            <a:off x="597767" y="1866622"/>
            <a:ext cx="971640" cy="373680"/>
            <a:chOff x="597767" y="1866622"/>
            <a:chExt cx="97164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6B96AD-7892-B579-018D-5A683195AC75}"/>
                    </a:ext>
                  </a:extLst>
                </p14:cNvPr>
                <p14:cNvContentPartPr/>
                <p14:nvPr/>
              </p14:nvContentPartPr>
              <p14:xfrm>
                <a:off x="807647" y="1866622"/>
                <a:ext cx="7920" cy="204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6B96AD-7892-B579-018D-5A683195AC7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0007" y="1848622"/>
                  <a:ext cx="43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556F8FF-8F07-784B-A871-F5436036E262}"/>
                    </a:ext>
                  </a:extLst>
                </p14:cNvPr>
                <p14:cNvContentPartPr/>
                <p14:nvPr/>
              </p14:nvContentPartPr>
              <p14:xfrm>
                <a:off x="597767" y="1971382"/>
                <a:ext cx="223200" cy="160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556F8FF-8F07-784B-A871-F5436036E26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0127" y="1953742"/>
                  <a:ext cx="258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569F499-E87A-43D6-2256-90A33B268566}"/>
                    </a:ext>
                  </a:extLst>
                </p14:cNvPr>
                <p14:cNvContentPartPr/>
                <p14:nvPr/>
              </p14:nvContentPartPr>
              <p14:xfrm>
                <a:off x="817727" y="2086222"/>
                <a:ext cx="174240" cy="154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569F499-E87A-43D6-2256-90A33B2685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9727" y="2068222"/>
                  <a:ext cx="2098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141DED5-010E-9B9C-79E3-1E3FE16318EE}"/>
                    </a:ext>
                  </a:extLst>
                </p14:cNvPr>
                <p14:cNvContentPartPr/>
                <p14:nvPr/>
              </p14:nvContentPartPr>
              <p14:xfrm>
                <a:off x="1090247" y="2010622"/>
                <a:ext cx="100800" cy="37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141DED5-010E-9B9C-79E3-1E3FE16318E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72247" y="1992622"/>
                  <a:ext cx="136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73B1532-DDED-20D2-3F3C-6BF2A4587B82}"/>
                    </a:ext>
                  </a:extLst>
                </p14:cNvPr>
                <p14:cNvContentPartPr/>
                <p14:nvPr/>
              </p14:nvContentPartPr>
              <p14:xfrm>
                <a:off x="1115807" y="2062462"/>
                <a:ext cx="148680" cy="46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73B1532-DDED-20D2-3F3C-6BF2A4587B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8167" y="2044822"/>
                  <a:ext cx="184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179BD91-4A75-5BD9-5034-AEA12C08E023}"/>
                    </a:ext>
                  </a:extLst>
                </p14:cNvPr>
                <p14:cNvContentPartPr/>
                <p14:nvPr/>
              </p14:nvContentPartPr>
              <p14:xfrm>
                <a:off x="1336127" y="1942222"/>
                <a:ext cx="233280" cy="209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179BD91-4A75-5BD9-5034-AEA12C08E02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18127" y="1924222"/>
                  <a:ext cx="26892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77797C3-D9DC-C7EE-5485-66F160554120}"/>
              </a:ext>
            </a:extLst>
          </p:cNvPr>
          <p:cNvGrpSpPr/>
          <p:nvPr/>
        </p:nvGrpSpPr>
        <p:grpSpPr>
          <a:xfrm>
            <a:off x="1882607" y="1981462"/>
            <a:ext cx="180000" cy="181440"/>
            <a:chOff x="1882607" y="1981462"/>
            <a:chExt cx="18000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82EA58-B257-A9D4-07D7-684A63257F0B}"/>
                    </a:ext>
                  </a:extLst>
                </p14:cNvPr>
                <p14:cNvContentPartPr/>
                <p14:nvPr/>
              </p14:nvContentPartPr>
              <p14:xfrm>
                <a:off x="1882607" y="2027182"/>
                <a:ext cx="180000" cy="23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82EA58-B257-A9D4-07D7-684A63257F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64967" y="2009542"/>
                  <a:ext cx="215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78E2839-39FE-A883-6C67-C83BB017A08A}"/>
                    </a:ext>
                  </a:extLst>
                </p14:cNvPr>
                <p14:cNvContentPartPr/>
                <p14:nvPr/>
              </p14:nvContentPartPr>
              <p14:xfrm>
                <a:off x="2003567" y="1981462"/>
                <a:ext cx="49680" cy="181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78E2839-39FE-A883-6C67-C83BB017A08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85927" y="1963822"/>
                  <a:ext cx="8532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7FA90D7-FF13-80D1-FDCB-AC4D36D485CC}"/>
              </a:ext>
            </a:extLst>
          </p:cNvPr>
          <p:cNvGrpSpPr/>
          <p:nvPr/>
        </p:nvGrpSpPr>
        <p:grpSpPr>
          <a:xfrm>
            <a:off x="2476247" y="1908382"/>
            <a:ext cx="842040" cy="324720"/>
            <a:chOff x="2476247" y="1908382"/>
            <a:chExt cx="84204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65593F2-B79B-CB88-DB22-552A9E2DF3B4}"/>
                    </a:ext>
                  </a:extLst>
                </p14:cNvPr>
                <p14:cNvContentPartPr/>
                <p14:nvPr/>
              </p14:nvContentPartPr>
              <p14:xfrm>
                <a:off x="2538167" y="1908382"/>
                <a:ext cx="114480" cy="214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65593F2-B79B-CB88-DB22-552A9E2DF3B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20527" y="1890742"/>
                  <a:ext cx="1501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B10497-9C05-56E2-36F0-F03E2E1E83FD}"/>
                    </a:ext>
                  </a:extLst>
                </p14:cNvPr>
                <p14:cNvContentPartPr/>
                <p14:nvPr/>
              </p14:nvContentPartPr>
              <p14:xfrm>
                <a:off x="2476247" y="1963102"/>
                <a:ext cx="162720" cy="206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B10497-9C05-56E2-36F0-F03E2E1E83F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58247" y="1945102"/>
                  <a:ext cx="198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3B8226-C5FE-9D15-17A1-3F3B51874A87}"/>
                    </a:ext>
                  </a:extLst>
                </p14:cNvPr>
                <p14:cNvContentPartPr/>
                <p14:nvPr/>
              </p14:nvContentPartPr>
              <p14:xfrm>
                <a:off x="2748047" y="2071822"/>
                <a:ext cx="258840" cy="161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3B8226-C5FE-9D15-17A1-3F3B51874A8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30407" y="2054182"/>
                  <a:ext cx="294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B584B5-79FF-9D5F-209A-74F254DDD247}"/>
                    </a:ext>
                  </a:extLst>
                </p14:cNvPr>
                <p14:cNvContentPartPr/>
                <p14:nvPr/>
              </p14:nvContentPartPr>
              <p14:xfrm>
                <a:off x="3138647" y="1960582"/>
                <a:ext cx="111960" cy="25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B584B5-79FF-9D5F-209A-74F254DDD24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21007" y="1942582"/>
                  <a:ext cx="147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BD42A79-BF52-B88E-447A-64E8FFDBE47C}"/>
                    </a:ext>
                  </a:extLst>
                </p14:cNvPr>
                <p14:cNvContentPartPr/>
                <p14:nvPr/>
              </p14:nvContentPartPr>
              <p14:xfrm>
                <a:off x="3124607" y="2040862"/>
                <a:ext cx="193680" cy="30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BD42A79-BF52-B88E-447A-64E8FFDBE47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06607" y="2023222"/>
                  <a:ext cx="22932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284BA0-2561-D1C0-BE03-CE9FBFD1486C}"/>
              </a:ext>
            </a:extLst>
          </p:cNvPr>
          <p:cNvGrpSpPr/>
          <p:nvPr/>
        </p:nvGrpSpPr>
        <p:grpSpPr>
          <a:xfrm>
            <a:off x="3667847" y="1726582"/>
            <a:ext cx="657000" cy="1383480"/>
            <a:chOff x="3667847" y="1726582"/>
            <a:chExt cx="657000" cy="138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AE27AEA-BD5E-C377-3D6B-40D4BF630A1A}"/>
                    </a:ext>
                  </a:extLst>
                </p14:cNvPr>
                <p14:cNvContentPartPr/>
                <p14:nvPr/>
              </p14:nvContentPartPr>
              <p14:xfrm>
                <a:off x="3667847" y="1726582"/>
                <a:ext cx="239760" cy="1383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AE27AEA-BD5E-C377-3D6B-40D4BF630A1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49847" y="1708942"/>
                  <a:ext cx="275400" cy="14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40D4372-E469-6B2C-55D3-8CC24B950310}"/>
                    </a:ext>
                  </a:extLst>
                </p14:cNvPr>
                <p14:cNvContentPartPr/>
                <p14:nvPr/>
              </p14:nvContentPartPr>
              <p14:xfrm>
                <a:off x="4116767" y="1841782"/>
                <a:ext cx="208080" cy="214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40D4372-E469-6B2C-55D3-8CC24B95031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99127" y="1823782"/>
                  <a:ext cx="243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8D2ECE3-3A99-77F8-B966-56385E863D05}"/>
                    </a:ext>
                  </a:extLst>
                </p14:cNvPr>
                <p14:cNvContentPartPr/>
                <p14:nvPr/>
              </p14:nvContentPartPr>
              <p14:xfrm>
                <a:off x="4106327" y="2324542"/>
                <a:ext cx="27000" cy="181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8D2ECE3-3A99-77F8-B966-56385E863D0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88327" y="2306542"/>
                  <a:ext cx="62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55B41F8-6467-A2BF-458D-5C9515363DFD}"/>
                    </a:ext>
                  </a:extLst>
                </p14:cNvPr>
                <p14:cNvContentPartPr/>
                <p14:nvPr/>
              </p14:nvContentPartPr>
              <p14:xfrm>
                <a:off x="4072847" y="2749702"/>
                <a:ext cx="26280" cy="134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55B41F8-6467-A2BF-458D-5C9515363D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55207" y="2732062"/>
                  <a:ext cx="61920" cy="17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70ACB7D-5611-4D52-B067-8324EA33A9D3}"/>
                  </a:ext>
                </a:extLst>
              </p14:cNvPr>
              <p14:cNvContentPartPr/>
              <p14:nvPr/>
            </p14:nvContentPartPr>
            <p14:xfrm>
              <a:off x="4432127" y="1636942"/>
              <a:ext cx="506880" cy="1517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70ACB7D-5611-4D52-B067-8324EA33A9D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414487" y="1619302"/>
                <a:ext cx="542520" cy="155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6A658F7C-32EA-1B51-77C4-41BE78F69D42}"/>
              </a:ext>
            </a:extLst>
          </p:cNvPr>
          <p:cNvGrpSpPr/>
          <p:nvPr/>
        </p:nvGrpSpPr>
        <p:grpSpPr>
          <a:xfrm>
            <a:off x="511007" y="3457102"/>
            <a:ext cx="1050480" cy="453960"/>
            <a:chOff x="511007" y="3457102"/>
            <a:chExt cx="105048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8A9982F-118E-951F-50F7-2F49CAEFEE49}"/>
                    </a:ext>
                  </a:extLst>
                </p14:cNvPr>
                <p14:cNvContentPartPr/>
                <p14:nvPr/>
              </p14:nvContentPartPr>
              <p14:xfrm>
                <a:off x="746447" y="3457102"/>
                <a:ext cx="16560" cy="288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8A9982F-118E-951F-50F7-2F49CAEFEE4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8807" y="3439462"/>
                  <a:ext cx="522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7338B06-1751-6DEA-C702-900CBC0765FC}"/>
                    </a:ext>
                  </a:extLst>
                </p14:cNvPr>
                <p14:cNvContentPartPr/>
                <p14:nvPr/>
              </p14:nvContentPartPr>
              <p14:xfrm>
                <a:off x="511007" y="3625582"/>
                <a:ext cx="235440" cy="133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7338B06-1751-6DEA-C702-900CBC0765F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3007" y="3607942"/>
                  <a:ext cx="271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FE97F92-87DF-162F-71F9-03436BBDD5A1}"/>
                    </a:ext>
                  </a:extLst>
                </p14:cNvPr>
                <p14:cNvContentPartPr/>
                <p14:nvPr/>
              </p14:nvContentPartPr>
              <p14:xfrm>
                <a:off x="756167" y="3682462"/>
                <a:ext cx="146160" cy="228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FE97F92-87DF-162F-71F9-03436BBDD5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8167" y="3664462"/>
                  <a:ext cx="1818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889B4F0-C89E-440C-DDCF-EE03B1EDF462}"/>
                    </a:ext>
                  </a:extLst>
                </p14:cNvPr>
                <p14:cNvContentPartPr/>
                <p14:nvPr/>
              </p14:nvContentPartPr>
              <p14:xfrm>
                <a:off x="1079447" y="3697222"/>
                <a:ext cx="114480" cy="32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889B4F0-C89E-440C-DDCF-EE03B1EDF4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61447" y="3679582"/>
                  <a:ext cx="1501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6BC3F09-F899-32BC-A9A7-69A50B8538F6}"/>
                    </a:ext>
                  </a:extLst>
                </p14:cNvPr>
                <p14:cNvContentPartPr/>
                <p14:nvPr/>
              </p14:nvContentPartPr>
              <p14:xfrm>
                <a:off x="1073687" y="3764182"/>
                <a:ext cx="165960" cy="52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6BC3F09-F899-32BC-A9A7-69A50B8538F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56047" y="3746182"/>
                  <a:ext cx="201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7F1E600-38E1-B164-5E0F-6089D2CC31BD}"/>
                    </a:ext>
                  </a:extLst>
                </p14:cNvPr>
                <p14:cNvContentPartPr/>
                <p14:nvPr/>
              </p14:nvContentPartPr>
              <p14:xfrm>
                <a:off x="1373207" y="3615142"/>
                <a:ext cx="188280" cy="207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7F1E600-38E1-B164-5E0F-6089D2CC31B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55207" y="3597142"/>
                  <a:ext cx="22392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C7FE41A-FAC6-49BA-B5F0-E304D6D193BB}"/>
              </a:ext>
            </a:extLst>
          </p:cNvPr>
          <p:cNvGrpSpPr/>
          <p:nvPr/>
        </p:nvGrpSpPr>
        <p:grpSpPr>
          <a:xfrm>
            <a:off x="1811327" y="3628462"/>
            <a:ext cx="217440" cy="189720"/>
            <a:chOff x="1811327" y="3628462"/>
            <a:chExt cx="21744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E12487-E571-B68D-2B9E-285F7F119EDB}"/>
                    </a:ext>
                  </a:extLst>
                </p14:cNvPr>
                <p14:cNvContentPartPr/>
                <p14:nvPr/>
              </p14:nvContentPartPr>
              <p14:xfrm>
                <a:off x="1811327" y="3689662"/>
                <a:ext cx="217440" cy="53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E12487-E571-B68D-2B9E-285F7F119ED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93687" y="3671662"/>
                  <a:ext cx="253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D4CBA4C-E800-5B90-9B01-2109BA4AB0EF}"/>
                    </a:ext>
                  </a:extLst>
                </p14:cNvPr>
                <p14:cNvContentPartPr/>
                <p14:nvPr/>
              </p14:nvContentPartPr>
              <p14:xfrm>
                <a:off x="1968287" y="3628462"/>
                <a:ext cx="43200" cy="189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D4CBA4C-E800-5B90-9B01-2109BA4AB0E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50287" y="3610822"/>
                  <a:ext cx="788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3094CD0-9BE7-685D-DBB6-F8787ACA13FA}"/>
              </a:ext>
            </a:extLst>
          </p:cNvPr>
          <p:cNvGrpSpPr/>
          <p:nvPr/>
        </p:nvGrpSpPr>
        <p:grpSpPr>
          <a:xfrm>
            <a:off x="2483807" y="3540622"/>
            <a:ext cx="525240" cy="459720"/>
            <a:chOff x="2483807" y="3540622"/>
            <a:chExt cx="52524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9571FE3-9489-F4C9-F508-31FA3AA68770}"/>
                    </a:ext>
                  </a:extLst>
                </p14:cNvPr>
                <p14:cNvContentPartPr/>
                <p14:nvPr/>
              </p14:nvContentPartPr>
              <p14:xfrm>
                <a:off x="2496407" y="3540622"/>
                <a:ext cx="230040" cy="257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9571FE3-9489-F4C9-F508-31FA3AA6877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78767" y="3522622"/>
                  <a:ext cx="2656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E202098-55AE-FE12-4EA9-26875A2FAF0B}"/>
                    </a:ext>
                  </a:extLst>
                </p14:cNvPr>
                <p14:cNvContentPartPr/>
                <p14:nvPr/>
              </p14:nvContentPartPr>
              <p14:xfrm>
                <a:off x="2483807" y="3578422"/>
                <a:ext cx="242280" cy="26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E202098-55AE-FE12-4EA9-26875A2FAF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65807" y="3560782"/>
                  <a:ext cx="2779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5F304FB-C91B-7B16-D27D-CC1683E0C7D5}"/>
                    </a:ext>
                  </a:extLst>
                </p14:cNvPr>
                <p14:cNvContentPartPr/>
                <p14:nvPr/>
              </p14:nvContentPartPr>
              <p14:xfrm>
                <a:off x="2822567" y="3718822"/>
                <a:ext cx="186480" cy="281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5F304FB-C91B-7B16-D27D-CC1683E0C7D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04567" y="3700822"/>
                  <a:ext cx="22212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F58F9C2-36FE-9F78-533C-B50F36DA2B53}"/>
              </a:ext>
            </a:extLst>
          </p:cNvPr>
          <p:cNvGrpSpPr/>
          <p:nvPr/>
        </p:nvGrpSpPr>
        <p:grpSpPr>
          <a:xfrm>
            <a:off x="3336647" y="3353062"/>
            <a:ext cx="1487880" cy="1445400"/>
            <a:chOff x="3336647" y="3353062"/>
            <a:chExt cx="1487880" cy="144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DBEF29D-AF1C-4894-0CD3-22CFA36AE48B}"/>
                    </a:ext>
                  </a:extLst>
                </p14:cNvPr>
                <p14:cNvContentPartPr/>
                <p14:nvPr/>
              </p14:nvContentPartPr>
              <p14:xfrm>
                <a:off x="3336647" y="3687862"/>
                <a:ext cx="133920" cy="27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DBEF29D-AF1C-4894-0CD3-22CFA36AE48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19007" y="3670222"/>
                  <a:ext cx="169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4E32D3F-8B11-0D8E-7E41-884ACE85A0F4}"/>
                    </a:ext>
                  </a:extLst>
                </p14:cNvPr>
                <p14:cNvContentPartPr/>
                <p14:nvPr/>
              </p14:nvContentPartPr>
              <p14:xfrm>
                <a:off x="3376247" y="3759862"/>
                <a:ext cx="206640" cy="32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4E32D3F-8B11-0D8E-7E41-884ACE85A0F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58607" y="3741862"/>
                  <a:ext cx="242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2C7E6FE-C954-5C4D-177A-FD31E95CF5F2}"/>
                    </a:ext>
                  </a:extLst>
                </p14:cNvPr>
                <p14:cNvContentPartPr/>
                <p14:nvPr/>
              </p14:nvContentPartPr>
              <p14:xfrm>
                <a:off x="3722927" y="3417502"/>
                <a:ext cx="305280" cy="1305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2C7E6FE-C954-5C4D-177A-FD31E95CF5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04927" y="3399862"/>
                  <a:ext cx="340920" cy="13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DCD5136-C1C8-86A6-6F4F-CB8F81DF5FFF}"/>
                    </a:ext>
                  </a:extLst>
                </p14:cNvPr>
                <p14:cNvContentPartPr/>
                <p14:nvPr/>
              </p14:nvContentPartPr>
              <p14:xfrm>
                <a:off x="4305407" y="3540982"/>
                <a:ext cx="28800" cy="199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DCD5136-C1C8-86A6-6F4F-CB8F81DF5FF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87767" y="3523342"/>
                  <a:ext cx="644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54119CB-F08B-CBEF-F96C-50035D840F82}"/>
                    </a:ext>
                  </a:extLst>
                </p14:cNvPr>
                <p14:cNvContentPartPr/>
                <p14:nvPr/>
              </p14:nvContentPartPr>
              <p14:xfrm>
                <a:off x="4245287" y="3954622"/>
                <a:ext cx="35280" cy="178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54119CB-F08B-CBEF-F96C-50035D840F8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27647" y="3936622"/>
                  <a:ext cx="709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B3732E8-4C5A-B46A-5D21-420370643250}"/>
                    </a:ext>
                  </a:extLst>
                </p14:cNvPr>
                <p14:cNvContentPartPr/>
                <p14:nvPr/>
              </p14:nvContentPartPr>
              <p14:xfrm>
                <a:off x="4041167" y="4354942"/>
                <a:ext cx="166680" cy="30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B3732E8-4C5A-B46A-5D21-42037064325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23167" y="4337302"/>
                  <a:ext cx="2023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99136-6296-6A53-0DC4-76EBD288B80F}"/>
                    </a:ext>
                  </a:extLst>
                </p14:cNvPr>
                <p14:cNvContentPartPr/>
                <p14:nvPr/>
              </p14:nvContentPartPr>
              <p14:xfrm>
                <a:off x="4289567" y="4282222"/>
                <a:ext cx="38520" cy="282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99136-6296-6A53-0DC4-76EBD288B80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71567" y="4264582"/>
                  <a:ext cx="741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54912DB-4D4D-B7C5-B5D5-23E424E220CC}"/>
                    </a:ext>
                  </a:extLst>
                </p14:cNvPr>
                <p14:cNvContentPartPr/>
                <p14:nvPr/>
              </p14:nvContentPartPr>
              <p14:xfrm>
                <a:off x="4287047" y="3353062"/>
                <a:ext cx="537480" cy="1445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54912DB-4D4D-B7C5-B5D5-23E424E220C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69047" y="3335422"/>
                  <a:ext cx="573120" cy="148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A57FF73-D77A-7275-386F-FD11D3B2F7AD}"/>
              </a:ext>
            </a:extLst>
          </p:cNvPr>
          <p:cNvGrpSpPr/>
          <p:nvPr/>
        </p:nvGrpSpPr>
        <p:grpSpPr>
          <a:xfrm>
            <a:off x="7623887" y="1095142"/>
            <a:ext cx="1431720" cy="648360"/>
            <a:chOff x="7623887" y="1095142"/>
            <a:chExt cx="1431720" cy="64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BF54DAA-D7E5-6F99-1789-0415BA5263A3}"/>
                    </a:ext>
                  </a:extLst>
                </p14:cNvPr>
                <p14:cNvContentPartPr/>
                <p14:nvPr/>
              </p14:nvContentPartPr>
              <p14:xfrm>
                <a:off x="7762847" y="1296382"/>
                <a:ext cx="74880" cy="265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BF54DAA-D7E5-6F99-1789-0415BA5263A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44847" y="1278742"/>
                  <a:ext cx="1105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D13035D-E1E3-0A1E-7450-06D77FD29B6A}"/>
                    </a:ext>
                  </a:extLst>
                </p14:cNvPr>
                <p14:cNvContentPartPr/>
                <p14:nvPr/>
              </p14:nvContentPartPr>
              <p14:xfrm>
                <a:off x="7623887" y="1389262"/>
                <a:ext cx="239040" cy="261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D13035D-E1E3-0A1E-7450-06D77FD29B6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06247" y="1371622"/>
                  <a:ext cx="2746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1B6D92D-7294-C83B-406C-02212B8524DC}"/>
                    </a:ext>
                  </a:extLst>
                </p14:cNvPr>
                <p14:cNvContentPartPr/>
                <p14:nvPr/>
              </p14:nvContentPartPr>
              <p14:xfrm>
                <a:off x="7893527" y="1503382"/>
                <a:ext cx="52200" cy="196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1B6D92D-7294-C83B-406C-02212B8524D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75527" y="1485742"/>
                  <a:ext cx="87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BA54FCF-1C88-A5FD-AB48-CC69B54DD80D}"/>
                    </a:ext>
                  </a:extLst>
                </p14:cNvPr>
                <p14:cNvContentPartPr/>
                <p14:nvPr/>
              </p14:nvContentPartPr>
              <p14:xfrm>
                <a:off x="8059847" y="1095142"/>
                <a:ext cx="32400" cy="213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BA54FCF-1C88-A5FD-AB48-CC69B54DD80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41847" y="1077502"/>
                  <a:ext cx="680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7205AEB-5CC5-CC4A-278D-1AFE1EE53B12}"/>
                    </a:ext>
                  </a:extLst>
                </p14:cNvPr>
                <p14:cNvContentPartPr/>
                <p14:nvPr/>
              </p14:nvContentPartPr>
              <p14:xfrm>
                <a:off x="8230487" y="1368382"/>
                <a:ext cx="119880" cy="199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7205AEB-5CC5-CC4A-278D-1AFE1EE53B1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12487" y="1350382"/>
                  <a:ext cx="1555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CC5D78A-C520-E61B-758C-8D3FA3B8AC13}"/>
                    </a:ext>
                  </a:extLst>
                </p14:cNvPr>
                <p14:cNvContentPartPr/>
                <p14:nvPr/>
              </p14:nvContentPartPr>
              <p14:xfrm>
                <a:off x="8203847" y="1350022"/>
                <a:ext cx="198720" cy="286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CC5D78A-C520-E61B-758C-8D3FA3B8AC1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85847" y="1332022"/>
                  <a:ext cx="2343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4CD4FE0-F320-3EC3-9A62-5EB29346500E}"/>
                    </a:ext>
                  </a:extLst>
                </p14:cNvPr>
                <p14:cNvContentPartPr/>
                <p14:nvPr/>
              </p14:nvContentPartPr>
              <p14:xfrm>
                <a:off x="8385647" y="1499062"/>
                <a:ext cx="274320" cy="244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4CD4FE0-F320-3EC3-9A62-5EB29346500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67647" y="1481422"/>
                  <a:ext cx="3099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69D82D7-48E3-57A2-78DD-46B67A600AE9}"/>
                    </a:ext>
                  </a:extLst>
                </p14:cNvPr>
                <p14:cNvContentPartPr/>
                <p14:nvPr/>
              </p14:nvContentPartPr>
              <p14:xfrm>
                <a:off x="8851127" y="1428862"/>
                <a:ext cx="122400" cy="21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69D82D7-48E3-57A2-78DD-46B67A600AE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33487" y="1411222"/>
                  <a:ext cx="158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A07646F-0B59-6711-4C46-EEAE8FC45B5B}"/>
                    </a:ext>
                  </a:extLst>
                </p14:cNvPr>
                <p14:cNvContentPartPr/>
                <p14:nvPr/>
              </p14:nvContentPartPr>
              <p14:xfrm>
                <a:off x="8838527" y="1515262"/>
                <a:ext cx="217080" cy="36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A07646F-0B59-6711-4C46-EEAE8FC45B5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820887" y="1497262"/>
                  <a:ext cx="25272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E89C7EA-B992-6F7D-85A3-2E792FD01C4F}"/>
              </a:ext>
            </a:extLst>
          </p:cNvPr>
          <p:cNvGrpSpPr/>
          <p:nvPr/>
        </p:nvGrpSpPr>
        <p:grpSpPr>
          <a:xfrm>
            <a:off x="9369527" y="1172542"/>
            <a:ext cx="482760" cy="885600"/>
            <a:chOff x="9369527" y="1172542"/>
            <a:chExt cx="482760" cy="88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7A334C8-35DA-3D37-B428-4A4CF99EF0C2}"/>
                    </a:ext>
                  </a:extLst>
                </p14:cNvPr>
                <p14:cNvContentPartPr/>
                <p14:nvPr/>
              </p14:nvContentPartPr>
              <p14:xfrm>
                <a:off x="9369527" y="1172542"/>
                <a:ext cx="258480" cy="885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7A334C8-35DA-3D37-B428-4A4CF99EF0C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351527" y="1154902"/>
                  <a:ext cx="29412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50D07D3-EE5C-7127-483A-0CF75999CE74}"/>
                    </a:ext>
                  </a:extLst>
                </p14:cNvPr>
                <p14:cNvContentPartPr/>
                <p14:nvPr/>
              </p14:nvContentPartPr>
              <p14:xfrm>
                <a:off x="9668327" y="1377382"/>
                <a:ext cx="183960" cy="235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50D07D3-EE5C-7127-483A-0CF75999CE7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650327" y="1359742"/>
                  <a:ext cx="21960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261AEBC-F7F7-95C8-28FF-E425D06A109C}"/>
              </a:ext>
            </a:extLst>
          </p:cNvPr>
          <p:cNvGrpSpPr/>
          <p:nvPr/>
        </p:nvGrpSpPr>
        <p:grpSpPr>
          <a:xfrm>
            <a:off x="10247927" y="1379182"/>
            <a:ext cx="264240" cy="250200"/>
            <a:chOff x="10247927" y="1379182"/>
            <a:chExt cx="26424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65DFCFA-F5BF-CADB-7260-134CAE3698A1}"/>
                    </a:ext>
                  </a:extLst>
                </p14:cNvPr>
                <p14:cNvContentPartPr/>
                <p14:nvPr/>
              </p14:nvContentPartPr>
              <p14:xfrm>
                <a:off x="10247927" y="1469542"/>
                <a:ext cx="129960" cy="28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65DFCFA-F5BF-CADB-7260-134CAE3698A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230287" y="1451542"/>
                  <a:ext cx="165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EB35C13-3824-3FBA-FFAD-551D8ACCC3B4}"/>
                    </a:ext>
                  </a:extLst>
                </p14:cNvPr>
                <p14:cNvContentPartPr/>
                <p14:nvPr/>
              </p14:nvContentPartPr>
              <p14:xfrm>
                <a:off x="10490567" y="1379182"/>
                <a:ext cx="21600" cy="250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EB35C13-3824-3FBA-FFAD-551D8ACCC3B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72567" y="1361182"/>
                  <a:ext cx="57240" cy="28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8CF558C-87F0-9142-BE1F-0CF3B29133A0}"/>
              </a:ext>
            </a:extLst>
          </p:cNvPr>
          <p:cNvGrpSpPr/>
          <p:nvPr/>
        </p:nvGrpSpPr>
        <p:grpSpPr>
          <a:xfrm>
            <a:off x="10975847" y="1138342"/>
            <a:ext cx="1147680" cy="1717200"/>
            <a:chOff x="10975847" y="1138342"/>
            <a:chExt cx="1147680" cy="171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F1F5F67-E63F-49CC-AC72-B8D4A8DB8273}"/>
                    </a:ext>
                  </a:extLst>
                </p14:cNvPr>
                <p14:cNvContentPartPr/>
                <p14:nvPr/>
              </p14:nvContentPartPr>
              <p14:xfrm>
                <a:off x="10975847" y="1348942"/>
                <a:ext cx="12600" cy="274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F1F5F67-E63F-49CC-AC72-B8D4A8DB82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958207" y="1330942"/>
                  <a:ext cx="482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12C10C1-2B13-58FC-7A92-66A7B1C1C627}"/>
                    </a:ext>
                  </a:extLst>
                </p14:cNvPr>
                <p14:cNvContentPartPr/>
                <p14:nvPr/>
              </p14:nvContentPartPr>
              <p14:xfrm>
                <a:off x="11039207" y="1138342"/>
                <a:ext cx="296640" cy="761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12C10C1-2B13-58FC-7A92-66A7B1C1C62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021207" y="1120702"/>
                  <a:ext cx="33228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56BD6AA-6143-DD15-4A11-E6251CF3597F}"/>
                    </a:ext>
                  </a:extLst>
                </p14:cNvPr>
                <p14:cNvContentPartPr/>
                <p14:nvPr/>
              </p14:nvContentPartPr>
              <p14:xfrm>
                <a:off x="11517287" y="1186222"/>
                <a:ext cx="284040" cy="1501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56BD6AA-6143-DD15-4A11-E6251CF3597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499287" y="1168222"/>
                  <a:ext cx="319680" cy="15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6F7530E-8B43-103E-4372-86BF41C24075}"/>
                    </a:ext>
                  </a:extLst>
                </p14:cNvPr>
                <p14:cNvContentPartPr/>
                <p14:nvPr/>
              </p14:nvContentPartPr>
              <p14:xfrm>
                <a:off x="11853167" y="1420942"/>
                <a:ext cx="140400" cy="204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6F7530E-8B43-103E-4372-86BF41C2407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835167" y="1403302"/>
                  <a:ext cx="1760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236BE23-C836-E923-442D-6B243285A3CD}"/>
                    </a:ext>
                  </a:extLst>
                </p14:cNvPr>
                <p14:cNvContentPartPr/>
                <p14:nvPr/>
              </p14:nvContentPartPr>
              <p14:xfrm>
                <a:off x="11877647" y="1909822"/>
                <a:ext cx="12600" cy="16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236BE23-C836-E923-442D-6B243285A3C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860007" y="1891822"/>
                  <a:ext cx="482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1F02FF1-4BED-5AA6-791A-49604927A62E}"/>
                    </a:ext>
                  </a:extLst>
                </p14:cNvPr>
                <p14:cNvContentPartPr/>
                <p14:nvPr/>
              </p14:nvContentPartPr>
              <p14:xfrm>
                <a:off x="11838047" y="2331742"/>
                <a:ext cx="9000" cy="165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1F02FF1-4BED-5AA6-791A-49604927A62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820407" y="2313742"/>
                  <a:ext cx="44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2AC9AD9-6D59-9A19-DD48-AC5A823E5FA8}"/>
                    </a:ext>
                  </a:extLst>
                </p14:cNvPr>
                <p14:cNvContentPartPr/>
                <p14:nvPr/>
              </p14:nvContentPartPr>
              <p14:xfrm>
                <a:off x="11622407" y="1138702"/>
                <a:ext cx="501120" cy="1716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2AC9AD9-6D59-9A19-DD48-AC5A823E5FA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604407" y="1120702"/>
                  <a:ext cx="536760" cy="175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AEA408D-DBA6-336C-B816-9FD2507A453F}"/>
              </a:ext>
            </a:extLst>
          </p:cNvPr>
          <p:cNvGrpSpPr/>
          <p:nvPr/>
        </p:nvGrpSpPr>
        <p:grpSpPr>
          <a:xfrm>
            <a:off x="8721167" y="3161542"/>
            <a:ext cx="1227960" cy="322920"/>
            <a:chOff x="8721167" y="3161542"/>
            <a:chExt cx="122796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7B99B93-2228-502E-F3B5-E9CEC615160A}"/>
                    </a:ext>
                  </a:extLst>
                </p14:cNvPr>
                <p14:cNvContentPartPr/>
                <p14:nvPr/>
              </p14:nvContentPartPr>
              <p14:xfrm>
                <a:off x="8721167" y="3352702"/>
                <a:ext cx="131040" cy="21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7B99B93-2228-502E-F3B5-E9CEC615160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703527" y="3335062"/>
                  <a:ext cx="166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B822E2-E309-7162-4850-5A632FFB8F62}"/>
                    </a:ext>
                  </a:extLst>
                </p14:cNvPr>
                <p14:cNvContentPartPr/>
                <p14:nvPr/>
              </p14:nvContentPartPr>
              <p14:xfrm>
                <a:off x="8759327" y="3161542"/>
                <a:ext cx="1189800" cy="322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B822E2-E309-7162-4850-5A632FFB8F6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41327" y="3143542"/>
                  <a:ext cx="1225440" cy="35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004E8DC-0F26-6840-8C83-E1D989A4DF53}"/>
              </a:ext>
            </a:extLst>
          </p:cNvPr>
          <p:cNvGrpSpPr/>
          <p:nvPr/>
        </p:nvGrpSpPr>
        <p:grpSpPr>
          <a:xfrm>
            <a:off x="10247567" y="3183502"/>
            <a:ext cx="620280" cy="280440"/>
            <a:chOff x="10247567" y="3183502"/>
            <a:chExt cx="62028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6D97DA7-8DA6-BC92-67C6-878E9ED17B02}"/>
                    </a:ext>
                  </a:extLst>
                </p14:cNvPr>
                <p14:cNvContentPartPr/>
                <p14:nvPr/>
              </p14:nvContentPartPr>
              <p14:xfrm>
                <a:off x="10247567" y="3285022"/>
                <a:ext cx="132840" cy="23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6D97DA7-8DA6-BC92-67C6-878E9ED17B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29927" y="3267382"/>
                  <a:ext cx="168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1B8A5D7-2247-0A96-D6C1-75BC091BB066}"/>
                    </a:ext>
                  </a:extLst>
                </p14:cNvPr>
                <p14:cNvContentPartPr/>
                <p14:nvPr/>
              </p14:nvContentPartPr>
              <p14:xfrm>
                <a:off x="10303367" y="3202582"/>
                <a:ext cx="17280" cy="197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1B8A5D7-2247-0A96-D6C1-75BC091BB06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85367" y="3184582"/>
                  <a:ext cx="529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3BF039B-7A52-BD00-8BF0-EF45760DAAE8}"/>
                    </a:ext>
                  </a:extLst>
                </p14:cNvPr>
                <p14:cNvContentPartPr/>
                <p14:nvPr/>
              </p14:nvContentPartPr>
              <p14:xfrm>
                <a:off x="10462127" y="3183502"/>
                <a:ext cx="27720" cy="280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3BF039B-7A52-BD00-8BF0-EF45760DAAE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444127" y="3165862"/>
                  <a:ext cx="63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D175D63-5B32-A1F5-9B19-97DBA02129B6}"/>
                    </a:ext>
                  </a:extLst>
                </p14:cNvPr>
                <p14:cNvContentPartPr/>
                <p14:nvPr/>
              </p14:nvContentPartPr>
              <p14:xfrm>
                <a:off x="10647527" y="3282862"/>
                <a:ext cx="145080" cy="38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D175D63-5B32-A1F5-9B19-97DBA02129B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29887" y="3264862"/>
                  <a:ext cx="1807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9286D8B-843E-ABB6-D608-B09851F445A2}"/>
                    </a:ext>
                  </a:extLst>
                </p14:cNvPr>
                <p14:cNvContentPartPr/>
                <p14:nvPr/>
              </p14:nvContentPartPr>
              <p14:xfrm>
                <a:off x="10660487" y="3352702"/>
                <a:ext cx="207360" cy="45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9286D8B-843E-ABB6-D608-B09851F445A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642847" y="3335062"/>
                  <a:ext cx="24300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681DDCC-0CD9-2794-9080-35F3B238EFE9}"/>
                  </a:ext>
                </a:extLst>
              </p14:cNvPr>
              <p14:cNvContentPartPr/>
              <p14:nvPr/>
            </p14:nvContentPartPr>
            <p14:xfrm>
              <a:off x="11181047" y="3157942"/>
              <a:ext cx="182880" cy="2167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681DDCC-0CD9-2794-9080-35F3B238EFE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163047" y="3139942"/>
                <a:ext cx="218520" cy="2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8223547-95D1-E42B-C812-C2CA9A28BB10}"/>
              </a:ext>
            </a:extLst>
          </p:cNvPr>
          <p:cNvGrpSpPr/>
          <p:nvPr/>
        </p:nvGrpSpPr>
        <p:grpSpPr>
          <a:xfrm>
            <a:off x="7631807" y="3692182"/>
            <a:ext cx="405000" cy="571320"/>
            <a:chOff x="7631807" y="3692182"/>
            <a:chExt cx="405000" cy="57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8588AA4-EC6D-F4BF-F761-0C433902DD16}"/>
                    </a:ext>
                  </a:extLst>
                </p14:cNvPr>
                <p14:cNvContentPartPr/>
                <p14:nvPr/>
              </p14:nvContentPartPr>
              <p14:xfrm>
                <a:off x="7631807" y="3826462"/>
                <a:ext cx="175320" cy="278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8588AA4-EC6D-F4BF-F761-0C433902DD1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13807" y="3808822"/>
                  <a:ext cx="2109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A0304A6-EF29-28D3-787E-A0D72C7AEC76}"/>
                    </a:ext>
                  </a:extLst>
                </p14:cNvPr>
                <p14:cNvContentPartPr/>
                <p14:nvPr/>
              </p14:nvContentPartPr>
              <p14:xfrm>
                <a:off x="7655207" y="3884782"/>
                <a:ext cx="141480" cy="221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A0304A6-EF29-28D3-787E-A0D72C7AEC7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637567" y="3867142"/>
                  <a:ext cx="177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9A99999-7C1D-3A21-0995-D1ADD5D17C9B}"/>
                    </a:ext>
                  </a:extLst>
                </p14:cNvPr>
                <p14:cNvContentPartPr/>
                <p14:nvPr/>
              </p14:nvContentPartPr>
              <p14:xfrm>
                <a:off x="7843127" y="4059382"/>
                <a:ext cx="153720" cy="204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9A99999-7C1D-3A21-0995-D1ADD5D17C9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25487" y="4041382"/>
                  <a:ext cx="1893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B6BC286-82C4-5271-3BFC-8CD46394B468}"/>
                    </a:ext>
                  </a:extLst>
                </p14:cNvPr>
                <p14:cNvContentPartPr/>
                <p14:nvPr/>
              </p14:nvContentPartPr>
              <p14:xfrm>
                <a:off x="8004407" y="3692182"/>
                <a:ext cx="32400" cy="266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B6BC286-82C4-5271-3BFC-8CD46394B46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86407" y="3674542"/>
                  <a:ext cx="6804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89ECC0D-F68A-1324-4543-D3F7C22B360B}"/>
              </a:ext>
            </a:extLst>
          </p:cNvPr>
          <p:cNvGrpSpPr/>
          <p:nvPr/>
        </p:nvGrpSpPr>
        <p:grpSpPr>
          <a:xfrm>
            <a:off x="8244167" y="3950662"/>
            <a:ext cx="350280" cy="399240"/>
            <a:chOff x="8244167" y="3950662"/>
            <a:chExt cx="35028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24D9A8C-584F-FACA-683E-99339FCC5670}"/>
                    </a:ext>
                  </a:extLst>
                </p14:cNvPr>
                <p14:cNvContentPartPr/>
                <p14:nvPr/>
              </p14:nvContentPartPr>
              <p14:xfrm>
                <a:off x="8244167" y="3950662"/>
                <a:ext cx="149400" cy="205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24D9A8C-584F-FACA-683E-99339FCC567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26167" y="3933022"/>
                  <a:ext cx="185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A77E0A9-CF92-A3F7-B79F-16CCACDFB04C}"/>
                    </a:ext>
                  </a:extLst>
                </p14:cNvPr>
                <p14:cNvContentPartPr/>
                <p14:nvPr/>
              </p14:nvContentPartPr>
              <p14:xfrm>
                <a:off x="8280167" y="3957862"/>
                <a:ext cx="101520" cy="241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A77E0A9-CF92-A3F7-B79F-16CCACDFB04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62167" y="3940222"/>
                  <a:ext cx="1371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FC2E88B-7F3F-10BB-3ACF-9AD2314901E6}"/>
                    </a:ext>
                  </a:extLst>
                </p14:cNvPr>
                <p14:cNvContentPartPr/>
                <p14:nvPr/>
              </p14:nvContentPartPr>
              <p14:xfrm>
                <a:off x="8332727" y="4120222"/>
                <a:ext cx="261720" cy="22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FC2E88B-7F3F-10BB-3ACF-9AD2314901E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14727" y="4102582"/>
                  <a:ext cx="29736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2AAED5E-C3AB-A6FA-7C9F-0650316630FD}"/>
              </a:ext>
            </a:extLst>
          </p:cNvPr>
          <p:cNvGrpSpPr/>
          <p:nvPr/>
        </p:nvGrpSpPr>
        <p:grpSpPr>
          <a:xfrm>
            <a:off x="8781647" y="3970462"/>
            <a:ext cx="723960" cy="265680"/>
            <a:chOff x="8781647" y="3970462"/>
            <a:chExt cx="72396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ACC84AB-D852-A89F-E4E7-467A1CB64A4E}"/>
                    </a:ext>
                  </a:extLst>
                </p14:cNvPr>
                <p14:cNvContentPartPr/>
                <p14:nvPr/>
              </p14:nvContentPartPr>
              <p14:xfrm>
                <a:off x="8781647" y="4046062"/>
                <a:ext cx="191520" cy="10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ACC84AB-D852-A89F-E4E7-467A1CB64A4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63647" y="4028422"/>
                  <a:ext cx="227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5E0C81D-42E8-EDCF-0342-00DB6DE37FF3}"/>
                    </a:ext>
                  </a:extLst>
                </p14:cNvPr>
                <p14:cNvContentPartPr/>
                <p14:nvPr/>
              </p14:nvContentPartPr>
              <p14:xfrm>
                <a:off x="8815487" y="4122022"/>
                <a:ext cx="215640" cy="33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5E0C81D-42E8-EDCF-0342-00DB6DE37FF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797847" y="4104382"/>
                  <a:ext cx="2512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BC11A3D-D3C6-E38A-883E-9386E7F9DBC2}"/>
                    </a:ext>
                  </a:extLst>
                </p14:cNvPr>
                <p14:cNvContentPartPr/>
                <p14:nvPr/>
              </p14:nvContentPartPr>
              <p14:xfrm>
                <a:off x="9181247" y="3970462"/>
                <a:ext cx="324360" cy="265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BC11A3D-D3C6-E38A-883E-9386E7F9DBC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163247" y="3952822"/>
                  <a:ext cx="36000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F97A183-96CC-5F83-33CF-D59E85A6C29E}"/>
              </a:ext>
            </a:extLst>
          </p:cNvPr>
          <p:cNvGrpSpPr/>
          <p:nvPr/>
        </p:nvGrpSpPr>
        <p:grpSpPr>
          <a:xfrm>
            <a:off x="7669967" y="4863622"/>
            <a:ext cx="1068120" cy="707040"/>
            <a:chOff x="7669967" y="4863622"/>
            <a:chExt cx="1068120" cy="70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703E495-38A5-0E17-94B4-55F21F57B711}"/>
                    </a:ext>
                  </a:extLst>
                </p14:cNvPr>
                <p14:cNvContentPartPr/>
                <p14:nvPr/>
              </p14:nvContentPartPr>
              <p14:xfrm>
                <a:off x="7669967" y="5030662"/>
                <a:ext cx="189000" cy="315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703E495-38A5-0E17-94B4-55F21F57B71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652327" y="5013022"/>
                  <a:ext cx="2246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8CB98F0-DBD8-4C05-8951-42AF6916DD63}"/>
                    </a:ext>
                  </a:extLst>
                </p14:cNvPr>
                <p14:cNvContentPartPr/>
                <p14:nvPr/>
              </p14:nvContentPartPr>
              <p14:xfrm>
                <a:off x="7720727" y="5096542"/>
                <a:ext cx="155520" cy="261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8CB98F0-DBD8-4C05-8951-42AF6916DD6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03087" y="5078902"/>
                  <a:ext cx="1911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072C552-AAFC-ABEF-41EF-8C91E9C7102E}"/>
                    </a:ext>
                  </a:extLst>
                </p14:cNvPr>
                <p14:cNvContentPartPr/>
                <p14:nvPr/>
              </p14:nvContentPartPr>
              <p14:xfrm>
                <a:off x="7948967" y="5240182"/>
                <a:ext cx="141120" cy="273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072C552-AAFC-ABEF-41EF-8C91E9C7102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30967" y="5222182"/>
                  <a:ext cx="1767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BF89CE6-9819-712B-E908-499BC6864E79}"/>
                    </a:ext>
                  </a:extLst>
                </p14:cNvPr>
                <p14:cNvContentPartPr/>
                <p14:nvPr/>
              </p14:nvContentPartPr>
              <p14:xfrm>
                <a:off x="8195207" y="4863622"/>
                <a:ext cx="34920" cy="312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BF89CE6-9819-712B-E908-499BC6864E7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77207" y="4845982"/>
                  <a:ext cx="705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98189F1-2323-52AE-025E-C2D4C67CBDFD}"/>
                    </a:ext>
                  </a:extLst>
                </p14:cNvPr>
                <p14:cNvContentPartPr/>
                <p14:nvPr/>
              </p14:nvContentPartPr>
              <p14:xfrm>
                <a:off x="8380607" y="5172142"/>
                <a:ext cx="143280" cy="176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98189F1-2323-52AE-025E-C2D4C67CBDF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362967" y="5154502"/>
                  <a:ext cx="178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1F77E64-2E7C-8056-CF75-EB69A175DFF7}"/>
                    </a:ext>
                  </a:extLst>
                </p14:cNvPr>
                <p14:cNvContentPartPr/>
                <p14:nvPr/>
              </p14:nvContentPartPr>
              <p14:xfrm>
                <a:off x="8413727" y="5113102"/>
                <a:ext cx="141120" cy="308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1F77E64-2E7C-8056-CF75-EB69A175DFF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96087" y="5095102"/>
                  <a:ext cx="1767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06318A2-A94A-BB1A-C299-52CDD1F03B6C}"/>
                    </a:ext>
                  </a:extLst>
                </p14:cNvPr>
                <p14:cNvContentPartPr/>
                <p14:nvPr/>
              </p14:nvContentPartPr>
              <p14:xfrm>
                <a:off x="8723327" y="5361862"/>
                <a:ext cx="14760" cy="208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06318A2-A94A-BB1A-C299-52CDD1F03B6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05327" y="5343862"/>
                  <a:ext cx="5040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E13BD8A-1805-F845-F079-16342AFCE70F}"/>
              </a:ext>
            </a:extLst>
          </p:cNvPr>
          <p:cNvGrpSpPr/>
          <p:nvPr/>
        </p:nvGrpSpPr>
        <p:grpSpPr>
          <a:xfrm>
            <a:off x="9147047" y="5139742"/>
            <a:ext cx="652320" cy="240120"/>
            <a:chOff x="9147047" y="5139742"/>
            <a:chExt cx="65232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4856F5-92E6-D85A-718E-6E265AA49666}"/>
                    </a:ext>
                  </a:extLst>
                </p14:cNvPr>
                <p14:cNvContentPartPr/>
                <p14:nvPr/>
              </p14:nvContentPartPr>
              <p14:xfrm>
                <a:off x="9147047" y="5196622"/>
                <a:ext cx="154800" cy="42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4856F5-92E6-D85A-718E-6E265AA4966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29407" y="5178622"/>
                  <a:ext cx="190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93DC030-19AD-2141-2D7A-FA613AE3EEEE}"/>
                    </a:ext>
                  </a:extLst>
                </p14:cNvPr>
                <p14:cNvContentPartPr/>
                <p14:nvPr/>
              </p14:nvContentPartPr>
              <p14:xfrm>
                <a:off x="9166127" y="5295982"/>
                <a:ext cx="161640" cy="40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93DC030-19AD-2141-2D7A-FA613AE3EEE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48487" y="5278342"/>
                  <a:ext cx="197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DD93491-F0C9-A605-E479-4096D1E14799}"/>
                    </a:ext>
                  </a:extLst>
                </p14:cNvPr>
                <p14:cNvContentPartPr/>
                <p14:nvPr/>
              </p14:nvContentPartPr>
              <p14:xfrm>
                <a:off x="9431087" y="5139742"/>
                <a:ext cx="368280" cy="240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DD93491-F0C9-A605-E479-4096D1E1479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13087" y="5121742"/>
                  <a:ext cx="403920" cy="27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4004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994AC8-67D5-704C-6B53-B9871F2CB1DA}"/>
                  </a:ext>
                </a:extLst>
              </p14:cNvPr>
              <p14:cNvContentPartPr/>
              <p14:nvPr/>
            </p14:nvContentPartPr>
            <p14:xfrm>
              <a:off x="307967" y="648022"/>
              <a:ext cx="7200" cy="14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994AC8-67D5-704C-6B53-B9871F2CB1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327" y="630382"/>
                <a:ext cx="4284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3CA2927-AD24-3E25-3945-1D2D264C1F0C}"/>
              </a:ext>
            </a:extLst>
          </p:cNvPr>
          <p:cNvGrpSpPr/>
          <p:nvPr/>
        </p:nvGrpSpPr>
        <p:grpSpPr>
          <a:xfrm>
            <a:off x="229127" y="228622"/>
            <a:ext cx="822600" cy="869040"/>
            <a:chOff x="229127" y="228622"/>
            <a:chExt cx="822600" cy="86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B1A79FE-443F-1D26-F06B-1E543D125FA0}"/>
                    </a:ext>
                  </a:extLst>
                </p14:cNvPr>
                <p14:cNvContentPartPr/>
                <p14:nvPr/>
              </p14:nvContentPartPr>
              <p14:xfrm>
                <a:off x="229127" y="228622"/>
                <a:ext cx="245160" cy="102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B1A79FE-443F-1D26-F06B-1E543D125F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1127" y="210982"/>
                  <a:ext cx="2808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663999C-3C92-3CFE-75CB-5673D7F37F5C}"/>
                    </a:ext>
                  </a:extLst>
                </p14:cNvPr>
                <p14:cNvContentPartPr/>
                <p14:nvPr/>
              </p14:nvContentPartPr>
              <p14:xfrm>
                <a:off x="282407" y="286942"/>
                <a:ext cx="72000" cy="297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663999C-3C92-3CFE-75CB-5673D7F37F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4407" y="268942"/>
                  <a:ext cx="1076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A8492F-ADA3-2A1C-A657-36C155448368}"/>
                    </a:ext>
                  </a:extLst>
                </p14:cNvPr>
                <p14:cNvContentPartPr/>
                <p14:nvPr/>
              </p14:nvContentPartPr>
              <p14:xfrm>
                <a:off x="256847" y="471622"/>
                <a:ext cx="262440" cy="429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A8492F-ADA3-2A1C-A657-36C15544836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9207" y="453622"/>
                  <a:ext cx="2980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BE7BB35-5811-8E1B-F376-47199030FECE}"/>
                    </a:ext>
                  </a:extLst>
                </p14:cNvPr>
                <p14:cNvContentPartPr/>
                <p14:nvPr/>
              </p14:nvContentPartPr>
              <p14:xfrm>
                <a:off x="590207" y="324382"/>
                <a:ext cx="111600" cy="773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BE7BB35-5811-8E1B-F376-47199030FE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2207" y="306742"/>
                  <a:ext cx="14724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031477C-B911-9A6E-7A90-7AAA9A428B0E}"/>
                    </a:ext>
                  </a:extLst>
                </p14:cNvPr>
                <p14:cNvContentPartPr/>
                <p14:nvPr/>
              </p14:nvContentPartPr>
              <p14:xfrm>
                <a:off x="630167" y="505822"/>
                <a:ext cx="188640" cy="119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031477C-B911-9A6E-7A90-7AAA9A428B0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2527" y="488182"/>
                  <a:ext cx="224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9B97D23-72A3-C10B-B065-03E349B85233}"/>
                    </a:ext>
                  </a:extLst>
                </p14:cNvPr>
                <p14:cNvContentPartPr/>
                <p14:nvPr/>
              </p14:nvContentPartPr>
              <p14:xfrm>
                <a:off x="879647" y="520942"/>
                <a:ext cx="172080" cy="148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9B97D23-72A3-C10B-B065-03E349B852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2007" y="502942"/>
                  <a:ext cx="2077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00667F-C987-4478-99D4-0CF958AAC462}"/>
              </a:ext>
            </a:extLst>
          </p:cNvPr>
          <p:cNvGrpSpPr/>
          <p:nvPr/>
        </p:nvGrpSpPr>
        <p:grpSpPr>
          <a:xfrm>
            <a:off x="1287527" y="423742"/>
            <a:ext cx="362160" cy="269280"/>
            <a:chOff x="1287527" y="423742"/>
            <a:chExt cx="36216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EDDA0DB-9791-EBA7-BC80-C3729C507738}"/>
                    </a:ext>
                  </a:extLst>
                </p14:cNvPr>
                <p14:cNvContentPartPr/>
                <p14:nvPr/>
              </p14:nvContentPartPr>
              <p14:xfrm>
                <a:off x="1312367" y="428062"/>
                <a:ext cx="127080" cy="20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EDDA0DB-9791-EBA7-BC80-C3729C5077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94367" y="410422"/>
                  <a:ext cx="162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ED31E9-7F54-8E4C-107B-79E58C5AC36E}"/>
                    </a:ext>
                  </a:extLst>
                </p14:cNvPr>
                <p14:cNvContentPartPr/>
                <p14:nvPr/>
              </p14:nvContentPartPr>
              <p14:xfrm>
                <a:off x="1287527" y="423742"/>
                <a:ext cx="119160" cy="223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ED31E9-7F54-8E4C-107B-79E58C5AC36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69527" y="405742"/>
                  <a:ext cx="154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B73402-8621-CEA0-D2C9-753094EDDD78}"/>
                    </a:ext>
                  </a:extLst>
                </p14:cNvPr>
                <p14:cNvContentPartPr/>
                <p14:nvPr/>
              </p14:nvContentPartPr>
              <p14:xfrm>
                <a:off x="1639607" y="461182"/>
                <a:ext cx="10080" cy="12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B73402-8621-CEA0-D2C9-753094EDDD7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21967" y="443542"/>
                  <a:ext cx="45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C4BA37-850E-1D4A-A878-C8DBD12C48B0}"/>
                    </a:ext>
                  </a:extLst>
                </p14:cNvPr>
                <p14:cNvContentPartPr/>
                <p14:nvPr/>
              </p14:nvContentPartPr>
              <p14:xfrm>
                <a:off x="1584527" y="658462"/>
                <a:ext cx="21600" cy="34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C4BA37-850E-1D4A-A878-C8DBD12C48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66887" y="640822"/>
                  <a:ext cx="57240" cy="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686EF2B-22B7-3919-5387-86927BABABA9}"/>
                  </a:ext>
                </a:extLst>
              </p14:cNvPr>
              <p14:cNvContentPartPr/>
              <p14:nvPr/>
            </p14:nvContentPartPr>
            <p14:xfrm>
              <a:off x="2375087" y="344902"/>
              <a:ext cx="843840" cy="769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686EF2B-22B7-3919-5387-86927BABABA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57447" y="327262"/>
                <a:ext cx="879480" cy="80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96A84F4F-10BE-51B8-5CE0-A87C072A334A}"/>
              </a:ext>
            </a:extLst>
          </p:cNvPr>
          <p:cNvGrpSpPr/>
          <p:nvPr/>
        </p:nvGrpSpPr>
        <p:grpSpPr>
          <a:xfrm>
            <a:off x="3678287" y="430582"/>
            <a:ext cx="619560" cy="412200"/>
            <a:chOff x="3678287" y="430582"/>
            <a:chExt cx="619560" cy="41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6C3057-C085-740D-EE74-2E4A8A53E936}"/>
                    </a:ext>
                  </a:extLst>
                </p14:cNvPr>
                <p14:cNvContentPartPr/>
                <p14:nvPr/>
              </p14:nvContentPartPr>
              <p14:xfrm>
                <a:off x="3685127" y="430582"/>
                <a:ext cx="448920" cy="374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6C3057-C085-740D-EE74-2E4A8A53E9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67127" y="412582"/>
                  <a:ext cx="4845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5B28DF9-53D6-94F1-8924-A7BEEF754AFE}"/>
                    </a:ext>
                  </a:extLst>
                </p14:cNvPr>
                <p14:cNvContentPartPr/>
                <p14:nvPr/>
              </p14:nvContentPartPr>
              <p14:xfrm>
                <a:off x="4169327" y="658462"/>
                <a:ext cx="128520" cy="184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5B28DF9-53D6-94F1-8924-A7BEEF754AF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51327" y="640822"/>
                  <a:ext cx="1641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86AC8D-6905-21C2-C9BB-C67095EDCD84}"/>
                    </a:ext>
                  </a:extLst>
                </p14:cNvPr>
                <p14:cNvContentPartPr/>
                <p14:nvPr/>
              </p14:nvContentPartPr>
              <p14:xfrm>
                <a:off x="3678287" y="485302"/>
                <a:ext cx="371880" cy="24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86AC8D-6905-21C2-C9BB-C67095EDCD8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60647" y="467662"/>
                  <a:ext cx="40752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D872A5C-DD2D-66DA-E280-F1A23E1E08BB}"/>
                  </a:ext>
                </a:extLst>
              </p14:cNvPr>
              <p14:cNvContentPartPr/>
              <p14:nvPr/>
            </p14:nvContentPartPr>
            <p14:xfrm>
              <a:off x="4764047" y="631462"/>
              <a:ext cx="367560" cy="211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D872A5C-DD2D-66DA-E280-F1A23E1E08B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46047" y="613822"/>
                <a:ext cx="4032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78E0074-ECF1-BD47-77ED-3A331E1FA7C4}"/>
                  </a:ext>
                </a:extLst>
              </p14:cNvPr>
              <p14:cNvContentPartPr/>
              <p14:nvPr/>
            </p14:nvContentPartPr>
            <p14:xfrm>
              <a:off x="5121887" y="538582"/>
              <a:ext cx="45360" cy="96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78E0074-ECF1-BD47-77ED-3A331E1FA7C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103887" y="520942"/>
                <a:ext cx="810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51F357D-E324-0A1A-C7D8-21522250A0B6}"/>
                  </a:ext>
                </a:extLst>
              </p14:cNvPr>
              <p14:cNvContentPartPr/>
              <p14:nvPr/>
            </p14:nvContentPartPr>
            <p14:xfrm>
              <a:off x="5026847" y="669622"/>
              <a:ext cx="809280" cy="487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51F357D-E324-0A1A-C7D8-21522250A0B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08847" y="651982"/>
                <a:ext cx="844920" cy="52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D15D95B-C43C-2C04-7B3A-C9F6238A51AD}"/>
              </a:ext>
            </a:extLst>
          </p:cNvPr>
          <p:cNvGrpSpPr/>
          <p:nvPr/>
        </p:nvGrpSpPr>
        <p:grpSpPr>
          <a:xfrm>
            <a:off x="6154727" y="497542"/>
            <a:ext cx="2525760" cy="778320"/>
            <a:chOff x="6154727" y="497542"/>
            <a:chExt cx="2525760" cy="77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DF10BB-169A-99B7-B84A-055565519354}"/>
                    </a:ext>
                  </a:extLst>
                </p14:cNvPr>
                <p14:cNvContentPartPr/>
                <p14:nvPr/>
              </p14:nvContentPartPr>
              <p14:xfrm>
                <a:off x="6154727" y="740182"/>
                <a:ext cx="306000" cy="151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DF10BB-169A-99B7-B84A-05556551935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37087" y="722542"/>
                  <a:ext cx="341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496A843-AE64-94FA-7732-F6D2FA32849B}"/>
                    </a:ext>
                  </a:extLst>
                </p14:cNvPr>
                <p14:cNvContentPartPr/>
                <p14:nvPr/>
              </p14:nvContentPartPr>
              <p14:xfrm>
                <a:off x="6571967" y="707782"/>
                <a:ext cx="118800" cy="190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496A843-AE64-94FA-7732-F6D2FA32849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53967" y="690142"/>
                  <a:ext cx="1544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9700EB-6DDD-FFAB-6757-9D5E59328E90}"/>
                    </a:ext>
                  </a:extLst>
                </p14:cNvPr>
                <p14:cNvContentPartPr/>
                <p14:nvPr/>
              </p14:nvContentPartPr>
              <p14:xfrm>
                <a:off x="6787607" y="497542"/>
                <a:ext cx="300960" cy="413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69700EB-6DDD-FFAB-6757-9D5E59328E9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69967" y="479902"/>
                  <a:ext cx="33660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49A4F39-1781-6020-7335-82FABA119CEF}"/>
                    </a:ext>
                  </a:extLst>
                </p14:cNvPr>
                <p14:cNvContentPartPr/>
                <p14:nvPr/>
              </p14:nvContentPartPr>
              <p14:xfrm>
                <a:off x="6709487" y="630022"/>
                <a:ext cx="317520" cy="1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49A4F39-1781-6020-7335-82FABA119CE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91847" y="612382"/>
                  <a:ext cx="353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A375BFD-EA3B-89B6-6D9B-2129BB2A180B}"/>
                    </a:ext>
                  </a:extLst>
                </p14:cNvPr>
                <p14:cNvContentPartPr/>
                <p14:nvPr/>
              </p14:nvContentPartPr>
              <p14:xfrm>
                <a:off x="7124567" y="730822"/>
                <a:ext cx="190080" cy="136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A375BFD-EA3B-89B6-6D9B-2129BB2A18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06567" y="713182"/>
                  <a:ext cx="2257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DA36BAB-8721-6A8E-54DD-36C58C132BE2}"/>
                    </a:ext>
                  </a:extLst>
                </p14:cNvPr>
                <p14:cNvContentPartPr/>
                <p14:nvPr/>
              </p14:nvContentPartPr>
              <p14:xfrm>
                <a:off x="7320047" y="529222"/>
                <a:ext cx="1013040" cy="746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DA36BAB-8721-6A8E-54DD-36C58C132BE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02047" y="511582"/>
                  <a:ext cx="104868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5D5F7E-78CB-149F-35AD-E80336538196}"/>
                    </a:ext>
                  </a:extLst>
                </p14:cNvPr>
                <p14:cNvContentPartPr/>
                <p14:nvPr/>
              </p14:nvContentPartPr>
              <p14:xfrm>
                <a:off x="8318327" y="734422"/>
                <a:ext cx="362160" cy="17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5D5F7E-78CB-149F-35AD-E8033653819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00687" y="716422"/>
                  <a:ext cx="3978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590E24-4779-D486-0D31-66076B23C1AB}"/>
              </a:ext>
            </a:extLst>
          </p:cNvPr>
          <p:cNvGrpSpPr/>
          <p:nvPr/>
        </p:nvGrpSpPr>
        <p:grpSpPr>
          <a:xfrm>
            <a:off x="9088727" y="639022"/>
            <a:ext cx="1858320" cy="473040"/>
            <a:chOff x="9088727" y="639022"/>
            <a:chExt cx="185832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2536381-9B4F-F20B-613E-801E5945521B}"/>
                    </a:ext>
                  </a:extLst>
                </p14:cNvPr>
                <p14:cNvContentPartPr/>
                <p14:nvPr/>
              </p14:nvContentPartPr>
              <p14:xfrm>
                <a:off x="9088727" y="639022"/>
                <a:ext cx="271440" cy="250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2536381-9B4F-F20B-613E-801E5945521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70727" y="621022"/>
                  <a:ext cx="307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68AB378-593B-1248-E716-A2CE29F37201}"/>
                    </a:ext>
                  </a:extLst>
                </p14:cNvPr>
                <p14:cNvContentPartPr/>
                <p14:nvPr/>
              </p14:nvContentPartPr>
              <p14:xfrm>
                <a:off x="9319127" y="875542"/>
                <a:ext cx="77760" cy="126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8AB378-593B-1248-E716-A2CE29F372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01487" y="857902"/>
                  <a:ext cx="1134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76EEF1-373F-C16B-69FF-6996963E6CAE}"/>
                    </a:ext>
                  </a:extLst>
                </p14:cNvPr>
                <p14:cNvContentPartPr/>
                <p14:nvPr/>
              </p14:nvContentPartPr>
              <p14:xfrm>
                <a:off x="9599927" y="653782"/>
                <a:ext cx="208080" cy="241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76EEF1-373F-C16B-69FF-6996963E6CA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81927" y="635782"/>
                  <a:ext cx="243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1BEFE3-D96F-6C97-0E69-E29592A41D74}"/>
                    </a:ext>
                  </a:extLst>
                </p14:cNvPr>
                <p14:cNvContentPartPr/>
                <p14:nvPr/>
              </p14:nvContentPartPr>
              <p14:xfrm>
                <a:off x="9877127" y="864022"/>
                <a:ext cx="153000" cy="154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1BEFE3-D96F-6C97-0E69-E29592A41D7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59127" y="846022"/>
                  <a:ext cx="188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5DD778C-5715-78C6-0731-277094E994D7}"/>
                    </a:ext>
                  </a:extLst>
                </p14:cNvPr>
                <p14:cNvContentPartPr/>
                <p14:nvPr/>
              </p14:nvContentPartPr>
              <p14:xfrm>
                <a:off x="10222727" y="779782"/>
                <a:ext cx="130680" cy="26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5DD778C-5715-78C6-0731-277094E994D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04727" y="762142"/>
                  <a:ext cx="166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A1C0339-D52A-07F2-020C-2CA4D7FFCF26}"/>
                    </a:ext>
                  </a:extLst>
                </p14:cNvPr>
                <p14:cNvContentPartPr/>
                <p14:nvPr/>
              </p14:nvContentPartPr>
              <p14:xfrm>
                <a:off x="10216607" y="873742"/>
                <a:ext cx="196920" cy="28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A1C0339-D52A-07F2-020C-2CA4D7FFCF2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98607" y="856102"/>
                  <a:ext cx="232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FDA1BEB-DAE1-8FB4-BBEE-0AAEDCD0709A}"/>
                    </a:ext>
                  </a:extLst>
                </p14:cNvPr>
                <p14:cNvContentPartPr/>
                <p14:nvPr/>
              </p14:nvContentPartPr>
              <p14:xfrm>
                <a:off x="10515047" y="663502"/>
                <a:ext cx="222840" cy="293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FDA1BEB-DAE1-8FB4-BBEE-0AAEDCD0709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497407" y="645862"/>
                  <a:ext cx="2584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9B1E34-F245-F4ED-C9D2-BD51173539D9}"/>
                    </a:ext>
                  </a:extLst>
                </p14:cNvPr>
                <p14:cNvContentPartPr/>
                <p14:nvPr/>
              </p14:nvContentPartPr>
              <p14:xfrm>
                <a:off x="10770647" y="861502"/>
                <a:ext cx="176400" cy="250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9B1E34-F245-F4ED-C9D2-BD51173539D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52647" y="843502"/>
                  <a:ext cx="2120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44BBC3-34E2-23E7-976C-93BDE597C454}"/>
                    </a:ext>
                  </a:extLst>
                </p14:cNvPr>
                <p14:cNvContentPartPr/>
                <p14:nvPr/>
              </p14:nvContentPartPr>
              <p14:xfrm>
                <a:off x="9458087" y="946822"/>
                <a:ext cx="29520" cy="113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44BBC3-34E2-23E7-976C-93BDE597C4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40447" y="928822"/>
                  <a:ext cx="65160" cy="14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E6F74B6-EFEB-2208-14C0-B3646514D12A}"/>
                  </a:ext>
                </a:extLst>
              </p14:cNvPr>
              <p14:cNvContentPartPr/>
              <p14:nvPr/>
            </p14:nvContentPartPr>
            <p14:xfrm>
              <a:off x="5309087" y="390262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E6F74B6-EFEB-2208-14C0-B3646514D12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291447" y="37226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13016C81-EA86-8D7A-8061-75EE9C87E97A}"/>
              </a:ext>
            </a:extLst>
          </p:cNvPr>
          <p:cNvGrpSpPr/>
          <p:nvPr/>
        </p:nvGrpSpPr>
        <p:grpSpPr>
          <a:xfrm>
            <a:off x="2410007" y="1382422"/>
            <a:ext cx="1641240" cy="1621440"/>
            <a:chOff x="2410007" y="1382422"/>
            <a:chExt cx="1641240" cy="162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85ADA96-A421-E51A-595E-DD4EF7724DAB}"/>
                    </a:ext>
                  </a:extLst>
                </p14:cNvPr>
                <p14:cNvContentPartPr/>
                <p14:nvPr/>
              </p14:nvContentPartPr>
              <p14:xfrm>
                <a:off x="2410007" y="1577902"/>
                <a:ext cx="275400" cy="398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85ADA96-A421-E51A-595E-DD4EF7724DA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92367" y="1559902"/>
                  <a:ext cx="3110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1D77460-8D26-CDAF-5FC8-0020571A7939}"/>
                    </a:ext>
                  </a:extLst>
                </p14:cNvPr>
                <p14:cNvContentPartPr/>
                <p14:nvPr/>
              </p14:nvContentPartPr>
              <p14:xfrm>
                <a:off x="2494607" y="1770142"/>
                <a:ext cx="155880" cy="19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1D77460-8D26-CDAF-5FC8-0020571A793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76967" y="1752142"/>
                  <a:ext cx="191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A4133E3-919F-D375-FB87-9635D2D85014}"/>
                    </a:ext>
                  </a:extLst>
                </p14:cNvPr>
                <p14:cNvContentPartPr/>
                <p14:nvPr/>
              </p14:nvContentPartPr>
              <p14:xfrm>
                <a:off x="2957567" y="1792822"/>
                <a:ext cx="91800" cy="7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A4133E3-919F-D375-FB87-9635D2D8501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39927" y="1775182"/>
                  <a:ext cx="127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B1150D6-D0F2-A3CD-D867-804C8256996F}"/>
                    </a:ext>
                  </a:extLst>
                </p14:cNvPr>
                <p14:cNvContentPartPr/>
                <p14:nvPr/>
              </p14:nvContentPartPr>
              <p14:xfrm>
                <a:off x="2929847" y="1888942"/>
                <a:ext cx="197640" cy="38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B1150D6-D0F2-A3CD-D867-804C8256996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12207" y="1870942"/>
                  <a:ext cx="2332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51BDF3-59BD-7EB8-EEAB-405CE9BE548B}"/>
                    </a:ext>
                  </a:extLst>
                </p14:cNvPr>
                <p14:cNvContentPartPr/>
                <p14:nvPr/>
              </p14:nvContentPartPr>
              <p14:xfrm>
                <a:off x="3224327" y="1382422"/>
                <a:ext cx="441360" cy="1621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51BDF3-59BD-7EB8-EEAB-405CE9BE548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06687" y="1364422"/>
                  <a:ext cx="477000" cy="16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B0FE369-63CA-DB36-0512-F3B2CF64DC72}"/>
                    </a:ext>
                  </a:extLst>
                </p14:cNvPr>
                <p14:cNvContentPartPr/>
                <p14:nvPr/>
              </p14:nvContentPartPr>
              <p14:xfrm>
                <a:off x="3914087" y="1577182"/>
                <a:ext cx="137160" cy="336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B0FE369-63CA-DB36-0512-F3B2CF64DC7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96087" y="1559182"/>
                  <a:ext cx="172800" cy="37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F1B16A5-662F-7983-AB12-48F7B23DB016}"/>
                  </a:ext>
                </a:extLst>
              </p14:cNvPr>
              <p14:cNvContentPartPr/>
              <p14:nvPr/>
            </p14:nvContentPartPr>
            <p14:xfrm>
              <a:off x="4648847" y="1651702"/>
              <a:ext cx="187200" cy="2386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F1B16A5-662F-7983-AB12-48F7B23DB01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630847" y="1634062"/>
                <a:ext cx="2228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0496E2A-4E66-337B-E517-2F8884FF75A4}"/>
                  </a:ext>
                </a:extLst>
              </p14:cNvPr>
              <p14:cNvContentPartPr/>
              <p14:nvPr/>
            </p14:nvContentPartPr>
            <p14:xfrm>
              <a:off x="5298647" y="1623622"/>
              <a:ext cx="208440" cy="2689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0496E2A-4E66-337B-E517-2F8884FF75A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281007" y="1605982"/>
                <a:ext cx="24408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3F98823-4707-7AD8-E92A-FE4D2E3959E0}"/>
                  </a:ext>
                </a:extLst>
              </p14:cNvPr>
              <p14:cNvContentPartPr/>
              <p14:nvPr/>
            </p14:nvContentPartPr>
            <p14:xfrm>
              <a:off x="3872327" y="2143462"/>
              <a:ext cx="75960" cy="2044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3F98823-4707-7AD8-E92A-FE4D2E3959E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854687" y="2125822"/>
                <a:ext cx="1116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991FB29-B116-9EC4-DAB1-B122B850CF11}"/>
                  </a:ext>
                </a:extLst>
              </p14:cNvPr>
              <p14:cNvContentPartPr/>
              <p14:nvPr/>
            </p14:nvContentPartPr>
            <p14:xfrm>
              <a:off x="4538687" y="2148142"/>
              <a:ext cx="172080" cy="2379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991FB29-B116-9EC4-DAB1-B122B850CF1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521047" y="2130142"/>
                <a:ext cx="2077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E97D331-4D64-D909-FFC4-9598C72400DA}"/>
                  </a:ext>
                </a:extLst>
              </p14:cNvPr>
              <p14:cNvContentPartPr/>
              <p14:nvPr/>
            </p14:nvContentPartPr>
            <p14:xfrm>
              <a:off x="5297567" y="2175862"/>
              <a:ext cx="258840" cy="1605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E97D331-4D64-D909-FFC4-9598C72400D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279567" y="2157862"/>
                <a:ext cx="294480" cy="19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A7FCD1C5-CA68-BCBE-D116-91B8A8BE362C}"/>
              </a:ext>
            </a:extLst>
          </p:cNvPr>
          <p:cNvGrpSpPr/>
          <p:nvPr/>
        </p:nvGrpSpPr>
        <p:grpSpPr>
          <a:xfrm>
            <a:off x="3566687" y="2640982"/>
            <a:ext cx="252000" cy="226080"/>
            <a:chOff x="3566687" y="2640982"/>
            <a:chExt cx="25200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FD2D6A5-54D4-489C-DFE5-932565BBDD99}"/>
                    </a:ext>
                  </a:extLst>
                </p14:cNvPr>
                <p14:cNvContentPartPr/>
                <p14:nvPr/>
              </p14:nvContentPartPr>
              <p14:xfrm>
                <a:off x="3566687" y="2691742"/>
                <a:ext cx="134640" cy="14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FD2D6A5-54D4-489C-DFE5-932565BBDD9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49047" y="2673742"/>
                  <a:ext cx="1702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DF39A19-9A2D-488C-7EE1-B0E8A299EBC2}"/>
                    </a:ext>
                  </a:extLst>
                </p14:cNvPr>
                <p14:cNvContentPartPr/>
                <p14:nvPr/>
              </p14:nvContentPartPr>
              <p14:xfrm>
                <a:off x="3725447" y="2640982"/>
                <a:ext cx="93240" cy="226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DF39A19-9A2D-488C-7EE1-B0E8A299EBC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07807" y="2623342"/>
                  <a:ext cx="128880" cy="26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124E511-5157-47B9-3EB0-2470ACFD0B4F}"/>
              </a:ext>
            </a:extLst>
          </p:cNvPr>
          <p:cNvGrpSpPr/>
          <p:nvPr/>
        </p:nvGrpSpPr>
        <p:grpSpPr>
          <a:xfrm>
            <a:off x="4452647" y="2670862"/>
            <a:ext cx="425160" cy="214200"/>
            <a:chOff x="4452647" y="2670862"/>
            <a:chExt cx="42516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D092C6B-45E1-AF4F-2AA4-5B96B508EF02}"/>
                    </a:ext>
                  </a:extLst>
                </p14:cNvPr>
                <p14:cNvContentPartPr/>
                <p14:nvPr/>
              </p14:nvContentPartPr>
              <p14:xfrm>
                <a:off x="4452647" y="2795782"/>
                <a:ext cx="191520" cy="31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D092C6B-45E1-AF4F-2AA4-5B96B508EF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35007" y="2778142"/>
                  <a:ext cx="2271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754FB7-CCBF-802F-4F18-2E5C25384989}"/>
                    </a:ext>
                  </a:extLst>
                </p14:cNvPr>
                <p14:cNvContentPartPr/>
                <p14:nvPr/>
              </p14:nvContentPartPr>
              <p14:xfrm>
                <a:off x="4770167" y="2670862"/>
                <a:ext cx="91800" cy="32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754FB7-CCBF-802F-4F18-2E5C2538498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52527" y="2653222"/>
                  <a:ext cx="127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3A6E7C6-4338-2667-8B2D-8EFACD320CDE}"/>
                    </a:ext>
                  </a:extLst>
                </p14:cNvPr>
                <p14:cNvContentPartPr/>
                <p14:nvPr/>
              </p14:nvContentPartPr>
              <p14:xfrm>
                <a:off x="4744607" y="2680222"/>
                <a:ext cx="133200" cy="204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3A6E7C6-4338-2667-8B2D-8EFACD320CD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26967" y="2662582"/>
                  <a:ext cx="16884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4C837FB-BF64-195C-9082-0EBF639B4502}"/>
              </a:ext>
            </a:extLst>
          </p:cNvPr>
          <p:cNvGrpSpPr/>
          <p:nvPr/>
        </p:nvGrpSpPr>
        <p:grpSpPr>
          <a:xfrm>
            <a:off x="5365967" y="1466662"/>
            <a:ext cx="722880" cy="1636200"/>
            <a:chOff x="5365967" y="1466662"/>
            <a:chExt cx="722880" cy="163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27E05AF-BB51-9655-9021-250DACBF780A}"/>
                    </a:ext>
                  </a:extLst>
                </p14:cNvPr>
                <p14:cNvContentPartPr/>
                <p14:nvPr/>
              </p14:nvContentPartPr>
              <p14:xfrm>
                <a:off x="5365967" y="2765182"/>
                <a:ext cx="128880" cy="11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27E05AF-BB51-9655-9021-250DACBF780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47967" y="2747182"/>
                  <a:ext cx="164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26D0D5C-61DF-B4D5-E7DF-1B8C95F4ECEA}"/>
                    </a:ext>
                  </a:extLst>
                </p14:cNvPr>
                <p14:cNvContentPartPr/>
                <p14:nvPr/>
              </p14:nvContentPartPr>
              <p14:xfrm>
                <a:off x="5568287" y="2597062"/>
                <a:ext cx="214920" cy="208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26D0D5C-61DF-B4D5-E7DF-1B8C95F4ECE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50287" y="2579422"/>
                  <a:ext cx="250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5C2CAB2-8C90-3988-334A-F08BF86784FC}"/>
                    </a:ext>
                  </a:extLst>
                </p14:cNvPr>
                <p14:cNvContentPartPr/>
                <p14:nvPr/>
              </p14:nvContentPartPr>
              <p14:xfrm>
                <a:off x="5476127" y="1466662"/>
                <a:ext cx="612720" cy="1636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5C2CAB2-8C90-3988-334A-F08BF86784F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58487" y="1448662"/>
                  <a:ext cx="648360" cy="167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A99F3C8-8CC5-BFF4-7D0C-9A0050F469D3}"/>
              </a:ext>
            </a:extLst>
          </p:cNvPr>
          <p:cNvGrpSpPr/>
          <p:nvPr/>
        </p:nvGrpSpPr>
        <p:grpSpPr>
          <a:xfrm>
            <a:off x="350087" y="3395182"/>
            <a:ext cx="967680" cy="551520"/>
            <a:chOff x="350087" y="3395182"/>
            <a:chExt cx="96768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630E982-2592-146A-0DFB-A6AAB2DCB92E}"/>
                    </a:ext>
                  </a:extLst>
                </p14:cNvPr>
                <p14:cNvContentPartPr/>
                <p14:nvPr/>
              </p14:nvContentPartPr>
              <p14:xfrm>
                <a:off x="350087" y="3395182"/>
                <a:ext cx="173880" cy="292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630E982-2592-146A-0DFB-A6AAB2DCB92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2447" y="3377182"/>
                  <a:ext cx="2095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BA836AC-D69B-068D-7A82-1D1893F8D6DD}"/>
                    </a:ext>
                  </a:extLst>
                </p14:cNvPr>
                <p14:cNvContentPartPr/>
                <p14:nvPr/>
              </p14:nvContentPartPr>
              <p14:xfrm>
                <a:off x="626927" y="3426142"/>
                <a:ext cx="221040" cy="288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BA836AC-D69B-068D-7A82-1D1893F8D6D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8927" y="3408502"/>
                  <a:ext cx="2566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97A43E5-53B5-865F-64B4-174AD42B8CD3}"/>
                    </a:ext>
                  </a:extLst>
                </p14:cNvPr>
                <p14:cNvContentPartPr/>
                <p14:nvPr/>
              </p14:nvContentPartPr>
              <p14:xfrm>
                <a:off x="806567" y="3550702"/>
                <a:ext cx="100440" cy="396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97A43E5-53B5-865F-64B4-174AD42B8CD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8927" y="3532702"/>
                  <a:ext cx="1360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CC659C0-8311-3D83-E1BF-4E8F7C03FF91}"/>
                    </a:ext>
                  </a:extLst>
                </p14:cNvPr>
                <p14:cNvContentPartPr/>
                <p14:nvPr/>
              </p14:nvContentPartPr>
              <p14:xfrm>
                <a:off x="809807" y="3549982"/>
                <a:ext cx="157320" cy="141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CC659C0-8311-3D83-E1BF-4E8F7C03FF9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1807" y="3532342"/>
                  <a:ext cx="192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F81D236-74FA-D0C9-3CFB-79F5B0870428}"/>
                    </a:ext>
                  </a:extLst>
                </p14:cNvPr>
                <p14:cNvContentPartPr/>
                <p14:nvPr/>
              </p14:nvContentPartPr>
              <p14:xfrm>
                <a:off x="544487" y="3533422"/>
                <a:ext cx="262080" cy="9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F81D236-74FA-D0C9-3CFB-79F5B087042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26487" y="3515422"/>
                  <a:ext cx="297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0A30FBB-8656-799E-9CF4-4606F016834C}"/>
                    </a:ext>
                  </a:extLst>
                </p14:cNvPr>
                <p14:cNvContentPartPr/>
                <p14:nvPr/>
              </p14:nvContentPartPr>
              <p14:xfrm>
                <a:off x="1145327" y="3470062"/>
                <a:ext cx="30960" cy="233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0A30FBB-8656-799E-9CF4-4606F016834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27327" y="3452422"/>
                  <a:ext cx="66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24888F4-1DEC-8C49-F3F1-69188497A25A}"/>
                    </a:ext>
                  </a:extLst>
                </p14:cNvPr>
                <p14:cNvContentPartPr/>
                <p14:nvPr/>
              </p14:nvContentPartPr>
              <p14:xfrm>
                <a:off x="1306967" y="3524422"/>
                <a:ext cx="10800" cy="24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24888F4-1DEC-8C49-F3F1-69188497A25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88967" y="3506422"/>
                  <a:ext cx="46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C008089-2AAE-021A-E86D-38053D86DAC3}"/>
                    </a:ext>
                  </a:extLst>
                </p14:cNvPr>
                <p14:cNvContentPartPr/>
                <p14:nvPr/>
              </p14:nvContentPartPr>
              <p14:xfrm>
                <a:off x="1308047" y="3659422"/>
                <a:ext cx="2160" cy="23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C008089-2AAE-021A-E86D-38053D86DAC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90407" y="3641782"/>
                  <a:ext cx="3780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99610F7-08C9-D31D-058E-0E84C1F7AEF0}"/>
                  </a:ext>
                </a:extLst>
              </p14:cNvPr>
              <p14:cNvContentPartPr/>
              <p14:nvPr/>
            </p14:nvContentPartPr>
            <p14:xfrm>
              <a:off x="2987447" y="3588862"/>
              <a:ext cx="360" cy="115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99610F7-08C9-D31D-058E-0E84C1F7AEF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969447" y="3571222"/>
                <a:ext cx="3600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CE4B167-3593-A4EF-628D-FF84F200B757}"/>
              </a:ext>
            </a:extLst>
          </p:cNvPr>
          <p:cNvGrpSpPr/>
          <p:nvPr/>
        </p:nvGrpSpPr>
        <p:grpSpPr>
          <a:xfrm>
            <a:off x="2214527" y="3366382"/>
            <a:ext cx="2180160" cy="683280"/>
            <a:chOff x="2214527" y="3366382"/>
            <a:chExt cx="2180160" cy="68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63C8227-EE95-DA96-BF02-5D1CB1F07B47}"/>
                    </a:ext>
                  </a:extLst>
                </p14:cNvPr>
                <p14:cNvContentPartPr/>
                <p14:nvPr/>
              </p14:nvContentPartPr>
              <p14:xfrm>
                <a:off x="2214527" y="3507142"/>
                <a:ext cx="331560" cy="345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63C8227-EE95-DA96-BF02-5D1CB1F07B4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96887" y="3489142"/>
                  <a:ext cx="3672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3D610C4-F5F7-74DE-5D26-DD63B4543413}"/>
                    </a:ext>
                  </a:extLst>
                </p14:cNvPr>
                <p14:cNvContentPartPr/>
                <p14:nvPr/>
              </p14:nvContentPartPr>
              <p14:xfrm>
                <a:off x="2645447" y="3366382"/>
                <a:ext cx="161280" cy="253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3D610C4-F5F7-74DE-5D26-DD63B454341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27807" y="3348382"/>
                  <a:ext cx="1969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9B51756-F733-EE29-4E70-EDC077DD6DA8}"/>
                    </a:ext>
                  </a:extLst>
                </p14:cNvPr>
                <p14:cNvContentPartPr/>
                <p14:nvPr/>
              </p14:nvContentPartPr>
              <p14:xfrm>
                <a:off x="2764607" y="3758422"/>
                <a:ext cx="148320" cy="28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9B51756-F733-EE29-4E70-EDC077DD6DA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746607" y="3740782"/>
                  <a:ext cx="183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92A85A3-EC58-FEB0-EC3E-4C6602CB4D52}"/>
                    </a:ext>
                  </a:extLst>
                </p14:cNvPr>
                <p14:cNvContentPartPr/>
                <p14:nvPr/>
              </p14:nvContentPartPr>
              <p14:xfrm>
                <a:off x="3116687" y="3606142"/>
                <a:ext cx="104760" cy="246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92A85A3-EC58-FEB0-EC3E-4C6602CB4D5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98687" y="3588142"/>
                  <a:ext cx="1404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EF96244-9A44-32A5-903E-43A50F3AF056}"/>
                    </a:ext>
                  </a:extLst>
                </p14:cNvPr>
                <p14:cNvContentPartPr/>
                <p14:nvPr/>
              </p14:nvContentPartPr>
              <p14:xfrm>
                <a:off x="3334847" y="3872902"/>
                <a:ext cx="42840" cy="176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EF96244-9A44-32A5-903E-43A50F3AF05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17207" y="3855262"/>
                  <a:ext cx="78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33AE50E-3287-EF99-E8B4-DFD7CEF57795}"/>
                    </a:ext>
                  </a:extLst>
                </p14:cNvPr>
                <p14:cNvContentPartPr/>
                <p14:nvPr/>
              </p14:nvContentPartPr>
              <p14:xfrm>
                <a:off x="3478127" y="3649342"/>
                <a:ext cx="243000" cy="297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33AE50E-3287-EF99-E8B4-DFD7CEF5779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60487" y="3631702"/>
                  <a:ext cx="2786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4F9DFD6-6399-322B-966C-02A6127BA655}"/>
                    </a:ext>
                  </a:extLst>
                </p14:cNvPr>
                <p14:cNvContentPartPr/>
                <p14:nvPr/>
              </p14:nvContentPartPr>
              <p14:xfrm>
                <a:off x="3848927" y="3557902"/>
                <a:ext cx="184680" cy="110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4F9DFD6-6399-322B-966C-02A6127BA65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31287" y="3539902"/>
                  <a:ext cx="220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69E8BC1-2613-AE86-96C0-E7992AF485E2}"/>
                    </a:ext>
                  </a:extLst>
                </p14:cNvPr>
                <p14:cNvContentPartPr/>
                <p14:nvPr/>
              </p14:nvContentPartPr>
              <p14:xfrm>
                <a:off x="4113527" y="3904582"/>
                <a:ext cx="281160" cy="3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69E8BC1-2613-AE86-96C0-E7992AF485E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95887" y="3886582"/>
                  <a:ext cx="316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69B0C9F-1205-D009-86C1-4EA37548A16A}"/>
                    </a:ext>
                  </a:extLst>
                </p14:cNvPr>
                <p14:cNvContentPartPr/>
                <p14:nvPr/>
              </p14:nvContentPartPr>
              <p14:xfrm>
                <a:off x="4251767" y="3773542"/>
                <a:ext cx="58320" cy="252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69B0C9F-1205-D009-86C1-4EA37548A16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33767" y="3755902"/>
                  <a:ext cx="9396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99CE39C-D590-594F-C107-DA53CACE288E}"/>
              </a:ext>
            </a:extLst>
          </p:cNvPr>
          <p:cNvGrpSpPr/>
          <p:nvPr/>
        </p:nvGrpSpPr>
        <p:grpSpPr>
          <a:xfrm>
            <a:off x="6869687" y="3778222"/>
            <a:ext cx="285120" cy="138600"/>
            <a:chOff x="6869687" y="3778222"/>
            <a:chExt cx="285120" cy="1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50F7496-51B2-46CC-9CA5-B7193698712A}"/>
                    </a:ext>
                  </a:extLst>
                </p14:cNvPr>
                <p14:cNvContentPartPr/>
                <p14:nvPr/>
              </p14:nvContentPartPr>
              <p14:xfrm>
                <a:off x="6869687" y="3778222"/>
                <a:ext cx="175320" cy="21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50F7496-51B2-46CC-9CA5-B7193698712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52047" y="3760582"/>
                  <a:ext cx="210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E781B2E-8253-5CD0-3CB3-0135829C0F82}"/>
                    </a:ext>
                  </a:extLst>
                </p14:cNvPr>
                <p14:cNvContentPartPr/>
                <p14:nvPr/>
              </p14:nvContentPartPr>
              <p14:xfrm>
                <a:off x="6896687" y="3894502"/>
                <a:ext cx="258120" cy="22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E781B2E-8253-5CD0-3CB3-0135829C0F8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78687" y="3876862"/>
                  <a:ext cx="29376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6534B079-5E80-5470-4530-AA521E42F257}"/>
                  </a:ext>
                </a:extLst>
              </p14:cNvPr>
              <p14:cNvContentPartPr/>
              <p14:nvPr/>
            </p14:nvContentPartPr>
            <p14:xfrm>
              <a:off x="7425167" y="3691462"/>
              <a:ext cx="357480" cy="2970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6534B079-5E80-5470-4530-AA521E42F25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407167" y="3673462"/>
                <a:ext cx="393120" cy="33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C394B94-4A17-69F9-46D1-49A2CA1762E5}"/>
              </a:ext>
            </a:extLst>
          </p:cNvPr>
          <p:cNvGrpSpPr/>
          <p:nvPr/>
        </p:nvGrpSpPr>
        <p:grpSpPr>
          <a:xfrm>
            <a:off x="4693487" y="3634582"/>
            <a:ext cx="1812600" cy="445320"/>
            <a:chOff x="4693487" y="3634582"/>
            <a:chExt cx="1812600" cy="4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6375E07-CB32-BBDC-5E7D-752144E20CDE}"/>
                    </a:ext>
                  </a:extLst>
                </p14:cNvPr>
                <p14:cNvContentPartPr/>
                <p14:nvPr/>
              </p14:nvContentPartPr>
              <p14:xfrm>
                <a:off x="4693487" y="3727102"/>
                <a:ext cx="153360" cy="254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6375E07-CB32-BBDC-5E7D-752144E20CD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75487" y="3709102"/>
                  <a:ext cx="1890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A9A8CEC-67A1-75DA-7D75-ACE0FFDC7201}"/>
                    </a:ext>
                  </a:extLst>
                </p14:cNvPr>
                <p14:cNvContentPartPr/>
                <p14:nvPr/>
              </p14:nvContentPartPr>
              <p14:xfrm>
                <a:off x="4898687" y="3924742"/>
                <a:ext cx="182520" cy="155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A9A8CEC-67A1-75DA-7D75-ACE0FFDC720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81047" y="3907102"/>
                  <a:ext cx="218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3294F3B-5CF6-2FA2-6167-2143AE8946CB}"/>
                    </a:ext>
                  </a:extLst>
                </p14:cNvPr>
                <p14:cNvContentPartPr/>
                <p14:nvPr/>
              </p14:nvContentPartPr>
              <p14:xfrm>
                <a:off x="5140967" y="3666982"/>
                <a:ext cx="255960" cy="286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3294F3B-5CF6-2FA2-6167-2143AE8946C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23327" y="3648982"/>
                  <a:ext cx="2916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C5FC4BF-8DB8-8240-35A3-186453EF5398}"/>
                    </a:ext>
                  </a:extLst>
                </p14:cNvPr>
                <p14:cNvContentPartPr/>
                <p14:nvPr/>
              </p14:nvContentPartPr>
              <p14:xfrm>
                <a:off x="5592407" y="3846982"/>
                <a:ext cx="138960" cy="12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C5FC4BF-8DB8-8240-35A3-186453EF53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74767" y="3828982"/>
                  <a:ext cx="174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7C2A2CF-F8B9-5F23-2FDB-158FC7D57F9E}"/>
                    </a:ext>
                  </a:extLst>
                </p14:cNvPr>
                <p14:cNvContentPartPr/>
                <p14:nvPr/>
              </p14:nvContentPartPr>
              <p14:xfrm>
                <a:off x="5932247" y="3634582"/>
                <a:ext cx="87480" cy="405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7C2A2CF-F8B9-5F23-2FDB-158FC7D57F9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14607" y="3616582"/>
                  <a:ext cx="1231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7BB6288-0E13-01F4-EF31-DFB91F20D8A6}"/>
                    </a:ext>
                  </a:extLst>
                </p14:cNvPr>
                <p14:cNvContentPartPr/>
                <p14:nvPr/>
              </p14:nvContentPartPr>
              <p14:xfrm>
                <a:off x="6170927" y="3675262"/>
                <a:ext cx="185400" cy="299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7BB6288-0E13-01F4-EF31-DFB91F20D8A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153287" y="3657622"/>
                  <a:ext cx="2210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9A805FD-A304-A22B-21A4-0CEE3518A404}"/>
                    </a:ext>
                  </a:extLst>
                </p14:cNvPr>
                <p14:cNvContentPartPr/>
                <p14:nvPr/>
              </p14:nvContentPartPr>
              <p14:xfrm>
                <a:off x="6198647" y="3822142"/>
                <a:ext cx="154440" cy="43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9A805FD-A304-A22B-21A4-0CEE3518A40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181007" y="3804502"/>
                  <a:ext cx="190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A454B64-9745-547C-597D-14ED6F04CAEE}"/>
                    </a:ext>
                  </a:extLst>
                </p14:cNvPr>
                <p14:cNvContentPartPr/>
                <p14:nvPr/>
              </p14:nvContentPartPr>
              <p14:xfrm>
                <a:off x="6452447" y="3638902"/>
                <a:ext cx="53640" cy="419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A454B64-9745-547C-597D-14ED6F04CAE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34447" y="3620902"/>
                  <a:ext cx="892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391F722-BAF0-498A-27C9-27A66AC8007E}"/>
                    </a:ext>
                  </a:extLst>
                </p14:cNvPr>
                <p14:cNvContentPartPr/>
                <p14:nvPr/>
              </p14:nvContentPartPr>
              <p14:xfrm>
                <a:off x="5254367" y="4073422"/>
                <a:ext cx="7200" cy="3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391F722-BAF0-498A-27C9-27A66AC8007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36367" y="4055422"/>
                  <a:ext cx="428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002AAE5-D1FB-868E-BA27-80F9F3D5028D}"/>
              </a:ext>
            </a:extLst>
          </p:cNvPr>
          <p:cNvGrpSpPr/>
          <p:nvPr/>
        </p:nvGrpSpPr>
        <p:grpSpPr>
          <a:xfrm>
            <a:off x="445127" y="4466182"/>
            <a:ext cx="698040" cy="389880"/>
            <a:chOff x="445127" y="4466182"/>
            <a:chExt cx="69804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A3693F2-98D2-9581-BB2A-FA0275B28933}"/>
                    </a:ext>
                  </a:extLst>
                </p14:cNvPr>
                <p14:cNvContentPartPr/>
                <p14:nvPr/>
              </p14:nvContentPartPr>
              <p14:xfrm>
                <a:off x="445127" y="4466182"/>
                <a:ext cx="177480" cy="280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A3693F2-98D2-9581-BB2A-FA0275B2893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7487" y="4448542"/>
                  <a:ext cx="2131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D35A950-2F6C-2B14-38ED-FB7D6178AE39}"/>
                    </a:ext>
                  </a:extLst>
                </p14:cNvPr>
                <p14:cNvContentPartPr/>
                <p14:nvPr/>
              </p14:nvContentPartPr>
              <p14:xfrm>
                <a:off x="701447" y="4663462"/>
                <a:ext cx="34560" cy="192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D35A950-2F6C-2B14-38ED-FB7D6178AE3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3447" y="4645822"/>
                  <a:ext cx="702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AB8D369-F4C4-03D5-B1D3-8F332BEEBEA3}"/>
                    </a:ext>
                  </a:extLst>
                </p14:cNvPr>
                <p14:cNvContentPartPr/>
                <p14:nvPr/>
              </p14:nvContentPartPr>
              <p14:xfrm>
                <a:off x="937607" y="4633582"/>
                <a:ext cx="109080" cy="9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AB8D369-F4C4-03D5-B1D3-8F332BEEBE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19967" y="4615582"/>
                  <a:ext cx="144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D70713D-1D55-A3B0-1357-4AC7254E8133}"/>
                    </a:ext>
                  </a:extLst>
                </p14:cNvPr>
                <p14:cNvContentPartPr/>
                <p14:nvPr/>
              </p14:nvContentPartPr>
              <p14:xfrm>
                <a:off x="925007" y="4744462"/>
                <a:ext cx="218160" cy="29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D70713D-1D55-A3B0-1357-4AC7254E813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7007" y="4726462"/>
                  <a:ext cx="25380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F1FA34E-51E6-DC0B-B888-562AE7FFA776}"/>
              </a:ext>
            </a:extLst>
          </p:cNvPr>
          <p:cNvGrpSpPr/>
          <p:nvPr/>
        </p:nvGrpSpPr>
        <p:grpSpPr>
          <a:xfrm>
            <a:off x="1444847" y="4512982"/>
            <a:ext cx="1086480" cy="341280"/>
            <a:chOff x="1444847" y="4512982"/>
            <a:chExt cx="108648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EB08777-1EC8-F6C3-F2ED-C5C52F65F02E}"/>
                    </a:ext>
                  </a:extLst>
                </p14:cNvPr>
                <p14:cNvContentPartPr/>
                <p14:nvPr/>
              </p14:nvContentPartPr>
              <p14:xfrm>
                <a:off x="1444847" y="4512982"/>
                <a:ext cx="118440" cy="291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EB08777-1EC8-F6C3-F2ED-C5C52F65F02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426847" y="4495342"/>
                  <a:ext cx="1540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5E6559-5959-37B7-4B0F-E9C9C87B9A94}"/>
                    </a:ext>
                  </a:extLst>
                </p14:cNvPr>
                <p14:cNvContentPartPr/>
                <p14:nvPr/>
              </p14:nvContentPartPr>
              <p14:xfrm>
                <a:off x="1633487" y="4685782"/>
                <a:ext cx="145440" cy="41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5E6559-5959-37B7-4B0F-E9C9C87B9A9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615847" y="4667782"/>
                  <a:ext cx="1810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CDA8F23-4D7A-ECD8-A34B-FFD2CF76F942}"/>
                    </a:ext>
                  </a:extLst>
                </p14:cNvPr>
                <p14:cNvContentPartPr/>
                <p14:nvPr/>
              </p14:nvContentPartPr>
              <p14:xfrm>
                <a:off x="1690007" y="4625662"/>
                <a:ext cx="55800" cy="190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CDA8F23-4D7A-ECD8-A34B-FFD2CF76F94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672367" y="4608022"/>
                  <a:ext cx="91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EFBED42-733C-D7A1-72A1-AB0E6D9BF0CA}"/>
                    </a:ext>
                  </a:extLst>
                </p14:cNvPr>
                <p14:cNvContentPartPr/>
                <p14:nvPr/>
              </p14:nvContentPartPr>
              <p14:xfrm>
                <a:off x="1899887" y="4570582"/>
                <a:ext cx="136800" cy="255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EFBED42-733C-D7A1-72A1-AB0E6D9BF0C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881887" y="4552582"/>
                  <a:ext cx="1724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103D542-55E6-3E76-9E05-4CD73B7CA55F}"/>
                    </a:ext>
                  </a:extLst>
                </p14:cNvPr>
                <p14:cNvContentPartPr/>
                <p14:nvPr/>
              </p14:nvContentPartPr>
              <p14:xfrm>
                <a:off x="2170247" y="4709542"/>
                <a:ext cx="129600" cy="10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103D542-55E6-3E76-9E05-4CD73B7CA55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152607" y="4691902"/>
                  <a:ext cx="165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8CA027E-E0A3-5250-6918-761785F23802}"/>
                    </a:ext>
                  </a:extLst>
                </p14:cNvPr>
                <p14:cNvContentPartPr/>
                <p14:nvPr/>
              </p14:nvContentPartPr>
              <p14:xfrm>
                <a:off x="2355647" y="4640422"/>
                <a:ext cx="175680" cy="213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8CA027E-E0A3-5250-6918-761785F2380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338007" y="4622782"/>
                  <a:ext cx="21132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19B0034-A373-3FF2-8ED1-5E157B0D2C4A}"/>
              </a:ext>
            </a:extLst>
          </p:cNvPr>
          <p:cNvGrpSpPr/>
          <p:nvPr/>
        </p:nvGrpSpPr>
        <p:grpSpPr>
          <a:xfrm>
            <a:off x="3000047" y="4686142"/>
            <a:ext cx="246960" cy="114480"/>
            <a:chOff x="3000047" y="4686142"/>
            <a:chExt cx="24696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355407C-6413-E1F6-A6AC-8CCD55386E6F}"/>
                    </a:ext>
                  </a:extLst>
                </p14:cNvPr>
                <p14:cNvContentPartPr/>
                <p14:nvPr/>
              </p14:nvContentPartPr>
              <p14:xfrm>
                <a:off x="3000047" y="4686142"/>
                <a:ext cx="151560" cy="23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355407C-6413-E1F6-A6AC-8CCD55386E6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982047" y="4668502"/>
                  <a:ext cx="187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620AFB1-370D-C15C-1E1C-984D369CE897}"/>
                    </a:ext>
                  </a:extLst>
                </p14:cNvPr>
                <p14:cNvContentPartPr/>
                <p14:nvPr/>
              </p14:nvContentPartPr>
              <p14:xfrm>
                <a:off x="3017687" y="4777582"/>
                <a:ext cx="229320" cy="23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620AFB1-370D-C15C-1E1C-984D369CE89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000047" y="4759942"/>
                  <a:ext cx="26496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4C5566F-B245-9604-2424-3180A69CAA1C}"/>
              </a:ext>
            </a:extLst>
          </p:cNvPr>
          <p:cNvGrpSpPr/>
          <p:nvPr/>
        </p:nvGrpSpPr>
        <p:grpSpPr>
          <a:xfrm>
            <a:off x="3591167" y="4580302"/>
            <a:ext cx="392400" cy="266760"/>
            <a:chOff x="3591167" y="4580302"/>
            <a:chExt cx="39240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CC8F0C8-8E24-C043-3DB6-ABBD7EF362A7}"/>
                    </a:ext>
                  </a:extLst>
                </p14:cNvPr>
                <p14:cNvContentPartPr/>
                <p14:nvPr/>
              </p14:nvContentPartPr>
              <p14:xfrm>
                <a:off x="3591167" y="4580302"/>
                <a:ext cx="135720" cy="266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CC8F0C8-8E24-C043-3DB6-ABBD7EF362A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573527" y="4562302"/>
                  <a:ext cx="1713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F46DCE0-3494-63D0-9A2A-B56F3520F7EA}"/>
                    </a:ext>
                  </a:extLst>
                </p14:cNvPr>
                <p14:cNvContentPartPr/>
                <p14:nvPr/>
              </p14:nvContentPartPr>
              <p14:xfrm>
                <a:off x="3711047" y="4583542"/>
                <a:ext cx="272520" cy="20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F46DCE0-3494-63D0-9A2A-B56F3520F7E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693047" y="4565902"/>
                  <a:ext cx="3081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374EE65-83E7-25FD-D70B-E8C460992154}"/>
              </a:ext>
            </a:extLst>
          </p:cNvPr>
          <p:cNvGrpSpPr/>
          <p:nvPr/>
        </p:nvGrpSpPr>
        <p:grpSpPr>
          <a:xfrm>
            <a:off x="266207" y="5252422"/>
            <a:ext cx="1012320" cy="860040"/>
            <a:chOff x="266207" y="5252422"/>
            <a:chExt cx="1012320" cy="86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A2D3939-7E5F-C0EB-65C8-FA2F03AF6103}"/>
                    </a:ext>
                  </a:extLst>
                </p14:cNvPr>
                <p14:cNvContentPartPr/>
                <p14:nvPr/>
              </p14:nvContentPartPr>
              <p14:xfrm>
                <a:off x="266207" y="5252422"/>
                <a:ext cx="138600" cy="327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A2D3939-7E5F-C0EB-65C8-FA2F03AF610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48567" y="5234422"/>
                  <a:ext cx="1742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A80A423-7445-4D40-61A9-AAE57C01736A}"/>
                    </a:ext>
                  </a:extLst>
                </p14:cNvPr>
                <p14:cNvContentPartPr/>
                <p14:nvPr/>
              </p14:nvContentPartPr>
              <p14:xfrm>
                <a:off x="462407" y="5465542"/>
                <a:ext cx="179280" cy="186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A80A423-7445-4D40-61A9-AAE57C01736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4767" y="5447542"/>
                  <a:ext cx="2149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6C1D88A-E0DE-F45B-F754-218DFB653C8F}"/>
                    </a:ext>
                  </a:extLst>
                </p14:cNvPr>
                <p14:cNvContentPartPr/>
                <p14:nvPr/>
              </p14:nvContentPartPr>
              <p14:xfrm>
                <a:off x="819167" y="5458702"/>
                <a:ext cx="85680" cy="14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6C1D88A-E0DE-F45B-F754-218DFB653C8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1527" y="5441062"/>
                  <a:ext cx="1213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7D8415D-9B03-E0DA-2B43-E5235D1F1B36}"/>
                    </a:ext>
                  </a:extLst>
                </p14:cNvPr>
                <p14:cNvContentPartPr/>
                <p14:nvPr/>
              </p14:nvContentPartPr>
              <p14:xfrm>
                <a:off x="841847" y="5501902"/>
                <a:ext cx="186480" cy="36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7D8415D-9B03-E0DA-2B43-E5235D1F1B3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23847" y="5484262"/>
                  <a:ext cx="222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87DC581-E135-E90C-36FE-FDEF3C603475}"/>
                    </a:ext>
                  </a:extLst>
                </p14:cNvPr>
                <p14:cNvContentPartPr/>
                <p14:nvPr/>
              </p14:nvContentPartPr>
              <p14:xfrm>
                <a:off x="1202207" y="5267542"/>
                <a:ext cx="76320" cy="844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87DC581-E135-E90C-36FE-FDEF3C60347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84207" y="5249902"/>
                  <a:ext cx="111960" cy="88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DF180E0-0241-2109-8B8D-1860B5A8B62D}"/>
                  </a:ext>
                </a:extLst>
              </p14:cNvPr>
              <p14:cNvContentPartPr/>
              <p14:nvPr/>
            </p14:nvContentPartPr>
            <p14:xfrm>
              <a:off x="1655807" y="5358262"/>
              <a:ext cx="108720" cy="2332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DF180E0-0241-2109-8B8D-1860B5A8B62D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637807" y="5340262"/>
                <a:ext cx="1443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BAE5470D-7789-61DD-B803-6F8A94CD04E3}"/>
                  </a:ext>
                </a:extLst>
              </p14:cNvPr>
              <p14:cNvContentPartPr/>
              <p14:nvPr/>
            </p14:nvContentPartPr>
            <p14:xfrm>
              <a:off x="2062967" y="5441062"/>
              <a:ext cx="230760" cy="1515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AE5470D-7789-61DD-B803-6F8A94CD04E3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044967" y="5423062"/>
                <a:ext cx="26640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E94AD6E-9E30-AE57-C894-1537CB388D69}"/>
              </a:ext>
            </a:extLst>
          </p:cNvPr>
          <p:cNvGrpSpPr/>
          <p:nvPr/>
        </p:nvGrpSpPr>
        <p:grpSpPr>
          <a:xfrm>
            <a:off x="1468247" y="5804302"/>
            <a:ext cx="334440" cy="231840"/>
            <a:chOff x="1468247" y="5804302"/>
            <a:chExt cx="33444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70BC308-5E5C-C062-2104-88DB468F6521}"/>
                    </a:ext>
                  </a:extLst>
                </p14:cNvPr>
                <p14:cNvContentPartPr/>
                <p14:nvPr/>
              </p14:nvContentPartPr>
              <p14:xfrm>
                <a:off x="1468247" y="5861182"/>
                <a:ext cx="145080" cy="9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70BC308-5E5C-C062-2104-88DB468F652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450607" y="5843542"/>
                  <a:ext cx="180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C688200-F69D-3931-958B-3FEE94FEC814}"/>
                    </a:ext>
                  </a:extLst>
                </p14:cNvPr>
                <p14:cNvContentPartPr/>
                <p14:nvPr/>
              </p14:nvContentPartPr>
              <p14:xfrm>
                <a:off x="1707647" y="5807182"/>
                <a:ext cx="95040" cy="11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C688200-F69D-3931-958B-3FEE94FEC81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89647" y="5789182"/>
                  <a:ext cx="1306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9564F2B-15AF-7DD5-3898-E7A0D526B458}"/>
                    </a:ext>
                  </a:extLst>
                </p14:cNvPr>
                <p14:cNvContentPartPr/>
                <p14:nvPr/>
              </p14:nvContentPartPr>
              <p14:xfrm>
                <a:off x="1661567" y="5804302"/>
                <a:ext cx="127080" cy="2318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9564F2B-15AF-7DD5-3898-E7A0D526B45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643567" y="5786662"/>
                  <a:ext cx="16272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EA66555-37EB-931C-E815-DE0997370BE0}"/>
              </a:ext>
            </a:extLst>
          </p:cNvPr>
          <p:cNvGrpSpPr/>
          <p:nvPr/>
        </p:nvGrpSpPr>
        <p:grpSpPr>
          <a:xfrm>
            <a:off x="2053607" y="5843902"/>
            <a:ext cx="408240" cy="178560"/>
            <a:chOff x="2053607" y="5843902"/>
            <a:chExt cx="40824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39315F6-63AC-62D6-0ADD-11DB75E67C91}"/>
                    </a:ext>
                  </a:extLst>
                </p14:cNvPr>
                <p14:cNvContentPartPr/>
                <p14:nvPr/>
              </p14:nvContentPartPr>
              <p14:xfrm>
                <a:off x="2053607" y="5919502"/>
                <a:ext cx="121320" cy="9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39315F6-63AC-62D6-0ADD-11DB75E67C9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035607" y="5901862"/>
                  <a:ext cx="156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B7C13FF-9C41-33C6-EB9C-6E414F0D9D07}"/>
                    </a:ext>
                  </a:extLst>
                </p14:cNvPr>
                <p14:cNvContentPartPr/>
                <p14:nvPr/>
              </p14:nvContentPartPr>
              <p14:xfrm>
                <a:off x="2261327" y="5843902"/>
                <a:ext cx="200520" cy="178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B7C13FF-9C41-33C6-EB9C-6E414F0D9D0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43327" y="5825902"/>
                  <a:ext cx="236160" cy="21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42A39B1-9028-6288-F79C-6605BF97342B}"/>
                  </a:ext>
                </a:extLst>
              </p14:cNvPr>
              <p14:cNvContentPartPr/>
              <p14:nvPr/>
            </p14:nvContentPartPr>
            <p14:xfrm>
              <a:off x="2668127" y="5258182"/>
              <a:ext cx="26280" cy="9352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42A39B1-9028-6288-F79C-6605BF97342B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650487" y="5240182"/>
                <a:ext cx="61920" cy="97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CCC5F21-2C04-E85D-23D5-65FC1FB139D6}"/>
              </a:ext>
            </a:extLst>
          </p:cNvPr>
          <p:cNvGrpSpPr/>
          <p:nvPr/>
        </p:nvGrpSpPr>
        <p:grpSpPr>
          <a:xfrm>
            <a:off x="2893127" y="5711062"/>
            <a:ext cx="208800" cy="250200"/>
            <a:chOff x="2893127" y="5711062"/>
            <a:chExt cx="20880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8344D0C-06DC-6DBC-7669-EF9E39716E67}"/>
                    </a:ext>
                  </a:extLst>
                </p14:cNvPr>
                <p14:cNvContentPartPr/>
                <p14:nvPr/>
              </p14:nvContentPartPr>
              <p14:xfrm>
                <a:off x="2893127" y="5817982"/>
                <a:ext cx="208800" cy="21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8344D0C-06DC-6DBC-7669-EF9E39716E6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75127" y="5800342"/>
                  <a:ext cx="244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28A5202-F0FD-9D89-40FE-E57241034A0C}"/>
                    </a:ext>
                  </a:extLst>
                </p14:cNvPr>
                <p14:cNvContentPartPr/>
                <p14:nvPr/>
              </p14:nvContentPartPr>
              <p14:xfrm>
                <a:off x="2970167" y="5711062"/>
                <a:ext cx="47160" cy="250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28A5202-F0FD-9D89-40FE-E57241034A0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52527" y="5693062"/>
                  <a:ext cx="82800" cy="28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31C5C1B-8440-A65D-77C4-D19A057776C6}"/>
                  </a:ext>
                </a:extLst>
              </p14:cNvPr>
              <p14:cNvContentPartPr/>
              <p14:nvPr/>
            </p14:nvContentPartPr>
            <p14:xfrm>
              <a:off x="3397127" y="5374822"/>
              <a:ext cx="110880" cy="8179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31C5C1B-8440-A65D-77C4-D19A057776C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379127" y="5356822"/>
                <a:ext cx="146520" cy="85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81070B43-A5E2-6346-8D00-695C58889613}"/>
                  </a:ext>
                </a:extLst>
              </p14:cNvPr>
              <p14:cNvContentPartPr/>
              <p14:nvPr/>
            </p14:nvContentPartPr>
            <p14:xfrm>
              <a:off x="3698087" y="5397142"/>
              <a:ext cx="121680" cy="2685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1070B43-A5E2-6346-8D00-695C58889613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680447" y="5379142"/>
                <a:ext cx="15732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C0877A97-DDA9-8299-CC32-CA5C3095A417}"/>
                  </a:ext>
                </a:extLst>
              </p14:cNvPr>
              <p14:cNvContentPartPr/>
              <p14:nvPr/>
            </p14:nvContentPartPr>
            <p14:xfrm>
              <a:off x="4111367" y="5402542"/>
              <a:ext cx="272880" cy="2829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C0877A97-DDA9-8299-CC32-CA5C3095A41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093367" y="5384542"/>
                <a:ext cx="30852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31D9B14B-DA1B-3D95-0DC4-622C35A0E640}"/>
                  </a:ext>
                </a:extLst>
              </p14:cNvPr>
              <p14:cNvContentPartPr/>
              <p14:nvPr/>
            </p14:nvContentPartPr>
            <p14:xfrm>
              <a:off x="3596207" y="6004822"/>
              <a:ext cx="94680" cy="219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31D9B14B-DA1B-3D95-0DC4-622C35A0E640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3578567" y="5986822"/>
                <a:ext cx="1303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61A666F-B4A6-5AD3-B857-15839803EC82}"/>
                  </a:ext>
                </a:extLst>
              </p14:cNvPr>
              <p14:cNvContentPartPr/>
              <p14:nvPr/>
            </p14:nvContentPartPr>
            <p14:xfrm>
              <a:off x="3765407" y="5909062"/>
              <a:ext cx="13320" cy="2124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61A666F-B4A6-5AD3-B857-15839803EC82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3747407" y="5891062"/>
                <a:ext cx="489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A15C113-20C4-E707-FE69-B1454910B142}"/>
                  </a:ext>
                </a:extLst>
              </p14:cNvPr>
              <p14:cNvContentPartPr/>
              <p14:nvPr/>
            </p14:nvContentPartPr>
            <p14:xfrm>
              <a:off x="4096607" y="6010582"/>
              <a:ext cx="129240" cy="82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A15C113-20C4-E707-FE69-B1454910B14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078967" y="5992942"/>
                <a:ext cx="1648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38D4CAA0-F8D3-9B00-DB8E-5C19434D86AE}"/>
                  </a:ext>
                </a:extLst>
              </p14:cNvPr>
              <p14:cNvContentPartPr/>
              <p14:nvPr/>
            </p14:nvContentPartPr>
            <p14:xfrm>
              <a:off x="4291727" y="5911222"/>
              <a:ext cx="185400" cy="1756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38D4CAA0-F8D3-9B00-DB8E-5C19434D86AE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273727" y="5893582"/>
                <a:ext cx="2210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B225706-2D57-80C3-5AB8-BA50A1B71CA2}"/>
                  </a:ext>
                </a:extLst>
              </p14:cNvPr>
              <p14:cNvContentPartPr/>
              <p14:nvPr/>
            </p14:nvContentPartPr>
            <p14:xfrm>
              <a:off x="4598447" y="5253862"/>
              <a:ext cx="131400" cy="9500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B225706-2D57-80C3-5AB8-BA50A1B71CA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4580807" y="5236222"/>
                <a:ext cx="167040" cy="9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915B7A39-9393-22C3-25D5-7AFD993C264D}"/>
                  </a:ext>
                </a:extLst>
              </p14:cNvPr>
              <p14:cNvContentPartPr/>
              <p14:nvPr/>
            </p14:nvContentPartPr>
            <p14:xfrm>
              <a:off x="4897967" y="5673982"/>
              <a:ext cx="176040" cy="115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915B7A39-9393-22C3-25D5-7AFD993C264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4879967" y="5656342"/>
                <a:ext cx="211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42CBBB5-E6CA-14F7-FDC9-1F0F449D9516}"/>
                  </a:ext>
                </a:extLst>
              </p14:cNvPr>
              <p14:cNvContentPartPr/>
              <p14:nvPr/>
            </p14:nvContentPartPr>
            <p14:xfrm>
              <a:off x="4960967" y="5609182"/>
              <a:ext cx="54720" cy="2401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42CBBB5-E6CA-14F7-FDC9-1F0F449D9516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943327" y="5591182"/>
                <a:ext cx="9036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4CA50BE-E98B-A223-3AA4-2F13B1157F65}"/>
              </a:ext>
            </a:extLst>
          </p:cNvPr>
          <p:cNvGrpSpPr/>
          <p:nvPr/>
        </p:nvGrpSpPr>
        <p:grpSpPr>
          <a:xfrm>
            <a:off x="5392607" y="5306422"/>
            <a:ext cx="386640" cy="770760"/>
            <a:chOff x="5392607" y="5306422"/>
            <a:chExt cx="386640" cy="77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D1FB1DF-65A4-2262-A33D-D7466B50DE32}"/>
                    </a:ext>
                  </a:extLst>
                </p14:cNvPr>
                <p14:cNvContentPartPr/>
                <p14:nvPr/>
              </p14:nvContentPartPr>
              <p14:xfrm>
                <a:off x="5392607" y="5355742"/>
                <a:ext cx="101520" cy="669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D1FB1DF-65A4-2262-A33D-D7466B50DE3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74607" y="5337742"/>
                  <a:ext cx="13716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9BFB88D-29E7-0E45-35B1-2F1EACB4E151}"/>
                    </a:ext>
                  </a:extLst>
                </p14:cNvPr>
                <p14:cNvContentPartPr/>
                <p14:nvPr/>
              </p14:nvContentPartPr>
              <p14:xfrm>
                <a:off x="5666927" y="5306422"/>
                <a:ext cx="112320" cy="323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9BFB88D-29E7-0E45-35B1-2F1EACB4E15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648927" y="5288782"/>
                  <a:ext cx="1479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40C6860-DCBB-C4A7-D431-E9CAA55B529B}"/>
                    </a:ext>
                  </a:extLst>
                </p14:cNvPr>
                <p14:cNvContentPartPr/>
                <p14:nvPr/>
              </p14:nvContentPartPr>
              <p14:xfrm>
                <a:off x="5746487" y="5918782"/>
                <a:ext cx="19800" cy="1584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40C6860-DCBB-C4A7-D431-E9CAA55B529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28847" y="5901142"/>
                  <a:ext cx="554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7591690F-B82C-5982-A530-B8A9DEB07650}"/>
              </a:ext>
            </a:extLst>
          </p:cNvPr>
          <p:cNvGrpSpPr/>
          <p:nvPr/>
        </p:nvGrpSpPr>
        <p:grpSpPr>
          <a:xfrm>
            <a:off x="6082007" y="5281222"/>
            <a:ext cx="549000" cy="1054800"/>
            <a:chOff x="6082007" y="5281222"/>
            <a:chExt cx="549000" cy="10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CF6A027-330E-B162-2CB0-036E21E6CDC1}"/>
                    </a:ext>
                  </a:extLst>
                </p14:cNvPr>
                <p14:cNvContentPartPr/>
                <p14:nvPr/>
              </p14:nvContentPartPr>
              <p14:xfrm>
                <a:off x="6186767" y="5325142"/>
                <a:ext cx="188280" cy="291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CF6A027-330E-B162-2CB0-036E21E6CDC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169127" y="5307142"/>
                  <a:ext cx="2239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1ADA266-3605-A315-8104-669DFD311326}"/>
                    </a:ext>
                  </a:extLst>
                </p14:cNvPr>
                <p14:cNvContentPartPr/>
                <p14:nvPr/>
              </p14:nvContentPartPr>
              <p14:xfrm>
                <a:off x="6082007" y="5848942"/>
                <a:ext cx="176760" cy="252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1ADA266-3605-A315-8104-669DFD31132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064007" y="5831302"/>
                  <a:ext cx="2124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DDAAEC9-45CE-91F1-D0FB-23348C1E1C0E}"/>
                    </a:ext>
                  </a:extLst>
                </p14:cNvPr>
                <p14:cNvContentPartPr/>
                <p14:nvPr/>
              </p14:nvContentPartPr>
              <p14:xfrm>
                <a:off x="6500327" y="5281222"/>
                <a:ext cx="130680" cy="1054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DDAAEC9-45CE-91F1-D0FB-23348C1E1C0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482687" y="5263222"/>
                  <a:ext cx="166320" cy="10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0B3CB03A-58F2-9062-6834-5197698F490D}"/>
              </a:ext>
            </a:extLst>
          </p:cNvPr>
          <p:cNvGrpSpPr/>
          <p:nvPr/>
        </p:nvGrpSpPr>
        <p:grpSpPr>
          <a:xfrm>
            <a:off x="745367" y="6485062"/>
            <a:ext cx="916200" cy="320400"/>
            <a:chOff x="745367" y="6485062"/>
            <a:chExt cx="91620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15EB2C1-4433-7888-FAFF-FE1FB40DFB2E}"/>
                    </a:ext>
                  </a:extLst>
                </p14:cNvPr>
                <p14:cNvContentPartPr/>
                <p14:nvPr/>
              </p14:nvContentPartPr>
              <p14:xfrm>
                <a:off x="746447" y="6537982"/>
                <a:ext cx="129960" cy="122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15EB2C1-4433-7888-FAFF-FE1FB40DFB2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28447" y="6519982"/>
                  <a:ext cx="165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8A9319C-845D-07D0-3C4F-E8273C2BBFAF}"/>
                    </a:ext>
                  </a:extLst>
                </p14:cNvPr>
                <p14:cNvContentPartPr/>
                <p14:nvPr/>
              </p14:nvContentPartPr>
              <p14:xfrm>
                <a:off x="745367" y="6636262"/>
                <a:ext cx="157320" cy="554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8A9319C-845D-07D0-3C4F-E8273C2BBFA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7367" y="6618262"/>
                  <a:ext cx="192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4878FC6-25EC-C2B2-EF98-B861DA62DB80}"/>
                    </a:ext>
                  </a:extLst>
                </p14:cNvPr>
                <p14:cNvContentPartPr/>
                <p14:nvPr/>
              </p14:nvContentPartPr>
              <p14:xfrm>
                <a:off x="1280327" y="6485062"/>
                <a:ext cx="141840" cy="262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4878FC6-25EC-C2B2-EF98-B861DA62DB8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262687" y="6467062"/>
                  <a:ext cx="1774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E62353C-B4F1-75A1-DCD1-609046A36527}"/>
                    </a:ext>
                  </a:extLst>
                </p14:cNvPr>
                <p14:cNvContentPartPr/>
                <p14:nvPr/>
              </p14:nvContentPartPr>
              <p14:xfrm>
                <a:off x="1044887" y="6590902"/>
                <a:ext cx="132120" cy="104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E62353C-B4F1-75A1-DCD1-609046A3652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27247" y="6572902"/>
                  <a:ext cx="167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C711821-9587-8CF4-F3B5-D8983F435B7F}"/>
                    </a:ext>
                  </a:extLst>
                </p14:cNvPr>
                <p14:cNvContentPartPr/>
                <p14:nvPr/>
              </p14:nvContentPartPr>
              <p14:xfrm>
                <a:off x="1545287" y="6633742"/>
                <a:ext cx="116280" cy="90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C711821-9587-8CF4-F3B5-D8983F435B7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27287" y="6616102"/>
                  <a:ext cx="151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C04CA43-4DC8-DC00-2296-6A77C219297D}"/>
                    </a:ext>
                  </a:extLst>
                </p14:cNvPr>
                <p14:cNvContentPartPr/>
                <p14:nvPr/>
              </p14:nvContentPartPr>
              <p14:xfrm>
                <a:off x="1602167" y="6550942"/>
                <a:ext cx="29160" cy="2545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C04CA43-4DC8-DC00-2296-6A77C219297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584527" y="6532942"/>
                  <a:ext cx="6480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FF3A65F-AE14-C61B-D6AB-EBA2155D8C64}"/>
              </a:ext>
            </a:extLst>
          </p:cNvPr>
          <p:cNvGrpSpPr/>
          <p:nvPr/>
        </p:nvGrpSpPr>
        <p:grpSpPr>
          <a:xfrm>
            <a:off x="1885847" y="6499102"/>
            <a:ext cx="216000" cy="262440"/>
            <a:chOff x="1885847" y="6499102"/>
            <a:chExt cx="21600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1CB8347-F865-9BDD-D5F6-FACE9C74A01B}"/>
                    </a:ext>
                  </a:extLst>
                </p14:cNvPr>
                <p14:cNvContentPartPr/>
                <p14:nvPr/>
              </p14:nvContentPartPr>
              <p14:xfrm>
                <a:off x="1885847" y="6499102"/>
                <a:ext cx="20880" cy="262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1CB8347-F865-9BDD-D5F6-FACE9C74A01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868207" y="6481102"/>
                  <a:ext cx="565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23F4741-F9F9-A341-F16D-BB3499E8F17F}"/>
                    </a:ext>
                  </a:extLst>
                </p14:cNvPr>
                <p14:cNvContentPartPr/>
                <p14:nvPr/>
              </p14:nvContentPartPr>
              <p14:xfrm>
                <a:off x="2003927" y="6594142"/>
                <a:ext cx="97920" cy="163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23F4741-F9F9-A341-F16D-BB3499E8F17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985927" y="6576502"/>
                  <a:ext cx="13356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53390CF1-68C0-DB67-04DE-9C3D2926BD66}"/>
              </a:ext>
            </a:extLst>
          </p:cNvPr>
          <p:cNvGrpSpPr/>
          <p:nvPr/>
        </p:nvGrpSpPr>
        <p:grpSpPr>
          <a:xfrm>
            <a:off x="4480727" y="6469582"/>
            <a:ext cx="893520" cy="356760"/>
            <a:chOff x="4480727" y="6469582"/>
            <a:chExt cx="89352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3EC9607-46AD-FD19-4CBA-44DF204ECB59}"/>
                    </a:ext>
                  </a:extLst>
                </p14:cNvPr>
                <p14:cNvContentPartPr/>
                <p14:nvPr/>
              </p14:nvContentPartPr>
              <p14:xfrm>
                <a:off x="4480727" y="6575782"/>
                <a:ext cx="26640" cy="2196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3EC9607-46AD-FD19-4CBA-44DF204ECB5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462727" y="6558142"/>
                  <a:ext cx="622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AA93176-09EB-7004-3955-8638D9BA701B}"/>
                    </a:ext>
                  </a:extLst>
                </p14:cNvPr>
                <p14:cNvContentPartPr/>
                <p14:nvPr/>
              </p14:nvContentPartPr>
              <p14:xfrm>
                <a:off x="4598447" y="6593422"/>
                <a:ext cx="174240" cy="232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AA93176-09EB-7004-3955-8638D9BA701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580807" y="6575422"/>
                  <a:ext cx="2098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4CA43E2-6081-2D1F-8894-4B91A1BEC564}"/>
                    </a:ext>
                  </a:extLst>
                </p14:cNvPr>
                <p14:cNvContentPartPr/>
                <p14:nvPr/>
              </p14:nvContentPartPr>
              <p14:xfrm>
                <a:off x="4869887" y="6469582"/>
                <a:ext cx="504360" cy="272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4CA43E2-6081-2D1F-8894-4B91A1BEC56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851887" y="6451582"/>
                  <a:ext cx="54000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D4AC4DE-2ECC-BF4E-20BF-73BB401532CB}"/>
              </a:ext>
            </a:extLst>
          </p:cNvPr>
          <p:cNvGrpSpPr/>
          <p:nvPr/>
        </p:nvGrpSpPr>
        <p:grpSpPr>
          <a:xfrm>
            <a:off x="2383007" y="6407302"/>
            <a:ext cx="825120" cy="516240"/>
            <a:chOff x="2383007" y="6407302"/>
            <a:chExt cx="825120" cy="51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5211FCC-F23F-64EC-D50E-F0AA2346F835}"/>
                    </a:ext>
                  </a:extLst>
                </p14:cNvPr>
                <p14:cNvContentPartPr/>
                <p14:nvPr/>
              </p14:nvContentPartPr>
              <p14:xfrm>
                <a:off x="2383007" y="6612502"/>
                <a:ext cx="183600" cy="19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5211FCC-F23F-64EC-D50E-F0AA2346F83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65007" y="6594862"/>
                  <a:ext cx="219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B6D6EAE-87D8-5963-867F-D3A3B18FC7D4}"/>
                    </a:ext>
                  </a:extLst>
                </p14:cNvPr>
                <p14:cNvContentPartPr/>
                <p14:nvPr/>
              </p14:nvContentPartPr>
              <p14:xfrm>
                <a:off x="2476607" y="6485422"/>
                <a:ext cx="39960" cy="2732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B6D6EAE-87D8-5963-867F-D3A3B18FC7D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458607" y="6467422"/>
                  <a:ext cx="756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40A8FF9-6F3C-4150-C16E-EAB8C7C25090}"/>
                    </a:ext>
                  </a:extLst>
                </p14:cNvPr>
                <p14:cNvContentPartPr/>
                <p14:nvPr/>
              </p14:nvContentPartPr>
              <p14:xfrm>
                <a:off x="2802767" y="6629422"/>
                <a:ext cx="146880" cy="15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40A8FF9-6F3C-4150-C16E-EAB8C7C2509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784767" y="6611422"/>
                  <a:ext cx="182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1E0D06D-4FC8-DD19-5725-935E0931700A}"/>
                    </a:ext>
                  </a:extLst>
                </p14:cNvPr>
                <p14:cNvContentPartPr/>
                <p14:nvPr/>
              </p14:nvContentPartPr>
              <p14:xfrm>
                <a:off x="3068087" y="6492982"/>
                <a:ext cx="140040" cy="282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1E0D06D-4FC8-DD19-5725-935E0931700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050447" y="6475342"/>
                  <a:ext cx="1756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3BCAE8D-2965-DEEE-6B22-E5E1862A6BFD}"/>
                    </a:ext>
                  </a:extLst>
                </p14:cNvPr>
                <p14:cNvContentPartPr/>
                <p14:nvPr/>
              </p14:nvContentPartPr>
              <p14:xfrm>
                <a:off x="2694767" y="6407302"/>
                <a:ext cx="240480" cy="516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3BCAE8D-2965-DEEE-6B22-E5E1862A6BF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677127" y="6389662"/>
                  <a:ext cx="276120" cy="55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29C2BAE0-B458-7642-F666-CF828F272689}"/>
              </a:ext>
            </a:extLst>
          </p:cNvPr>
          <p:cNvGrpSpPr/>
          <p:nvPr/>
        </p:nvGrpSpPr>
        <p:grpSpPr>
          <a:xfrm>
            <a:off x="3430247" y="6405277"/>
            <a:ext cx="843840" cy="448200"/>
            <a:chOff x="3430247" y="6405277"/>
            <a:chExt cx="84384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466A2A0-E99F-844C-FA1A-F8F05C274ACF}"/>
                    </a:ext>
                  </a:extLst>
                </p14:cNvPr>
                <p14:cNvContentPartPr/>
                <p14:nvPr/>
              </p14:nvContentPartPr>
              <p14:xfrm>
                <a:off x="3430247" y="6680182"/>
                <a:ext cx="151560" cy="158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466A2A0-E99F-844C-FA1A-F8F05C274AC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412607" y="6662182"/>
                  <a:ext cx="187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C427C1B-7C79-F445-AF4A-B9EB625CB9AF}"/>
                    </a:ext>
                  </a:extLst>
                </p14:cNvPr>
                <p14:cNvContentPartPr/>
                <p14:nvPr/>
              </p14:nvContentPartPr>
              <p14:xfrm>
                <a:off x="3508727" y="6560302"/>
                <a:ext cx="22320" cy="238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C427C1B-7C79-F445-AF4A-B9EB625CB9A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491087" y="6542662"/>
                  <a:ext cx="579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ABD3CC9-2DEA-5C33-B5A6-1409808E7470}"/>
                    </a:ext>
                  </a:extLst>
                </p14:cNvPr>
                <p14:cNvContentPartPr/>
                <p14:nvPr/>
              </p14:nvContentPartPr>
              <p14:xfrm>
                <a:off x="3754967" y="6513142"/>
                <a:ext cx="123840" cy="2530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ABD3CC9-2DEA-5C33-B5A6-1409808E747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37327" y="6495502"/>
                  <a:ext cx="1594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F948360-9FE0-5503-6782-715C1F641E6E}"/>
                    </a:ext>
                  </a:extLst>
                </p14:cNvPr>
                <p14:cNvContentPartPr/>
                <p14:nvPr/>
              </p14:nvContentPartPr>
              <p14:xfrm>
                <a:off x="4109927" y="6636622"/>
                <a:ext cx="164160" cy="144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F948360-9FE0-5503-6782-715C1F641E6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092287" y="6618622"/>
                  <a:ext cx="199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A2AA71C-BF19-D91C-C373-AFBE7F2D15A3}"/>
                    </a:ext>
                  </a:extLst>
                </p14:cNvPr>
                <p14:cNvContentPartPr/>
                <p14:nvPr/>
              </p14:nvContentPartPr>
              <p14:xfrm>
                <a:off x="4168607" y="6539782"/>
                <a:ext cx="15480" cy="272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A2AA71C-BF19-D91C-C373-AFBE7F2D15A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150607" y="6521782"/>
                  <a:ext cx="511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CB9AC09-1C08-EE24-D39B-2861EC47BE62}"/>
                    </a:ext>
                  </a:extLst>
                </p14:cNvPr>
                <p14:cNvContentPartPr/>
                <p14:nvPr/>
              </p14:nvContentPartPr>
              <p14:xfrm>
                <a:off x="3894647" y="6405277"/>
                <a:ext cx="65520" cy="4482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CB9AC09-1C08-EE24-D39B-2861EC47BE6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877007" y="6387277"/>
                  <a:ext cx="101160" cy="48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9AE732A-D06D-04F9-3D52-B60600510692}"/>
              </a:ext>
            </a:extLst>
          </p:cNvPr>
          <p:cNvGrpSpPr/>
          <p:nvPr/>
        </p:nvGrpSpPr>
        <p:grpSpPr>
          <a:xfrm>
            <a:off x="5678447" y="6598957"/>
            <a:ext cx="312120" cy="135000"/>
            <a:chOff x="5678447" y="6598957"/>
            <a:chExt cx="312120" cy="1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3C54E73-5676-3196-4994-58D2D9FCBD3D}"/>
                    </a:ext>
                  </a:extLst>
                </p14:cNvPr>
                <p14:cNvContentPartPr/>
                <p14:nvPr/>
              </p14:nvContentPartPr>
              <p14:xfrm>
                <a:off x="5714087" y="6598957"/>
                <a:ext cx="123840" cy="208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3C54E73-5676-3196-4994-58D2D9FCBD3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696447" y="6581317"/>
                  <a:ext cx="159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794DD85-D612-9C9B-4368-C734D440096C}"/>
                    </a:ext>
                  </a:extLst>
                </p14:cNvPr>
                <p14:cNvContentPartPr/>
                <p14:nvPr/>
              </p14:nvContentPartPr>
              <p14:xfrm>
                <a:off x="5678447" y="6701917"/>
                <a:ext cx="312120" cy="320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794DD85-D612-9C9B-4368-C734D440096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660807" y="6684277"/>
                  <a:ext cx="34776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5A84D64-AA6F-DDDA-1EEA-11B0C616B157}"/>
              </a:ext>
            </a:extLst>
          </p:cNvPr>
          <p:cNvGrpSpPr/>
          <p:nvPr/>
        </p:nvGrpSpPr>
        <p:grpSpPr>
          <a:xfrm>
            <a:off x="6377927" y="6467917"/>
            <a:ext cx="1116000" cy="361800"/>
            <a:chOff x="6377927" y="6467917"/>
            <a:chExt cx="1116000" cy="36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93A6F40-12AD-15E0-A59D-0EE70D681459}"/>
                    </a:ext>
                  </a:extLst>
                </p14:cNvPr>
                <p14:cNvContentPartPr/>
                <p14:nvPr/>
              </p14:nvContentPartPr>
              <p14:xfrm>
                <a:off x="6377927" y="6467917"/>
                <a:ext cx="133920" cy="3240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93A6F40-12AD-15E0-A59D-0EE70D68145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360287" y="6450277"/>
                  <a:ext cx="1695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14910DD-7879-C623-2849-0311EB9B001F}"/>
                    </a:ext>
                  </a:extLst>
                </p14:cNvPr>
                <p14:cNvContentPartPr/>
                <p14:nvPr/>
              </p14:nvContentPartPr>
              <p14:xfrm>
                <a:off x="6622367" y="6645757"/>
                <a:ext cx="114120" cy="298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14910DD-7879-C623-2849-0311EB9B001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604727" y="6628117"/>
                  <a:ext cx="1497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6795610-B8C2-2F38-5F1E-01CA46DCCDB9}"/>
                    </a:ext>
                  </a:extLst>
                </p14:cNvPr>
                <p14:cNvContentPartPr/>
                <p14:nvPr/>
              </p14:nvContentPartPr>
              <p14:xfrm>
                <a:off x="6767087" y="6541717"/>
                <a:ext cx="179640" cy="254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6795610-B8C2-2F38-5F1E-01CA46DCCDB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749087" y="6524077"/>
                  <a:ext cx="215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B1965B5-7EC7-EEF4-D077-D4A9DBBB21B4}"/>
                    </a:ext>
                  </a:extLst>
                </p14:cNvPr>
                <p14:cNvContentPartPr/>
                <p14:nvPr/>
              </p14:nvContentPartPr>
              <p14:xfrm>
                <a:off x="7113407" y="6626317"/>
                <a:ext cx="147960" cy="291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B1965B5-7EC7-EEF4-D077-D4A9DBBB21B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095407" y="6608317"/>
                  <a:ext cx="183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F5C14AE-3CDC-F71B-C240-EF2ADDBE5000}"/>
                    </a:ext>
                  </a:extLst>
                </p14:cNvPr>
                <p14:cNvContentPartPr/>
                <p14:nvPr/>
              </p14:nvContentPartPr>
              <p14:xfrm>
                <a:off x="7137167" y="6522637"/>
                <a:ext cx="39240" cy="2426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F5C14AE-3CDC-F71B-C240-EF2ADDBE500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119167" y="6504997"/>
                  <a:ext cx="74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D101239-05E1-8889-9938-AFACB1BB001A}"/>
                    </a:ext>
                  </a:extLst>
                </p14:cNvPr>
                <p14:cNvContentPartPr/>
                <p14:nvPr/>
              </p14:nvContentPartPr>
              <p14:xfrm>
                <a:off x="7376927" y="6523357"/>
                <a:ext cx="117000" cy="306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D101239-05E1-8889-9938-AFACB1BB001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358927" y="6505717"/>
                  <a:ext cx="15264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2962AB76-53E7-7DB5-2566-8840643593B9}"/>
              </a:ext>
            </a:extLst>
          </p:cNvPr>
          <p:cNvGrpSpPr/>
          <p:nvPr/>
        </p:nvGrpSpPr>
        <p:grpSpPr>
          <a:xfrm>
            <a:off x="7752407" y="6483037"/>
            <a:ext cx="623880" cy="263880"/>
            <a:chOff x="7752407" y="6483037"/>
            <a:chExt cx="62388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D7FA5B1-3E7F-AFD5-5F80-D71A7FAA9FE8}"/>
                    </a:ext>
                  </a:extLst>
                </p14:cNvPr>
                <p14:cNvContentPartPr/>
                <p14:nvPr/>
              </p14:nvContentPartPr>
              <p14:xfrm>
                <a:off x="7808567" y="6655117"/>
                <a:ext cx="82800" cy="11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D7FA5B1-3E7F-AFD5-5F80-D71A7FAA9FE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790927" y="6637477"/>
                  <a:ext cx="118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E75FA5D-EB8B-5692-BBE3-CD8B68E1E8E5}"/>
                    </a:ext>
                  </a:extLst>
                </p14:cNvPr>
                <p14:cNvContentPartPr/>
                <p14:nvPr/>
              </p14:nvContentPartPr>
              <p14:xfrm>
                <a:off x="7752407" y="6730357"/>
                <a:ext cx="146160" cy="16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E75FA5D-EB8B-5692-BBE3-CD8B68E1E8E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734767" y="6712717"/>
                  <a:ext cx="181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6B06753-CD90-7557-BB5D-8F7B05542498}"/>
                    </a:ext>
                  </a:extLst>
                </p14:cNvPr>
                <p14:cNvContentPartPr/>
                <p14:nvPr/>
              </p14:nvContentPartPr>
              <p14:xfrm>
                <a:off x="8092607" y="6483037"/>
                <a:ext cx="283680" cy="263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6B06753-CD90-7557-BB5D-8F7B0554249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074607" y="6465397"/>
                  <a:ext cx="31932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A4BD414C-A14C-C1DD-01F8-3043131571D6}"/>
              </a:ext>
            </a:extLst>
          </p:cNvPr>
          <p:cNvGrpSpPr/>
          <p:nvPr/>
        </p:nvGrpSpPr>
        <p:grpSpPr>
          <a:xfrm>
            <a:off x="8398247" y="1763437"/>
            <a:ext cx="638280" cy="282600"/>
            <a:chOff x="8398247" y="1763437"/>
            <a:chExt cx="63828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EECE3A5-3CF4-4F04-4796-4C2888E4BE32}"/>
                    </a:ext>
                  </a:extLst>
                </p14:cNvPr>
                <p14:cNvContentPartPr/>
                <p14:nvPr/>
              </p14:nvContentPartPr>
              <p14:xfrm>
                <a:off x="8398247" y="1799077"/>
                <a:ext cx="14400" cy="2372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EECE3A5-3CF4-4F04-4796-4C2888E4BE3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380247" y="1781437"/>
                  <a:ext cx="50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373521C-9B11-FAD9-B586-2ACBF8E944AC}"/>
                    </a:ext>
                  </a:extLst>
                </p14:cNvPr>
                <p14:cNvContentPartPr/>
                <p14:nvPr/>
              </p14:nvContentPartPr>
              <p14:xfrm>
                <a:off x="8470967" y="1811677"/>
                <a:ext cx="153000" cy="234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373521C-9B11-FAD9-B586-2ACBF8E944A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453327" y="1793677"/>
                  <a:ext cx="1886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11E228F-CD8B-A39D-5EEC-081D433FBA19}"/>
                    </a:ext>
                  </a:extLst>
                </p14:cNvPr>
                <p14:cNvContentPartPr/>
                <p14:nvPr/>
              </p14:nvContentPartPr>
              <p14:xfrm>
                <a:off x="8517407" y="1913197"/>
                <a:ext cx="74520" cy="39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11E228F-CD8B-A39D-5EEC-081D433FBA1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499767" y="1895197"/>
                  <a:ext cx="110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FC6062C-E288-FA5B-C1E7-D972041CE0B8}"/>
                    </a:ext>
                  </a:extLst>
                </p14:cNvPr>
                <p14:cNvContentPartPr/>
                <p14:nvPr/>
              </p14:nvContentPartPr>
              <p14:xfrm>
                <a:off x="8739167" y="1763437"/>
                <a:ext cx="34920" cy="276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FC6062C-E288-FA5B-C1E7-D972041CE0B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721167" y="1745797"/>
                  <a:ext cx="705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869C5F9-A2FA-CE05-E305-6DDDE15A1210}"/>
                    </a:ext>
                  </a:extLst>
                </p14:cNvPr>
                <p14:cNvContentPartPr/>
                <p14:nvPr/>
              </p14:nvContentPartPr>
              <p14:xfrm>
                <a:off x="8916287" y="1845877"/>
                <a:ext cx="93240" cy="327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869C5F9-A2FA-CE05-E305-6DDDE15A121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898647" y="1828237"/>
                  <a:ext cx="128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40F3FE3-46B0-4F3C-61C4-9FE48500EFD9}"/>
                    </a:ext>
                  </a:extLst>
                </p14:cNvPr>
                <p14:cNvContentPartPr/>
                <p14:nvPr/>
              </p14:nvContentPartPr>
              <p14:xfrm>
                <a:off x="8914487" y="1930477"/>
                <a:ext cx="122040" cy="363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40F3FE3-46B0-4F3C-61C4-9FE48500EFD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896847" y="1912477"/>
                  <a:ext cx="15768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0B707D78-2627-FA56-ACEC-7D63873E7755}"/>
              </a:ext>
            </a:extLst>
          </p:cNvPr>
          <p:cNvGrpSpPr/>
          <p:nvPr/>
        </p:nvGrpSpPr>
        <p:grpSpPr>
          <a:xfrm>
            <a:off x="9259007" y="1606477"/>
            <a:ext cx="2370960" cy="1968840"/>
            <a:chOff x="9259007" y="1606477"/>
            <a:chExt cx="2370960" cy="19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0C1A671-0A53-939B-A61F-019CF33F4FB7}"/>
                    </a:ext>
                  </a:extLst>
                </p14:cNvPr>
                <p14:cNvContentPartPr/>
                <p14:nvPr/>
              </p14:nvContentPartPr>
              <p14:xfrm>
                <a:off x="9259007" y="1717717"/>
                <a:ext cx="151920" cy="3366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0C1A671-0A53-939B-A61F-019CF33F4FB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241007" y="1699717"/>
                  <a:ext cx="1875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E9B08BE-D46E-FD3D-2757-F5AA65FEBB83}"/>
                    </a:ext>
                  </a:extLst>
                </p14:cNvPr>
                <p14:cNvContentPartPr/>
                <p14:nvPr/>
              </p14:nvContentPartPr>
              <p14:xfrm>
                <a:off x="9547007" y="1614757"/>
                <a:ext cx="118080" cy="6631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E9B08BE-D46E-FD3D-2757-F5AA65FEBB8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529367" y="1596757"/>
                  <a:ext cx="15372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6D68FE2-0F56-F98E-F131-D2E291F8111E}"/>
                    </a:ext>
                  </a:extLst>
                </p14:cNvPr>
                <p14:cNvContentPartPr/>
                <p14:nvPr/>
              </p14:nvContentPartPr>
              <p14:xfrm>
                <a:off x="9981887" y="2266717"/>
                <a:ext cx="75240" cy="381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6D68FE2-0F56-F98E-F131-D2E291F8111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964247" y="2249077"/>
                  <a:ext cx="110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FC8167D-CEA4-41F7-2D0D-05F1EFCAEDF1}"/>
                    </a:ext>
                  </a:extLst>
                </p14:cNvPr>
                <p14:cNvContentPartPr/>
                <p14:nvPr/>
              </p14:nvContentPartPr>
              <p14:xfrm>
                <a:off x="9880007" y="1882957"/>
                <a:ext cx="115560" cy="34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FC8167D-CEA4-41F7-2D0D-05F1EFCAEDF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862007" y="1865317"/>
                  <a:ext cx="1512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445C417-2A56-D893-97D4-42D6E7E69E82}"/>
                    </a:ext>
                  </a:extLst>
                </p14:cNvPr>
                <p14:cNvContentPartPr/>
                <p14:nvPr/>
              </p14:nvContentPartPr>
              <p14:xfrm>
                <a:off x="10106087" y="1740397"/>
                <a:ext cx="106560" cy="2559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445C417-2A56-D893-97D4-42D6E7E69E8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088087" y="1722397"/>
                  <a:ext cx="1422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F973BC8-E93B-A52F-F626-4379B500E1C6}"/>
                    </a:ext>
                  </a:extLst>
                </p14:cNvPr>
                <p14:cNvContentPartPr/>
                <p14:nvPr/>
              </p14:nvContentPartPr>
              <p14:xfrm>
                <a:off x="10355207" y="1824637"/>
                <a:ext cx="126720" cy="414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F973BC8-E93B-A52F-F626-4379B500E1C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337567" y="1806637"/>
                  <a:ext cx="162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671CBA7-E701-DE12-B8A1-53C2A79AA265}"/>
                    </a:ext>
                  </a:extLst>
                </p14:cNvPr>
                <p14:cNvContentPartPr/>
                <p14:nvPr/>
              </p14:nvContentPartPr>
              <p14:xfrm>
                <a:off x="10391567" y="1757677"/>
                <a:ext cx="38520" cy="201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671CBA7-E701-DE12-B8A1-53C2A79AA26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373927" y="1740037"/>
                  <a:ext cx="74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A432F6C-C4B1-4C94-79B2-F3607686B147}"/>
                    </a:ext>
                  </a:extLst>
                </p14:cNvPr>
                <p14:cNvContentPartPr/>
                <p14:nvPr/>
              </p14:nvContentPartPr>
              <p14:xfrm>
                <a:off x="10583807" y="1606477"/>
                <a:ext cx="400320" cy="4946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A432F6C-C4B1-4C94-79B2-F3607686B14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566167" y="1588477"/>
                  <a:ext cx="4359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47B7CE4-0BCC-23A2-E133-1BA847BBE246}"/>
                    </a:ext>
                  </a:extLst>
                </p14:cNvPr>
                <p14:cNvContentPartPr/>
                <p14:nvPr/>
              </p14:nvContentPartPr>
              <p14:xfrm>
                <a:off x="9263687" y="2518357"/>
                <a:ext cx="140040" cy="29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47B7CE4-0BCC-23A2-E133-1BA847BBE24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246047" y="2500717"/>
                  <a:ext cx="175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2221C4B-E3FD-42DC-E05B-BFC477816124}"/>
                    </a:ext>
                  </a:extLst>
                </p14:cNvPr>
                <p14:cNvContentPartPr/>
                <p14:nvPr/>
              </p14:nvContentPartPr>
              <p14:xfrm>
                <a:off x="9579047" y="2391277"/>
                <a:ext cx="149760" cy="2383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2221C4B-E3FD-42DC-E05B-BFC47781612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561047" y="2373277"/>
                  <a:ext cx="185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A2422F8-BDE2-C04D-BC40-DEBC7FEBF3B4}"/>
                    </a:ext>
                  </a:extLst>
                </p14:cNvPr>
                <p14:cNvContentPartPr/>
                <p14:nvPr/>
              </p14:nvContentPartPr>
              <p14:xfrm>
                <a:off x="9903047" y="2294437"/>
                <a:ext cx="138960" cy="4658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A2422F8-BDE2-C04D-BC40-DEBC7FEBF3B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885407" y="2276437"/>
                  <a:ext cx="17460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F8D63D9-2E74-14CB-BFBD-DA34BE77468E}"/>
                    </a:ext>
                  </a:extLst>
                </p14:cNvPr>
                <p14:cNvContentPartPr/>
                <p14:nvPr/>
              </p14:nvContentPartPr>
              <p14:xfrm>
                <a:off x="10172687" y="2532397"/>
                <a:ext cx="130680" cy="298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F8D63D9-2E74-14CB-BFBD-DA34BE77468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155047" y="2514397"/>
                  <a:ext cx="166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48C8F48-6F79-7A5D-C885-7C3E6051C82D}"/>
                    </a:ext>
                  </a:extLst>
                </p14:cNvPr>
                <p14:cNvContentPartPr/>
                <p14:nvPr/>
              </p14:nvContentPartPr>
              <p14:xfrm>
                <a:off x="10391567" y="2439157"/>
                <a:ext cx="198360" cy="2138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48C8F48-6F79-7A5D-C885-7C3E6051C82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373567" y="2421517"/>
                  <a:ext cx="234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738B76A-9535-D9D4-438F-8CCFBBAF8797}"/>
                    </a:ext>
                  </a:extLst>
                </p14:cNvPr>
                <p14:cNvContentPartPr/>
                <p14:nvPr/>
              </p14:nvContentPartPr>
              <p14:xfrm>
                <a:off x="10736807" y="2488837"/>
                <a:ext cx="181440" cy="338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738B76A-9535-D9D4-438F-8CCFBBAF879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718807" y="2470837"/>
                  <a:ext cx="217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1659A00-2911-3A37-3405-0F7ADE3C977F}"/>
                    </a:ext>
                  </a:extLst>
                </p14:cNvPr>
                <p14:cNvContentPartPr/>
                <p14:nvPr/>
              </p14:nvContentPartPr>
              <p14:xfrm>
                <a:off x="10837247" y="2421877"/>
                <a:ext cx="36720" cy="1821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1659A00-2911-3A37-3405-0F7ADE3C977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819607" y="2403877"/>
                  <a:ext cx="72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0729F53-1742-C43E-775C-0BAE90269811}"/>
                    </a:ext>
                  </a:extLst>
                </p14:cNvPr>
                <p14:cNvContentPartPr/>
                <p14:nvPr/>
              </p14:nvContentPartPr>
              <p14:xfrm>
                <a:off x="11052527" y="2420077"/>
                <a:ext cx="144720" cy="1764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0729F53-1742-C43E-775C-0BAE9026981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034887" y="2402437"/>
                  <a:ext cx="180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AE5E9D7-19AB-BEB4-4C99-D19DBDA21B05}"/>
                    </a:ext>
                  </a:extLst>
                </p14:cNvPr>
                <p14:cNvContentPartPr/>
                <p14:nvPr/>
              </p14:nvContentPartPr>
              <p14:xfrm>
                <a:off x="11110127" y="2199397"/>
                <a:ext cx="181440" cy="6256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AE5E9D7-19AB-BEB4-4C99-D19DBDA21B0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092487" y="2181757"/>
                  <a:ext cx="21708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BF84E26-E0A3-3FE7-4C28-C42DCFC048BE}"/>
                    </a:ext>
                  </a:extLst>
                </p14:cNvPr>
                <p14:cNvContentPartPr/>
                <p14:nvPr/>
              </p14:nvContentPartPr>
              <p14:xfrm>
                <a:off x="10731767" y="3121357"/>
                <a:ext cx="11880" cy="13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BF84E26-E0A3-3FE7-4C28-C42DCFC048B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714127" y="3103717"/>
                  <a:ext cx="475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2F1DC3C-9745-F1E1-0D2D-5F3ACF0A223C}"/>
                    </a:ext>
                  </a:extLst>
                </p14:cNvPr>
                <p14:cNvContentPartPr/>
                <p14:nvPr/>
              </p14:nvContentPartPr>
              <p14:xfrm>
                <a:off x="9317687" y="3241237"/>
                <a:ext cx="216720" cy="48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2F1DC3C-9745-F1E1-0D2D-5F3ACF0A223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300047" y="3223237"/>
                  <a:ext cx="252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235FA2A-17A4-0AB3-2B2B-30A339C5E5F1}"/>
                    </a:ext>
                  </a:extLst>
                </p14:cNvPr>
                <p14:cNvContentPartPr/>
                <p14:nvPr/>
              </p14:nvContentPartPr>
              <p14:xfrm>
                <a:off x="9442607" y="3166357"/>
                <a:ext cx="32760" cy="217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235FA2A-17A4-0AB3-2B2B-30A339C5E5F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424967" y="3148717"/>
                  <a:ext cx="68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060A9D9-D400-122A-DFB8-906BF3C8D8FF}"/>
                    </a:ext>
                  </a:extLst>
                </p14:cNvPr>
                <p14:cNvContentPartPr/>
                <p14:nvPr/>
              </p14:nvContentPartPr>
              <p14:xfrm>
                <a:off x="9675887" y="3108037"/>
                <a:ext cx="138240" cy="2350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060A9D9-D400-122A-DFB8-906BF3C8D8F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658247" y="3090397"/>
                  <a:ext cx="1738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47EC8E8-C35A-DB07-84D8-39477FADF23B}"/>
                    </a:ext>
                  </a:extLst>
                </p14:cNvPr>
                <p14:cNvContentPartPr/>
                <p14:nvPr/>
              </p14:nvContentPartPr>
              <p14:xfrm>
                <a:off x="10097447" y="2962237"/>
                <a:ext cx="798480" cy="5875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47EC8E8-C35A-DB07-84D8-39477FADF23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079807" y="2944237"/>
                  <a:ext cx="83412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E253DEE-6B0A-6CB4-FB71-8B8750B500D1}"/>
                    </a:ext>
                  </a:extLst>
                </p14:cNvPr>
                <p14:cNvContentPartPr/>
                <p14:nvPr/>
              </p14:nvContentPartPr>
              <p14:xfrm>
                <a:off x="10719167" y="3080677"/>
                <a:ext cx="208080" cy="2671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E253DEE-6B0A-6CB4-FB71-8B8750B500D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701167" y="3063037"/>
                  <a:ext cx="2437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0F4DCBF-FCB7-B95C-CC79-DA848237D7F9}"/>
                    </a:ext>
                  </a:extLst>
                </p14:cNvPr>
                <p14:cNvContentPartPr/>
                <p14:nvPr/>
              </p14:nvContentPartPr>
              <p14:xfrm>
                <a:off x="11100407" y="3213157"/>
                <a:ext cx="124920" cy="270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0F4DCBF-FCB7-B95C-CC79-DA848237D7F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082407" y="3195157"/>
                  <a:ext cx="160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D6BD241-B33B-DF4C-B543-62B44C9E6BC8}"/>
                    </a:ext>
                  </a:extLst>
                </p14:cNvPr>
                <p14:cNvContentPartPr/>
                <p14:nvPr/>
              </p14:nvContentPartPr>
              <p14:xfrm>
                <a:off x="11156567" y="3117757"/>
                <a:ext cx="67320" cy="223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D6BD241-B33B-DF4C-B543-62B44C9E6BC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138567" y="3100117"/>
                  <a:ext cx="102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FA878D6-F84E-8554-871D-9F49EDE3B8A7}"/>
                    </a:ext>
                  </a:extLst>
                </p14:cNvPr>
                <p14:cNvContentPartPr/>
                <p14:nvPr/>
              </p14:nvContentPartPr>
              <p14:xfrm>
                <a:off x="11358527" y="3058717"/>
                <a:ext cx="107280" cy="257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FA878D6-F84E-8554-871D-9F49EDE3B8A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340527" y="3040717"/>
                  <a:ext cx="142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85D93E4-E2C6-9144-3FF6-5B83DB150C4D}"/>
                    </a:ext>
                  </a:extLst>
                </p14:cNvPr>
                <p14:cNvContentPartPr/>
                <p14:nvPr/>
              </p14:nvContentPartPr>
              <p14:xfrm>
                <a:off x="11434127" y="2937397"/>
                <a:ext cx="195840" cy="637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85D93E4-E2C6-9144-3FF6-5B83DB150C4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416487" y="2919397"/>
                  <a:ext cx="231480" cy="67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D398473A-A0DE-B894-645F-5F1A91BF5273}"/>
                  </a:ext>
                </a:extLst>
              </p14:cNvPr>
              <p14:cNvContentPartPr/>
              <p14:nvPr/>
            </p14:nvContentPartPr>
            <p14:xfrm>
              <a:off x="11079887" y="3761797"/>
              <a:ext cx="17640" cy="432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D398473A-A0DE-B894-645F-5F1A91BF5273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11061887" y="3743797"/>
                <a:ext cx="53280" cy="7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6264672E-C4E6-963C-74EE-9B6BFC33C8CE}"/>
              </a:ext>
            </a:extLst>
          </p:cNvPr>
          <p:cNvGrpSpPr/>
          <p:nvPr/>
        </p:nvGrpSpPr>
        <p:grpSpPr>
          <a:xfrm>
            <a:off x="9067847" y="4124317"/>
            <a:ext cx="255960" cy="138960"/>
            <a:chOff x="9067847" y="4124317"/>
            <a:chExt cx="255960" cy="1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155536B-A6B8-DA86-C3E9-115BA76883AE}"/>
                    </a:ext>
                  </a:extLst>
                </p14:cNvPr>
                <p14:cNvContentPartPr/>
                <p14:nvPr/>
              </p14:nvContentPartPr>
              <p14:xfrm>
                <a:off x="9068207" y="4124317"/>
                <a:ext cx="177120" cy="219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155536B-A6B8-DA86-C3E9-115BA76883A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050567" y="4106317"/>
                  <a:ext cx="2127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4EC1657-3687-1B87-B2DF-973E29DDF525}"/>
                    </a:ext>
                  </a:extLst>
                </p14:cNvPr>
                <p14:cNvContentPartPr/>
                <p14:nvPr/>
              </p14:nvContentPartPr>
              <p14:xfrm>
                <a:off x="9067847" y="4220077"/>
                <a:ext cx="255960" cy="43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4EC1657-3687-1B87-B2DF-973E29DDF52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050207" y="4202077"/>
                  <a:ext cx="2916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302D6035-A301-D5C3-D23B-0E975964BD85}"/>
              </a:ext>
            </a:extLst>
          </p:cNvPr>
          <p:cNvGrpSpPr/>
          <p:nvPr/>
        </p:nvGrpSpPr>
        <p:grpSpPr>
          <a:xfrm>
            <a:off x="9786047" y="3930277"/>
            <a:ext cx="351720" cy="334800"/>
            <a:chOff x="9786047" y="3930277"/>
            <a:chExt cx="35172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E512C33-9386-3655-2DC3-B1295ADA05B2}"/>
                    </a:ext>
                  </a:extLst>
                </p14:cNvPr>
                <p14:cNvContentPartPr/>
                <p14:nvPr/>
              </p14:nvContentPartPr>
              <p14:xfrm>
                <a:off x="9786047" y="3943237"/>
                <a:ext cx="24480" cy="3218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E512C33-9386-3655-2DC3-B1295ADA05B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768047" y="3925237"/>
                  <a:ext cx="601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7BEB993-9FD6-4FE8-62C7-CE4E25D7CA81}"/>
                    </a:ext>
                  </a:extLst>
                </p14:cNvPr>
                <p14:cNvContentPartPr/>
                <p14:nvPr/>
              </p14:nvContentPartPr>
              <p14:xfrm>
                <a:off x="10004927" y="3930277"/>
                <a:ext cx="132840" cy="296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7BEB993-9FD6-4FE8-62C7-CE4E25D7CA8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987287" y="3912277"/>
                  <a:ext cx="168480" cy="33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14E1341-BD1E-3169-0470-7BB7274A03A7}"/>
              </a:ext>
            </a:extLst>
          </p:cNvPr>
          <p:cNvGrpSpPr/>
          <p:nvPr/>
        </p:nvGrpSpPr>
        <p:grpSpPr>
          <a:xfrm>
            <a:off x="10339007" y="3955477"/>
            <a:ext cx="754200" cy="249840"/>
            <a:chOff x="10339007" y="3955477"/>
            <a:chExt cx="75420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7F21801-AA6D-519B-DEF6-AEC73D329B06}"/>
                    </a:ext>
                  </a:extLst>
                </p14:cNvPr>
                <p14:cNvContentPartPr/>
                <p14:nvPr/>
              </p14:nvContentPartPr>
              <p14:xfrm>
                <a:off x="10339007" y="4042597"/>
                <a:ext cx="150840" cy="460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7F21801-AA6D-519B-DEF6-AEC73D329B0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321007" y="4024597"/>
                  <a:ext cx="186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2429257-7579-A3D6-7419-B0C46526132D}"/>
                    </a:ext>
                  </a:extLst>
                </p14:cNvPr>
                <p14:cNvContentPartPr/>
                <p14:nvPr/>
              </p14:nvContentPartPr>
              <p14:xfrm>
                <a:off x="10431167" y="3959077"/>
                <a:ext cx="46080" cy="2304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2429257-7579-A3D6-7419-B0C46526132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413167" y="3941077"/>
                  <a:ext cx="817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B8E10FF-3AD8-39D6-E55F-F68510876887}"/>
                    </a:ext>
                  </a:extLst>
                </p14:cNvPr>
                <p14:cNvContentPartPr/>
                <p14:nvPr/>
              </p14:nvContentPartPr>
              <p14:xfrm>
                <a:off x="10613687" y="3955477"/>
                <a:ext cx="168120" cy="2188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B8E10FF-3AD8-39D6-E55F-F6851087688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596047" y="3937477"/>
                  <a:ext cx="203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1FB965E-2442-1263-D7FF-FFAF733281EF}"/>
                    </a:ext>
                  </a:extLst>
                </p14:cNvPr>
                <p14:cNvContentPartPr/>
                <p14:nvPr/>
              </p14:nvContentPartPr>
              <p14:xfrm>
                <a:off x="10963607" y="4177957"/>
                <a:ext cx="27360" cy="14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1FB965E-2442-1263-D7FF-FFAF733281E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945607" y="4160317"/>
                  <a:ext cx="63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F61D9DB-5482-02A0-1EDD-036E7385BAEF}"/>
                    </a:ext>
                  </a:extLst>
                </p14:cNvPr>
                <p14:cNvContentPartPr/>
                <p14:nvPr/>
              </p14:nvContentPartPr>
              <p14:xfrm>
                <a:off x="10902047" y="4186237"/>
                <a:ext cx="191160" cy="190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F61D9DB-5482-02A0-1EDD-036E7385BAE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884047" y="4168237"/>
                  <a:ext cx="2268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0BF08FC8-C1CC-2550-FC1F-75BE5E8D137A}"/>
              </a:ext>
            </a:extLst>
          </p:cNvPr>
          <p:cNvGrpSpPr/>
          <p:nvPr/>
        </p:nvGrpSpPr>
        <p:grpSpPr>
          <a:xfrm>
            <a:off x="11308847" y="3960157"/>
            <a:ext cx="407520" cy="301680"/>
            <a:chOff x="11308847" y="3960157"/>
            <a:chExt cx="40752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D5F4258-5FB5-8D61-5FE4-93828DCFA7A5}"/>
                    </a:ext>
                  </a:extLst>
                </p14:cNvPr>
                <p14:cNvContentPartPr/>
                <p14:nvPr/>
              </p14:nvContentPartPr>
              <p14:xfrm>
                <a:off x="11308847" y="3960157"/>
                <a:ext cx="10800" cy="301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D5F4258-5FB5-8D61-5FE4-93828DCFA7A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290847" y="3942517"/>
                  <a:ext cx="464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C8210B4-23D6-7327-3177-5586CE8E7D1E}"/>
                    </a:ext>
                  </a:extLst>
                </p14:cNvPr>
                <p14:cNvContentPartPr/>
                <p14:nvPr/>
              </p14:nvContentPartPr>
              <p14:xfrm>
                <a:off x="11500367" y="3985357"/>
                <a:ext cx="216000" cy="2170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C8210B4-23D6-7327-3177-5586CE8E7D1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1482727" y="3967717"/>
                  <a:ext cx="25164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B1DD2D9-037E-0817-49C6-617DDDC2DF7C}"/>
              </a:ext>
            </a:extLst>
          </p:cNvPr>
          <p:cNvGrpSpPr/>
          <p:nvPr/>
        </p:nvGrpSpPr>
        <p:grpSpPr>
          <a:xfrm>
            <a:off x="9519287" y="4792837"/>
            <a:ext cx="337320" cy="123480"/>
            <a:chOff x="9519287" y="4792837"/>
            <a:chExt cx="337320" cy="12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1D644F6-66E1-7D42-987A-1DE8D1470595}"/>
                    </a:ext>
                  </a:extLst>
                </p14:cNvPr>
                <p14:cNvContentPartPr/>
                <p14:nvPr/>
              </p14:nvContentPartPr>
              <p14:xfrm>
                <a:off x="9519287" y="4792837"/>
                <a:ext cx="243720" cy="453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1D644F6-66E1-7D42-987A-1DE8D147059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501287" y="4775197"/>
                  <a:ext cx="279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F4D5A53-3A6E-837D-4AFF-965F0CF5B40B}"/>
                    </a:ext>
                  </a:extLst>
                </p14:cNvPr>
                <p14:cNvContentPartPr/>
                <p14:nvPr/>
              </p14:nvContentPartPr>
              <p14:xfrm>
                <a:off x="9622247" y="4881397"/>
                <a:ext cx="234360" cy="349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F4D5A53-3A6E-837D-4AFF-965F0CF5B40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604607" y="4863397"/>
                  <a:ext cx="27000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4748E623-9486-0739-74C6-D6E76B2C7E1B}"/>
                  </a:ext>
                </a:extLst>
              </p14:cNvPr>
              <p14:cNvContentPartPr/>
              <p14:nvPr/>
            </p14:nvContentPartPr>
            <p14:xfrm>
              <a:off x="10125887" y="4658557"/>
              <a:ext cx="192600" cy="42408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4748E623-9486-0739-74C6-D6E76B2C7E1B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10108247" y="4640557"/>
                <a:ext cx="228240" cy="45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2565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F81719-300B-BBBD-01D8-1B2CA58F2E9D}"/>
              </a:ext>
            </a:extLst>
          </p:cNvPr>
          <p:cNvGrpSpPr/>
          <p:nvPr/>
        </p:nvGrpSpPr>
        <p:grpSpPr>
          <a:xfrm>
            <a:off x="1652927" y="234382"/>
            <a:ext cx="1794600" cy="492480"/>
            <a:chOff x="1652927" y="234382"/>
            <a:chExt cx="179460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FC31706-C4E1-3784-BABE-081889EEE513}"/>
                    </a:ext>
                  </a:extLst>
                </p14:cNvPr>
                <p14:cNvContentPartPr/>
                <p14:nvPr/>
              </p14:nvContentPartPr>
              <p14:xfrm>
                <a:off x="1652927" y="331582"/>
                <a:ext cx="317520" cy="342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FC31706-C4E1-3784-BABE-081889EEE5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34927" y="313582"/>
                  <a:ext cx="3531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DDD1645-535E-49D9-AC86-73FFD93996D2}"/>
                    </a:ext>
                  </a:extLst>
                </p14:cNvPr>
                <p14:cNvContentPartPr/>
                <p14:nvPr/>
              </p14:nvContentPartPr>
              <p14:xfrm>
                <a:off x="2164847" y="234382"/>
                <a:ext cx="141840" cy="201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DDD1645-535E-49D9-AC86-73FFD93996D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47207" y="216382"/>
                  <a:ext cx="1774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90D7EA2-2D9C-DA71-0F3E-0D4795664C31}"/>
                    </a:ext>
                  </a:extLst>
                </p14:cNvPr>
                <p14:cNvContentPartPr/>
                <p14:nvPr/>
              </p14:nvContentPartPr>
              <p14:xfrm>
                <a:off x="2380127" y="573862"/>
                <a:ext cx="125280" cy="18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90D7EA2-2D9C-DA71-0F3E-0D4795664C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62487" y="556222"/>
                  <a:ext cx="160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0432E5C-C087-4DE8-D7E8-2DC455632D46}"/>
                    </a:ext>
                  </a:extLst>
                </p14:cNvPr>
                <p14:cNvContentPartPr/>
                <p14:nvPr/>
              </p14:nvContentPartPr>
              <p14:xfrm>
                <a:off x="2737607" y="464422"/>
                <a:ext cx="104760" cy="22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0432E5C-C087-4DE8-D7E8-2DC455632D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19607" y="446422"/>
                  <a:ext cx="1404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BCA87CE-E3CA-430D-B2AE-7A4E070F856D}"/>
                    </a:ext>
                  </a:extLst>
                </p14:cNvPr>
                <p14:cNvContentPartPr/>
                <p14:nvPr/>
              </p14:nvContentPartPr>
              <p14:xfrm>
                <a:off x="2654087" y="456142"/>
                <a:ext cx="145440" cy="241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BCA87CE-E3CA-430D-B2AE-7A4E070F85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36087" y="438502"/>
                  <a:ext cx="1810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830FDD9-6341-B227-0892-FFCC1658587B}"/>
                    </a:ext>
                  </a:extLst>
                </p14:cNvPr>
                <p14:cNvContentPartPr/>
                <p14:nvPr/>
              </p14:nvContentPartPr>
              <p14:xfrm>
                <a:off x="2892767" y="488902"/>
                <a:ext cx="256320" cy="237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830FDD9-6341-B227-0892-FFCC1658587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75127" y="470902"/>
                  <a:ext cx="2919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ACD789A-B548-BD7A-AC53-DCE4F09E980D}"/>
                    </a:ext>
                  </a:extLst>
                </p14:cNvPr>
                <p14:cNvContentPartPr/>
                <p14:nvPr/>
              </p14:nvContentPartPr>
              <p14:xfrm>
                <a:off x="3305327" y="410062"/>
                <a:ext cx="142200" cy="142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ACD789A-B548-BD7A-AC53-DCE4F09E98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87327" y="392422"/>
                  <a:ext cx="17784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75B941-0576-6D06-F584-76957BD6B06A}"/>
              </a:ext>
            </a:extLst>
          </p:cNvPr>
          <p:cNvGrpSpPr/>
          <p:nvPr/>
        </p:nvGrpSpPr>
        <p:grpSpPr>
          <a:xfrm>
            <a:off x="3679367" y="632902"/>
            <a:ext cx="166320" cy="204120"/>
            <a:chOff x="3679367" y="632902"/>
            <a:chExt cx="16632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29AFEA-B696-798D-2372-7FEE7E2EA29A}"/>
                    </a:ext>
                  </a:extLst>
                </p14:cNvPr>
                <p14:cNvContentPartPr/>
                <p14:nvPr/>
              </p14:nvContentPartPr>
              <p14:xfrm>
                <a:off x="3679367" y="717862"/>
                <a:ext cx="166320" cy="2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29AFEA-B696-798D-2372-7FEE7E2EA2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61367" y="700222"/>
                  <a:ext cx="201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2223BC-BCB3-4C3F-4CB4-CBF5CA5564D3}"/>
                    </a:ext>
                  </a:extLst>
                </p14:cNvPr>
                <p14:cNvContentPartPr/>
                <p14:nvPr/>
              </p14:nvContentPartPr>
              <p14:xfrm>
                <a:off x="3696287" y="632902"/>
                <a:ext cx="70920" cy="204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2223BC-BCB3-4C3F-4CB4-CBF5CA5564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78287" y="615262"/>
                  <a:ext cx="10656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3FD6DF-91D9-5169-64AE-906E0BE09458}"/>
              </a:ext>
            </a:extLst>
          </p:cNvPr>
          <p:cNvGrpSpPr/>
          <p:nvPr/>
        </p:nvGrpSpPr>
        <p:grpSpPr>
          <a:xfrm>
            <a:off x="4148087" y="630022"/>
            <a:ext cx="468720" cy="247680"/>
            <a:chOff x="4148087" y="630022"/>
            <a:chExt cx="46872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80430ED-602D-526F-13F5-F0D735DAB8DB}"/>
                    </a:ext>
                  </a:extLst>
                </p14:cNvPr>
                <p14:cNvContentPartPr/>
                <p14:nvPr/>
              </p14:nvContentPartPr>
              <p14:xfrm>
                <a:off x="4148087" y="640102"/>
                <a:ext cx="159480" cy="225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80430ED-602D-526F-13F5-F0D735DAB8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30087" y="622462"/>
                  <a:ext cx="195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5F5781-F547-7730-A2F9-252E61BE6D33}"/>
                    </a:ext>
                  </a:extLst>
                </p14:cNvPr>
                <p14:cNvContentPartPr/>
                <p14:nvPr/>
              </p14:nvContentPartPr>
              <p14:xfrm>
                <a:off x="4386047" y="630022"/>
                <a:ext cx="230760" cy="247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5F5781-F547-7730-A2F9-252E61BE6D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68407" y="612382"/>
                  <a:ext cx="26640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981BC3-10A8-6419-DAE5-3139EFDB6A14}"/>
              </a:ext>
            </a:extLst>
          </p:cNvPr>
          <p:cNvGrpSpPr/>
          <p:nvPr/>
        </p:nvGrpSpPr>
        <p:grpSpPr>
          <a:xfrm>
            <a:off x="4881407" y="664582"/>
            <a:ext cx="495720" cy="312840"/>
            <a:chOff x="4881407" y="664582"/>
            <a:chExt cx="49572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B680D1-EFD1-D75A-5CB7-76E68FCA4A61}"/>
                    </a:ext>
                  </a:extLst>
                </p14:cNvPr>
                <p14:cNvContentPartPr/>
                <p14:nvPr/>
              </p14:nvContentPartPr>
              <p14:xfrm>
                <a:off x="4881407" y="788422"/>
                <a:ext cx="161280" cy="20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B680D1-EFD1-D75A-5CB7-76E68FCA4A6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63407" y="770782"/>
                  <a:ext cx="196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8951F4-0B43-739E-D7B5-15191565826D}"/>
                    </a:ext>
                  </a:extLst>
                </p14:cNvPr>
                <p14:cNvContentPartPr/>
                <p14:nvPr/>
              </p14:nvContentPartPr>
              <p14:xfrm>
                <a:off x="5198207" y="664582"/>
                <a:ext cx="178920" cy="312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8951F4-0B43-739E-D7B5-15191565826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80567" y="646942"/>
                  <a:ext cx="214560" cy="34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4DF674-FBBE-98F2-C062-498BBBD4A2E2}"/>
              </a:ext>
            </a:extLst>
          </p:cNvPr>
          <p:cNvGrpSpPr/>
          <p:nvPr/>
        </p:nvGrpSpPr>
        <p:grpSpPr>
          <a:xfrm>
            <a:off x="5740007" y="809302"/>
            <a:ext cx="256680" cy="122760"/>
            <a:chOff x="5740007" y="809302"/>
            <a:chExt cx="256680" cy="12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3231725-84A6-BEB8-37AA-4440015B43CC}"/>
                    </a:ext>
                  </a:extLst>
                </p14:cNvPr>
                <p14:cNvContentPartPr/>
                <p14:nvPr/>
              </p14:nvContentPartPr>
              <p14:xfrm>
                <a:off x="5756567" y="809302"/>
                <a:ext cx="171720" cy="1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3231725-84A6-BEB8-37AA-4440015B43C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38567" y="791662"/>
                  <a:ext cx="207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A463D47-E763-201F-B5EB-E84AAD4D5817}"/>
                    </a:ext>
                  </a:extLst>
                </p14:cNvPr>
                <p14:cNvContentPartPr/>
                <p14:nvPr/>
              </p14:nvContentPartPr>
              <p14:xfrm>
                <a:off x="5740007" y="886342"/>
                <a:ext cx="256680" cy="45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A463D47-E763-201F-B5EB-E84AAD4D58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22007" y="868342"/>
                  <a:ext cx="29232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09C4822-DB17-C689-6C18-FCE928B55C03}"/>
                  </a:ext>
                </a:extLst>
              </p14:cNvPr>
              <p14:cNvContentPartPr/>
              <p14:nvPr/>
            </p14:nvContentPartPr>
            <p14:xfrm>
              <a:off x="6487007" y="811822"/>
              <a:ext cx="845640" cy="403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09C4822-DB17-C689-6C18-FCE928B55C0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469367" y="794182"/>
                <a:ext cx="881280" cy="43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2F55EC33-BC62-D027-2535-AE98A3CC4957}"/>
              </a:ext>
            </a:extLst>
          </p:cNvPr>
          <p:cNvGrpSpPr/>
          <p:nvPr/>
        </p:nvGrpSpPr>
        <p:grpSpPr>
          <a:xfrm>
            <a:off x="98807" y="1320502"/>
            <a:ext cx="692640" cy="392040"/>
            <a:chOff x="98807" y="1320502"/>
            <a:chExt cx="69264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9E9113C-2566-E057-2D60-4DD25AB64026}"/>
                    </a:ext>
                  </a:extLst>
                </p14:cNvPr>
                <p14:cNvContentPartPr/>
                <p14:nvPr/>
              </p14:nvContentPartPr>
              <p14:xfrm>
                <a:off x="210767" y="1320502"/>
                <a:ext cx="65520" cy="387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9E9113C-2566-E057-2D60-4DD25AB640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2767" y="1302502"/>
                  <a:ext cx="10116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D2BC296-BF92-1B5A-1BD3-F20B253CD616}"/>
                    </a:ext>
                  </a:extLst>
                </p14:cNvPr>
                <p14:cNvContentPartPr/>
                <p14:nvPr/>
              </p14:nvContentPartPr>
              <p14:xfrm>
                <a:off x="98807" y="1531102"/>
                <a:ext cx="204840" cy="100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D2BC296-BF92-1B5A-1BD3-F20B253CD61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807" y="1513462"/>
                  <a:ext cx="2404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29A6C0-F2E2-314F-E994-CEE0B88C5908}"/>
                    </a:ext>
                  </a:extLst>
                </p14:cNvPr>
                <p14:cNvContentPartPr/>
                <p14:nvPr/>
              </p14:nvContentPartPr>
              <p14:xfrm>
                <a:off x="449087" y="1548022"/>
                <a:ext cx="158040" cy="25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29A6C0-F2E2-314F-E994-CEE0B88C590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1447" y="1530022"/>
                  <a:ext cx="193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FA3C368-BDAA-1C69-99FF-65A6E1B89518}"/>
                    </a:ext>
                  </a:extLst>
                </p14:cNvPr>
                <p14:cNvContentPartPr/>
                <p14:nvPr/>
              </p14:nvContentPartPr>
              <p14:xfrm>
                <a:off x="480047" y="1648102"/>
                <a:ext cx="129600" cy="33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FA3C368-BDAA-1C69-99FF-65A6E1B895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2047" y="1630462"/>
                  <a:ext cx="165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3DA237-FDCB-D5B6-6944-EF58E0610EC1}"/>
                    </a:ext>
                  </a:extLst>
                </p14:cNvPr>
                <p14:cNvContentPartPr/>
                <p14:nvPr/>
              </p14:nvContentPartPr>
              <p14:xfrm>
                <a:off x="783527" y="1410862"/>
                <a:ext cx="7920" cy="30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3DA237-FDCB-D5B6-6944-EF58E0610EC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5887" y="1392862"/>
                  <a:ext cx="43560" cy="33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5C8B197-9ED6-5837-9A27-A1D63E2B777D}"/>
                  </a:ext>
                </a:extLst>
              </p14:cNvPr>
              <p14:cNvContentPartPr/>
              <p14:nvPr/>
            </p14:nvContentPartPr>
            <p14:xfrm>
              <a:off x="1261247" y="1726942"/>
              <a:ext cx="102240" cy="133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5C8B197-9ED6-5837-9A27-A1D63E2B777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43247" y="1708942"/>
                <a:ext cx="137880" cy="16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D00764C-5A68-C81D-54BF-88D989C1ECA2}"/>
              </a:ext>
            </a:extLst>
          </p:cNvPr>
          <p:cNvGrpSpPr/>
          <p:nvPr/>
        </p:nvGrpSpPr>
        <p:grpSpPr>
          <a:xfrm>
            <a:off x="1668767" y="1430302"/>
            <a:ext cx="468720" cy="352800"/>
            <a:chOff x="1668767" y="1430302"/>
            <a:chExt cx="46872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122CF82-51B1-88A5-23D1-D739A7946E49}"/>
                    </a:ext>
                  </a:extLst>
                </p14:cNvPr>
                <p14:cNvContentPartPr/>
                <p14:nvPr/>
              </p14:nvContentPartPr>
              <p14:xfrm>
                <a:off x="1668767" y="1430302"/>
                <a:ext cx="184680" cy="352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122CF82-51B1-88A5-23D1-D739A7946E4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50767" y="1412662"/>
                  <a:ext cx="2203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CA2D428-ABA1-E7B1-69C0-48A48061D601}"/>
                    </a:ext>
                  </a:extLst>
                </p14:cNvPr>
                <p14:cNvContentPartPr/>
                <p14:nvPr/>
              </p14:nvContentPartPr>
              <p14:xfrm>
                <a:off x="1955327" y="1532542"/>
                <a:ext cx="182160" cy="243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CA2D428-ABA1-E7B1-69C0-48A48061D6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37687" y="1514902"/>
                  <a:ext cx="217800" cy="27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43F2D25-73A0-1A3C-D6D2-07A1E5809477}"/>
                  </a:ext>
                </a:extLst>
              </p14:cNvPr>
              <p14:cNvContentPartPr/>
              <p14:nvPr/>
            </p14:nvContentPartPr>
            <p14:xfrm>
              <a:off x="2343767" y="1575382"/>
              <a:ext cx="166680" cy="210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43F2D25-73A0-1A3C-D6D2-07A1E580947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326127" y="1557742"/>
                <a:ext cx="2023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4942583-27F0-EC4E-0FF6-7000988C8D84}"/>
                  </a:ext>
                </a:extLst>
              </p14:cNvPr>
              <p14:cNvContentPartPr/>
              <p14:nvPr/>
            </p14:nvContentPartPr>
            <p14:xfrm>
              <a:off x="3215687" y="1593742"/>
              <a:ext cx="28080" cy="242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4942583-27F0-EC4E-0FF6-7000988C8D8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97687" y="1576102"/>
                <a:ext cx="637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04245CB-8359-264A-1E59-887BA25893B0}"/>
                  </a:ext>
                </a:extLst>
              </p14:cNvPr>
              <p14:cNvContentPartPr/>
              <p14:nvPr/>
            </p14:nvContentPartPr>
            <p14:xfrm>
              <a:off x="3545807" y="1760782"/>
              <a:ext cx="173160" cy="31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04245CB-8359-264A-1E59-887BA25893B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528167" y="1742782"/>
                <a:ext cx="20880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7750646F-864E-E6A7-227D-755C07833430}"/>
              </a:ext>
            </a:extLst>
          </p:cNvPr>
          <p:cNvGrpSpPr/>
          <p:nvPr/>
        </p:nvGrpSpPr>
        <p:grpSpPr>
          <a:xfrm>
            <a:off x="3991487" y="1645942"/>
            <a:ext cx="174240" cy="248040"/>
            <a:chOff x="3991487" y="1645942"/>
            <a:chExt cx="17424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1BBE7E-9611-61C5-D120-7D728D8AF70D}"/>
                    </a:ext>
                  </a:extLst>
                </p14:cNvPr>
                <p14:cNvContentPartPr/>
                <p14:nvPr/>
              </p14:nvContentPartPr>
              <p14:xfrm>
                <a:off x="4008407" y="1657822"/>
                <a:ext cx="157320" cy="31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1BBE7E-9611-61C5-D120-7D728D8AF7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90767" y="1640182"/>
                  <a:ext cx="192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7955BC9-FA2F-01FD-ED47-C52F45E075B7}"/>
                    </a:ext>
                  </a:extLst>
                </p14:cNvPr>
                <p14:cNvContentPartPr/>
                <p14:nvPr/>
              </p14:nvContentPartPr>
              <p14:xfrm>
                <a:off x="3991487" y="1645942"/>
                <a:ext cx="154440" cy="248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7955BC9-FA2F-01FD-ED47-C52F45E075B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73847" y="1628302"/>
                  <a:ext cx="1900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AFFC732-50D8-F3EF-6AF0-E0AEAB5C3BFD}"/>
              </a:ext>
            </a:extLst>
          </p:cNvPr>
          <p:cNvGrpSpPr/>
          <p:nvPr/>
        </p:nvGrpSpPr>
        <p:grpSpPr>
          <a:xfrm>
            <a:off x="4458047" y="1701382"/>
            <a:ext cx="1000080" cy="248760"/>
            <a:chOff x="4458047" y="1701382"/>
            <a:chExt cx="100008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C80D9F1-6FC6-9C63-6685-FAE333B371C7}"/>
                    </a:ext>
                  </a:extLst>
                </p14:cNvPr>
                <p14:cNvContentPartPr/>
                <p14:nvPr/>
              </p14:nvContentPartPr>
              <p14:xfrm>
                <a:off x="4458047" y="1793542"/>
                <a:ext cx="210240" cy="9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C80D9F1-6FC6-9C63-6685-FAE333B371C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40407" y="1775542"/>
                  <a:ext cx="245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4A0D605-FC5F-330C-24C5-6F1690FA285C}"/>
                    </a:ext>
                  </a:extLst>
                </p14:cNvPr>
                <p14:cNvContentPartPr/>
                <p14:nvPr/>
              </p14:nvContentPartPr>
              <p14:xfrm>
                <a:off x="4567127" y="1717222"/>
                <a:ext cx="27720" cy="232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4A0D605-FC5F-330C-24C5-6F1690FA285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49127" y="1699582"/>
                  <a:ext cx="63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D2652DC-332A-FFD4-A783-C482D08CA8DF}"/>
                    </a:ext>
                  </a:extLst>
                </p14:cNvPr>
                <p14:cNvContentPartPr/>
                <p14:nvPr/>
              </p14:nvContentPartPr>
              <p14:xfrm>
                <a:off x="4868447" y="1701382"/>
                <a:ext cx="160200" cy="247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D2652DC-332A-FFD4-A783-C482D08CA8D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50807" y="1683382"/>
                  <a:ext cx="1958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30840F9-3602-6B44-5980-1125510CF1C2}"/>
                    </a:ext>
                  </a:extLst>
                </p14:cNvPr>
                <p14:cNvContentPartPr/>
                <p14:nvPr/>
              </p14:nvContentPartPr>
              <p14:xfrm>
                <a:off x="5226287" y="1887142"/>
                <a:ext cx="231840" cy="8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30840F9-3602-6B44-5980-1125510CF1C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08647" y="1869142"/>
                  <a:ext cx="26748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536F91C-6241-8BF8-CE4C-33977060DAAC}"/>
                  </a:ext>
                </a:extLst>
              </p14:cNvPr>
              <p14:cNvContentPartPr/>
              <p14:nvPr/>
            </p14:nvContentPartPr>
            <p14:xfrm>
              <a:off x="5666927" y="1704982"/>
              <a:ext cx="189360" cy="367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536F91C-6241-8BF8-CE4C-33977060DAA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648927" y="1687342"/>
                <a:ext cx="225000" cy="40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50BBC20C-716D-6501-F512-636B158FE781}"/>
              </a:ext>
            </a:extLst>
          </p:cNvPr>
          <p:cNvGrpSpPr/>
          <p:nvPr/>
        </p:nvGrpSpPr>
        <p:grpSpPr>
          <a:xfrm>
            <a:off x="6280007" y="1847182"/>
            <a:ext cx="214560" cy="123480"/>
            <a:chOff x="6280007" y="1847182"/>
            <a:chExt cx="214560" cy="12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803141A-27CA-3213-4D47-89927AFCF762}"/>
                    </a:ext>
                  </a:extLst>
                </p14:cNvPr>
                <p14:cNvContentPartPr/>
                <p14:nvPr/>
              </p14:nvContentPartPr>
              <p14:xfrm>
                <a:off x="6328967" y="1847182"/>
                <a:ext cx="136800" cy="17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803141A-27CA-3213-4D47-89927AFCF76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11327" y="1829542"/>
                  <a:ext cx="172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4328DCD-A5C2-1F8B-F373-E96D89B2CE83}"/>
                    </a:ext>
                  </a:extLst>
                </p14:cNvPr>
                <p14:cNvContentPartPr/>
                <p14:nvPr/>
              </p14:nvContentPartPr>
              <p14:xfrm>
                <a:off x="6280007" y="1940782"/>
                <a:ext cx="214560" cy="29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4328DCD-A5C2-1F8B-F373-E96D89B2CE8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62367" y="1922782"/>
                  <a:ext cx="25020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8EE9F3A-1B7C-238D-9778-A8B8A0C826D8}"/>
              </a:ext>
            </a:extLst>
          </p:cNvPr>
          <p:cNvGrpSpPr/>
          <p:nvPr/>
        </p:nvGrpSpPr>
        <p:grpSpPr>
          <a:xfrm>
            <a:off x="7079207" y="1787422"/>
            <a:ext cx="837000" cy="369360"/>
            <a:chOff x="7079207" y="1787422"/>
            <a:chExt cx="83700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25D6139-AE54-F96E-40E2-D8B05BA253E4}"/>
                    </a:ext>
                  </a:extLst>
                </p14:cNvPr>
                <p14:cNvContentPartPr/>
                <p14:nvPr/>
              </p14:nvContentPartPr>
              <p14:xfrm>
                <a:off x="7079207" y="1787422"/>
                <a:ext cx="173520" cy="314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25D6139-AE54-F96E-40E2-D8B05BA253E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61207" y="1769782"/>
                  <a:ext cx="2091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3B6C342-0020-8449-8792-D49A6E254DD0}"/>
                    </a:ext>
                  </a:extLst>
                </p14:cNvPr>
                <p14:cNvContentPartPr/>
                <p14:nvPr/>
              </p14:nvContentPartPr>
              <p14:xfrm>
                <a:off x="7386647" y="1959862"/>
                <a:ext cx="183960" cy="24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3B6C342-0020-8449-8792-D49A6E254DD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68647" y="1942222"/>
                  <a:ext cx="2196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54C5D93-8766-57BD-DA19-470C76D223E4}"/>
                    </a:ext>
                  </a:extLst>
                </p14:cNvPr>
                <p14:cNvContentPartPr/>
                <p14:nvPr/>
              </p14:nvContentPartPr>
              <p14:xfrm>
                <a:off x="7742687" y="1819462"/>
                <a:ext cx="173520" cy="337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54C5D93-8766-57BD-DA19-470C76D223E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24687" y="1801822"/>
                  <a:ext cx="209160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FF31FCF-30AC-9729-A098-DD3CAF9FD47D}"/>
              </a:ext>
            </a:extLst>
          </p:cNvPr>
          <p:cNvGrpSpPr/>
          <p:nvPr/>
        </p:nvGrpSpPr>
        <p:grpSpPr>
          <a:xfrm>
            <a:off x="8177927" y="1929982"/>
            <a:ext cx="238320" cy="129960"/>
            <a:chOff x="8177927" y="1929982"/>
            <a:chExt cx="238320" cy="1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3078ADB-56B5-0FFC-38A2-013A92E6DB3F}"/>
                    </a:ext>
                  </a:extLst>
                </p14:cNvPr>
                <p14:cNvContentPartPr/>
                <p14:nvPr/>
              </p14:nvContentPartPr>
              <p14:xfrm>
                <a:off x="8207447" y="1929982"/>
                <a:ext cx="176760" cy="43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3078ADB-56B5-0FFC-38A2-013A92E6DB3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89807" y="1912342"/>
                  <a:ext cx="2124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2E21A77-0F73-2598-4E46-FE004899DE07}"/>
                    </a:ext>
                  </a:extLst>
                </p14:cNvPr>
                <p14:cNvContentPartPr/>
                <p14:nvPr/>
              </p14:nvContentPartPr>
              <p14:xfrm>
                <a:off x="8177927" y="2034022"/>
                <a:ext cx="238320" cy="25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2E21A77-0F73-2598-4E46-FE004899DE0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59927" y="2016382"/>
                  <a:ext cx="27396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5847F0A-B694-C672-E339-D018EFA1155C}"/>
                  </a:ext>
                </a:extLst>
              </p14:cNvPr>
              <p14:cNvContentPartPr/>
              <p14:nvPr/>
            </p14:nvContentPartPr>
            <p14:xfrm>
              <a:off x="8810447" y="1771942"/>
              <a:ext cx="268920" cy="3225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5847F0A-B694-C672-E339-D018EFA1155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792807" y="1754302"/>
                <a:ext cx="30456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FD6DFB4-B877-7C5D-88DB-3AD631649354}"/>
                  </a:ext>
                </a:extLst>
              </p14:cNvPr>
              <p14:cNvContentPartPr/>
              <p14:nvPr/>
            </p14:nvContentPartPr>
            <p14:xfrm>
              <a:off x="9106367" y="2449822"/>
              <a:ext cx="9720" cy="7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FD6DFB4-B877-7C5D-88DB-3AD63164935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088367" y="2431822"/>
                <a:ext cx="4536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9A72B8B6-F955-A698-82AC-1CAC93E909F3}"/>
              </a:ext>
            </a:extLst>
          </p:cNvPr>
          <p:cNvGrpSpPr/>
          <p:nvPr/>
        </p:nvGrpSpPr>
        <p:grpSpPr>
          <a:xfrm>
            <a:off x="449447" y="2493022"/>
            <a:ext cx="1814760" cy="812160"/>
            <a:chOff x="449447" y="2493022"/>
            <a:chExt cx="1814760" cy="81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2A93A5-7D1B-CED3-DB38-DCD966EEB438}"/>
                    </a:ext>
                  </a:extLst>
                </p14:cNvPr>
                <p14:cNvContentPartPr/>
                <p14:nvPr/>
              </p14:nvContentPartPr>
              <p14:xfrm>
                <a:off x="621887" y="2694982"/>
                <a:ext cx="437760" cy="294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2A93A5-7D1B-CED3-DB38-DCD966EEB4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3887" y="2676982"/>
                  <a:ext cx="4734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168A934-5BA2-1240-369B-39E1D97D9475}"/>
                    </a:ext>
                  </a:extLst>
                </p14:cNvPr>
                <p14:cNvContentPartPr/>
                <p14:nvPr/>
              </p14:nvContentPartPr>
              <p14:xfrm>
                <a:off x="1189607" y="2900542"/>
                <a:ext cx="195120" cy="3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168A934-5BA2-1240-369B-39E1D97D94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71607" y="2882902"/>
                  <a:ext cx="230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F3868A5-F382-25B1-3DB6-326B87395880}"/>
                    </a:ext>
                  </a:extLst>
                </p14:cNvPr>
                <p14:cNvContentPartPr/>
                <p14:nvPr/>
              </p14:nvContentPartPr>
              <p14:xfrm>
                <a:off x="1489487" y="2819182"/>
                <a:ext cx="86040" cy="253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F3868A5-F382-25B1-3DB6-326B873958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71487" y="2801182"/>
                  <a:ext cx="1216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73F634A-2771-94C0-605F-6196F752C85E}"/>
                    </a:ext>
                  </a:extLst>
                </p14:cNvPr>
                <p14:cNvContentPartPr/>
                <p14:nvPr/>
              </p14:nvContentPartPr>
              <p14:xfrm>
                <a:off x="1566167" y="2642782"/>
                <a:ext cx="295200" cy="574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73F634A-2771-94C0-605F-6196F752C85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48167" y="2624782"/>
                  <a:ext cx="33084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A825256-FB40-931E-D1B7-2F06A88BBC9B}"/>
                    </a:ext>
                  </a:extLst>
                </p14:cNvPr>
                <p14:cNvContentPartPr/>
                <p14:nvPr/>
              </p14:nvContentPartPr>
              <p14:xfrm>
                <a:off x="449447" y="2493022"/>
                <a:ext cx="340920" cy="644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A825256-FB40-931E-D1B7-2F06A88BBC9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1447" y="2475382"/>
                  <a:ext cx="37656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02C3B31-A754-DE48-A80B-B1086404E5A0}"/>
                    </a:ext>
                  </a:extLst>
                </p14:cNvPr>
                <p14:cNvContentPartPr/>
                <p14:nvPr/>
              </p14:nvContentPartPr>
              <p14:xfrm>
                <a:off x="1829687" y="2629822"/>
                <a:ext cx="434520" cy="675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02C3B31-A754-DE48-A80B-B1086404E5A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12047" y="2612182"/>
                  <a:ext cx="470160" cy="71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6AFEC3B-E3A1-C298-F8E2-72B4FD2B9369}"/>
              </a:ext>
            </a:extLst>
          </p:cNvPr>
          <p:cNvGrpSpPr/>
          <p:nvPr/>
        </p:nvGrpSpPr>
        <p:grpSpPr>
          <a:xfrm>
            <a:off x="2588207" y="2754742"/>
            <a:ext cx="2701800" cy="496440"/>
            <a:chOff x="2588207" y="2754742"/>
            <a:chExt cx="2701800" cy="4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FFB7873-4F25-6A1D-61AB-C57CDF002A79}"/>
                    </a:ext>
                  </a:extLst>
                </p14:cNvPr>
                <p14:cNvContentPartPr/>
                <p14:nvPr/>
              </p14:nvContentPartPr>
              <p14:xfrm>
                <a:off x="2588207" y="2901982"/>
                <a:ext cx="339120" cy="316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FFB7873-4F25-6A1D-61AB-C57CDF002A7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70207" y="2883982"/>
                  <a:ext cx="3747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5BE9551-74DD-DBE9-A7BF-C2F4FB23B155}"/>
                    </a:ext>
                  </a:extLst>
                </p14:cNvPr>
                <p14:cNvContentPartPr/>
                <p14:nvPr/>
              </p14:nvContentPartPr>
              <p14:xfrm>
                <a:off x="3070967" y="2754742"/>
                <a:ext cx="167400" cy="222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5BE9551-74DD-DBE9-A7BF-C2F4FB23B15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53327" y="2736742"/>
                  <a:ext cx="2030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051AD6B-4168-5042-9142-09AC1C8E83BB}"/>
                    </a:ext>
                  </a:extLst>
                </p14:cNvPr>
                <p14:cNvContentPartPr/>
                <p14:nvPr/>
              </p14:nvContentPartPr>
              <p14:xfrm>
                <a:off x="3376967" y="3083422"/>
                <a:ext cx="165240" cy="19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051AD6B-4168-5042-9142-09AC1C8E83B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59327" y="3065422"/>
                  <a:ext cx="200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B604496-9A9B-7AEC-FFC3-38E105AF26D2}"/>
                    </a:ext>
                  </a:extLst>
                </p14:cNvPr>
                <p14:cNvContentPartPr/>
                <p14:nvPr/>
              </p14:nvContentPartPr>
              <p14:xfrm>
                <a:off x="3704207" y="2912422"/>
                <a:ext cx="120600" cy="46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B604496-9A9B-7AEC-FFC3-38E105AF26D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86207" y="2894422"/>
                  <a:ext cx="156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8D064D-B335-0312-DD71-84E23C847659}"/>
                    </a:ext>
                  </a:extLst>
                </p14:cNvPr>
                <p14:cNvContentPartPr/>
                <p14:nvPr/>
              </p14:nvContentPartPr>
              <p14:xfrm>
                <a:off x="3648407" y="2923942"/>
                <a:ext cx="175320" cy="246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8D064D-B335-0312-DD71-84E23C84765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30407" y="2906302"/>
                  <a:ext cx="210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52A5941-6E01-6075-EEA7-A5AFE09FE29A}"/>
                    </a:ext>
                  </a:extLst>
                </p14:cNvPr>
                <p14:cNvContentPartPr/>
                <p14:nvPr/>
              </p14:nvContentPartPr>
              <p14:xfrm>
                <a:off x="3935687" y="2942302"/>
                <a:ext cx="225000" cy="229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52A5941-6E01-6075-EEA7-A5AFE09FE29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17687" y="2924662"/>
                  <a:ext cx="2606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A453B39-97CB-B46D-D3FB-9BC91DE54D76}"/>
                    </a:ext>
                  </a:extLst>
                </p14:cNvPr>
                <p14:cNvContentPartPr/>
                <p14:nvPr/>
              </p14:nvContentPartPr>
              <p14:xfrm>
                <a:off x="4313327" y="2776702"/>
                <a:ext cx="200160" cy="146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A453B39-97CB-B46D-D3FB-9BC91DE54D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95687" y="2759062"/>
                  <a:ext cx="235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A52D9EE-F236-7832-653F-B5FFE74D7C1F}"/>
                    </a:ext>
                  </a:extLst>
                </p14:cNvPr>
                <p14:cNvContentPartPr/>
                <p14:nvPr/>
              </p14:nvContentPartPr>
              <p14:xfrm>
                <a:off x="4478567" y="3084862"/>
                <a:ext cx="159120" cy="1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A52D9EE-F236-7832-653F-B5FFE74D7C1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60567" y="3067222"/>
                  <a:ext cx="194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161075A-7F92-15E5-7005-53E8A7D68B67}"/>
                    </a:ext>
                  </a:extLst>
                </p14:cNvPr>
                <p14:cNvContentPartPr/>
                <p14:nvPr/>
              </p14:nvContentPartPr>
              <p14:xfrm>
                <a:off x="4530767" y="3000622"/>
                <a:ext cx="55800" cy="226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161075A-7F92-15E5-7005-53E8A7D68B6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12767" y="2982622"/>
                  <a:ext cx="914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5A37995-C708-DEB3-07A7-996E9352A3AB}"/>
                    </a:ext>
                  </a:extLst>
                </p14:cNvPr>
                <p14:cNvContentPartPr/>
                <p14:nvPr/>
              </p14:nvContentPartPr>
              <p14:xfrm>
                <a:off x="4813727" y="2999542"/>
                <a:ext cx="191160" cy="251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5A37995-C708-DEB3-07A7-996E9352A3A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96087" y="2981542"/>
                  <a:ext cx="2268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EDE9D5F-DA32-FEDA-1446-6B4AA72AC052}"/>
                    </a:ext>
                  </a:extLst>
                </p14:cNvPr>
                <p14:cNvContentPartPr/>
                <p14:nvPr/>
              </p14:nvContentPartPr>
              <p14:xfrm>
                <a:off x="5069327" y="2977222"/>
                <a:ext cx="220680" cy="266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EDE9D5F-DA32-FEDA-1446-6B4AA72AC05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51327" y="2959222"/>
                  <a:ext cx="25632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45B7524-15FB-DF64-5BC9-F73593265FF3}"/>
              </a:ext>
            </a:extLst>
          </p:cNvPr>
          <p:cNvGrpSpPr/>
          <p:nvPr/>
        </p:nvGrpSpPr>
        <p:grpSpPr>
          <a:xfrm>
            <a:off x="5597087" y="2964982"/>
            <a:ext cx="500760" cy="356040"/>
            <a:chOff x="5597087" y="2964982"/>
            <a:chExt cx="500760" cy="35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D3A1C7F-D011-FECC-8F22-FE7733F81067}"/>
                    </a:ext>
                  </a:extLst>
                </p14:cNvPr>
                <p14:cNvContentPartPr/>
                <p14:nvPr/>
              </p14:nvContentPartPr>
              <p14:xfrm>
                <a:off x="5597087" y="3106462"/>
                <a:ext cx="161640" cy="11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D3A1C7F-D011-FECC-8F22-FE7733F8106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79087" y="3088822"/>
                  <a:ext cx="197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DF8DC79-C3FE-AF3D-241E-E487F52C89C2}"/>
                    </a:ext>
                  </a:extLst>
                </p14:cNvPr>
                <p14:cNvContentPartPr/>
                <p14:nvPr/>
              </p14:nvContentPartPr>
              <p14:xfrm>
                <a:off x="5954927" y="2964982"/>
                <a:ext cx="142920" cy="356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DF8DC79-C3FE-AF3D-241E-E487F52C89C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37287" y="2946982"/>
                  <a:ext cx="178560" cy="39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11FE331-95B4-92C1-0683-234EF8BF51F3}"/>
              </a:ext>
            </a:extLst>
          </p:cNvPr>
          <p:cNvGrpSpPr/>
          <p:nvPr/>
        </p:nvGrpSpPr>
        <p:grpSpPr>
          <a:xfrm>
            <a:off x="6372527" y="2855902"/>
            <a:ext cx="448200" cy="529920"/>
            <a:chOff x="6372527" y="2855902"/>
            <a:chExt cx="448200" cy="52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A27DFD3-C274-8D75-1E3A-D54F75CFAF61}"/>
                    </a:ext>
                  </a:extLst>
                </p14:cNvPr>
                <p14:cNvContentPartPr/>
                <p14:nvPr/>
              </p14:nvContentPartPr>
              <p14:xfrm>
                <a:off x="6372527" y="2855902"/>
                <a:ext cx="355680" cy="529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A27DFD3-C274-8D75-1E3A-D54F75CFAF6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54527" y="2838262"/>
                  <a:ext cx="39132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851790F-DDE1-2B41-CFDD-7A9990CB4B67}"/>
                    </a:ext>
                  </a:extLst>
                </p14:cNvPr>
                <p14:cNvContentPartPr/>
                <p14:nvPr/>
              </p14:nvContentPartPr>
              <p14:xfrm>
                <a:off x="6582407" y="2964982"/>
                <a:ext cx="238320" cy="294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851790F-DDE1-2B41-CFDD-7A9990CB4B6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64767" y="2946982"/>
                  <a:ext cx="273960" cy="33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CE3803D-8B21-0293-D355-B097C05D9E0A}"/>
                  </a:ext>
                </a:extLst>
              </p14:cNvPr>
              <p14:cNvContentPartPr/>
              <p14:nvPr/>
            </p14:nvContentPartPr>
            <p14:xfrm>
              <a:off x="7061927" y="2821702"/>
              <a:ext cx="331920" cy="1494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CE3803D-8B21-0293-D355-B097C05D9E0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044287" y="2804062"/>
                <a:ext cx="367560" cy="18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7F8398C-997D-7BA2-61B2-5E00F82416E7}"/>
              </a:ext>
            </a:extLst>
          </p:cNvPr>
          <p:cNvGrpSpPr/>
          <p:nvPr/>
        </p:nvGrpSpPr>
        <p:grpSpPr>
          <a:xfrm>
            <a:off x="2218847" y="3385102"/>
            <a:ext cx="2099520" cy="727560"/>
            <a:chOff x="2218847" y="3385102"/>
            <a:chExt cx="2099520" cy="72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8BE9C16-966B-4E2D-8D50-6C7E74C24B03}"/>
                    </a:ext>
                  </a:extLst>
                </p14:cNvPr>
                <p14:cNvContentPartPr/>
                <p14:nvPr/>
              </p14:nvContentPartPr>
              <p14:xfrm>
                <a:off x="2544647" y="3432982"/>
                <a:ext cx="301320" cy="341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8BE9C16-966B-4E2D-8D50-6C7E74C24B0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26647" y="3415342"/>
                  <a:ext cx="3369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A2DA2E1-9FA1-890C-0630-04053DE4664D}"/>
                    </a:ext>
                  </a:extLst>
                </p14:cNvPr>
                <p14:cNvContentPartPr/>
                <p14:nvPr/>
              </p14:nvContentPartPr>
              <p14:xfrm>
                <a:off x="2995367" y="3385102"/>
                <a:ext cx="148320" cy="194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A2DA2E1-9FA1-890C-0630-04053DE4664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77367" y="3367102"/>
                  <a:ext cx="1839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B688FD4-6FCA-9A0D-EDC0-EFF6A1FBBCFB}"/>
                    </a:ext>
                  </a:extLst>
                </p14:cNvPr>
                <p14:cNvContentPartPr/>
                <p14:nvPr/>
              </p14:nvContentPartPr>
              <p14:xfrm>
                <a:off x="3279407" y="3669862"/>
                <a:ext cx="164880" cy="18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B688FD4-6FCA-9A0D-EDC0-EFF6A1FBBCF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61407" y="3652222"/>
                  <a:ext cx="200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2633823-9DF3-297E-27B3-C65BF36DAA49}"/>
                    </a:ext>
                  </a:extLst>
                </p14:cNvPr>
                <p14:cNvContentPartPr/>
                <p14:nvPr/>
              </p14:nvContentPartPr>
              <p14:xfrm>
                <a:off x="3659207" y="3535582"/>
                <a:ext cx="253800" cy="319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2633823-9DF3-297E-27B3-C65BF36DAA4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41567" y="3517582"/>
                  <a:ext cx="2894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8156E02-CBF1-CB50-1885-302C4290FB30}"/>
                    </a:ext>
                  </a:extLst>
                </p14:cNvPr>
                <p14:cNvContentPartPr/>
                <p14:nvPr/>
              </p14:nvContentPartPr>
              <p14:xfrm>
                <a:off x="4098767" y="3502822"/>
                <a:ext cx="219600" cy="155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8156E02-CBF1-CB50-1885-302C4290FB3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81127" y="3484822"/>
                  <a:ext cx="255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3E5BE1F-33A4-C998-679D-DAB97E806239}"/>
                    </a:ext>
                  </a:extLst>
                </p14:cNvPr>
                <p14:cNvContentPartPr/>
                <p14:nvPr/>
              </p14:nvContentPartPr>
              <p14:xfrm>
                <a:off x="2218847" y="3934102"/>
                <a:ext cx="237600" cy="21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3E5BE1F-33A4-C998-679D-DAB97E80623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01207" y="3916462"/>
                  <a:ext cx="273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82A04A7-3CB3-D0F3-8C24-0E9E3E39EE48}"/>
                    </a:ext>
                  </a:extLst>
                </p14:cNvPr>
                <p14:cNvContentPartPr/>
                <p14:nvPr/>
              </p14:nvContentPartPr>
              <p14:xfrm>
                <a:off x="3347447" y="3928702"/>
                <a:ext cx="151920" cy="17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82A04A7-3CB3-D0F3-8C24-0E9E3E39EE4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29447" y="3910702"/>
                  <a:ext cx="187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2D78E46-EDE6-7BAB-A821-9EF57A9C87C1}"/>
                    </a:ext>
                  </a:extLst>
                </p14:cNvPr>
                <p14:cNvContentPartPr/>
                <p14:nvPr/>
              </p14:nvContentPartPr>
              <p14:xfrm>
                <a:off x="3398927" y="3844102"/>
                <a:ext cx="89280" cy="210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2D78E46-EDE6-7BAB-A821-9EF57A9C87C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81287" y="3826102"/>
                  <a:ext cx="1249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AB8C1D3-E3E6-794A-74AD-724D35CC1526}"/>
                    </a:ext>
                  </a:extLst>
                </p14:cNvPr>
                <p14:cNvContentPartPr/>
                <p14:nvPr/>
              </p14:nvContentPartPr>
              <p14:xfrm>
                <a:off x="2503607" y="4086742"/>
                <a:ext cx="1654200" cy="25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AB8C1D3-E3E6-794A-74AD-724D35CC152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85967" y="4068742"/>
                  <a:ext cx="16898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7E3DF8C-D778-0E41-E85E-7D089DE1C281}"/>
              </a:ext>
            </a:extLst>
          </p:cNvPr>
          <p:cNvGrpSpPr/>
          <p:nvPr/>
        </p:nvGrpSpPr>
        <p:grpSpPr>
          <a:xfrm>
            <a:off x="3116687" y="4272862"/>
            <a:ext cx="2139120" cy="295920"/>
            <a:chOff x="3116687" y="4272862"/>
            <a:chExt cx="213912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3B441AB-B9B3-4417-19B7-A93994EC77B1}"/>
                    </a:ext>
                  </a:extLst>
                </p14:cNvPr>
                <p14:cNvContentPartPr/>
                <p14:nvPr/>
              </p14:nvContentPartPr>
              <p14:xfrm>
                <a:off x="3116687" y="4387702"/>
                <a:ext cx="258120" cy="25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3B441AB-B9B3-4417-19B7-A93994EC77B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98687" y="4369702"/>
                  <a:ext cx="293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A5D8EC1-A40C-838E-63C9-B3C6EE021E1A}"/>
                    </a:ext>
                  </a:extLst>
                </p14:cNvPr>
                <p14:cNvContentPartPr/>
                <p14:nvPr/>
              </p14:nvContentPartPr>
              <p14:xfrm>
                <a:off x="3542927" y="4294822"/>
                <a:ext cx="128520" cy="24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A5D8EC1-A40C-838E-63C9-B3C6EE021E1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24927" y="4276822"/>
                  <a:ext cx="164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EC07ACC-6DC1-F282-DC9F-A6DCF43AFFFB}"/>
                    </a:ext>
                  </a:extLst>
                </p14:cNvPr>
                <p14:cNvContentPartPr/>
                <p14:nvPr/>
              </p14:nvContentPartPr>
              <p14:xfrm>
                <a:off x="3815447" y="4321102"/>
                <a:ext cx="210960" cy="247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EC07ACC-6DC1-F282-DC9F-A6DCF43AFF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797447" y="4303462"/>
                  <a:ext cx="2466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71E0C50-D505-1DF5-ADC0-DFA62D56A0B1}"/>
                    </a:ext>
                  </a:extLst>
                </p14:cNvPr>
                <p14:cNvContentPartPr/>
                <p14:nvPr/>
              </p14:nvContentPartPr>
              <p14:xfrm>
                <a:off x="4132247" y="4272862"/>
                <a:ext cx="226080" cy="117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71E0C50-D505-1DF5-ADC0-DFA62D56A0B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14607" y="4255222"/>
                  <a:ext cx="2617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99087F7-5D13-397A-2C7A-EA22FF0A3A63}"/>
                    </a:ext>
                  </a:extLst>
                </p14:cNvPr>
                <p14:cNvContentPartPr/>
                <p14:nvPr/>
              </p14:nvContentPartPr>
              <p14:xfrm>
                <a:off x="4457687" y="4435942"/>
                <a:ext cx="167040" cy="15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99087F7-5D13-397A-2C7A-EA22FF0A3A6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440047" y="4417942"/>
                  <a:ext cx="202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C797D57-BF22-6759-3DCE-AE9D7152EADB}"/>
                    </a:ext>
                  </a:extLst>
                </p14:cNvPr>
                <p14:cNvContentPartPr/>
                <p14:nvPr/>
              </p14:nvContentPartPr>
              <p14:xfrm>
                <a:off x="4526447" y="4348462"/>
                <a:ext cx="40680" cy="216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C797D57-BF22-6759-3DCE-AE9D7152EAD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08447" y="4330822"/>
                  <a:ext cx="763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6893CFF-B1BB-92B3-C5CA-7B7EA6E3D8FA}"/>
                    </a:ext>
                  </a:extLst>
                </p14:cNvPr>
                <p14:cNvContentPartPr/>
                <p14:nvPr/>
              </p14:nvContentPartPr>
              <p14:xfrm>
                <a:off x="4757207" y="4340542"/>
                <a:ext cx="187920" cy="212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6893CFF-B1BB-92B3-C5CA-7B7EA6E3D8F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39207" y="4322902"/>
                  <a:ext cx="2235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9F23D3F-C03D-6742-D89A-00CBE882BD94}"/>
                    </a:ext>
                  </a:extLst>
                </p14:cNvPr>
                <p14:cNvContentPartPr/>
                <p14:nvPr/>
              </p14:nvContentPartPr>
              <p14:xfrm>
                <a:off x="4958447" y="4313182"/>
                <a:ext cx="297360" cy="244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9F23D3F-C03D-6742-D89A-00CBE882BD9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40807" y="4295542"/>
                  <a:ext cx="33300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C6C242F-C77E-241D-664C-BA482557F9BE}"/>
              </a:ext>
            </a:extLst>
          </p:cNvPr>
          <p:cNvGrpSpPr/>
          <p:nvPr/>
        </p:nvGrpSpPr>
        <p:grpSpPr>
          <a:xfrm>
            <a:off x="7198007" y="3010702"/>
            <a:ext cx="888840" cy="332640"/>
            <a:chOff x="7198007" y="3010702"/>
            <a:chExt cx="88884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2C890D8-8230-33D3-3CD5-E9F206B31CED}"/>
                    </a:ext>
                  </a:extLst>
                </p14:cNvPr>
                <p14:cNvContentPartPr/>
                <p14:nvPr/>
              </p14:nvContentPartPr>
              <p14:xfrm>
                <a:off x="7198007" y="3173422"/>
                <a:ext cx="50400" cy="10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2C890D8-8230-33D3-3CD5-E9F206B31CE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80367" y="3155422"/>
                  <a:ext cx="86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3BFD656-269C-B42E-A3BD-B445F0740B6F}"/>
                    </a:ext>
                  </a:extLst>
                </p14:cNvPr>
                <p14:cNvContentPartPr/>
                <p14:nvPr/>
              </p14:nvContentPartPr>
              <p14:xfrm>
                <a:off x="7199447" y="3182782"/>
                <a:ext cx="197640" cy="18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3BFD656-269C-B42E-A3BD-B445F0740B6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81447" y="3164782"/>
                  <a:ext cx="233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59DCD18-253F-6D19-BD0F-20955E5F14E6}"/>
                    </a:ext>
                  </a:extLst>
                </p14:cNvPr>
                <p14:cNvContentPartPr/>
                <p14:nvPr/>
              </p14:nvContentPartPr>
              <p14:xfrm>
                <a:off x="7612007" y="3028342"/>
                <a:ext cx="122040" cy="315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59DCD18-253F-6D19-BD0F-20955E5F14E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94367" y="3010342"/>
                  <a:ext cx="1576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F924D26-1670-141A-37B1-18F68E71C940}"/>
                    </a:ext>
                  </a:extLst>
                </p14:cNvPr>
                <p14:cNvContentPartPr/>
                <p14:nvPr/>
              </p14:nvContentPartPr>
              <p14:xfrm>
                <a:off x="7849607" y="3010702"/>
                <a:ext cx="237240" cy="328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F924D26-1670-141A-37B1-18F68E71C9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831607" y="2993062"/>
                  <a:ext cx="272880" cy="36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B1675BF-52DF-7D25-C12B-72E3639B6B56}"/>
                  </a:ext>
                </a:extLst>
              </p14:cNvPr>
              <p14:cNvContentPartPr/>
              <p14:nvPr/>
            </p14:nvContentPartPr>
            <p14:xfrm>
              <a:off x="3146207" y="4916542"/>
              <a:ext cx="198360" cy="68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B1675BF-52DF-7D25-C12B-72E3639B6B5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128567" y="4898542"/>
                <a:ext cx="2340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4FDF6A2-6565-5401-64B7-C2A39D0CB7CE}"/>
                  </a:ext>
                </a:extLst>
              </p14:cNvPr>
              <p14:cNvContentPartPr/>
              <p14:nvPr/>
            </p14:nvContentPartPr>
            <p14:xfrm>
              <a:off x="3569207" y="4813582"/>
              <a:ext cx="137880" cy="3225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4FDF6A2-6565-5401-64B7-C2A39D0CB7C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551207" y="4795942"/>
                <a:ext cx="1735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A54DCC51-7649-8D28-7E6B-F265A91AA714}"/>
                  </a:ext>
                </a:extLst>
              </p14:cNvPr>
              <p14:cNvContentPartPr/>
              <p14:nvPr/>
            </p14:nvContentPartPr>
            <p14:xfrm>
              <a:off x="3842087" y="4882342"/>
              <a:ext cx="215280" cy="2599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A54DCC51-7649-8D28-7E6B-F265A91AA714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824447" y="4864342"/>
                <a:ext cx="2509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9CD7759C-54EF-C9A2-B4B1-AB257E8349C8}"/>
                  </a:ext>
                </a:extLst>
              </p14:cNvPr>
              <p14:cNvContentPartPr/>
              <p14:nvPr/>
            </p14:nvContentPartPr>
            <p14:xfrm>
              <a:off x="4194167" y="4786222"/>
              <a:ext cx="253440" cy="1332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9CD7759C-54EF-C9A2-B4B1-AB257E8349C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176167" y="4768582"/>
                <a:ext cx="2890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364119E-27D5-082C-F046-C5815337637B}"/>
                  </a:ext>
                </a:extLst>
              </p14:cNvPr>
              <p14:cNvContentPartPr/>
              <p14:nvPr/>
            </p14:nvContentPartPr>
            <p14:xfrm>
              <a:off x="4434287" y="4997182"/>
              <a:ext cx="235080" cy="313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364119E-27D5-082C-F046-C5815337637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416647" y="4979542"/>
                <a:ext cx="27072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4DD3B07-1308-5338-51C3-B407DF9314DC}"/>
                  </a:ext>
                </a:extLst>
              </p14:cNvPr>
              <p14:cNvContentPartPr/>
              <p14:nvPr/>
            </p14:nvContentPartPr>
            <p14:xfrm>
              <a:off x="4545527" y="4928062"/>
              <a:ext cx="58320" cy="217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4DD3B07-1308-5338-51C3-B407DF9314D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527527" y="4910422"/>
                <a:ext cx="939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76C6A4B-1A2F-6D9A-C1DB-673A37547FC9}"/>
                  </a:ext>
                </a:extLst>
              </p14:cNvPr>
              <p14:cNvContentPartPr/>
              <p14:nvPr/>
            </p14:nvContentPartPr>
            <p14:xfrm>
              <a:off x="4813727" y="4884862"/>
              <a:ext cx="128160" cy="2599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76C6A4B-1A2F-6D9A-C1DB-673A37547FC9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796087" y="4867222"/>
                <a:ext cx="16380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3BDE93A-8A3A-8313-C302-34EF0AF01DC4}"/>
                  </a:ext>
                </a:extLst>
              </p14:cNvPr>
              <p14:cNvContentPartPr/>
              <p14:nvPr/>
            </p14:nvContentPartPr>
            <p14:xfrm>
              <a:off x="5040887" y="4927342"/>
              <a:ext cx="279720" cy="2520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3BDE93A-8A3A-8313-C302-34EF0AF01DC4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022887" y="4909702"/>
                <a:ext cx="3153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888A386-600E-1E13-F983-7C33A1D469AC}"/>
                  </a:ext>
                </a:extLst>
              </p14:cNvPr>
              <p14:cNvContentPartPr/>
              <p14:nvPr/>
            </p14:nvContentPartPr>
            <p14:xfrm>
              <a:off x="4446167" y="5231542"/>
              <a:ext cx="187200" cy="122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888A386-600E-1E13-F983-7C33A1D469A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428167" y="5213902"/>
                <a:ext cx="2228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CDD6C9A5-7996-3375-6323-273601E483E3}"/>
                  </a:ext>
                </a:extLst>
              </p14:cNvPr>
              <p14:cNvContentPartPr/>
              <p14:nvPr/>
            </p14:nvContentPartPr>
            <p14:xfrm>
              <a:off x="3968447" y="5380222"/>
              <a:ext cx="1595880" cy="550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CDD6C9A5-7996-3375-6323-273601E483E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950807" y="5362582"/>
                <a:ext cx="163152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B7A82AE-A885-7255-C975-C8944F8C9A85}"/>
              </a:ext>
            </a:extLst>
          </p:cNvPr>
          <p:cNvGrpSpPr/>
          <p:nvPr/>
        </p:nvGrpSpPr>
        <p:grpSpPr>
          <a:xfrm>
            <a:off x="3213167" y="5115982"/>
            <a:ext cx="169200" cy="220680"/>
            <a:chOff x="3213167" y="5115982"/>
            <a:chExt cx="16920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C6441E0-7491-1D60-9C45-21FC9DDF7146}"/>
                    </a:ext>
                  </a:extLst>
                </p14:cNvPr>
                <p14:cNvContentPartPr/>
                <p14:nvPr/>
              </p14:nvContentPartPr>
              <p14:xfrm>
                <a:off x="3213167" y="5181502"/>
                <a:ext cx="169200" cy="13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C6441E0-7491-1D60-9C45-21FC9DDF714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195527" y="5163862"/>
                  <a:ext cx="204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31501B0-BC7E-D685-E5AF-EFEED0BE5083}"/>
                    </a:ext>
                  </a:extLst>
                </p14:cNvPr>
                <p14:cNvContentPartPr/>
                <p14:nvPr/>
              </p14:nvContentPartPr>
              <p14:xfrm>
                <a:off x="3249887" y="5126422"/>
                <a:ext cx="3240" cy="5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31501B0-BC7E-D685-E5AF-EFEED0BE508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232247" y="5108782"/>
                  <a:ext cx="38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307586B-16B8-D3F6-EDE5-B0B3D3ED0554}"/>
                    </a:ext>
                  </a:extLst>
                </p14:cNvPr>
                <p14:cNvContentPartPr/>
                <p14:nvPr/>
              </p14:nvContentPartPr>
              <p14:xfrm>
                <a:off x="3310727" y="5115982"/>
                <a:ext cx="47880" cy="220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307586B-16B8-D3F6-EDE5-B0B3D3ED055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293087" y="5098342"/>
                  <a:ext cx="8352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EF68616-279A-DA53-3284-4B58DDD94D4B}"/>
              </a:ext>
            </a:extLst>
          </p:cNvPr>
          <p:cNvGrpSpPr/>
          <p:nvPr/>
        </p:nvGrpSpPr>
        <p:grpSpPr>
          <a:xfrm>
            <a:off x="4728047" y="5684422"/>
            <a:ext cx="1201320" cy="317520"/>
            <a:chOff x="4728047" y="5684422"/>
            <a:chExt cx="120132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BD277D8-B73E-DC98-AF93-97B7E53FD512}"/>
                    </a:ext>
                  </a:extLst>
                </p14:cNvPr>
                <p14:cNvContentPartPr/>
                <p14:nvPr/>
              </p14:nvContentPartPr>
              <p14:xfrm>
                <a:off x="4728047" y="5687662"/>
                <a:ext cx="128880" cy="279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BD277D8-B73E-DC98-AF93-97B7E53FD51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10047" y="5669662"/>
                  <a:ext cx="1645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2AC2DD8-A10A-2BA4-0032-777703BB4BF3}"/>
                    </a:ext>
                  </a:extLst>
                </p14:cNvPr>
                <p14:cNvContentPartPr/>
                <p14:nvPr/>
              </p14:nvContentPartPr>
              <p14:xfrm>
                <a:off x="4961327" y="5687662"/>
                <a:ext cx="255240" cy="270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2AC2DD8-A10A-2BA4-0032-777703BB4BF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43687" y="5669662"/>
                  <a:ext cx="2908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2D0E329-0AC8-DD22-A2BA-C4D558ECF785}"/>
                    </a:ext>
                  </a:extLst>
                </p14:cNvPr>
                <p14:cNvContentPartPr/>
                <p14:nvPr/>
              </p14:nvContentPartPr>
              <p14:xfrm>
                <a:off x="5479367" y="5826622"/>
                <a:ext cx="146880" cy="14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2D0E329-0AC8-DD22-A2BA-C4D558ECF78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461367" y="5808622"/>
                  <a:ext cx="182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5EE152D-48A1-9C2E-4EB6-9095757EC16A}"/>
                    </a:ext>
                  </a:extLst>
                </p14:cNvPr>
                <p14:cNvContentPartPr/>
                <p14:nvPr/>
              </p14:nvContentPartPr>
              <p14:xfrm>
                <a:off x="5786447" y="5684422"/>
                <a:ext cx="142920" cy="317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5EE152D-48A1-9C2E-4EB6-9095757EC16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68447" y="5666422"/>
                  <a:ext cx="17856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5EED284-70D4-74B3-8C75-39F73399399E}"/>
              </a:ext>
            </a:extLst>
          </p:cNvPr>
          <p:cNvGrpSpPr/>
          <p:nvPr/>
        </p:nvGrpSpPr>
        <p:grpSpPr>
          <a:xfrm>
            <a:off x="8347127" y="2972902"/>
            <a:ext cx="596880" cy="345240"/>
            <a:chOff x="8347127" y="2972902"/>
            <a:chExt cx="59688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D2959FA-7B77-DC7B-9798-8EFB1502DBD6}"/>
                    </a:ext>
                  </a:extLst>
                </p14:cNvPr>
                <p14:cNvContentPartPr/>
                <p14:nvPr/>
              </p14:nvContentPartPr>
              <p14:xfrm>
                <a:off x="8347127" y="3142462"/>
                <a:ext cx="228600" cy="18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D2959FA-7B77-DC7B-9798-8EFB1502DBD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29487" y="3124462"/>
                  <a:ext cx="264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A84FC8D-EFAB-5394-C2FD-50AE987BFD95}"/>
                    </a:ext>
                  </a:extLst>
                </p14:cNvPr>
                <p14:cNvContentPartPr/>
                <p14:nvPr/>
              </p14:nvContentPartPr>
              <p14:xfrm>
                <a:off x="8429567" y="3078382"/>
                <a:ext cx="44280" cy="239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A84FC8D-EFAB-5394-C2FD-50AE987BFD9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11927" y="3060742"/>
                  <a:ext cx="799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0AB3604-1FAC-0FBB-1720-4F31FCFC8E69}"/>
                    </a:ext>
                  </a:extLst>
                </p14:cNvPr>
                <p14:cNvContentPartPr/>
                <p14:nvPr/>
              </p14:nvContentPartPr>
              <p14:xfrm>
                <a:off x="8751767" y="2972902"/>
                <a:ext cx="192240" cy="3376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0AB3604-1FAC-0FBB-1720-4F31FCFC8E6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34127" y="2954902"/>
                  <a:ext cx="227880" cy="37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47281290-47BA-F14F-5A0D-BF83C732AFD0}"/>
              </a:ext>
            </a:extLst>
          </p:cNvPr>
          <p:cNvGrpSpPr/>
          <p:nvPr/>
        </p:nvGrpSpPr>
        <p:grpSpPr>
          <a:xfrm>
            <a:off x="4433567" y="6199942"/>
            <a:ext cx="1940040" cy="659880"/>
            <a:chOff x="4433567" y="6199942"/>
            <a:chExt cx="1940040" cy="65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3177512-087E-CBB8-51EC-10D5FFB00DCD}"/>
                    </a:ext>
                  </a:extLst>
                </p14:cNvPr>
                <p14:cNvContentPartPr/>
                <p14:nvPr/>
              </p14:nvContentPartPr>
              <p14:xfrm>
                <a:off x="4704287" y="6199942"/>
                <a:ext cx="123840" cy="241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3177512-087E-CBB8-51EC-10D5FFB00DC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86647" y="6181942"/>
                  <a:ext cx="1594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63F3652-4577-3E34-6F14-2E0CCF31CA1E}"/>
                    </a:ext>
                  </a:extLst>
                </p14:cNvPr>
                <p14:cNvContentPartPr/>
                <p14:nvPr/>
              </p14:nvContentPartPr>
              <p14:xfrm>
                <a:off x="4858727" y="6247102"/>
                <a:ext cx="208800" cy="248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63F3652-4577-3E34-6F14-2E0CCF31CA1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840727" y="6229462"/>
                  <a:ext cx="244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1A015B5-0EF8-5DC0-F290-5A8648B8E205}"/>
                    </a:ext>
                  </a:extLst>
                </p14:cNvPr>
                <p14:cNvContentPartPr/>
                <p14:nvPr/>
              </p14:nvContentPartPr>
              <p14:xfrm>
                <a:off x="5638847" y="6229822"/>
                <a:ext cx="140040" cy="257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1A015B5-0EF8-5DC0-F290-5A8648B8E20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21207" y="6212182"/>
                  <a:ext cx="1756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BD971DD-10C3-65F8-FCC8-8AA715BA71AA}"/>
                    </a:ext>
                  </a:extLst>
                </p14:cNvPr>
                <p14:cNvContentPartPr/>
                <p14:nvPr/>
              </p14:nvContentPartPr>
              <p14:xfrm>
                <a:off x="4433567" y="6498022"/>
                <a:ext cx="215640" cy="29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BD971DD-10C3-65F8-FCC8-8AA715BA71A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15927" y="6480382"/>
                  <a:ext cx="251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6975310-07EC-48D5-4B26-83501DF1DA66}"/>
                    </a:ext>
                  </a:extLst>
                </p14:cNvPr>
                <p14:cNvContentPartPr/>
                <p14:nvPr/>
              </p14:nvContentPartPr>
              <p14:xfrm>
                <a:off x="5170127" y="6699622"/>
                <a:ext cx="204840" cy="160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6975310-07EC-48D5-4B26-83501DF1DA6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152127" y="6681622"/>
                  <a:ext cx="2404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5CA3893-209F-9F86-55C7-F1E341E81931}"/>
                    </a:ext>
                  </a:extLst>
                </p14:cNvPr>
                <p14:cNvContentPartPr/>
                <p14:nvPr/>
              </p14:nvContentPartPr>
              <p14:xfrm>
                <a:off x="5299367" y="6319136"/>
                <a:ext cx="119520" cy="13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5CA3893-209F-9F86-55C7-F1E341E8193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281727" y="6301496"/>
                  <a:ext cx="155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37AE88F-26F0-7398-5C9F-976C5CC059A8}"/>
                    </a:ext>
                  </a:extLst>
                </p14:cNvPr>
                <p14:cNvContentPartPr/>
                <p14:nvPr/>
              </p14:nvContentPartPr>
              <p14:xfrm>
                <a:off x="5286047" y="6512816"/>
                <a:ext cx="128520" cy="97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37AE88F-26F0-7398-5C9F-976C5CC059A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268047" y="6495176"/>
                  <a:ext cx="164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D124C22-95AA-293D-CA1A-2F52937BBF92}"/>
                    </a:ext>
                  </a:extLst>
                </p14:cNvPr>
                <p14:cNvContentPartPr/>
                <p14:nvPr/>
              </p14:nvContentPartPr>
              <p14:xfrm>
                <a:off x="5355527" y="6470696"/>
                <a:ext cx="28800" cy="1310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D124C22-95AA-293D-CA1A-2F52937BBF9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337887" y="6452696"/>
                  <a:ext cx="64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3EC115B-A438-28EC-697E-31F1F1E0387E}"/>
                    </a:ext>
                  </a:extLst>
                </p14:cNvPr>
                <p14:cNvContentPartPr/>
                <p14:nvPr/>
              </p14:nvContentPartPr>
              <p14:xfrm>
                <a:off x="4704287" y="6621536"/>
                <a:ext cx="1669320" cy="47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3EC115B-A438-28EC-697E-31F1F1E0387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686647" y="6603896"/>
                  <a:ext cx="1704960" cy="8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63916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2C348E1-712F-05BA-A40A-00743ECCC620}"/>
              </a:ext>
            </a:extLst>
          </p:cNvPr>
          <p:cNvGrpSpPr/>
          <p:nvPr/>
        </p:nvGrpSpPr>
        <p:grpSpPr>
          <a:xfrm>
            <a:off x="2013287" y="133582"/>
            <a:ext cx="1229400" cy="640080"/>
            <a:chOff x="2013287" y="133582"/>
            <a:chExt cx="1229400" cy="64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DB3F795-CD74-BBF9-B03C-8D99AF4686BE}"/>
                    </a:ext>
                  </a:extLst>
                </p14:cNvPr>
                <p14:cNvContentPartPr/>
                <p14:nvPr/>
              </p14:nvContentPartPr>
              <p14:xfrm>
                <a:off x="2321447" y="313222"/>
                <a:ext cx="230400" cy="193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DB3F795-CD74-BBF9-B03C-8D99AF4686B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03447" y="295222"/>
                  <a:ext cx="266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FFE365A-F6AD-B8C1-6FA5-6310D7946121}"/>
                    </a:ext>
                  </a:extLst>
                </p14:cNvPr>
                <p14:cNvContentPartPr/>
                <p14:nvPr/>
              </p14:nvContentPartPr>
              <p14:xfrm>
                <a:off x="2761727" y="359662"/>
                <a:ext cx="165240" cy="20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FFE365A-F6AD-B8C1-6FA5-6310D794612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4087" y="342022"/>
                  <a:ext cx="200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5C197A0-E265-F99F-4DE8-D575A0152D00}"/>
                    </a:ext>
                  </a:extLst>
                </p14:cNvPr>
                <p14:cNvContentPartPr/>
                <p14:nvPr/>
              </p14:nvContentPartPr>
              <p14:xfrm>
                <a:off x="3016607" y="242302"/>
                <a:ext cx="35280" cy="242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5C197A0-E265-F99F-4DE8-D575A0152D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98607" y="224662"/>
                  <a:ext cx="709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FAEBB05-266C-D760-05E1-4582F8893F72}"/>
                    </a:ext>
                  </a:extLst>
                </p14:cNvPr>
                <p14:cNvContentPartPr/>
                <p14:nvPr/>
              </p14:nvContentPartPr>
              <p14:xfrm>
                <a:off x="2987447" y="177142"/>
                <a:ext cx="255240" cy="528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FAEBB05-266C-D760-05E1-4582F8893F7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69447" y="159142"/>
                  <a:ext cx="29088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A498561-C556-9AE3-3BB3-F9ECD1581725}"/>
                    </a:ext>
                  </a:extLst>
                </p14:cNvPr>
                <p14:cNvContentPartPr/>
                <p14:nvPr/>
              </p14:nvContentPartPr>
              <p14:xfrm>
                <a:off x="2556527" y="198022"/>
                <a:ext cx="55080" cy="368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A498561-C556-9AE3-3BB3-F9ECD15817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38887" y="180022"/>
                  <a:ext cx="907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0618CDF-BBCB-7FC1-7C2F-BA4D57C2FEBF}"/>
                    </a:ext>
                  </a:extLst>
                </p14:cNvPr>
                <p14:cNvContentPartPr/>
                <p14:nvPr/>
              </p14:nvContentPartPr>
              <p14:xfrm>
                <a:off x="2013287" y="133582"/>
                <a:ext cx="182880" cy="640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0618CDF-BBCB-7FC1-7C2F-BA4D57C2FEB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95287" y="115582"/>
                  <a:ext cx="218520" cy="67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DA0743-A221-C793-E500-B8DEAF3D4C36}"/>
              </a:ext>
            </a:extLst>
          </p:cNvPr>
          <p:cNvGrpSpPr/>
          <p:nvPr/>
        </p:nvGrpSpPr>
        <p:grpSpPr>
          <a:xfrm>
            <a:off x="3634007" y="151222"/>
            <a:ext cx="1836000" cy="527040"/>
            <a:chOff x="3634007" y="151222"/>
            <a:chExt cx="1836000" cy="5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DAD944-0B6C-6316-8B85-4BAE6C6F2BDF}"/>
                    </a:ext>
                  </a:extLst>
                </p14:cNvPr>
                <p14:cNvContentPartPr/>
                <p14:nvPr/>
              </p14:nvContentPartPr>
              <p14:xfrm>
                <a:off x="3634007" y="218182"/>
                <a:ext cx="121320" cy="425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DAD944-0B6C-6316-8B85-4BAE6C6F2BD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16367" y="200182"/>
                  <a:ext cx="15696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15A63A8-E525-29D6-CD20-5FECD4683AB7}"/>
                    </a:ext>
                  </a:extLst>
                </p14:cNvPr>
                <p14:cNvContentPartPr/>
                <p14:nvPr/>
              </p14:nvContentPartPr>
              <p14:xfrm>
                <a:off x="3932447" y="215662"/>
                <a:ext cx="186840" cy="32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15A63A8-E525-29D6-CD20-5FECD4683AB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14447" y="198022"/>
                  <a:ext cx="2224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BF8D7AD-3601-A8CC-33AA-BE7C207B3EB9}"/>
                    </a:ext>
                  </a:extLst>
                </p14:cNvPr>
                <p14:cNvContentPartPr/>
                <p14:nvPr/>
              </p14:nvContentPartPr>
              <p14:xfrm>
                <a:off x="4302527" y="151222"/>
                <a:ext cx="149400" cy="145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BF8D7AD-3601-A8CC-33AA-BE7C207B3E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84887" y="133582"/>
                  <a:ext cx="185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5F88D1D-CD4A-EE94-DDA2-E503F5CBDD78}"/>
                    </a:ext>
                  </a:extLst>
                </p14:cNvPr>
                <p14:cNvContentPartPr/>
                <p14:nvPr/>
              </p14:nvContentPartPr>
              <p14:xfrm>
                <a:off x="4628327" y="475582"/>
                <a:ext cx="171360" cy="14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5F88D1D-CD4A-EE94-DDA2-E503F5CBDD7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10327" y="457582"/>
                  <a:ext cx="207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BD28D2-B62F-D48C-3872-5E2C30F96316}"/>
                    </a:ext>
                  </a:extLst>
                </p14:cNvPr>
                <p14:cNvContentPartPr/>
                <p14:nvPr/>
              </p14:nvContentPartPr>
              <p14:xfrm>
                <a:off x="4897247" y="355702"/>
                <a:ext cx="150840" cy="322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BD28D2-B62F-D48C-3872-5E2C30F963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79247" y="337702"/>
                  <a:ext cx="1864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0378925-0BC9-FACE-1FEE-ACF28579F131}"/>
                    </a:ext>
                  </a:extLst>
                </p14:cNvPr>
                <p14:cNvContentPartPr/>
                <p14:nvPr/>
              </p14:nvContentPartPr>
              <p14:xfrm>
                <a:off x="5200727" y="329422"/>
                <a:ext cx="269280" cy="304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0378925-0BC9-FACE-1FEE-ACF28579F13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82727" y="311782"/>
                  <a:ext cx="304920" cy="34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46AC34C-248B-AFBC-6741-9BD22D0FCDA7}"/>
                  </a:ext>
                </a:extLst>
              </p14:cNvPr>
              <p14:cNvContentPartPr/>
              <p14:nvPr/>
            </p14:nvContentPartPr>
            <p14:xfrm>
              <a:off x="5716247" y="216382"/>
              <a:ext cx="648360" cy="664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46AC34C-248B-AFBC-6741-9BD22D0FCDA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98247" y="198742"/>
                <a:ext cx="684000" cy="70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D9BF9D5-337D-6786-DC31-F9A26DA0665D}"/>
              </a:ext>
            </a:extLst>
          </p:cNvPr>
          <p:cNvGrpSpPr/>
          <p:nvPr/>
        </p:nvGrpSpPr>
        <p:grpSpPr>
          <a:xfrm>
            <a:off x="6683927" y="552982"/>
            <a:ext cx="273960" cy="97560"/>
            <a:chOff x="6683927" y="552982"/>
            <a:chExt cx="273960" cy="9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0CABC65-AB66-D3D8-0E36-2CA840602A11}"/>
                    </a:ext>
                  </a:extLst>
                </p14:cNvPr>
                <p14:cNvContentPartPr/>
                <p14:nvPr/>
              </p14:nvContentPartPr>
              <p14:xfrm>
                <a:off x="6683927" y="552982"/>
                <a:ext cx="186480" cy="7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0CABC65-AB66-D3D8-0E36-2CA840602A1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66287" y="535342"/>
                  <a:ext cx="222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BA596F-62A0-E617-CC3A-B3E199E88125}"/>
                    </a:ext>
                  </a:extLst>
                </p14:cNvPr>
                <p14:cNvContentPartPr/>
                <p14:nvPr/>
              </p14:nvContentPartPr>
              <p14:xfrm>
                <a:off x="6725687" y="614542"/>
                <a:ext cx="232200" cy="36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BA596F-62A0-E617-CC3A-B3E199E8812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07687" y="596902"/>
                  <a:ext cx="26784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5E0A5B0-6295-3C5B-4D88-AF6D64D7B0BC}"/>
                  </a:ext>
                </a:extLst>
              </p14:cNvPr>
              <p14:cNvContentPartPr/>
              <p14:nvPr/>
            </p14:nvContentPartPr>
            <p14:xfrm>
              <a:off x="7202327" y="392062"/>
              <a:ext cx="259200" cy="291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5E0A5B0-6295-3C5B-4D88-AF6D64D7B0B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84687" y="374422"/>
                <a:ext cx="29484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73F31D3-EDAA-E862-50BD-8DA077DB9E3C}"/>
                  </a:ext>
                </a:extLst>
              </p14:cNvPr>
              <p14:cNvContentPartPr/>
              <p14:nvPr/>
            </p14:nvContentPartPr>
            <p14:xfrm>
              <a:off x="2069447" y="1200622"/>
              <a:ext cx="317160" cy="272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73F31D3-EDAA-E862-50BD-8DA077DB9E3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51447" y="1182622"/>
                <a:ext cx="352800" cy="30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73D1B28E-4547-4000-5159-151E940AF4FB}"/>
              </a:ext>
            </a:extLst>
          </p:cNvPr>
          <p:cNvGrpSpPr/>
          <p:nvPr/>
        </p:nvGrpSpPr>
        <p:grpSpPr>
          <a:xfrm>
            <a:off x="2480567" y="1059862"/>
            <a:ext cx="514440" cy="624240"/>
            <a:chOff x="2480567" y="1059862"/>
            <a:chExt cx="514440" cy="62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EE8C0B0-4481-FF56-B74E-E59703CE0134}"/>
                    </a:ext>
                  </a:extLst>
                </p14:cNvPr>
                <p14:cNvContentPartPr/>
                <p14:nvPr/>
              </p14:nvContentPartPr>
              <p14:xfrm>
                <a:off x="2480567" y="1370182"/>
                <a:ext cx="186120" cy="34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EE8C0B0-4481-FF56-B74E-E59703CE01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62927" y="1352182"/>
                  <a:ext cx="221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7D7A831-298C-6339-5F37-124054F8D46B}"/>
                    </a:ext>
                  </a:extLst>
                </p14:cNvPr>
                <p14:cNvContentPartPr/>
                <p14:nvPr/>
              </p14:nvContentPartPr>
              <p14:xfrm>
                <a:off x="2752007" y="1253542"/>
                <a:ext cx="37440" cy="272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7D7A831-298C-6339-5F37-124054F8D46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34007" y="1235902"/>
                  <a:ext cx="730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6C5E46A-0F41-A950-A0AF-A8D2263AF63F}"/>
                    </a:ext>
                  </a:extLst>
                </p14:cNvPr>
                <p14:cNvContentPartPr/>
                <p14:nvPr/>
              </p14:nvContentPartPr>
              <p14:xfrm>
                <a:off x="2825447" y="1059862"/>
                <a:ext cx="169560" cy="624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6C5E46A-0F41-A950-A0AF-A8D2263AF63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07447" y="1041862"/>
                  <a:ext cx="205200" cy="65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DF31F66-DACF-A1DA-BF99-9EA895E68A8C}"/>
                  </a:ext>
                </a:extLst>
              </p14:cNvPr>
              <p14:cNvContentPartPr/>
              <p14:nvPr/>
            </p14:nvContentPartPr>
            <p14:xfrm>
              <a:off x="1852367" y="988942"/>
              <a:ext cx="312120" cy="771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DF31F66-DACF-A1DA-BF99-9EA895E68A8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834727" y="970942"/>
                <a:ext cx="347760" cy="80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3F603C0-6CF4-63B8-1203-76F6E3E20A02}"/>
                  </a:ext>
                </a:extLst>
              </p14:cNvPr>
              <p14:cNvContentPartPr/>
              <p14:nvPr/>
            </p14:nvContentPartPr>
            <p14:xfrm>
              <a:off x="3382007" y="1175782"/>
              <a:ext cx="161280" cy="518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3F603C0-6CF4-63B8-1203-76F6E3E20A0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64367" y="1157782"/>
                <a:ext cx="196920" cy="55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E180ED2D-7A66-7C6D-D8B9-9B2D69290788}"/>
              </a:ext>
            </a:extLst>
          </p:cNvPr>
          <p:cNvGrpSpPr/>
          <p:nvPr/>
        </p:nvGrpSpPr>
        <p:grpSpPr>
          <a:xfrm>
            <a:off x="3772247" y="1086502"/>
            <a:ext cx="1709280" cy="604440"/>
            <a:chOff x="3772247" y="1086502"/>
            <a:chExt cx="1709280" cy="60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9CE58F5-09E7-0B03-BDC5-A521169469F7}"/>
                    </a:ext>
                  </a:extLst>
                </p14:cNvPr>
                <p14:cNvContentPartPr/>
                <p14:nvPr/>
              </p14:nvContentPartPr>
              <p14:xfrm>
                <a:off x="3772247" y="1227622"/>
                <a:ext cx="238680" cy="344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9CE58F5-09E7-0B03-BDC5-A521169469F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54247" y="1209622"/>
                  <a:ext cx="2743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4F7F18-15A3-6F57-1676-45F081C43F42}"/>
                    </a:ext>
                  </a:extLst>
                </p14:cNvPr>
                <p14:cNvContentPartPr/>
                <p14:nvPr/>
              </p14:nvContentPartPr>
              <p14:xfrm>
                <a:off x="4184087" y="1412302"/>
                <a:ext cx="117000" cy="15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4F7F18-15A3-6F57-1676-45F081C43F4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66087" y="1394662"/>
                  <a:ext cx="152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A970DB-879F-5F17-58D3-C9BE98E03CB3}"/>
                    </a:ext>
                  </a:extLst>
                </p14:cNvPr>
                <p14:cNvContentPartPr/>
                <p14:nvPr/>
              </p14:nvContentPartPr>
              <p14:xfrm>
                <a:off x="4415567" y="1288102"/>
                <a:ext cx="194040" cy="220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A970DB-879F-5F17-58D3-C9BE98E03C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97927" y="1270102"/>
                  <a:ext cx="229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2FC6E7E-9DD0-3295-642E-3F41EF5AF8F6}"/>
                    </a:ext>
                  </a:extLst>
                </p14:cNvPr>
                <p14:cNvContentPartPr/>
                <p14:nvPr/>
              </p14:nvContentPartPr>
              <p14:xfrm>
                <a:off x="4610687" y="1164982"/>
                <a:ext cx="164520" cy="525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2FC6E7E-9DD0-3295-642E-3F41EF5AF8F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93047" y="1147342"/>
                  <a:ext cx="20016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AA86268-857A-7450-2107-8EA6CC464D99}"/>
                    </a:ext>
                  </a:extLst>
                </p14:cNvPr>
                <p14:cNvContentPartPr/>
                <p14:nvPr/>
              </p14:nvContentPartPr>
              <p14:xfrm>
                <a:off x="4856567" y="1086502"/>
                <a:ext cx="196920" cy="159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AA86268-857A-7450-2107-8EA6CC464D9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38567" y="1068862"/>
                  <a:ext cx="232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BD40E1E-2E6A-C5F8-B143-F374CFA23C6E}"/>
                    </a:ext>
                  </a:extLst>
                </p14:cNvPr>
                <p14:cNvContentPartPr/>
                <p14:nvPr/>
              </p14:nvContentPartPr>
              <p14:xfrm>
                <a:off x="5235287" y="1417342"/>
                <a:ext cx="178200" cy="29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BD40E1E-2E6A-C5F8-B143-F374CFA23C6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17647" y="1399702"/>
                  <a:ext cx="2138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0FFC85B-ECA2-4BD7-C684-65689D64857B}"/>
                    </a:ext>
                  </a:extLst>
                </p14:cNvPr>
                <p14:cNvContentPartPr/>
                <p14:nvPr/>
              </p14:nvContentPartPr>
              <p14:xfrm>
                <a:off x="5240687" y="1541902"/>
                <a:ext cx="240840" cy="29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0FFC85B-ECA2-4BD7-C684-65689D64857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23047" y="1523902"/>
                  <a:ext cx="276480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F848E34-B995-39E6-CD87-4F3E6F42BC1E}"/>
                  </a:ext>
                </a:extLst>
              </p14:cNvPr>
              <p14:cNvContentPartPr/>
              <p14:nvPr/>
            </p14:nvContentPartPr>
            <p14:xfrm>
              <a:off x="5789327" y="1324102"/>
              <a:ext cx="235800" cy="257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F848E34-B995-39E6-CD87-4F3E6F42BC1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771327" y="1306102"/>
                <a:ext cx="271440" cy="29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20DE61DC-53B5-A584-616E-34566B22FC53}"/>
              </a:ext>
            </a:extLst>
          </p:cNvPr>
          <p:cNvGrpSpPr/>
          <p:nvPr/>
        </p:nvGrpSpPr>
        <p:grpSpPr>
          <a:xfrm>
            <a:off x="1697207" y="2259022"/>
            <a:ext cx="1874880" cy="589320"/>
            <a:chOff x="1697207" y="2259022"/>
            <a:chExt cx="1874880" cy="58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4DE94D8-30C0-5729-C70B-0ED3E10C2404}"/>
                    </a:ext>
                  </a:extLst>
                </p14:cNvPr>
                <p14:cNvContentPartPr/>
                <p14:nvPr/>
              </p14:nvContentPartPr>
              <p14:xfrm>
                <a:off x="2031287" y="2259022"/>
                <a:ext cx="28080" cy="339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4DE94D8-30C0-5729-C70B-0ED3E10C240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13647" y="2241022"/>
                  <a:ext cx="637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7F4DC1E-D615-A81A-1E4F-0F8159302E5B}"/>
                    </a:ext>
                  </a:extLst>
                </p14:cNvPr>
                <p14:cNvContentPartPr/>
                <p14:nvPr/>
              </p14:nvContentPartPr>
              <p14:xfrm>
                <a:off x="1697207" y="2460622"/>
                <a:ext cx="358920" cy="114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7F4DC1E-D615-A81A-1E4F-0F8159302E5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79567" y="2442622"/>
                  <a:ext cx="394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536B15-1A6F-DB54-6872-2440074556E0}"/>
                    </a:ext>
                  </a:extLst>
                </p14:cNvPr>
                <p14:cNvContentPartPr/>
                <p14:nvPr/>
              </p14:nvContentPartPr>
              <p14:xfrm>
                <a:off x="2246567" y="2264782"/>
                <a:ext cx="783360" cy="583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536B15-1A6F-DB54-6872-2440074556E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28927" y="2247142"/>
                  <a:ext cx="81900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EADBD0-B772-4C1B-D70A-3404E553F52F}"/>
                    </a:ext>
                  </a:extLst>
                </p14:cNvPr>
                <p14:cNvContentPartPr/>
                <p14:nvPr/>
              </p14:nvContentPartPr>
              <p14:xfrm>
                <a:off x="3240887" y="2312302"/>
                <a:ext cx="166680" cy="298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3EADBD0-B772-4C1B-D70A-3404E553F5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23247" y="2294662"/>
                  <a:ext cx="2023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1135E17-6DD3-D2C1-D17A-1C0E6D64ABEF}"/>
                    </a:ext>
                  </a:extLst>
                </p14:cNvPr>
                <p14:cNvContentPartPr/>
                <p14:nvPr/>
              </p14:nvContentPartPr>
              <p14:xfrm>
                <a:off x="3469847" y="2599942"/>
                <a:ext cx="102240" cy="186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1135E17-6DD3-D2C1-D17A-1C0E6D64AB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52207" y="2582302"/>
                  <a:ext cx="13788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F9B10DA-D3AB-BA55-B98F-57ECFE3D260F}"/>
                  </a:ext>
                </a:extLst>
              </p14:cNvPr>
              <p14:cNvContentPartPr/>
              <p14:nvPr/>
            </p14:nvContentPartPr>
            <p14:xfrm>
              <a:off x="3824807" y="2358382"/>
              <a:ext cx="353880" cy="2232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F9B10DA-D3AB-BA55-B98F-57ECFE3D260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807167" y="2340742"/>
                <a:ext cx="38952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E5C47A99-850E-8664-0273-3E41CCE74E30}"/>
              </a:ext>
            </a:extLst>
          </p:cNvPr>
          <p:cNvGrpSpPr/>
          <p:nvPr/>
        </p:nvGrpSpPr>
        <p:grpSpPr>
          <a:xfrm>
            <a:off x="608207" y="3518302"/>
            <a:ext cx="515520" cy="269640"/>
            <a:chOff x="608207" y="3518302"/>
            <a:chExt cx="51552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7A558C8-4311-04A6-B1F1-793A3C3D2F03}"/>
                    </a:ext>
                  </a:extLst>
                </p14:cNvPr>
                <p14:cNvContentPartPr/>
                <p14:nvPr/>
              </p14:nvContentPartPr>
              <p14:xfrm>
                <a:off x="791807" y="3518302"/>
                <a:ext cx="25560" cy="268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7A558C8-4311-04A6-B1F1-793A3C3D2F0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4167" y="3500662"/>
                  <a:ext cx="612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D061616-2B3E-342C-A340-85D6BC1E75C1}"/>
                    </a:ext>
                  </a:extLst>
                </p14:cNvPr>
                <p14:cNvContentPartPr/>
                <p14:nvPr/>
              </p14:nvContentPartPr>
              <p14:xfrm>
                <a:off x="608207" y="3653662"/>
                <a:ext cx="210960" cy="116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D061616-2B3E-342C-A340-85D6BC1E75C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0207" y="3635662"/>
                  <a:ext cx="2466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3985B4-5E88-00C1-99BD-801A84F02B76}"/>
                    </a:ext>
                  </a:extLst>
                </p14:cNvPr>
                <p14:cNvContentPartPr/>
                <p14:nvPr/>
              </p14:nvContentPartPr>
              <p14:xfrm>
                <a:off x="961367" y="3666262"/>
                <a:ext cx="126360" cy="10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3985B4-5E88-00C1-99BD-801A84F02B7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3367" y="3648622"/>
                  <a:ext cx="162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61ADCC-3E87-DFBC-826B-F7DAA82D43BE}"/>
                    </a:ext>
                  </a:extLst>
                </p14:cNvPr>
                <p14:cNvContentPartPr/>
                <p14:nvPr/>
              </p14:nvContentPartPr>
              <p14:xfrm>
                <a:off x="974327" y="3746542"/>
                <a:ext cx="149400" cy="41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61ADCC-3E87-DFBC-826B-F7DAA82D43B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6327" y="3728902"/>
                  <a:ext cx="18504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C6FF6BF-12E6-51E1-0305-0AC1E4614E20}"/>
                  </a:ext>
                </a:extLst>
              </p14:cNvPr>
              <p14:cNvContentPartPr/>
              <p14:nvPr/>
            </p14:nvContentPartPr>
            <p14:xfrm>
              <a:off x="1376807" y="3537742"/>
              <a:ext cx="34920" cy="476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C6FF6BF-12E6-51E1-0305-0AC1E4614E2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359167" y="3519742"/>
                <a:ext cx="70560" cy="5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C1CFE86-39BF-0FE1-B78F-BF1CCD1447B2}"/>
                  </a:ext>
                </a:extLst>
              </p14:cNvPr>
              <p14:cNvContentPartPr/>
              <p14:nvPr/>
            </p14:nvContentPartPr>
            <p14:xfrm>
              <a:off x="1948847" y="3836902"/>
              <a:ext cx="106200" cy="1742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C1CFE86-39BF-0FE1-B78F-BF1CCD1447B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931207" y="3818902"/>
                <a:ext cx="141840" cy="20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873419CA-209F-F7F8-6048-F832E026E62C}"/>
              </a:ext>
            </a:extLst>
          </p:cNvPr>
          <p:cNvGrpSpPr/>
          <p:nvPr/>
        </p:nvGrpSpPr>
        <p:grpSpPr>
          <a:xfrm>
            <a:off x="4277327" y="3301942"/>
            <a:ext cx="705960" cy="623160"/>
            <a:chOff x="4277327" y="3301942"/>
            <a:chExt cx="70596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9A6C73A-3C0F-1AB9-1264-54398F7DBA5C}"/>
                    </a:ext>
                  </a:extLst>
                </p14:cNvPr>
                <p14:cNvContentPartPr/>
                <p14:nvPr/>
              </p14:nvContentPartPr>
              <p14:xfrm>
                <a:off x="4277327" y="3553222"/>
                <a:ext cx="215640" cy="44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9A6C73A-3C0F-1AB9-1264-54398F7DBA5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59687" y="3535222"/>
                  <a:ext cx="251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6750160-4F36-C0CE-864F-156B3BB82F7F}"/>
                    </a:ext>
                  </a:extLst>
                </p14:cNvPr>
                <p14:cNvContentPartPr/>
                <p14:nvPr/>
              </p14:nvContentPartPr>
              <p14:xfrm>
                <a:off x="4561007" y="3442342"/>
                <a:ext cx="183960" cy="1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6750160-4F36-C0CE-864F-156B3BB82F7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43367" y="3424702"/>
                  <a:ext cx="219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5414F9-0C83-10A0-E149-48D48EE08B23}"/>
                    </a:ext>
                  </a:extLst>
                </p14:cNvPr>
                <p14:cNvContentPartPr/>
                <p14:nvPr/>
              </p14:nvContentPartPr>
              <p14:xfrm>
                <a:off x="4631927" y="3481222"/>
                <a:ext cx="33840" cy="229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5414F9-0C83-10A0-E149-48D48EE08B2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13927" y="3463582"/>
                  <a:ext cx="69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C52134-CFED-68EC-C320-DDB40FCBCA45}"/>
                    </a:ext>
                  </a:extLst>
                </p14:cNvPr>
                <p14:cNvContentPartPr/>
                <p14:nvPr/>
              </p14:nvContentPartPr>
              <p14:xfrm>
                <a:off x="4522487" y="3709102"/>
                <a:ext cx="260640" cy="44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C52134-CFED-68EC-C320-DDB40FCBCA4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04847" y="3691102"/>
                  <a:ext cx="296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9839366-C3B4-062B-AEFE-007DBDE48642}"/>
                    </a:ext>
                  </a:extLst>
                </p14:cNvPr>
                <p14:cNvContentPartPr/>
                <p14:nvPr/>
              </p14:nvContentPartPr>
              <p14:xfrm>
                <a:off x="4729847" y="3301942"/>
                <a:ext cx="253440" cy="623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9839366-C3B4-062B-AEFE-007DBDE4864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11847" y="3284302"/>
                  <a:ext cx="289080" cy="65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139FBC-647A-8FA5-C6E4-FAE60A2546F9}"/>
              </a:ext>
            </a:extLst>
          </p:cNvPr>
          <p:cNvGrpSpPr/>
          <p:nvPr/>
        </p:nvGrpSpPr>
        <p:grpSpPr>
          <a:xfrm>
            <a:off x="3649847" y="3288622"/>
            <a:ext cx="367920" cy="759600"/>
            <a:chOff x="3649847" y="3288622"/>
            <a:chExt cx="367920" cy="75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991C4D-4305-253A-B1DA-08B7778113F0}"/>
                    </a:ext>
                  </a:extLst>
                </p14:cNvPr>
                <p14:cNvContentPartPr/>
                <p14:nvPr/>
              </p14:nvContentPartPr>
              <p14:xfrm>
                <a:off x="3833087" y="3439462"/>
                <a:ext cx="184680" cy="299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991C4D-4305-253A-B1DA-08B7778113F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15087" y="3421462"/>
                  <a:ext cx="2203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9BA3843-EA0A-CCDB-CD90-E0C2A32219CC}"/>
                    </a:ext>
                  </a:extLst>
                </p14:cNvPr>
                <p14:cNvContentPartPr/>
                <p14:nvPr/>
              </p14:nvContentPartPr>
              <p14:xfrm>
                <a:off x="3843167" y="3628102"/>
                <a:ext cx="172800" cy="18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9BA3843-EA0A-CCDB-CD90-E0C2A32219C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25167" y="3610462"/>
                  <a:ext cx="208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9EC8FD3-E986-C988-E65A-8658CBF6BEA3}"/>
                    </a:ext>
                  </a:extLst>
                </p14:cNvPr>
                <p14:cNvContentPartPr/>
                <p14:nvPr/>
              </p14:nvContentPartPr>
              <p14:xfrm>
                <a:off x="3649847" y="3288622"/>
                <a:ext cx="336600" cy="759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9EC8FD3-E986-C988-E65A-8658CBF6BEA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32207" y="3270622"/>
                  <a:ext cx="372240" cy="79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036C2B4-4438-10A3-39E9-4FD990019D91}"/>
              </a:ext>
            </a:extLst>
          </p:cNvPr>
          <p:cNvGrpSpPr/>
          <p:nvPr/>
        </p:nvGrpSpPr>
        <p:grpSpPr>
          <a:xfrm>
            <a:off x="5248247" y="3509302"/>
            <a:ext cx="702720" cy="245160"/>
            <a:chOff x="5248247" y="3509302"/>
            <a:chExt cx="70272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4718E56-8270-01F0-1E61-6D1C0957B197}"/>
                    </a:ext>
                  </a:extLst>
                </p14:cNvPr>
                <p14:cNvContentPartPr/>
                <p14:nvPr/>
              </p14:nvContentPartPr>
              <p14:xfrm>
                <a:off x="5360927" y="3509302"/>
                <a:ext cx="112680" cy="186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4718E56-8270-01F0-1E61-6D1C0957B19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42927" y="3491302"/>
                  <a:ext cx="1483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8D16528-5A52-FFF6-EE1F-36D016E982FF}"/>
                    </a:ext>
                  </a:extLst>
                </p14:cNvPr>
                <p14:cNvContentPartPr/>
                <p14:nvPr/>
              </p14:nvContentPartPr>
              <p14:xfrm>
                <a:off x="5248247" y="3513622"/>
                <a:ext cx="201960" cy="240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8D16528-5A52-FFF6-EE1F-36D016E982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30247" y="3495622"/>
                  <a:ext cx="2376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85694DC-30A3-B5FA-4222-32291390D738}"/>
                    </a:ext>
                  </a:extLst>
                </p14:cNvPr>
                <p14:cNvContentPartPr/>
                <p14:nvPr/>
              </p14:nvContentPartPr>
              <p14:xfrm>
                <a:off x="5683487" y="3548902"/>
                <a:ext cx="222480" cy="26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85694DC-30A3-B5FA-4222-32291390D73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65487" y="3530902"/>
                  <a:ext cx="258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B473501-496C-7DF9-97B1-DC10B5EB01BA}"/>
                    </a:ext>
                  </a:extLst>
                </p14:cNvPr>
                <p14:cNvContentPartPr/>
                <p14:nvPr/>
              </p14:nvContentPartPr>
              <p14:xfrm>
                <a:off x="5711927" y="3635302"/>
                <a:ext cx="239040" cy="41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B473501-496C-7DF9-97B1-DC10B5EB01B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93927" y="3617662"/>
                  <a:ext cx="27468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D20A3EB-1D21-7C1D-ED17-9C80216F4F57}"/>
                  </a:ext>
                </a:extLst>
              </p14:cNvPr>
              <p14:cNvContentPartPr/>
              <p14:nvPr/>
            </p14:nvContentPartPr>
            <p14:xfrm>
              <a:off x="6181367" y="3409582"/>
              <a:ext cx="291960" cy="2782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D20A3EB-1D21-7C1D-ED17-9C80216F4F5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163367" y="3391582"/>
                <a:ext cx="32760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791B4EC-07CF-7E3C-BDA6-9A2CE5692304}"/>
                  </a:ext>
                </a:extLst>
              </p14:cNvPr>
              <p14:cNvContentPartPr/>
              <p14:nvPr/>
            </p14:nvContentPartPr>
            <p14:xfrm>
              <a:off x="2983127" y="3996022"/>
              <a:ext cx="212040" cy="1527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791B4EC-07CF-7E3C-BDA6-9A2CE569230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965487" y="3978022"/>
                <a:ext cx="247680" cy="15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B628614-D4D8-3542-33FB-5709AE355747}"/>
                  </a:ext>
                </a:extLst>
              </p14:cNvPr>
              <p14:cNvContentPartPr/>
              <p14:nvPr/>
            </p14:nvContentPartPr>
            <p14:xfrm>
              <a:off x="3456887" y="4232182"/>
              <a:ext cx="153720" cy="2728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B628614-D4D8-3542-33FB-5709AE35574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439247" y="4214182"/>
                <a:ext cx="18936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FE60BD6-5A13-8F21-234E-14998E1D8069}"/>
                  </a:ext>
                </a:extLst>
              </p14:cNvPr>
              <p14:cNvContentPartPr/>
              <p14:nvPr/>
            </p14:nvContentPartPr>
            <p14:xfrm>
              <a:off x="4002287" y="4784062"/>
              <a:ext cx="237240" cy="1551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FE60BD6-5A13-8F21-234E-14998E1D806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984647" y="4766062"/>
                <a:ext cx="2728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0CF10BD-1E2F-1ED5-9E21-FB162BC7FDE3}"/>
                  </a:ext>
                </a:extLst>
              </p14:cNvPr>
              <p14:cNvContentPartPr/>
              <p14:nvPr/>
            </p14:nvContentPartPr>
            <p14:xfrm>
              <a:off x="4625087" y="5152342"/>
              <a:ext cx="202320" cy="241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0CF10BD-1E2F-1ED5-9E21-FB162BC7FDE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607447" y="5134702"/>
                <a:ext cx="2379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5DA3687-DD12-C2C0-3603-668AA606406A}"/>
                  </a:ext>
                </a:extLst>
              </p14:cNvPr>
              <p14:cNvContentPartPr/>
              <p14:nvPr/>
            </p14:nvContentPartPr>
            <p14:xfrm>
              <a:off x="4901927" y="5074582"/>
              <a:ext cx="187200" cy="2581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5DA3687-DD12-C2C0-3603-668AA606406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884287" y="5056942"/>
                <a:ext cx="2228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55D4E02-ABEC-3662-C204-40C1EF909C34}"/>
                  </a:ext>
                </a:extLst>
              </p14:cNvPr>
              <p14:cNvContentPartPr/>
              <p14:nvPr/>
            </p14:nvContentPartPr>
            <p14:xfrm>
              <a:off x="4019207" y="4186822"/>
              <a:ext cx="144000" cy="2437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55D4E02-ABEC-3662-C204-40C1EF909C3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001567" y="4169182"/>
                <a:ext cx="1796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83F9C10-C997-5511-9DFB-9ABC09412394}"/>
                  </a:ext>
                </a:extLst>
              </p14:cNvPr>
              <p14:cNvContentPartPr/>
              <p14:nvPr/>
            </p14:nvContentPartPr>
            <p14:xfrm>
              <a:off x="4725527" y="4150102"/>
              <a:ext cx="135360" cy="233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83F9C10-C997-5511-9DFB-9ABC0941239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707527" y="4132462"/>
                <a:ext cx="1710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4F2CB98-5343-5A37-4E79-97CE0AB9575A}"/>
                  </a:ext>
                </a:extLst>
              </p14:cNvPr>
              <p14:cNvContentPartPr/>
              <p14:nvPr/>
            </p14:nvContentPartPr>
            <p14:xfrm>
              <a:off x="4750367" y="4710982"/>
              <a:ext cx="249120" cy="1396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4F2CB98-5343-5A37-4E79-97CE0AB9575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732727" y="4693342"/>
                <a:ext cx="2847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24A372F-F7D0-D0E4-E738-1B0C9FC80181}"/>
                  </a:ext>
                </a:extLst>
              </p14:cNvPr>
              <p14:cNvContentPartPr/>
              <p14:nvPr/>
            </p14:nvContentPartPr>
            <p14:xfrm>
              <a:off x="3483887" y="4826902"/>
              <a:ext cx="14760" cy="1501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24A372F-F7D0-D0E4-E738-1B0C9FC8018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466247" y="4808902"/>
                <a:ext cx="50400" cy="1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F73BC4F8-D0A9-6DF4-B39E-FFEC8D2A454E}"/>
              </a:ext>
            </a:extLst>
          </p:cNvPr>
          <p:cNvGrpSpPr/>
          <p:nvPr/>
        </p:nvGrpSpPr>
        <p:grpSpPr>
          <a:xfrm>
            <a:off x="3287687" y="5227942"/>
            <a:ext cx="211680" cy="178560"/>
            <a:chOff x="3287687" y="5227942"/>
            <a:chExt cx="21168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FF93F1-C65F-F842-00A4-D821D5735C8A}"/>
                    </a:ext>
                  </a:extLst>
                </p14:cNvPr>
                <p14:cNvContentPartPr/>
                <p14:nvPr/>
              </p14:nvContentPartPr>
              <p14:xfrm>
                <a:off x="3287687" y="5271142"/>
                <a:ext cx="131040" cy="16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FF93F1-C65F-F842-00A4-D821D5735C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269687" y="5253502"/>
                  <a:ext cx="166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256ACE4-42BC-1157-A618-5BF02781F325}"/>
                    </a:ext>
                  </a:extLst>
                </p14:cNvPr>
                <p14:cNvContentPartPr/>
                <p14:nvPr/>
              </p14:nvContentPartPr>
              <p14:xfrm>
                <a:off x="3491087" y="5227942"/>
                <a:ext cx="8280" cy="178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256ACE4-42BC-1157-A618-5BF02781F32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473447" y="5210302"/>
                  <a:ext cx="4392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C8379D9-E96C-3A95-B6A7-C8ECCC2691B9}"/>
              </a:ext>
            </a:extLst>
          </p:cNvPr>
          <p:cNvGrpSpPr/>
          <p:nvPr/>
        </p:nvGrpSpPr>
        <p:grpSpPr>
          <a:xfrm>
            <a:off x="3934607" y="5171782"/>
            <a:ext cx="354240" cy="248040"/>
            <a:chOff x="3934607" y="5171782"/>
            <a:chExt cx="35424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E51DB75-EA14-8022-0DA6-C3F91AC08CF9}"/>
                    </a:ext>
                  </a:extLst>
                </p14:cNvPr>
                <p14:cNvContentPartPr/>
                <p14:nvPr/>
              </p14:nvContentPartPr>
              <p14:xfrm>
                <a:off x="3934607" y="5265742"/>
                <a:ext cx="156240" cy="16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E51DB75-EA14-8022-0DA6-C3F91AC08CF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16607" y="5247742"/>
                  <a:ext cx="191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33E21A8-AA8C-40D1-F614-73F96306AE70}"/>
                    </a:ext>
                  </a:extLst>
                </p14:cNvPr>
                <p14:cNvContentPartPr/>
                <p14:nvPr/>
              </p14:nvContentPartPr>
              <p14:xfrm>
                <a:off x="4179407" y="5171782"/>
                <a:ext cx="85680" cy="17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33E21A8-AA8C-40D1-F614-73F96306AE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61767" y="5154142"/>
                  <a:ext cx="121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636C58B-07A5-6D45-6B4C-9056B6DCD0DD}"/>
                    </a:ext>
                  </a:extLst>
                </p14:cNvPr>
                <p14:cNvContentPartPr/>
                <p14:nvPr/>
              </p14:nvContentPartPr>
              <p14:xfrm>
                <a:off x="4135847" y="5185462"/>
                <a:ext cx="153000" cy="234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636C58B-07A5-6D45-6B4C-9056B6DCD0D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17847" y="5167462"/>
                  <a:ext cx="18864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3533DA2-0FDF-51E3-9663-E2A5487D7A01}"/>
              </a:ext>
            </a:extLst>
          </p:cNvPr>
          <p:cNvGrpSpPr/>
          <p:nvPr/>
        </p:nvGrpSpPr>
        <p:grpSpPr>
          <a:xfrm>
            <a:off x="5093087" y="4136062"/>
            <a:ext cx="1402560" cy="1483920"/>
            <a:chOff x="5093087" y="4136062"/>
            <a:chExt cx="1402560" cy="148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279FF99-399B-0882-C0FE-8E6CB19C86AE}"/>
                    </a:ext>
                  </a:extLst>
                </p14:cNvPr>
                <p14:cNvContentPartPr/>
                <p14:nvPr/>
              </p14:nvContentPartPr>
              <p14:xfrm>
                <a:off x="5093087" y="4138582"/>
                <a:ext cx="307080" cy="1479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279FF99-399B-0882-C0FE-8E6CB19C86A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75447" y="4120942"/>
                  <a:ext cx="342720" cy="15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C12E16E-D0CE-F609-BD46-9EA2D60C81AD}"/>
                    </a:ext>
                  </a:extLst>
                </p14:cNvPr>
                <p14:cNvContentPartPr/>
                <p14:nvPr/>
              </p14:nvContentPartPr>
              <p14:xfrm>
                <a:off x="5605007" y="4136062"/>
                <a:ext cx="275040" cy="1483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C12E16E-D0CE-F609-BD46-9EA2D60C81A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87007" y="4118422"/>
                  <a:ext cx="310680" cy="15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ADBFCA0-DBFC-EB51-F60D-6222A458BA25}"/>
                    </a:ext>
                  </a:extLst>
                </p14:cNvPr>
                <p14:cNvContentPartPr/>
                <p14:nvPr/>
              </p14:nvContentPartPr>
              <p14:xfrm>
                <a:off x="5828567" y="4359262"/>
                <a:ext cx="244800" cy="150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ADBFCA0-DBFC-EB51-F60D-6222A458BA2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10927" y="4341622"/>
                  <a:ext cx="2804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A28C18E-1FB6-BCCE-7CAB-F39234141865}"/>
                    </a:ext>
                  </a:extLst>
                </p14:cNvPr>
                <p14:cNvContentPartPr/>
                <p14:nvPr/>
              </p14:nvContentPartPr>
              <p14:xfrm>
                <a:off x="5916767" y="4757062"/>
                <a:ext cx="123120" cy="204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A28C18E-1FB6-BCCE-7CAB-F392341418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899127" y="4739422"/>
                  <a:ext cx="158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E5F33EF-8BCB-8713-96C4-39DF7C08B81F}"/>
                    </a:ext>
                  </a:extLst>
                </p14:cNvPr>
                <p14:cNvContentPartPr/>
                <p14:nvPr/>
              </p14:nvContentPartPr>
              <p14:xfrm>
                <a:off x="5893727" y="5173582"/>
                <a:ext cx="312480" cy="154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E5F33EF-8BCB-8713-96C4-39DF7C08B81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76087" y="5155942"/>
                  <a:ext cx="348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C62DE9B-5F0C-A6A5-8E35-CB68FA0C0E19}"/>
                    </a:ext>
                  </a:extLst>
                </p14:cNvPr>
                <p14:cNvContentPartPr/>
                <p14:nvPr/>
              </p14:nvContentPartPr>
              <p14:xfrm>
                <a:off x="6218447" y="4146502"/>
                <a:ext cx="277200" cy="1460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C62DE9B-5F0C-A6A5-8E35-CB68FA0C0E1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00807" y="4128862"/>
                  <a:ext cx="312840" cy="149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D5BB3C7-36A3-1457-049F-46C2AB372020}"/>
              </a:ext>
            </a:extLst>
          </p:cNvPr>
          <p:cNvGrpSpPr/>
          <p:nvPr/>
        </p:nvGrpSpPr>
        <p:grpSpPr>
          <a:xfrm>
            <a:off x="6857807" y="4109062"/>
            <a:ext cx="1247760" cy="1479600"/>
            <a:chOff x="6857807" y="4109062"/>
            <a:chExt cx="1247760" cy="147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C28B1F5-63F6-5B7B-9782-6B9CEA14EEA3}"/>
                    </a:ext>
                  </a:extLst>
                </p14:cNvPr>
                <p14:cNvContentPartPr/>
                <p14:nvPr/>
              </p14:nvContentPartPr>
              <p14:xfrm>
                <a:off x="6857807" y="4773622"/>
                <a:ext cx="210960" cy="115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C28B1F5-63F6-5B7B-9782-6B9CEA14EEA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39807" y="4755622"/>
                  <a:ext cx="246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4218631-C010-8E43-FF63-3FE4F91187CD}"/>
                    </a:ext>
                  </a:extLst>
                </p14:cNvPr>
                <p14:cNvContentPartPr/>
                <p14:nvPr/>
              </p14:nvContentPartPr>
              <p14:xfrm>
                <a:off x="7225367" y="4135342"/>
                <a:ext cx="243000" cy="1453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4218631-C010-8E43-FF63-3FE4F91187C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07367" y="4117702"/>
                  <a:ext cx="278640" cy="14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43C45F0-DF23-6190-BF16-ECB48FA2B8CE}"/>
                    </a:ext>
                  </a:extLst>
                </p14:cNvPr>
                <p14:cNvContentPartPr/>
                <p14:nvPr/>
              </p14:nvContentPartPr>
              <p14:xfrm>
                <a:off x="7456487" y="4321102"/>
                <a:ext cx="162720" cy="200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43C45F0-DF23-6190-BF16-ECB48FA2B8C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438847" y="4303462"/>
                  <a:ext cx="198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1753DA-992F-0069-C00D-4EE6F29FEF35}"/>
                    </a:ext>
                  </a:extLst>
                </p14:cNvPr>
                <p14:cNvContentPartPr/>
                <p14:nvPr/>
              </p14:nvContentPartPr>
              <p14:xfrm>
                <a:off x="7488167" y="4813582"/>
                <a:ext cx="167040" cy="190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1753DA-992F-0069-C00D-4EE6F29FEF3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70167" y="4795582"/>
                  <a:ext cx="202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CB34C47-B9CE-13BF-7BC8-9C8DB6818CE0}"/>
                    </a:ext>
                  </a:extLst>
                </p14:cNvPr>
                <p14:cNvContentPartPr/>
                <p14:nvPr/>
              </p14:nvContentPartPr>
              <p14:xfrm>
                <a:off x="7495007" y="5187622"/>
                <a:ext cx="151200" cy="144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CB34C47-B9CE-13BF-7BC8-9C8DB6818CE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77367" y="5169982"/>
                  <a:ext cx="1868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DC1DE5D-AB23-2351-175D-134CF56FA9BC}"/>
                    </a:ext>
                  </a:extLst>
                </p14:cNvPr>
                <p14:cNvContentPartPr/>
                <p14:nvPr/>
              </p14:nvContentPartPr>
              <p14:xfrm>
                <a:off x="7785167" y="4109062"/>
                <a:ext cx="320400" cy="1431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DC1DE5D-AB23-2351-175D-134CF56FA9B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67527" y="4091422"/>
                  <a:ext cx="356040" cy="146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CD2C4390-636C-85B3-BCF1-35D025CDBBAE}"/>
                  </a:ext>
                </a:extLst>
              </p14:cNvPr>
              <p14:cNvContentPartPr/>
              <p14:nvPr/>
            </p14:nvContentPartPr>
            <p14:xfrm>
              <a:off x="783527" y="6978397"/>
              <a:ext cx="3960" cy="14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CD2C4390-636C-85B3-BCF1-35D025CDBBA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65887" y="6960757"/>
                <a:ext cx="396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3E4C537-5C7B-A7FF-6D8A-B0B84101A02E}"/>
                  </a:ext>
                </a:extLst>
              </p14:cNvPr>
              <p14:cNvContentPartPr/>
              <p14:nvPr/>
            </p14:nvContentPartPr>
            <p14:xfrm>
              <a:off x="7157327" y="6274957"/>
              <a:ext cx="115200" cy="5155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3E4C537-5C7B-A7FF-6D8A-B0B84101A02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139687" y="6256957"/>
                <a:ext cx="150840" cy="55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oup 282">
            <a:extLst>
              <a:ext uri="{FF2B5EF4-FFF2-40B4-BE49-F238E27FC236}">
                <a16:creationId xmlns:a16="http://schemas.microsoft.com/office/drawing/2014/main" id="{79804641-7F9F-9042-A512-7718CB1CD26D}"/>
              </a:ext>
            </a:extLst>
          </p:cNvPr>
          <p:cNvGrpSpPr/>
          <p:nvPr/>
        </p:nvGrpSpPr>
        <p:grpSpPr>
          <a:xfrm>
            <a:off x="8060567" y="105637"/>
            <a:ext cx="4048560" cy="6622920"/>
            <a:chOff x="8060567" y="105637"/>
            <a:chExt cx="4048560" cy="66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7EF2757-19AB-ACEA-C3E7-A706953A4C2C}"/>
                    </a:ext>
                  </a:extLst>
                </p14:cNvPr>
                <p14:cNvContentPartPr/>
                <p14:nvPr/>
              </p14:nvContentPartPr>
              <p14:xfrm>
                <a:off x="8060567" y="105637"/>
                <a:ext cx="314280" cy="6622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7EF2757-19AB-ACEA-C3E7-A706953A4C2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42567" y="87637"/>
                  <a:ext cx="349920" cy="66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92B37FE-F8F4-5FF1-F3BE-B56F665665EA}"/>
                    </a:ext>
                  </a:extLst>
                </p14:cNvPr>
                <p14:cNvContentPartPr/>
                <p14:nvPr/>
              </p14:nvContentPartPr>
              <p14:xfrm>
                <a:off x="8336687" y="424597"/>
                <a:ext cx="210600" cy="226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92B37FE-F8F4-5FF1-F3BE-B56F665665E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319047" y="406597"/>
                  <a:ext cx="2462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87945C3-04D2-84E9-287F-1A558ED64870}"/>
                    </a:ext>
                  </a:extLst>
                </p14:cNvPr>
                <p14:cNvContentPartPr/>
                <p14:nvPr/>
              </p14:nvContentPartPr>
              <p14:xfrm>
                <a:off x="8668607" y="514957"/>
                <a:ext cx="171000" cy="367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87945C3-04D2-84E9-287F-1A558ED6487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50967" y="497317"/>
                  <a:ext cx="206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6ADFDFA-E02D-B94F-6E01-11565FCB5B1A}"/>
                    </a:ext>
                  </a:extLst>
                </p14:cNvPr>
                <p14:cNvContentPartPr/>
                <p14:nvPr/>
              </p14:nvContentPartPr>
              <p14:xfrm>
                <a:off x="8740967" y="480037"/>
                <a:ext cx="23760" cy="152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6ADFDFA-E02D-B94F-6E01-11565FCB5B1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22967" y="462397"/>
                  <a:ext cx="59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6C943D3-FFC5-921D-FDB2-B4DE10CB3B03}"/>
                    </a:ext>
                  </a:extLst>
                </p14:cNvPr>
                <p14:cNvContentPartPr/>
                <p14:nvPr/>
              </p14:nvContentPartPr>
              <p14:xfrm>
                <a:off x="8989727" y="436837"/>
                <a:ext cx="109080" cy="1854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6C943D3-FFC5-921D-FDB2-B4DE10CB3B0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71727" y="419197"/>
                  <a:ext cx="144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FD9007F-6393-F7D4-1830-909D87F9CF80}"/>
                    </a:ext>
                  </a:extLst>
                </p14:cNvPr>
                <p14:cNvContentPartPr/>
                <p14:nvPr/>
              </p14:nvContentPartPr>
              <p14:xfrm>
                <a:off x="9199607" y="496957"/>
                <a:ext cx="146880" cy="423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FD9007F-6393-F7D4-1830-909D87F9CF8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181607" y="478957"/>
                  <a:ext cx="1825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50F8E21-2B82-978D-FE8D-B0689968A0AB}"/>
                    </a:ext>
                  </a:extLst>
                </p14:cNvPr>
                <p14:cNvContentPartPr/>
                <p14:nvPr/>
              </p14:nvContentPartPr>
              <p14:xfrm>
                <a:off x="9460607" y="562117"/>
                <a:ext cx="221040" cy="468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50F8E21-2B82-978D-FE8D-B0689968A0A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42967" y="544477"/>
                  <a:ext cx="256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B9933F0-D664-E749-2A14-699A2ED297E9}"/>
                    </a:ext>
                  </a:extLst>
                </p14:cNvPr>
                <p14:cNvContentPartPr/>
                <p14:nvPr/>
              </p14:nvContentPartPr>
              <p14:xfrm>
                <a:off x="9591647" y="503437"/>
                <a:ext cx="30240" cy="184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B9933F0-D664-E749-2A14-699A2ED297E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574007" y="485797"/>
                  <a:ext cx="658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7658DA0-0F80-F7AB-89D1-5FD3A98F956F}"/>
                    </a:ext>
                  </a:extLst>
                </p14:cNvPr>
                <p14:cNvContentPartPr/>
                <p14:nvPr/>
              </p14:nvContentPartPr>
              <p14:xfrm>
                <a:off x="9787847" y="467437"/>
                <a:ext cx="156240" cy="188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7658DA0-0F80-F7AB-89D1-5FD3A98F956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69847" y="449797"/>
                  <a:ext cx="1918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9E235B3-C447-B75A-7223-D4BEE975FA30}"/>
                    </a:ext>
                  </a:extLst>
                </p14:cNvPr>
                <p14:cNvContentPartPr/>
                <p14:nvPr/>
              </p14:nvContentPartPr>
              <p14:xfrm>
                <a:off x="10007447" y="517477"/>
                <a:ext cx="244080" cy="150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9E235B3-C447-B75A-7223-D4BEE975FA3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89807" y="499837"/>
                  <a:ext cx="279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021D826-3E86-DA19-4DEF-9A58259B4447}"/>
                    </a:ext>
                  </a:extLst>
                </p14:cNvPr>
                <p14:cNvContentPartPr/>
                <p14:nvPr/>
              </p14:nvContentPartPr>
              <p14:xfrm>
                <a:off x="10463927" y="518917"/>
                <a:ext cx="159480" cy="342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021D826-3E86-DA19-4DEF-9A58259B444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45927" y="500917"/>
                  <a:ext cx="195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C8CEB03-FA2A-D59C-2829-FAD952C880E6}"/>
                    </a:ext>
                  </a:extLst>
                </p14:cNvPr>
                <p14:cNvContentPartPr/>
                <p14:nvPr/>
              </p14:nvContentPartPr>
              <p14:xfrm>
                <a:off x="10455647" y="595237"/>
                <a:ext cx="214200" cy="38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C8CEB03-FA2A-D59C-2829-FAD952C880E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438007" y="577237"/>
                  <a:ext cx="249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F26C2BB-C030-A4AF-0125-94DB039F40DF}"/>
                    </a:ext>
                  </a:extLst>
                </p14:cNvPr>
                <p14:cNvContentPartPr/>
                <p14:nvPr/>
              </p14:nvContentPartPr>
              <p14:xfrm>
                <a:off x="10928687" y="439717"/>
                <a:ext cx="268560" cy="210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F26C2BB-C030-A4AF-0125-94DB039F40D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911047" y="421717"/>
                  <a:ext cx="304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258DC9A-0AB5-2F3D-AF6D-28D1658B0794}"/>
                    </a:ext>
                  </a:extLst>
                </p14:cNvPr>
                <p14:cNvContentPartPr/>
                <p14:nvPr/>
              </p14:nvContentPartPr>
              <p14:xfrm>
                <a:off x="11818247" y="674437"/>
                <a:ext cx="360" cy="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258DC9A-0AB5-2F3D-AF6D-28D1658B079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800607" y="6564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719EBBF-F866-5B87-FDE6-D8CA04BEB86B}"/>
                    </a:ext>
                  </a:extLst>
                </p14:cNvPr>
                <p14:cNvContentPartPr/>
                <p14:nvPr/>
              </p14:nvContentPartPr>
              <p14:xfrm>
                <a:off x="8336687" y="1158637"/>
                <a:ext cx="84600" cy="61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719EBBF-F866-5B87-FDE6-D8CA04BEB86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318687" y="1140637"/>
                  <a:ext cx="120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D665D51-892A-2E88-9FB1-7C0D23405B67}"/>
                    </a:ext>
                  </a:extLst>
                </p14:cNvPr>
                <p14:cNvContentPartPr/>
                <p14:nvPr/>
              </p14:nvContentPartPr>
              <p14:xfrm>
                <a:off x="8506967" y="1087717"/>
                <a:ext cx="153000" cy="173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D665D51-892A-2E88-9FB1-7C0D23405B6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488967" y="1069717"/>
                  <a:ext cx="188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0F8461F-7C8E-C2D4-D18F-8436E73DDCB5}"/>
                    </a:ext>
                  </a:extLst>
                </p14:cNvPr>
                <p14:cNvContentPartPr/>
                <p14:nvPr/>
              </p14:nvContentPartPr>
              <p14:xfrm>
                <a:off x="8789207" y="1173397"/>
                <a:ext cx="140400" cy="320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0F8461F-7C8E-C2D4-D18F-8436E73DDCB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771567" y="1155757"/>
                  <a:ext cx="176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F53BFAD-B292-1D0D-7D96-ED8AF3EE4060}"/>
                    </a:ext>
                  </a:extLst>
                </p14:cNvPr>
                <p14:cNvContentPartPr/>
                <p14:nvPr/>
              </p14:nvContentPartPr>
              <p14:xfrm>
                <a:off x="9102047" y="1058917"/>
                <a:ext cx="104760" cy="37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F53BFAD-B292-1D0D-7D96-ED8AF3EE406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084407" y="1041277"/>
                  <a:ext cx="140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D2761E3-5653-2351-3A37-D400F59E9D91}"/>
                    </a:ext>
                  </a:extLst>
                </p14:cNvPr>
                <p14:cNvContentPartPr/>
                <p14:nvPr/>
              </p14:nvContentPartPr>
              <p14:xfrm>
                <a:off x="9065687" y="1076917"/>
                <a:ext cx="102240" cy="207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D2761E3-5653-2351-3A37-D400F59E9D9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48047" y="1059277"/>
                  <a:ext cx="13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789DAE6-C430-FF62-0939-AE52FE1F2635}"/>
                    </a:ext>
                  </a:extLst>
                </p14:cNvPr>
                <p14:cNvContentPartPr/>
                <p14:nvPr/>
              </p14:nvContentPartPr>
              <p14:xfrm>
                <a:off x="9230927" y="1166557"/>
                <a:ext cx="159480" cy="290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789DAE6-C430-FF62-0939-AE52FE1F263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212927" y="1148557"/>
                  <a:ext cx="1951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C386B7E-8DFA-0595-8EB9-64ABE842E937}"/>
                    </a:ext>
                  </a:extLst>
                </p14:cNvPr>
                <p14:cNvContentPartPr/>
                <p14:nvPr/>
              </p14:nvContentPartPr>
              <p14:xfrm>
                <a:off x="9534767" y="1183477"/>
                <a:ext cx="149400" cy="396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C386B7E-8DFA-0595-8EB9-64ABE842E93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517127" y="1165477"/>
                  <a:ext cx="185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ECBDBC2-DC49-5733-51B9-16BAEF0EFBFE}"/>
                    </a:ext>
                  </a:extLst>
                </p14:cNvPr>
                <p14:cNvContentPartPr/>
                <p14:nvPr/>
              </p14:nvContentPartPr>
              <p14:xfrm>
                <a:off x="9738167" y="1075117"/>
                <a:ext cx="122760" cy="2304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ECBDBC2-DC49-5733-51B9-16BAEF0EFBF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20527" y="1057117"/>
                  <a:ext cx="158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89DF612-4E55-50DB-779B-5436D1AF30F8}"/>
                    </a:ext>
                  </a:extLst>
                </p14:cNvPr>
                <p14:cNvContentPartPr/>
                <p14:nvPr/>
              </p14:nvContentPartPr>
              <p14:xfrm>
                <a:off x="9959927" y="1120837"/>
                <a:ext cx="258120" cy="149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89DF612-4E55-50DB-779B-5436D1AF30F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941927" y="1102837"/>
                  <a:ext cx="293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2DF3295-9639-5536-0879-8F7A9B2BEF3E}"/>
                    </a:ext>
                  </a:extLst>
                </p14:cNvPr>
                <p14:cNvContentPartPr/>
                <p14:nvPr/>
              </p14:nvContentPartPr>
              <p14:xfrm>
                <a:off x="10556087" y="1072957"/>
                <a:ext cx="140760" cy="39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2DF3295-9639-5536-0879-8F7A9B2BEF3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538087" y="1055317"/>
                  <a:ext cx="1764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CD976A8-4CD8-62C1-2A47-9978928BB918}"/>
                    </a:ext>
                  </a:extLst>
                </p14:cNvPr>
                <p14:cNvContentPartPr/>
                <p14:nvPr/>
              </p14:nvContentPartPr>
              <p14:xfrm>
                <a:off x="10549967" y="1159717"/>
                <a:ext cx="232200" cy="56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CD976A8-4CD8-62C1-2A47-9978928BB91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531967" y="1142077"/>
                  <a:ext cx="267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6A784C7-164B-3E58-74A1-AADFEEBCC717}"/>
                    </a:ext>
                  </a:extLst>
                </p14:cNvPr>
                <p14:cNvContentPartPr/>
                <p14:nvPr/>
              </p14:nvContentPartPr>
              <p14:xfrm>
                <a:off x="11191127" y="971437"/>
                <a:ext cx="217800" cy="1958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6A784C7-164B-3E58-74A1-AADFEEBCC71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173487" y="953437"/>
                  <a:ext cx="253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E84265A-CD46-E1BC-8E4D-F768139C2603}"/>
                    </a:ext>
                  </a:extLst>
                </p14:cNvPr>
                <p14:cNvContentPartPr/>
                <p14:nvPr/>
              </p14:nvContentPartPr>
              <p14:xfrm>
                <a:off x="12061967" y="1273117"/>
                <a:ext cx="47160" cy="187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E84265A-CD46-E1BC-8E4D-F768139C260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2044327" y="1255117"/>
                  <a:ext cx="828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74FAE89-30BB-665F-BFBB-7C2C2CE7822D}"/>
                    </a:ext>
                  </a:extLst>
                </p14:cNvPr>
                <p14:cNvContentPartPr/>
                <p14:nvPr/>
              </p14:nvContentPartPr>
              <p14:xfrm>
                <a:off x="8559527" y="2088157"/>
                <a:ext cx="268560" cy="1602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74FAE89-30BB-665F-BFBB-7C2C2CE7822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541887" y="2070157"/>
                  <a:ext cx="304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E400918-9F4B-884A-6134-24F0A7820B45}"/>
                    </a:ext>
                  </a:extLst>
                </p14:cNvPr>
                <p14:cNvContentPartPr/>
                <p14:nvPr/>
              </p14:nvContentPartPr>
              <p14:xfrm>
                <a:off x="8312207" y="2302717"/>
                <a:ext cx="755640" cy="1198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E400918-9F4B-884A-6134-24F0A7820B4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294207" y="2285077"/>
                  <a:ext cx="791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DEFDBD8-962B-E1B8-79B0-943CD09E31DF}"/>
                    </a:ext>
                  </a:extLst>
                </p14:cNvPr>
                <p14:cNvContentPartPr/>
                <p14:nvPr/>
              </p14:nvContentPartPr>
              <p14:xfrm>
                <a:off x="8436767" y="2701237"/>
                <a:ext cx="149400" cy="396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DEFDBD8-962B-E1B8-79B0-943CD09E31D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419127" y="2683237"/>
                  <a:ext cx="185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C5D2A07-4C8C-8282-23DA-697120669FD4}"/>
                    </a:ext>
                  </a:extLst>
                </p14:cNvPr>
                <p14:cNvContentPartPr/>
                <p14:nvPr/>
              </p14:nvContentPartPr>
              <p14:xfrm>
                <a:off x="8631887" y="2575597"/>
                <a:ext cx="151920" cy="233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C5D2A07-4C8C-8282-23DA-697120669FD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14247" y="2557597"/>
                  <a:ext cx="187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A1512C3-1B9C-9F8C-160B-3DD104F268D9}"/>
                    </a:ext>
                  </a:extLst>
                </p14:cNvPr>
                <p14:cNvContentPartPr/>
                <p14:nvPr/>
              </p14:nvContentPartPr>
              <p14:xfrm>
                <a:off x="8897927" y="2633557"/>
                <a:ext cx="159480" cy="385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A1512C3-1B9C-9F8C-160B-3DD104F268D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879927" y="2615917"/>
                  <a:ext cx="195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9717CF5-D508-6A43-49EE-6D385F253EBB}"/>
                    </a:ext>
                  </a:extLst>
                </p14:cNvPr>
                <p14:cNvContentPartPr/>
                <p14:nvPr/>
              </p14:nvContentPartPr>
              <p14:xfrm>
                <a:off x="8950487" y="2591437"/>
                <a:ext cx="31320" cy="2019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9717CF5-D508-6A43-49EE-6D385F253EB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32487" y="2573797"/>
                  <a:ext cx="66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5175F8D-55AF-3C3B-8DF3-BA6D1656077C}"/>
                    </a:ext>
                  </a:extLst>
                </p14:cNvPr>
                <p14:cNvContentPartPr/>
                <p14:nvPr/>
              </p14:nvContentPartPr>
              <p14:xfrm>
                <a:off x="9134087" y="2542837"/>
                <a:ext cx="19440" cy="2214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5175F8D-55AF-3C3B-8DF3-BA6D1656077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116087" y="2524837"/>
                  <a:ext cx="550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741D94F-4FD2-C9CF-8CB7-1ECD502A84D9}"/>
                    </a:ext>
                  </a:extLst>
                </p14:cNvPr>
                <p14:cNvContentPartPr/>
                <p14:nvPr/>
              </p14:nvContentPartPr>
              <p14:xfrm>
                <a:off x="9251087" y="2496037"/>
                <a:ext cx="114480" cy="630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741D94F-4FD2-C9CF-8CB7-1ECD502A84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33087" y="2478397"/>
                  <a:ext cx="150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5B95DF9-1442-B301-2AA9-EE95D875FD87}"/>
                    </a:ext>
                  </a:extLst>
                </p14:cNvPr>
                <p14:cNvContentPartPr/>
                <p14:nvPr/>
              </p14:nvContentPartPr>
              <p14:xfrm>
                <a:off x="9253967" y="2519797"/>
                <a:ext cx="157320" cy="2235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5B95DF9-1442-B301-2AA9-EE95D875FD8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35967" y="2502157"/>
                  <a:ext cx="1929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78D7E4A-1596-0D46-3F04-C3A50E6A660A}"/>
                    </a:ext>
                  </a:extLst>
                </p14:cNvPr>
                <p14:cNvContentPartPr/>
                <p14:nvPr/>
              </p14:nvContentPartPr>
              <p14:xfrm>
                <a:off x="9535847" y="2120197"/>
                <a:ext cx="142920" cy="277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78D7E4A-1596-0D46-3F04-C3A50E6A660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517847" y="2102197"/>
                  <a:ext cx="178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014BF9F-23CA-E5E0-3B0F-B0117F80F477}"/>
                    </a:ext>
                  </a:extLst>
                </p14:cNvPr>
                <p14:cNvContentPartPr/>
                <p14:nvPr/>
              </p14:nvContentPartPr>
              <p14:xfrm>
                <a:off x="9560327" y="2172397"/>
                <a:ext cx="245880" cy="475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014BF9F-23CA-E5E0-3B0F-B0117F80F47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542327" y="2154397"/>
                  <a:ext cx="281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B802360-3CE7-30A2-575A-251EA7228B4A}"/>
                    </a:ext>
                  </a:extLst>
                </p14:cNvPr>
                <p14:cNvContentPartPr/>
                <p14:nvPr/>
              </p14:nvContentPartPr>
              <p14:xfrm>
                <a:off x="10305167" y="1871797"/>
                <a:ext cx="138600" cy="278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B802360-3CE7-30A2-575A-251EA7228B4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287527" y="1853797"/>
                  <a:ext cx="1742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6B674CB-CAED-101B-4BC5-F3C79AC78DB6}"/>
                    </a:ext>
                  </a:extLst>
                </p14:cNvPr>
                <p14:cNvContentPartPr/>
                <p14:nvPr/>
              </p14:nvContentPartPr>
              <p14:xfrm>
                <a:off x="10078727" y="2179597"/>
                <a:ext cx="553680" cy="1130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6B674CB-CAED-101B-4BC5-F3C79AC78DB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060727" y="2161957"/>
                  <a:ext cx="589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4A98B2D-E64E-7736-9E0C-27BBCD032270}"/>
                    </a:ext>
                  </a:extLst>
                </p14:cNvPr>
                <p14:cNvContentPartPr/>
                <p14:nvPr/>
              </p14:nvContentPartPr>
              <p14:xfrm>
                <a:off x="9958487" y="2589997"/>
                <a:ext cx="113400" cy="223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4A98B2D-E64E-7736-9E0C-27BBCD03227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940487" y="2572357"/>
                  <a:ext cx="149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208810E-AF93-B4F5-718A-2CDF4FFF023D}"/>
                    </a:ext>
                  </a:extLst>
                </p14:cNvPr>
                <p14:cNvContentPartPr/>
                <p14:nvPr/>
              </p14:nvContentPartPr>
              <p14:xfrm>
                <a:off x="10111847" y="2472637"/>
                <a:ext cx="165600" cy="2138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208810E-AF93-B4F5-718A-2CDF4FFF023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094207" y="2454637"/>
                  <a:ext cx="201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B71D3BE-4027-0B07-E1F1-99830B235B3E}"/>
                    </a:ext>
                  </a:extLst>
                </p14:cNvPr>
                <p14:cNvContentPartPr/>
                <p14:nvPr/>
              </p14:nvContentPartPr>
              <p14:xfrm>
                <a:off x="10299767" y="2553277"/>
                <a:ext cx="116640" cy="262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B71D3BE-4027-0B07-E1F1-99830B235B3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282127" y="2535277"/>
                  <a:ext cx="152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80022CB-8022-9052-1282-A55C5BB9B0A0}"/>
                    </a:ext>
                  </a:extLst>
                </p14:cNvPr>
                <p14:cNvContentPartPr/>
                <p14:nvPr/>
              </p14:nvContentPartPr>
              <p14:xfrm>
                <a:off x="10353407" y="2503957"/>
                <a:ext cx="21240" cy="1548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80022CB-8022-9052-1282-A55C5BB9B0A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335407" y="2485957"/>
                  <a:ext cx="56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3A12683-D7AF-0FAE-9186-99FEA9BB550B}"/>
                    </a:ext>
                  </a:extLst>
                </p14:cNvPr>
                <p14:cNvContentPartPr/>
                <p14:nvPr/>
              </p14:nvContentPartPr>
              <p14:xfrm>
                <a:off x="10471127" y="2430157"/>
                <a:ext cx="141480" cy="244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3A12683-D7AF-0FAE-9186-99FEA9BB550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453487" y="2412157"/>
                  <a:ext cx="1771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857478DA-6585-5386-FB04-63D863FB6A0E}"/>
                    </a:ext>
                  </a:extLst>
                </p14:cNvPr>
                <p14:cNvContentPartPr/>
                <p14:nvPr/>
              </p14:nvContentPartPr>
              <p14:xfrm>
                <a:off x="10789007" y="2699077"/>
                <a:ext cx="7920" cy="3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857478DA-6585-5386-FB04-63D863FB6A0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771367" y="2681437"/>
                  <a:ext cx="43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19F20CE-9FCB-D383-2001-C61C6011E9B8}"/>
                    </a:ext>
                  </a:extLst>
                </p14:cNvPr>
                <p14:cNvContentPartPr/>
                <p14:nvPr/>
              </p14:nvContentPartPr>
              <p14:xfrm>
                <a:off x="10811327" y="2028757"/>
                <a:ext cx="175320" cy="442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19F20CE-9FCB-D383-2001-C61C6011E9B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793687" y="2011117"/>
                  <a:ext cx="210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051A831-380D-54EE-C0FB-B411A0A0E692}"/>
                    </a:ext>
                  </a:extLst>
                </p14:cNvPr>
                <p14:cNvContentPartPr/>
                <p14:nvPr/>
              </p14:nvContentPartPr>
              <p14:xfrm>
                <a:off x="10859567" y="2120917"/>
                <a:ext cx="179280" cy="410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051A831-380D-54EE-C0FB-B411A0A0E69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841927" y="2103277"/>
                  <a:ext cx="2149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47090E9-A35D-FCF9-B6AE-665CC698BB8B}"/>
                    </a:ext>
                  </a:extLst>
                </p14:cNvPr>
                <p14:cNvContentPartPr/>
                <p14:nvPr/>
              </p14:nvContentPartPr>
              <p14:xfrm>
                <a:off x="11329727" y="1934077"/>
                <a:ext cx="229320" cy="1573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47090E9-A35D-FCF9-B6AE-665CC698BB8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311727" y="1916437"/>
                  <a:ext cx="264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7D89520-203B-FA2D-412D-B2B44A322042}"/>
                    </a:ext>
                  </a:extLst>
                </p14:cNvPr>
                <p14:cNvContentPartPr/>
                <p14:nvPr/>
              </p14:nvContentPartPr>
              <p14:xfrm>
                <a:off x="11191487" y="2192197"/>
                <a:ext cx="495360" cy="522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7D89520-203B-FA2D-412D-B2B44A32204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173487" y="2174197"/>
                  <a:ext cx="531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43CB7DD-5DCF-8026-4BAF-5AD17685B92E}"/>
                    </a:ext>
                  </a:extLst>
                </p14:cNvPr>
                <p14:cNvContentPartPr/>
                <p14:nvPr/>
              </p14:nvContentPartPr>
              <p14:xfrm>
                <a:off x="11129207" y="2574157"/>
                <a:ext cx="124560" cy="252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43CB7DD-5DCF-8026-4BAF-5AD17685B92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111207" y="2556157"/>
                  <a:ext cx="160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70E29BB-3BBB-3A91-2D3E-09E4319A39C1}"/>
                    </a:ext>
                  </a:extLst>
                </p14:cNvPr>
                <p14:cNvContentPartPr/>
                <p14:nvPr/>
              </p14:nvContentPartPr>
              <p14:xfrm>
                <a:off x="11363567" y="2447797"/>
                <a:ext cx="96120" cy="345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70E29BB-3BBB-3A91-2D3E-09E4319A39C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345567" y="2430157"/>
                  <a:ext cx="131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A5494B4-8767-833B-45A2-EDC451A86175}"/>
                    </a:ext>
                  </a:extLst>
                </p14:cNvPr>
                <p14:cNvContentPartPr/>
                <p14:nvPr/>
              </p14:nvContentPartPr>
              <p14:xfrm>
                <a:off x="11349527" y="2451037"/>
                <a:ext cx="140040" cy="249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A5494B4-8767-833B-45A2-EDC451A8617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331527" y="2433397"/>
                  <a:ext cx="1756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AE30A30-7CEB-7E96-E82C-45EB2812CB64}"/>
                    </a:ext>
                  </a:extLst>
                </p14:cNvPr>
                <p14:cNvContentPartPr/>
                <p14:nvPr/>
              </p14:nvContentPartPr>
              <p14:xfrm>
                <a:off x="11574527" y="2604757"/>
                <a:ext cx="148320" cy="324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AE30A30-7CEB-7E96-E82C-45EB2812CB6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556887" y="2586757"/>
                  <a:ext cx="183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DB665FF-D62F-D4CA-8A5F-92F9AF86D3EA}"/>
                    </a:ext>
                  </a:extLst>
                </p14:cNvPr>
                <p14:cNvContentPartPr/>
                <p14:nvPr/>
              </p14:nvContentPartPr>
              <p14:xfrm>
                <a:off x="11645087" y="2568397"/>
                <a:ext cx="26280" cy="1836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DB665FF-D62F-D4CA-8A5F-92F9AF86D3E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627447" y="2550757"/>
                  <a:ext cx="61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6E62CD8-FB25-8CBF-4DEE-C53A83FC5328}"/>
                    </a:ext>
                  </a:extLst>
                </p14:cNvPr>
                <p14:cNvContentPartPr/>
                <p14:nvPr/>
              </p14:nvContentPartPr>
              <p14:xfrm>
                <a:off x="11835527" y="2504677"/>
                <a:ext cx="171000" cy="2048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6E62CD8-FB25-8CBF-4DEE-C53A83FC532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817887" y="2486677"/>
                  <a:ext cx="206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78FF4FD-7893-8FD6-055F-87FDE953AAEA}"/>
                    </a:ext>
                  </a:extLst>
                </p14:cNvPr>
                <p14:cNvContentPartPr/>
                <p14:nvPr/>
              </p14:nvContentPartPr>
              <p14:xfrm>
                <a:off x="8799647" y="3318277"/>
                <a:ext cx="243720" cy="1731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78FF4FD-7893-8FD6-055F-87FDE953AAE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782007" y="3300277"/>
                  <a:ext cx="2793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38FB4BA-4CB5-9BCC-F30A-025C0CA3AED4}"/>
                    </a:ext>
                  </a:extLst>
                </p14:cNvPr>
                <p14:cNvContentPartPr/>
                <p14:nvPr/>
              </p14:nvContentPartPr>
              <p14:xfrm>
                <a:off x="8557727" y="3616357"/>
                <a:ext cx="654120" cy="1191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38FB4BA-4CB5-9BCC-F30A-025C0CA3AED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539727" y="3598717"/>
                  <a:ext cx="6897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D9BC6B3-5618-7C84-97BB-760FE3B3A55B}"/>
                    </a:ext>
                  </a:extLst>
                </p14:cNvPr>
                <p14:cNvContentPartPr/>
                <p14:nvPr/>
              </p14:nvContentPartPr>
              <p14:xfrm>
                <a:off x="9514967" y="3245917"/>
                <a:ext cx="585360" cy="3668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D9BC6B3-5618-7C84-97BB-760FE3B3A55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97327" y="3227917"/>
                  <a:ext cx="6210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245AD0F-32D1-D81C-5AE8-7E8934FA7569}"/>
                    </a:ext>
                  </a:extLst>
                </p14:cNvPr>
                <p14:cNvContentPartPr/>
                <p14:nvPr/>
              </p14:nvContentPartPr>
              <p14:xfrm>
                <a:off x="9805847" y="3654157"/>
                <a:ext cx="295920" cy="94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245AD0F-32D1-D81C-5AE8-7E8934FA756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788207" y="3636517"/>
                  <a:ext cx="331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8DEB124-C2D2-B130-B637-1485DD707759}"/>
                    </a:ext>
                  </a:extLst>
                </p14:cNvPr>
                <p14:cNvContentPartPr/>
                <p14:nvPr/>
              </p14:nvContentPartPr>
              <p14:xfrm>
                <a:off x="9949127" y="1479037"/>
                <a:ext cx="2160" cy="64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8DEB124-C2D2-B130-B637-1485DD70775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931487" y="1461037"/>
                  <a:ext cx="37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C79742E-695B-F7A4-9DD5-8C3E83CD47EF}"/>
                    </a:ext>
                  </a:extLst>
                </p14:cNvPr>
                <p14:cNvContentPartPr/>
                <p14:nvPr/>
              </p14:nvContentPartPr>
              <p14:xfrm>
                <a:off x="9173687" y="2591077"/>
                <a:ext cx="360" cy="3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C79742E-695B-F7A4-9DD5-8C3E83CD47E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155687" y="25730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7E95B9D-C6EC-D770-E87B-8A280D408764}"/>
                    </a:ext>
                  </a:extLst>
                </p14:cNvPr>
                <p14:cNvContentPartPr/>
                <p14:nvPr/>
              </p14:nvContentPartPr>
              <p14:xfrm>
                <a:off x="9257927" y="2597197"/>
                <a:ext cx="360" cy="3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7E95B9D-C6EC-D770-E87B-8A280D40876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39927" y="25791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CBEC96C-1DC8-0C50-36E6-3653DA799C20}"/>
                    </a:ext>
                  </a:extLst>
                </p14:cNvPr>
                <p14:cNvContentPartPr/>
                <p14:nvPr/>
              </p14:nvContentPartPr>
              <p14:xfrm>
                <a:off x="9295367" y="2594677"/>
                <a:ext cx="360" cy="3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CBEC96C-1DC8-0C50-36E6-3653DA799C2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77727" y="25770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2ADD9DC-0E94-8CBC-0968-8BC5646AA7E4}"/>
                    </a:ext>
                  </a:extLst>
                </p14:cNvPr>
                <p14:cNvContentPartPr/>
                <p14:nvPr/>
              </p14:nvContentPartPr>
              <p14:xfrm>
                <a:off x="9241367" y="2542477"/>
                <a:ext cx="243720" cy="2851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2ADD9DC-0E94-8CBC-0968-8BC5646AA7E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223727" y="2524477"/>
                  <a:ext cx="2793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51FC473-5883-1447-12AB-7844121EA366}"/>
                    </a:ext>
                  </a:extLst>
                </p14:cNvPr>
                <p14:cNvContentPartPr/>
                <p14:nvPr/>
              </p14:nvContentPartPr>
              <p14:xfrm>
                <a:off x="9183407" y="1301917"/>
                <a:ext cx="15120" cy="169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51FC473-5883-1447-12AB-7844121EA36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165767" y="1284277"/>
                  <a:ext cx="50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BC082D3-289F-06B2-457B-01F4A2443377}"/>
                    </a:ext>
                  </a:extLst>
                </p14:cNvPr>
                <p14:cNvContentPartPr/>
                <p14:nvPr/>
              </p14:nvContentPartPr>
              <p14:xfrm>
                <a:off x="9983327" y="535837"/>
                <a:ext cx="14040" cy="122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BC082D3-289F-06B2-457B-01F4A244337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965327" y="517837"/>
                  <a:ext cx="49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0923326-2F88-4E9A-C85E-2F4EB08055C3}"/>
                    </a:ext>
                  </a:extLst>
                </p14:cNvPr>
                <p14:cNvContentPartPr/>
                <p14:nvPr/>
              </p14:nvContentPartPr>
              <p14:xfrm>
                <a:off x="9101327" y="1645357"/>
                <a:ext cx="4680" cy="72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0923326-2F88-4E9A-C85E-2F4EB08055C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083327" y="1627357"/>
                  <a:ext cx="4032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8137B26C-1F0F-2664-FA0C-CF6213882FDE}"/>
                  </a:ext>
                </a:extLst>
              </p14:cNvPr>
              <p14:cNvContentPartPr/>
              <p14:nvPr/>
            </p14:nvContentPartPr>
            <p14:xfrm>
              <a:off x="8856167" y="3849277"/>
              <a:ext cx="147240" cy="2829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8137B26C-1F0F-2664-FA0C-CF6213882FDE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8838527" y="3831637"/>
                <a:ext cx="1828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146FE0A3-1869-B03D-D50B-F9F185EC134A}"/>
                  </a:ext>
                </a:extLst>
              </p14:cNvPr>
              <p14:cNvContentPartPr/>
              <p14:nvPr/>
            </p14:nvContentPartPr>
            <p14:xfrm>
              <a:off x="10008887" y="3866197"/>
              <a:ext cx="12240" cy="17928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146FE0A3-1869-B03D-D50B-F9F185EC134A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9990887" y="3848197"/>
                <a:ext cx="478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D5BEC91A-C4A6-F7F8-20CC-9D6983D6A40F}"/>
                  </a:ext>
                </a:extLst>
              </p14:cNvPr>
              <p14:cNvContentPartPr/>
              <p14:nvPr/>
            </p14:nvContentPartPr>
            <p14:xfrm>
              <a:off x="10629167" y="3339517"/>
              <a:ext cx="81720" cy="1764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D5BEC91A-C4A6-F7F8-20CC-9D6983D6A40F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0611167" y="3321517"/>
                <a:ext cx="1173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681ACFCE-F0B7-063B-D084-2CF4B998D3D5}"/>
                  </a:ext>
                </a:extLst>
              </p14:cNvPr>
              <p14:cNvContentPartPr/>
              <p14:nvPr/>
            </p14:nvContentPartPr>
            <p14:xfrm>
              <a:off x="10591367" y="3376597"/>
              <a:ext cx="351720" cy="6984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681ACFCE-F0B7-063B-D084-2CF4B998D3D5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10573367" y="3358597"/>
                <a:ext cx="38736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Group 302">
            <a:extLst>
              <a:ext uri="{FF2B5EF4-FFF2-40B4-BE49-F238E27FC236}">
                <a16:creationId xmlns:a16="http://schemas.microsoft.com/office/drawing/2014/main" id="{F77A4AF0-0E9E-5818-CE0D-AD50CE29C5E2}"/>
              </a:ext>
            </a:extLst>
          </p:cNvPr>
          <p:cNvGrpSpPr/>
          <p:nvPr/>
        </p:nvGrpSpPr>
        <p:grpSpPr>
          <a:xfrm>
            <a:off x="11145767" y="3207397"/>
            <a:ext cx="1332000" cy="798120"/>
            <a:chOff x="11145767" y="3207397"/>
            <a:chExt cx="133200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007A050-0F30-1DAE-6270-B1F7B8709285}"/>
                    </a:ext>
                  </a:extLst>
                </p14:cNvPr>
                <p14:cNvContentPartPr/>
                <p14:nvPr/>
              </p14:nvContentPartPr>
              <p14:xfrm>
                <a:off x="11256647" y="3207397"/>
                <a:ext cx="217080" cy="172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007A050-0F30-1DAE-6270-B1F7B870928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239007" y="3189757"/>
                  <a:ext cx="252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EDC9C6F7-41A5-919A-7DC0-907967F46969}"/>
                    </a:ext>
                  </a:extLst>
                </p14:cNvPr>
                <p14:cNvContentPartPr/>
                <p14:nvPr/>
              </p14:nvContentPartPr>
              <p14:xfrm>
                <a:off x="11145767" y="3512677"/>
                <a:ext cx="403200" cy="460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EDC9C6F7-41A5-919A-7DC0-907967F4696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128127" y="3494677"/>
                  <a:ext cx="438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AD9822A-F94D-9E88-995E-EA76750A2D06}"/>
                    </a:ext>
                  </a:extLst>
                </p14:cNvPr>
                <p14:cNvContentPartPr/>
                <p14:nvPr/>
              </p14:nvContentPartPr>
              <p14:xfrm>
                <a:off x="11191847" y="3843517"/>
                <a:ext cx="146520" cy="133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AD9822A-F94D-9E88-995E-EA76750A2D0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173847" y="3825877"/>
                  <a:ext cx="182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9D19DAFC-A88A-D279-D7D9-3A0D745A7723}"/>
                    </a:ext>
                  </a:extLst>
                </p14:cNvPr>
                <p14:cNvContentPartPr/>
                <p14:nvPr/>
              </p14:nvContentPartPr>
              <p14:xfrm>
                <a:off x="11392367" y="3728677"/>
                <a:ext cx="209520" cy="2768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9D19DAFC-A88A-D279-D7D9-3A0D745A772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374367" y="3711037"/>
                  <a:ext cx="2451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D9CF822-B0E5-7069-2058-572C14CA3965}"/>
                    </a:ext>
                  </a:extLst>
                </p14:cNvPr>
                <p14:cNvContentPartPr/>
                <p14:nvPr/>
              </p14:nvContentPartPr>
              <p14:xfrm>
                <a:off x="11680367" y="3301717"/>
                <a:ext cx="78120" cy="21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D9CF822-B0E5-7069-2058-572C14CA396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662727" y="3283717"/>
                  <a:ext cx="113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BEF57F0-1F05-5A02-9FA3-5AABE89CE229}"/>
                    </a:ext>
                  </a:extLst>
                </p14:cNvPr>
                <p14:cNvContentPartPr/>
                <p14:nvPr/>
              </p14:nvContentPartPr>
              <p14:xfrm>
                <a:off x="11671727" y="3376597"/>
                <a:ext cx="102960" cy="194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BEF57F0-1F05-5A02-9FA3-5AABE89CE22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654087" y="3358597"/>
                  <a:ext cx="1386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E4DC00C-2E5D-A7FB-F54F-861EC2B47EB0}"/>
                    </a:ext>
                  </a:extLst>
                </p14:cNvPr>
                <p14:cNvContentPartPr/>
                <p14:nvPr/>
              </p14:nvContentPartPr>
              <p14:xfrm>
                <a:off x="11873327" y="3229357"/>
                <a:ext cx="146520" cy="1879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E4DC00C-2E5D-A7FB-F54F-861EC2B47EB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855687" y="3211357"/>
                  <a:ext cx="1821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B2461A7-35B4-D708-A411-AFF7905B4A6B}"/>
                    </a:ext>
                  </a:extLst>
                </p14:cNvPr>
                <p14:cNvContentPartPr/>
                <p14:nvPr/>
              </p14:nvContentPartPr>
              <p14:xfrm>
                <a:off x="11927327" y="3522757"/>
                <a:ext cx="60120" cy="2026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B2461A7-35B4-D708-A411-AFF7905B4A6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909687" y="3505117"/>
                  <a:ext cx="95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3C0448E-26FF-DB9F-1894-60E97F9219B3}"/>
                    </a:ext>
                  </a:extLst>
                </p14:cNvPr>
                <p14:cNvContentPartPr/>
                <p14:nvPr/>
              </p14:nvContentPartPr>
              <p14:xfrm>
                <a:off x="12040367" y="3576397"/>
                <a:ext cx="67320" cy="1584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3C0448E-26FF-DB9F-1894-60E97F9219B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2022367" y="3558397"/>
                  <a:ext cx="1029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056F49A-4AAF-4FA8-E61C-7F454409B649}"/>
                    </a:ext>
                  </a:extLst>
                </p14:cNvPr>
                <p14:cNvContentPartPr/>
                <p14:nvPr/>
              </p14:nvContentPartPr>
              <p14:xfrm>
                <a:off x="12155927" y="3579997"/>
                <a:ext cx="214200" cy="3243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056F49A-4AAF-4FA8-E61C-7F454409B64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2137927" y="3561997"/>
                  <a:ext cx="2498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F3D36F2-DB7D-192B-354A-FE2E0A072442}"/>
                    </a:ext>
                  </a:extLst>
                </p14:cNvPr>
                <p14:cNvContentPartPr/>
                <p14:nvPr/>
              </p14:nvContentPartPr>
              <p14:xfrm>
                <a:off x="12365087" y="3403597"/>
                <a:ext cx="112680" cy="466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F3D36F2-DB7D-192B-354A-FE2E0A072442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2347447" y="3385957"/>
                  <a:ext cx="148320" cy="50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7A28F931-1E40-C3FE-4D4F-9C5956B35462}"/>
              </a:ext>
            </a:extLst>
          </p:cNvPr>
          <p:cNvGrpSpPr/>
          <p:nvPr/>
        </p:nvGrpSpPr>
        <p:grpSpPr>
          <a:xfrm>
            <a:off x="8852820" y="4775917"/>
            <a:ext cx="340920" cy="388800"/>
            <a:chOff x="8852820" y="4775917"/>
            <a:chExt cx="340920" cy="3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FD6B096-E073-5753-1960-2BDC6FFE6787}"/>
                    </a:ext>
                  </a:extLst>
                </p14:cNvPr>
                <p14:cNvContentPartPr/>
                <p14:nvPr/>
              </p14:nvContentPartPr>
              <p14:xfrm>
                <a:off x="8852820" y="4793557"/>
                <a:ext cx="156240" cy="2044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FD6B096-E073-5753-1960-2BDC6FFE678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835180" y="4775917"/>
                  <a:ext cx="1918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E81604F-A68D-8BDE-3E59-140AF1004219}"/>
                    </a:ext>
                  </a:extLst>
                </p14:cNvPr>
                <p14:cNvContentPartPr/>
                <p14:nvPr/>
              </p14:nvContentPartPr>
              <p14:xfrm>
                <a:off x="8878380" y="4775917"/>
                <a:ext cx="129960" cy="277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E81604F-A68D-8BDE-3E59-140AF100421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860380" y="4758277"/>
                  <a:ext cx="165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9D6F0E5-AE71-B1B6-53F2-BEDA68B29502}"/>
                    </a:ext>
                  </a:extLst>
                </p14:cNvPr>
                <p14:cNvContentPartPr/>
                <p14:nvPr/>
              </p14:nvContentPartPr>
              <p14:xfrm>
                <a:off x="9172140" y="4949077"/>
                <a:ext cx="21600" cy="2156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9D6F0E5-AE71-B1B6-53F2-BEDA68B2950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154500" y="4931437"/>
                  <a:ext cx="572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724825DC-4B2F-FDBD-FC34-C71FCD989361}"/>
              </a:ext>
            </a:extLst>
          </p:cNvPr>
          <p:cNvGrpSpPr/>
          <p:nvPr/>
        </p:nvGrpSpPr>
        <p:grpSpPr>
          <a:xfrm>
            <a:off x="9455100" y="4876357"/>
            <a:ext cx="216000" cy="128520"/>
            <a:chOff x="9455100" y="4876357"/>
            <a:chExt cx="21600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B65F1FE-5A75-7295-4B02-F8C5C242B9B3}"/>
                    </a:ext>
                  </a:extLst>
                </p14:cNvPr>
                <p14:cNvContentPartPr/>
                <p14:nvPr/>
              </p14:nvContentPartPr>
              <p14:xfrm>
                <a:off x="9455100" y="4876357"/>
                <a:ext cx="136080" cy="288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B65F1FE-5A75-7295-4B02-F8C5C242B9B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437460" y="4858357"/>
                  <a:ext cx="171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0E2928E9-FF04-99C3-80DA-870172DFB928}"/>
                    </a:ext>
                  </a:extLst>
                </p14:cNvPr>
                <p14:cNvContentPartPr/>
                <p14:nvPr/>
              </p14:nvContentPartPr>
              <p14:xfrm>
                <a:off x="9469500" y="4970317"/>
                <a:ext cx="201600" cy="34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0E2928E9-FF04-99C3-80DA-870172DFB92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451860" y="4952317"/>
                  <a:ext cx="23724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F953DEEF-6D51-B800-D8EB-4D0F53A46B1A}"/>
              </a:ext>
            </a:extLst>
          </p:cNvPr>
          <p:cNvGrpSpPr/>
          <p:nvPr/>
        </p:nvGrpSpPr>
        <p:grpSpPr>
          <a:xfrm>
            <a:off x="10059900" y="4544077"/>
            <a:ext cx="989280" cy="1557360"/>
            <a:chOff x="10059900" y="4544077"/>
            <a:chExt cx="989280" cy="155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48C217ED-A5DB-B40F-365B-4A954C08059E}"/>
                    </a:ext>
                  </a:extLst>
                </p14:cNvPr>
                <p14:cNvContentPartPr/>
                <p14:nvPr/>
              </p14:nvContentPartPr>
              <p14:xfrm>
                <a:off x="10059900" y="4544077"/>
                <a:ext cx="321480" cy="14151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48C217ED-A5DB-B40F-365B-4A954C08059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041900" y="4526077"/>
                  <a:ext cx="357120" cy="14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C96B832-530E-2373-D2F8-13023DAE316A}"/>
                    </a:ext>
                  </a:extLst>
                </p14:cNvPr>
                <p14:cNvContentPartPr/>
                <p14:nvPr/>
              </p14:nvContentPartPr>
              <p14:xfrm>
                <a:off x="10521060" y="4702117"/>
                <a:ext cx="165240" cy="2484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C96B832-530E-2373-D2F8-13023DAE316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03060" y="4684477"/>
                  <a:ext cx="2008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7FB148F-685A-77D4-BB88-BB8B07FA3A9F}"/>
                    </a:ext>
                  </a:extLst>
                </p14:cNvPr>
                <p14:cNvContentPartPr/>
                <p14:nvPr/>
              </p14:nvContentPartPr>
              <p14:xfrm>
                <a:off x="10579380" y="5149957"/>
                <a:ext cx="20880" cy="1476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7FB148F-685A-77D4-BB88-BB8B07FA3A9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561740" y="5132317"/>
                  <a:ext cx="56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F5286B0-816C-4EA3-5F41-D25FBCD15F3D}"/>
                    </a:ext>
                  </a:extLst>
                </p14:cNvPr>
                <p14:cNvContentPartPr/>
                <p14:nvPr/>
              </p14:nvContentPartPr>
              <p14:xfrm>
                <a:off x="10432500" y="5607877"/>
                <a:ext cx="159840" cy="226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F5286B0-816C-4EA3-5F41-D25FBCD15F3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414500" y="5590237"/>
                  <a:ext cx="1954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D0BCB88-C11A-F60E-D0C4-EC20BAC96591}"/>
                    </a:ext>
                  </a:extLst>
                </p14:cNvPr>
                <p14:cNvContentPartPr/>
                <p14:nvPr/>
              </p14:nvContentPartPr>
              <p14:xfrm>
                <a:off x="10653540" y="5514997"/>
                <a:ext cx="140040" cy="2743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D0BCB88-C11A-F60E-D0C4-EC20BAC9659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635900" y="5496997"/>
                  <a:ext cx="1756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19C7AF3-25CE-35E1-8484-45F399F0D36C}"/>
                    </a:ext>
                  </a:extLst>
                </p14:cNvPr>
                <p14:cNvContentPartPr/>
                <p14:nvPr/>
              </p14:nvContentPartPr>
              <p14:xfrm>
                <a:off x="10697460" y="4651717"/>
                <a:ext cx="351720" cy="144972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19C7AF3-25CE-35E1-8484-45F399F0D36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679820" y="4633717"/>
                  <a:ext cx="387360" cy="148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178812AA-9D30-17E6-7E32-96CE256B253E}"/>
              </a:ext>
            </a:extLst>
          </p:cNvPr>
          <p:cNvGrpSpPr/>
          <p:nvPr/>
        </p:nvGrpSpPr>
        <p:grpSpPr>
          <a:xfrm>
            <a:off x="450167" y="5752102"/>
            <a:ext cx="3460320" cy="1331055"/>
            <a:chOff x="450167" y="5752102"/>
            <a:chExt cx="3460320" cy="133105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0B2CF4F-56FF-DD34-82C8-F6122A32DEC0}"/>
                    </a:ext>
                  </a:extLst>
                </p14:cNvPr>
                <p14:cNvContentPartPr/>
                <p14:nvPr/>
              </p14:nvContentPartPr>
              <p14:xfrm>
                <a:off x="450167" y="5752102"/>
                <a:ext cx="159480" cy="254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0B2CF4F-56FF-DD34-82C8-F6122A32DEC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32167" y="5734102"/>
                  <a:ext cx="1951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8A695C1-5F51-ECF8-ADFF-2DB43BBE1DD4}"/>
                    </a:ext>
                  </a:extLst>
                </p14:cNvPr>
                <p14:cNvContentPartPr/>
                <p14:nvPr/>
              </p14:nvContentPartPr>
              <p14:xfrm>
                <a:off x="724487" y="5905822"/>
                <a:ext cx="192240" cy="147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8A695C1-5F51-ECF8-ADFF-2DB43BBE1DD4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06847" y="5887822"/>
                  <a:ext cx="227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34DF6E7-A716-2E52-5D5D-DD57925F291E}"/>
                    </a:ext>
                  </a:extLst>
                </p14:cNvPr>
                <p14:cNvContentPartPr/>
                <p14:nvPr/>
              </p14:nvContentPartPr>
              <p14:xfrm>
                <a:off x="1029767" y="5940022"/>
                <a:ext cx="176400" cy="34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4DF6E7-A716-2E52-5D5D-DD57925F291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12127" y="5922382"/>
                  <a:ext cx="212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7519CE3-B0BD-376A-B9C7-5E0E04F9240C}"/>
                    </a:ext>
                  </a:extLst>
                </p14:cNvPr>
                <p14:cNvContentPartPr/>
                <p14:nvPr/>
              </p14:nvContentPartPr>
              <p14:xfrm>
                <a:off x="1108247" y="5880982"/>
                <a:ext cx="32400" cy="160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7519CE3-B0BD-376A-B9C7-5E0E04F9240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90607" y="5863342"/>
                  <a:ext cx="680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D11727F-68B5-E291-ADF2-BF3DD8A303CA}"/>
                    </a:ext>
                  </a:extLst>
                </p14:cNvPr>
                <p14:cNvContentPartPr/>
                <p14:nvPr/>
              </p14:nvContentPartPr>
              <p14:xfrm>
                <a:off x="1311287" y="5788462"/>
                <a:ext cx="107280" cy="258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D11727F-68B5-E291-ADF2-BF3DD8A303C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293647" y="5770462"/>
                  <a:ext cx="1429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997F4C2-8BD6-898C-2625-8D6FAC64F22D}"/>
                    </a:ext>
                  </a:extLst>
                </p14:cNvPr>
                <p14:cNvContentPartPr/>
                <p14:nvPr/>
              </p14:nvContentPartPr>
              <p14:xfrm>
                <a:off x="1398767" y="5934262"/>
                <a:ext cx="209880" cy="396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997F4C2-8BD6-898C-2625-8D6FAC64F22D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380767" y="5916622"/>
                  <a:ext cx="24552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D6E4FD3-A137-5F4A-7436-092D9CDFE1A1}"/>
                    </a:ext>
                  </a:extLst>
                </p14:cNvPr>
                <p14:cNvContentPartPr/>
                <p14:nvPr/>
              </p14:nvContentPartPr>
              <p14:xfrm>
                <a:off x="1895207" y="5959822"/>
                <a:ext cx="154080" cy="12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D6E4FD3-A137-5F4A-7436-092D9CDFE1A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877567" y="5942182"/>
                  <a:ext cx="1897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0D0D188-C365-CF15-5665-64A532D6644D}"/>
                    </a:ext>
                  </a:extLst>
                </p14:cNvPr>
                <p14:cNvContentPartPr/>
                <p14:nvPr/>
              </p14:nvContentPartPr>
              <p14:xfrm>
                <a:off x="1948847" y="5875222"/>
                <a:ext cx="17280" cy="200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0D0D188-C365-CF15-5665-64A532D6644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931207" y="5857582"/>
                  <a:ext cx="52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BA67E51-AE8D-EBC8-B52B-7DDA8F16ABF0}"/>
                    </a:ext>
                  </a:extLst>
                </p14:cNvPr>
                <p14:cNvContentPartPr/>
                <p14:nvPr/>
              </p14:nvContentPartPr>
              <p14:xfrm>
                <a:off x="2179607" y="5842102"/>
                <a:ext cx="148320" cy="248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BA67E51-AE8D-EBC8-B52B-7DDA8F16ABF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161607" y="5824462"/>
                  <a:ext cx="183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F0B6199-AA6C-34BF-B439-9BA6E3132E65}"/>
                    </a:ext>
                  </a:extLst>
                </p14:cNvPr>
                <p14:cNvContentPartPr/>
                <p14:nvPr/>
              </p14:nvContentPartPr>
              <p14:xfrm>
                <a:off x="2446007" y="5951182"/>
                <a:ext cx="222840" cy="139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F0B6199-AA6C-34BF-B439-9BA6E3132E65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428007" y="5933182"/>
                  <a:ext cx="2584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03441BD-4017-3708-5E77-118F99CF5526}"/>
                    </a:ext>
                  </a:extLst>
                </p14:cNvPr>
                <p14:cNvContentPartPr/>
                <p14:nvPr/>
              </p14:nvContentPartPr>
              <p14:xfrm>
                <a:off x="2851007" y="5939302"/>
                <a:ext cx="145440" cy="17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03441BD-4017-3708-5E77-118F99CF552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833007" y="5921662"/>
                  <a:ext cx="181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86C0740-F300-69F0-E35D-8DA323F23874}"/>
                    </a:ext>
                  </a:extLst>
                </p14:cNvPr>
                <p14:cNvContentPartPr/>
                <p14:nvPr/>
              </p14:nvContentPartPr>
              <p14:xfrm>
                <a:off x="2843087" y="6005542"/>
                <a:ext cx="182880" cy="25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86C0740-F300-69F0-E35D-8DA323F2387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825087" y="5987542"/>
                  <a:ext cx="218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BB3FF97-12B8-152A-4E8C-BDD4D0D620B3}"/>
                    </a:ext>
                  </a:extLst>
                </p14:cNvPr>
                <p14:cNvContentPartPr/>
                <p14:nvPr/>
              </p14:nvContentPartPr>
              <p14:xfrm>
                <a:off x="3317207" y="5868022"/>
                <a:ext cx="276840" cy="205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BB3FF97-12B8-152A-4E8C-BDD4D0D620B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299567" y="5850022"/>
                  <a:ext cx="312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EBE5D0E-341E-E6D6-7372-EF234D1906A1}"/>
                    </a:ext>
                  </a:extLst>
                </p14:cNvPr>
                <p14:cNvContentPartPr/>
                <p14:nvPr/>
              </p14:nvContentPartPr>
              <p14:xfrm>
                <a:off x="585167" y="6356902"/>
                <a:ext cx="208080" cy="154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EBE5D0E-341E-E6D6-7372-EF234D1906A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67527" y="6339262"/>
                  <a:ext cx="243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8D1C836-8B44-0B1A-9E14-CA7297CDE0FF}"/>
                    </a:ext>
                  </a:extLst>
                </p14:cNvPr>
                <p14:cNvContentPartPr/>
                <p14:nvPr/>
              </p14:nvContentPartPr>
              <p14:xfrm>
                <a:off x="935087" y="6437542"/>
                <a:ext cx="206280" cy="11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8D1C836-8B44-0B1A-9E14-CA7297CDE0F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17447" y="6419542"/>
                  <a:ext cx="2419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EEBD55A-0510-5936-46EB-7EBEB06CC9B5}"/>
                    </a:ext>
                  </a:extLst>
                </p14:cNvPr>
                <p14:cNvContentPartPr/>
                <p14:nvPr/>
              </p14:nvContentPartPr>
              <p14:xfrm>
                <a:off x="1047407" y="6379582"/>
                <a:ext cx="27360" cy="160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EEBD55A-0510-5936-46EB-7EBEB06CC9B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29407" y="6361942"/>
                  <a:ext cx="63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6E555E6-2B55-EDE4-51BD-F41F53E4C8C1}"/>
                    </a:ext>
                  </a:extLst>
                </p14:cNvPr>
                <p14:cNvContentPartPr/>
                <p14:nvPr/>
              </p14:nvContentPartPr>
              <p14:xfrm>
                <a:off x="1208687" y="6374182"/>
                <a:ext cx="123840" cy="160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6E555E6-2B55-EDE4-51BD-F41F53E4C8C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91047" y="6356542"/>
                  <a:ext cx="159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67ED188-F882-8454-7124-EC018320A028}"/>
                    </a:ext>
                  </a:extLst>
                </p14:cNvPr>
                <p14:cNvContentPartPr/>
                <p14:nvPr/>
              </p14:nvContentPartPr>
              <p14:xfrm>
                <a:off x="1321007" y="6420262"/>
                <a:ext cx="185400" cy="262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67ED188-F882-8454-7124-EC018320A02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303007" y="6402622"/>
                  <a:ext cx="2210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6866889-4E68-8B73-21EF-3621595226A0}"/>
                    </a:ext>
                  </a:extLst>
                </p14:cNvPr>
                <p14:cNvContentPartPr/>
                <p14:nvPr/>
              </p14:nvContentPartPr>
              <p14:xfrm>
                <a:off x="1803407" y="6414862"/>
                <a:ext cx="189000" cy="25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6866889-4E68-8B73-21EF-3621595226A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785767" y="6397222"/>
                  <a:ext cx="224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A989CF6-52B2-1F34-A73E-76F96DB9434B}"/>
                    </a:ext>
                  </a:extLst>
                </p14:cNvPr>
                <p14:cNvContentPartPr/>
                <p14:nvPr/>
              </p14:nvContentPartPr>
              <p14:xfrm>
                <a:off x="1872887" y="6372022"/>
                <a:ext cx="50400" cy="209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A989CF6-52B2-1F34-A73E-76F96DB9434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854887" y="6354022"/>
                  <a:ext cx="86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AF70737-9BD7-172C-F07B-FB474D1851A6}"/>
                    </a:ext>
                  </a:extLst>
                </p14:cNvPr>
                <p14:cNvContentPartPr/>
                <p14:nvPr/>
              </p14:nvContentPartPr>
              <p14:xfrm>
                <a:off x="2112287" y="6369862"/>
                <a:ext cx="183240" cy="201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AF70737-9BD7-172C-F07B-FB474D1851A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094647" y="6352222"/>
                  <a:ext cx="2188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E986087-F830-DEE2-6883-AFA42339B7F1}"/>
                    </a:ext>
                  </a:extLst>
                </p14:cNvPr>
                <p14:cNvContentPartPr/>
                <p14:nvPr/>
              </p14:nvContentPartPr>
              <p14:xfrm>
                <a:off x="2356007" y="6411982"/>
                <a:ext cx="650880" cy="133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E986087-F830-DEE2-6883-AFA42339B7F1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338007" y="6393982"/>
                  <a:ext cx="6865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CC0CF95-A7EE-9DBC-604F-925955D09F6D}"/>
                    </a:ext>
                  </a:extLst>
                </p14:cNvPr>
                <p14:cNvContentPartPr/>
                <p14:nvPr/>
              </p14:nvContentPartPr>
              <p14:xfrm>
                <a:off x="3199487" y="6265822"/>
                <a:ext cx="268920" cy="271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CC0CF95-A7EE-9DBC-604F-925955D09F6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181847" y="6247822"/>
                  <a:ext cx="3045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602DEDF-C2D3-62CA-E76C-E65492FFE7F8}"/>
                    </a:ext>
                  </a:extLst>
                </p14:cNvPr>
                <p14:cNvContentPartPr/>
                <p14:nvPr/>
              </p14:nvContentPartPr>
              <p14:xfrm>
                <a:off x="470687" y="6744982"/>
                <a:ext cx="148320" cy="33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602DEDF-C2D3-62CA-E76C-E65492FFE7F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53047" y="6727342"/>
                  <a:ext cx="183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F401309-2F28-17A3-65E4-6C85512AB80C}"/>
                    </a:ext>
                  </a:extLst>
                </p14:cNvPr>
                <p14:cNvContentPartPr/>
                <p14:nvPr/>
              </p14:nvContentPartPr>
              <p14:xfrm>
                <a:off x="671567" y="6719422"/>
                <a:ext cx="258480" cy="160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F401309-2F28-17A3-65E4-6C85512AB80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53567" y="6701422"/>
                  <a:ext cx="294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FFBBF26-F6B9-69CD-C894-0EB106006AA0}"/>
                    </a:ext>
                  </a:extLst>
                </p14:cNvPr>
                <p14:cNvContentPartPr/>
                <p14:nvPr/>
              </p14:nvContentPartPr>
              <p14:xfrm>
                <a:off x="1045607" y="6806986"/>
                <a:ext cx="162000" cy="8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FFBBF26-F6B9-69CD-C894-0EB106006AA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27607" y="6788986"/>
                  <a:ext cx="1976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E971717-D5ED-5543-6D09-E3565F4575D3}"/>
                    </a:ext>
                  </a:extLst>
                </p14:cNvPr>
                <p14:cNvContentPartPr/>
                <p14:nvPr/>
              </p14:nvContentPartPr>
              <p14:xfrm>
                <a:off x="1378967" y="6731386"/>
                <a:ext cx="114120" cy="16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E971717-D5ED-5543-6D09-E3565F4575D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360967" y="6713386"/>
                  <a:ext cx="149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E2A2E34-1415-5324-FB19-DF87CFA4384C}"/>
                    </a:ext>
                  </a:extLst>
                </p14:cNvPr>
                <p14:cNvContentPartPr/>
                <p14:nvPr/>
              </p14:nvContentPartPr>
              <p14:xfrm>
                <a:off x="1328927" y="6741106"/>
                <a:ext cx="120960" cy="161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E2A2E34-1415-5324-FB19-DF87CFA4384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311287" y="6723466"/>
                  <a:ext cx="156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28BC687-C691-3ED6-FBB4-C60FDA2EDAE6}"/>
                    </a:ext>
                  </a:extLst>
                </p14:cNvPr>
                <p14:cNvContentPartPr/>
                <p14:nvPr/>
              </p14:nvContentPartPr>
              <p14:xfrm>
                <a:off x="1519727" y="6783637"/>
                <a:ext cx="180000" cy="299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28BC687-C691-3ED6-FBB4-C60FDA2EDAE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502087" y="6765997"/>
                  <a:ext cx="2156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CF28FA1-8418-CAF0-662F-D7693C6EABFB}"/>
                    </a:ext>
                  </a:extLst>
                </p14:cNvPr>
                <p14:cNvContentPartPr/>
                <p14:nvPr/>
              </p14:nvContentPartPr>
              <p14:xfrm>
                <a:off x="1911767" y="6787237"/>
                <a:ext cx="158040" cy="11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CF28FA1-8418-CAF0-662F-D7693C6EABFB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894127" y="6769237"/>
                  <a:ext cx="1936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104937B-A08F-343B-B4D9-6C860A85C83C}"/>
                    </a:ext>
                  </a:extLst>
                </p14:cNvPr>
                <p14:cNvContentPartPr/>
                <p14:nvPr/>
              </p14:nvContentPartPr>
              <p14:xfrm>
                <a:off x="2220647" y="6687877"/>
                <a:ext cx="138240" cy="183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104937B-A08F-343B-B4D9-6C860A85C83C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202647" y="6669877"/>
                  <a:ext cx="173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56B94DD-07C9-93DB-0A8F-25A5CE6CD535}"/>
                    </a:ext>
                  </a:extLst>
                </p14:cNvPr>
                <p14:cNvContentPartPr/>
                <p14:nvPr/>
              </p14:nvContentPartPr>
              <p14:xfrm>
                <a:off x="2439527" y="6740437"/>
                <a:ext cx="153720" cy="125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56B94DD-07C9-93DB-0A8F-25A5CE6CD53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421527" y="6722437"/>
                  <a:ext cx="189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1062CCF-3E92-317E-E892-ACA48FE04CB2}"/>
                    </a:ext>
                  </a:extLst>
                </p14:cNvPr>
                <p14:cNvContentPartPr/>
                <p14:nvPr/>
              </p14:nvContentPartPr>
              <p14:xfrm>
                <a:off x="2829767" y="6735397"/>
                <a:ext cx="121680" cy="5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1062CCF-3E92-317E-E892-ACA48FE04CB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811767" y="6717757"/>
                  <a:ext cx="157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0DB3FDF-F21B-E40A-909A-8039DE49A5A9}"/>
                    </a:ext>
                  </a:extLst>
                </p14:cNvPr>
                <p14:cNvContentPartPr/>
                <p14:nvPr/>
              </p14:nvContentPartPr>
              <p14:xfrm>
                <a:off x="2814287" y="6821437"/>
                <a:ext cx="185400" cy="21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0DB3FDF-F21B-E40A-909A-8039DE49A5A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796287" y="6803437"/>
                  <a:ext cx="221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8FEA9DD-BA1F-002C-25E4-CF5C1E7649A4}"/>
                    </a:ext>
                  </a:extLst>
                </p14:cNvPr>
                <p14:cNvContentPartPr/>
                <p14:nvPr/>
              </p14:nvContentPartPr>
              <p14:xfrm>
                <a:off x="3263567" y="6724957"/>
                <a:ext cx="282240" cy="147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8FEA9DD-BA1F-002C-25E4-CF5C1E7649A4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245567" y="6707317"/>
                  <a:ext cx="317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8AEBDB0-A88C-3932-B6AE-143837A16EF8}"/>
                    </a:ext>
                  </a:extLst>
                </p14:cNvPr>
                <p14:cNvContentPartPr/>
                <p14:nvPr/>
              </p14:nvContentPartPr>
              <p14:xfrm>
                <a:off x="3683687" y="5906677"/>
                <a:ext cx="226800" cy="595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8AEBDB0-A88C-3932-B6AE-143837A16EF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666047" y="5888677"/>
                  <a:ext cx="26244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B0B5832-9956-8822-582A-D5606A3FAF3F}"/>
                    </a:ext>
                  </a:extLst>
                </p14:cNvPr>
                <p14:cNvContentPartPr/>
                <p14:nvPr/>
              </p14:nvContentPartPr>
              <p14:xfrm>
                <a:off x="645647" y="6111517"/>
                <a:ext cx="4680" cy="5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B0B5832-9956-8822-582A-D5606A3FAF3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8007" y="6093517"/>
                  <a:ext cx="40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E78C9DC-ED1C-82B3-8E71-DD0163BE463E}"/>
                    </a:ext>
                  </a:extLst>
                </p14:cNvPr>
                <p14:cNvContentPartPr/>
                <p14:nvPr/>
              </p14:nvContentPartPr>
              <p14:xfrm>
                <a:off x="851100" y="5935837"/>
                <a:ext cx="360" cy="46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E78C9DC-ED1C-82B3-8E71-DD0163BE463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33100" y="5917837"/>
                  <a:ext cx="3600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7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9527C479-39B2-85D3-AEAA-9EEE861A4FA3}"/>
                  </a:ext>
                </a:extLst>
              </p14:cNvPr>
              <p14:cNvContentPartPr/>
              <p14:nvPr/>
            </p14:nvContentPartPr>
            <p14:xfrm>
              <a:off x="4386767" y="5930077"/>
              <a:ext cx="173520" cy="1710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9527C479-39B2-85D3-AEAA-9EEE861A4FA3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4368767" y="5912437"/>
                <a:ext cx="2091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9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011CD39C-5117-771D-2033-0C3E02E8F915}"/>
                  </a:ext>
                </a:extLst>
              </p14:cNvPr>
              <p14:cNvContentPartPr/>
              <p14:nvPr/>
            </p14:nvContentPartPr>
            <p14:xfrm>
              <a:off x="4672967" y="6022237"/>
              <a:ext cx="182160" cy="234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011CD39C-5117-771D-2033-0C3E02E8F915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4654967" y="6004597"/>
                <a:ext cx="2178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3E895DF2-4A60-3CFD-DF80-F4294BC4CC63}"/>
                  </a:ext>
                </a:extLst>
              </p14:cNvPr>
              <p14:cNvContentPartPr/>
              <p14:nvPr/>
            </p14:nvContentPartPr>
            <p14:xfrm>
              <a:off x="4747847" y="5984437"/>
              <a:ext cx="37800" cy="1810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3E895DF2-4A60-3CFD-DF80-F4294BC4CC63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4730207" y="5966797"/>
                <a:ext cx="7344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5D8AE8AF-9F57-9AF0-1B96-D9BBF63032EA}"/>
                  </a:ext>
                </a:extLst>
              </p14:cNvPr>
              <p14:cNvContentPartPr/>
              <p14:nvPr/>
            </p14:nvContentPartPr>
            <p14:xfrm>
              <a:off x="4977887" y="5906317"/>
              <a:ext cx="144360" cy="2239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5D8AE8AF-9F57-9AF0-1B96-D9BBF63032EA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4960247" y="5888317"/>
                <a:ext cx="18000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5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8661E10-C615-229A-4962-91AD949692CB}"/>
                  </a:ext>
                </a:extLst>
              </p14:cNvPr>
              <p14:cNvContentPartPr/>
              <p14:nvPr/>
            </p14:nvContentPartPr>
            <p14:xfrm>
              <a:off x="5134487" y="5984077"/>
              <a:ext cx="144720" cy="2710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8661E10-C615-229A-4962-91AD949692CB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5116847" y="5966077"/>
                <a:ext cx="1803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7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2EB5CC6-C103-D233-2557-54A6F93BE57D}"/>
                  </a:ext>
                </a:extLst>
              </p14:cNvPr>
              <p14:cNvContentPartPr/>
              <p14:nvPr/>
            </p14:nvContentPartPr>
            <p14:xfrm>
              <a:off x="5415287" y="6022597"/>
              <a:ext cx="176400" cy="421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2EB5CC6-C103-D233-2557-54A6F93BE57D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5397287" y="6004597"/>
                <a:ext cx="2120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9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C9EDA35-4812-333D-435D-7EB9BE00D306}"/>
                  </a:ext>
                </a:extLst>
              </p14:cNvPr>
              <p14:cNvContentPartPr/>
              <p14:nvPr/>
            </p14:nvContentPartPr>
            <p14:xfrm>
              <a:off x="5504927" y="5911357"/>
              <a:ext cx="533520" cy="2462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C9EDA35-4812-333D-435D-7EB9BE00D306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5486927" y="5893717"/>
                <a:ext cx="5691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1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DBE58C26-D6D9-A57C-836A-AEF83DE8613E}"/>
                  </a:ext>
                </a:extLst>
              </p14:cNvPr>
              <p14:cNvContentPartPr/>
              <p14:nvPr/>
            </p14:nvContentPartPr>
            <p14:xfrm>
              <a:off x="5885087" y="6031957"/>
              <a:ext cx="208800" cy="1162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DBE58C26-D6D9-A57C-836A-AEF83DE8613E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5867087" y="6013957"/>
                <a:ext cx="2444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3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75D7B76-35DE-7DE8-D517-57C379149443}"/>
                  </a:ext>
                </a:extLst>
              </p14:cNvPr>
              <p14:cNvContentPartPr/>
              <p14:nvPr/>
            </p14:nvContentPartPr>
            <p14:xfrm>
              <a:off x="6248327" y="6016837"/>
              <a:ext cx="101520" cy="126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75D7B76-35DE-7DE8-D517-57C379149443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6230327" y="5998837"/>
                <a:ext cx="1371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5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E248BB9-646F-13D3-650E-B275309D78F3}"/>
                  </a:ext>
                </a:extLst>
              </p14:cNvPr>
              <p14:cNvContentPartPr/>
              <p14:nvPr/>
            </p14:nvContentPartPr>
            <p14:xfrm>
              <a:off x="6233927" y="6086677"/>
              <a:ext cx="157320" cy="356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E248BB9-646F-13D3-650E-B275309D78F3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6215927" y="6068677"/>
                <a:ext cx="1929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7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A03A7A41-D84C-D44C-AF9B-B2927570885D}"/>
                  </a:ext>
                </a:extLst>
              </p14:cNvPr>
              <p14:cNvContentPartPr/>
              <p14:nvPr/>
            </p14:nvContentPartPr>
            <p14:xfrm>
              <a:off x="6539927" y="5896237"/>
              <a:ext cx="205200" cy="1875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A03A7A41-D84C-D44C-AF9B-B2927570885D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6521927" y="5878597"/>
                <a:ext cx="2408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9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B58F37DC-3A7C-0873-C15F-232952BB7E33}"/>
                  </a:ext>
                </a:extLst>
              </p14:cNvPr>
              <p14:cNvContentPartPr/>
              <p14:nvPr/>
            </p14:nvContentPartPr>
            <p14:xfrm>
              <a:off x="4389647" y="6401677"/>
              <a:ext cx="279000" cy="1033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B58F37DC-3A7C-0873-C15F-232952BB7E33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4372007" y="6384037"/>
                <a:ext cx="31464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1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986D791B-8C98-F9F2-B50F-5A228CB73D9B}"/>
                  </a:ext>
                </a:extLst>
              </p14:cNvPr>
              <p14:cNvContentPartPr/>
              <p14:nvPr/>
            </p14:nvContentPartPr>
            <p14:xfrm>
              <a:off x="4680887" y="6434077"/>
              <a:ext cx="105480" cy="194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986D791B-8C98-F9F2-B50F-5A228CB73D9B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4663247" y="6416437"/>
                <a:ext cx="1411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43F7A505-FEDD-4260-EE0E-E726D857383F}"/>
                  </a:ext>
                </a:extLst>
              </p14:cNvPr>
              <p14:cNvContentPartPr/>
              <p14:nvPr/>
            </p14:nvContentPartPr>
            <p14:xfrm>
              <a:off x="4741367" y="6400237"/>
              <a:ext cx="22320" cy="1224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43F7A505-FEDD-4260-EE0E-E726D857383F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4723367" y="6382597"/>
                <a:ext cx="579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5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B9941DA1-DD71-AD3F-8C59-1B289CB0C7A9}"/>
                  </a:ext>
                </a:extLst>
              </p14:cNvPr>
              <p14:cNvContentPartPr/>
              <p14:nvPr/>
            </p14:nvContentPartPr>
            <p14:xfrm>
              <a:off x="4969247" y="6387637"/>
              <a:ext cx="144360" cy="1371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B9941DA1-DD71-AD3F-8C59-1B289CB0C7A9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4951247" y="6369637"/>
                <a:ext cx="1800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353A67D-8E57-4DF3-1DD6-3076B1072F67}"/>
                  </a:ext>
                </a:extLst>
              </p14:cNvPr>
              <p14:cNvContentPartPr/>
              <p14:nvPr/>
            </p14:nvContentPartPr>
            <p14:xfrm>
              <a:off x="5154287" y="6426157"/>
              <a:ext cx="91080" cy="2235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353A67D-8E57-4DF3-1DD6-3076B1072F67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5136647" y="6408517"/>
                <a:ext cx="12672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DD3D4559-44F3-8B50-5302-909A02568412}"/>
                  </a:ext>
                </a:extLst>
              </p14:cNvPr>
              <p14:cNvContentPartPr/>
              <p14:nvPr/>
            </p14:nvContentPartPr>
            <p14:xfrm>
              <a:off x="5390807" y="6465037"/>
              <a:ext cx="148320" cy="295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DD3D4559-44F3-8B50-5302-909A02568412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5373167" y="6447397"/>
                <a:ext cx="1839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2D0B8B6-2B09-45F3-DA9A-D1FB94A1C1A7}"/>
                  </a:ext>
                </a:extLst>
              </p14:cNvPr>
              <p14:cNvContentPartPr/>
              <p14:nvPr/>
            </p14:nvContentPartPr>
            <p14:xfrm>
              <a:off x="5502767" y="6429397"/>
              <a:ext cx="31320" cy="1065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2D0B8B6-2B09-45F3-DA9A-D1FB94A1C1A7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5485127" y="6411397"/>
                <a:ext cx="6696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3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CB379298-D617-1344-265E-7D5977C45EAF}"/>
                  </a:ext>
                </a:extLst>
              </p14:cNvPr>
              <p14:cNvContentPartPr/>
              <p14:nvPr/>
            </p14:nvContentPartPr>
            <p14:xfrm>
              <a:off x="5750087" y="6378277"/>
              <a:ext cx="227880" cy="1389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CB379298-D617-1344-265E-7D5977C45EAF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5732447" y="6360277"/>
                <a:ext cx="2635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33AB0B1A-42EF-47D2-0B7F-B46B4BFDE38F}"/>
                  </a:ext>
                </a:extLst>
              </p14:cNvPr>
              <p14:cNvContentPartPr/>
              <p14:nvPr/>
            </p14:nvContentPartPr>
            <p14:xfrm>
              <a:off x="5983367" y="6427237"/>
              <a:ext cx="219240" cy="957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33AB0B1A-42EF-47D2-0B7F-B46B4BFDE38F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5965727" y="6409597"/>
                <a:ext cx="2548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7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D1BB2A8-8696-BD55-B32B-BA41BFDDB18E}"/>
                  </a:ext>
                </a:extLst>
              </p14:cNvPr>
              <p14:cNvContentPartPr/>
              <p14:nvPr/>
            </p14:nvContentPartPr>
            <p14:xfrm>
              <a:off x="6421487" y="6417877"/>
              <a:ext cx="125280" cy="183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D1BB2A8-8696-BD55-B32B-BA41BFDDB18E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6403487" y="6400237"/>
                <a:ext cx="1609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9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8EB4A5CF-01AC-CE55-9E79-F1307938256E}"/>
                  </a:ext>
                </a:extLst>
              </p14:cNvPr>
              <p14:cNvContentPartPr/>
              <p14:nvPr/>
            </p14:nvContentPartPr>
            <p14:xfrm>
              <a:off x="6407087" y="6494197"/>
              <a:ext cx="122760" cy="122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8EB4A5CF-01AC-CE55-9E79-F1307938256E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6389447" y="6476557"/>
                <a:ext cx="1584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1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A26EF53F-5E45-201D-6B32-1178827337B3}"/>
                  </a:ext>
                </a:extLst>
              </p14:cNvPr>
              <p14:cNvContentPartPr/>
              <p14:nvPr/>
            </p14:nvContentPartPr>
            <p14:xfrm>
              <a:off x="6593207" y="6320677"/>
              <a:ext cx="271080" cy="14832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A26EF53F-5E45-201D-6B32-1178827337B3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6575567" y="6303037"/>
                <a:ext cx="30672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3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45549034-C3FE-FC47-1405-0415A8C01C52}"/>
                  </a:ext>
                </a:extLst>
              </p14:cNvPr>
              <p14:cNvContentPartPr/>
              <p14:nvPr/>
            </p14:nvContentPartPr>
            <p14:xfrm>
              <a:off x="4982100" y="6546757"/>
              <a:ext cx="1440" cy="828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45549034-C3FE-FC47-1405-0415A8C01C52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4964100" y="6529117"/>
                <a:ext cx="370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86183668-EC09-4755-05A7-7935F5D4A659}"/>
                  </a:ext>
                </a:extLst>
              </p14:cNvPr>
              <p14:cNvContentPartPr/>
              <p14:nvPr/>
            </p14:nvContentPartPr>
            <p14:xfrm>
              <a:off x="4784820" y="6207997"/>
              <a:ext cx="4680" cy="144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86183668-EC09-4755-05A7-7935F5D4A65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766820" y="6189997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6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B121C16D-C7B9-37EB-D070-23DE4882BAC7}"/>
                  </a:ext>
                </a:extLst>
              </p14:cNvPr>
              <p14:cNvContentPartPr/>
              <p14:nvPr/>
            </p14:nvContentPartPr>
            <p14:xfrm>
              <a:off x="8924820" y="4124677"/>
              <a:ext cx="3600" cy="216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B121C16D-C7B9-37EB-D070-23DE4882BAC7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8907180" y="4107037"/>
                <a:ext cx="39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8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0AE8670B-8324-F111-B007-C561948A8FF9}"/>
                  </a:ext>
                </a:extLst>
              </p14:cNvPr>
              <p14:cNvContentPartPr/>
              <p14:nvPr/>
            </p14:nvContentPartPr>
            <p14:xfrm>
              <a:off x="5927100" y="6009997"/>
              <a:ext cx="14760" cy="972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0AE8670B-8324-F111-B007-C561948A8FF9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5909100" y="5991997"/>
                <a:ext cx="504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DECA5D34-E0A3-04BC-C610-892458C8302A}"/>
                  </a:ext>
                </a:extLst>
              </p14:cNvPr>
              <p14:cNvContentPartPr/>
              <p14:nvPr/>
            </p14:nvContentPartPr>
            <p14:xfrm>
              <a:off x="5393940" y="5748277"/>
              <a:ext cx="5760" cy="36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DECA5D34-E0A3-04BC-C610-892458C8302A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375940" y="5730637"/>
                <a:ext cx="414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9" name="Group 328">
            <a:extLst>
              <a:ext uri="{FF2B5EF4-FFF2-40B4-BE49-F238E27FC236}">
                <a16:creationId xmlns:a16="http://schemas.microsoft.com/office/drawing/2014/main" id="{C5897766-32B3-0581-7A37-66260D1CA0F7}"/>
              </a:ext>
            </a:extLst>
          </p:cNvPr>
          <p:cNvGrpSpPr/>
          <p:nvPr/>
        </p:nvGrpSpPr>
        <p:grpSpPr>
          <a:xfrm>
            <a:off x="4363007" y="6670237"/>
            <a:ext cx="2586960" cy="343800"/>
            <a:chOff x="4363007" y="6670237"/>
            <a:chExt cx="258696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1D7B28D-97B1-AE13-332D-65DB8D3966B9}"/>
                    </a:ext>
                  </a:extLst>
                </p14:cNvPr>
                <p14:cNvContentPartPr/>
                <p14:nvPr/>
              </p14:nvContentPartPr>
              <p14:xfrm>
                <a:off x="4363007" y="6809557"/>
                <a:ext cx="141480" cy="226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1D7B28D-97B1-AE13-332D-65DB8D3966B9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4345007" y="6791917"/>
                  <a:ext cx="177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B0479E5-40A7-5D39-B4C3-EDA38B3B4FEB}"/>
                    </a:ext>
                  </a:extLst>
                </p14:cNvPr>
                <p14:cNvContentPartPr/>
                <p14:nvPr/>
              </p14:nvContentPartPr>
              <p14:xfrm>
                <a:off x="4620767" y="6749077"/>
                <a:ext cx="171720" cy="127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B0479E5-40A7-5D39-B4C3-EDA38B3B4FEB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4603127" y="6731077"/>
                  <a:ext cx="207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C0AC9BC-6ED9-4363-957A-EA976BC8A6F4}"/>
                    </a:ext>
                  </a:extLst>
                </p14:cNvPr>
                <p14:cNvContentPartPr/>
                <p14:nvPr/>
              </p14:nvContentPartPr>
              <p14:xfrm>
                <a:off x="4873487" y="6803437"/>
                <a:ext cx="117360" cy="7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C0AC9BC-6ED9-4363-957A-EA976BC8A6F4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4855847" y="6785797"/>
                  <a:ext cx="153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586298E-551B-957C-2EB9-03B439D058F3}"/>
                    </a:ext>
                  </a:extLst>
                </p14:cNvPr>
                <p14:cNvContentPartPr/>
                <p14:nvPr/>
              </p14:nvContentPartPr>
              <p14:xfrm>
                <a:off x="5133047" y="6705157"/>
                <a:ext cx="107640" cy="14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586298E-551B-957C-2EB9-03B439D058F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115407" y="6687157"/>
                  <a:ext cx="143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0ED0020-37F3-6162-B775-31E1895B04EB}"/>
                    </a:ext>
                  </a:extLst>
                </p14:cNvPr>
                <p14:cNvContentPartPr/>
                <p14:nvPr/>
              </p14:nvContentPartPr>
              <p14:xfrm>
                <a:off x="5100647" y="6707677"/>
                <a:ext cx="129240" cy="166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0ED0020-37F3-6162-B775-31E1895B04EB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5083007" y="6689677"/>
                  <a:ext cx="164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6F302EF-6948-961A-D6E1-7A1B65A09116}"/>
                    </a:ext>
                  </a:extLst>
                </p14:cNvPr>
                <p14:cNvContentPartPr/>
                <p14:nvPr/>
              </p14:nvContentPartPr>
              <p14:xfrm>
                <a:off x="5326727" y="6786877"/>
                <a:ext cx="141480" cy="2271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6F302EF-6948-961A-D6E1-7A1B65A09116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5308727" y="6768877"/>
                  <a:ext cx="1771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4548342-3623-3EF3-0E81-612BF4330233}"/>
                    </a:ext>
                  </a:extLst>
                </p14:cNvPr>
                <p14:cNvContentPartPr/>
                <p14:nvPr/>
              </p14:nvContentPartPr>
              <p14:xfrm>
                <a:off x="5587007" y="6805957"/>
                <a:ext cx="109080" cy="151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4548342-3623-3EF3-0E81-612BF4330233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5569007" y="6788317"/>
                  <a:ext cx="1447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3C988A1-8B73-BF06-882D-703F1459D033}"/>
                    </a:ext>
                  </a:extLst>
                </p14:cNvPr>
                <p14:cNvContentPartPr/>
                <p14:nvPr/>
              </p14:nvContentPartPr>
              <p14:xfrm>
                <a:off x="5803367" y="6719557"/>
                <a:ext cx="133200" cy="147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3C988A1-8B73-BF06-882D-703F1459D033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5785727" y="6701557"/>
                  <a:ext cx="168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9A2C558-ED80-D790-62F1-67A3AB014C4C}"/>
                    </a:ext>
                  </a:extLst>
                </p14:cNvPr>
                <p14:cNvContentPartPr/>
                <p14:nvPr/>
              </p14:nvContentPartPr>
              <p14:xfrm>
                <a:off x="6105767" y="6738637"/>
                <a:ext cx="181800" cy="106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9A2C558-ED80-D790-62F1-67A3AB014C4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088127" y="6720637"/>
                  <a:ext cx="217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8D5BA97-1415-61C2-C5F8-8C620E132EA1}"/>
                    </a:ext>
                  </a:extLst>
                </p14:cNvPr>
                <p14:cNvContentPartPr/>
                <p14:nvPr/>
              </p14:nvContentPartPr>
              <p14:xfrm>
                <a:off x="6449207" y="6730357"/>
                <a:ext cx="168480" cy="23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8D5BA97-1415-61C2-C5F8-8C620E132EA1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6431207" y="6712717"/>
                  <a:ext cx="204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60E17AF-4B32-BD7D-19E1-8244BB482BEB}"/>
                    </a:ext>
                  </a:extLst>
                </p14:cNvPr>
                <p14:cNvContentPartPr/>
                <p14:nvPr/>
              </p14:nvContentPartPr>
              <p14:xfrm>
                <a:off x="6491327" y="6796597"/>
                <a:ext cx="164160" cy="20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60E17AF-4B32-BD7D-19E1-8244BB482BEB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6473687" y="6778957"/>
                  <a:ext cx="199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42D61DD-DC23-2729-80A6-6A49E5ED8837}"/>
                    </a:ext>
                  </a:extLst>
                </p14:cNvPr>
                <p14:cNvContentPartPr/>
                <p14:nvPr/>
              </p14:nvContentPartPr>
              <p14:xfrm>
                <a:off x="6817127" y="6670237"/>
                <a:ext cx="132840" cy="1494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42D61DD-DC23-2729-80A6-6A49E5ED8837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799127" y="6652597"/>
                  <a:ext cx="168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14CEF7A-5C3F-E8DC-613B-D42695B48A90}"/>
                    </a:ext>
                  </a:extLst>
                </p14:cNvPr>
                <p14:cNvContentPartPr/>
                <p14:nvPr/>
              </p14:nvContentPartPr>
              <p14:xfrm>
                <a:off x="5326980" y="6899917"/>
                <a:ext cx="360" cy="3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14CEF7A-5C3F-E8DC-613B-D42695B48A9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309340" y="68822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600DB05-FECA-DC49-BAEF-C82341E9A441}"/>
                    </a:ext>
                  </a:extLst>
                </p14:cNvPr>
                <p14:cNvContentPartPr/>
                <p14:nvPr/>
              </p14:nvContentPartPr>
              <p14:xfrm>
                <a:off x="5412300" y="6920437"/>
                <a:ext cx="6480" cy="93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600DB05-FECA-DC49-BAEF-C82341E9A441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394660" y="6902437"/>
                  <a:ext cx="42120" cy="4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5801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A130B6-9028-8693-049A-9D286A848D6B}"/>
              </a:ext>
            </a:extLst>
          </p:cNvPr>
          <p:cNvGrpSpPr/>
          <p:nvPr/>
        </p:nvGrpSpPr>
        <p:grpSpPr>
          <a:xfrm>
            <a:off x="512447" y="233662"/>
            <a:ext cx="722520" cy="463680"/>
            <a:chOff x="512447" y="233662"/>
            <a:chExt cx="722520" cy="46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FD92492-649A-A998-04F7-6B638C3F739E}"/>
                    </a:ext>
                  </a:extLst>
                </p14:cNvPr>
                <p14:cNvContentPartPr/>
                <p14:nvPr/>
              </p14:nvContentPartPr>
              <p14:xfrm>
                <a:off x="756167" y="233662"/>
                <a:ext cx="28080" cy="299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FD92492-649A-A998-04F7-6B638C3F739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8527" y="215662"/>
                  <a:ext cx="637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D166AED-B48E-3396-1D94-39951AD4C049}"/>
                    </a:ext>
                  </a:extLst>
                </p14:cNvPr>
                <p14:cNvContentPartPr/>
                <p14:nvPr/>
              </p14:nvContentPartPr>
              <p14:xfrm>
                <a:off x="512447" y="435262"/>
                <a:ext cx="234000" cy="127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D166AED-B48E-3396-1D94-39951AD4C0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4447" y="417622"/>
                  <a:ext cx="269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ADA6B12-B9FE-4CF3-3D89-740F3BC03934}"/>
                    </a:ext>
                  </a:extLst>
                </p14:cNvPr>
                <p14:cNvContentPartPr/>
                <p14:nvPr/>
              </p14:nvContentPartPr>
              <p14:xfrm>
                <a:off x="791087" y="522382"/>
                <a:ext cx="158040" cy="174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ADA6B12-B9FE-4CF3-3D89-740F3BC039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3447" y="504382"/>
                  <a:ext cx="193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ED35C9A-32BC-8070-A098-BF94581DB89C}"/>
                    </a:ext>
                  </a:extLst>
                </p14:cNvPr>
                <p14:cNvContentPartPr/>
                <p14:nvPr/>
              </p14:nvContentPartPr>
              <p14:xfrm>
                <a:off x="1058207" y="489262"/>
                <a:ext cx="115920" cy="22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ED35C9A-32BC-8070-A098-BF94581DB8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0567" y="471262"/>
                  <a:ext cx="151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94E10E5-6AD2-75DD-1F15-1FF1BBD86F0F}"/>
                    </a:ext>
                  </a:extLst>
                </p14:cNvPr>
                <p14:cNvContentPartPr/>
                <p14:nvPr/>
              </p14:nvContentPartPr>
              <p14:xfrm>
                <a:off x="1087727" y="549742"/>
                <a:ext cx="147240" cy="2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94E10E5-6AD2-75DD-1F15-1FF1BBD86F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0087" y="532102"/>
                  <a:ext cx="18288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AD89214-8AF0-64FD-8AC6-39FABD04F963}"/>
                  </a:ext>
                </a:extLst>
              </p14:cNvPr>
              <p14:cNvContentPartPr/>
              <p14:nvPr/>
            </p14:nvContentPartPr>
            <p14:xfrm>
              <a:off x="1457447" y="362542"/>
              <a:ext cx="228600" cy="20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AD89214-8AF0-64FD-8AC6-39FABD04F96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39807" y="344902"/>
                <a:ext cx="2642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DCAC48-8714-57B9-EB14-A3C2DEDD3E0A}"/>
                  </a:ext>
                </a:extLst>
              </p14:cNvPr>
              <p14:cNvContentPartPr/>
              <p14:nvPr/>
            </p14:nvContentPartPr>
            <p14:xfrm>
              <a:off x="2267447" y="569542"/>
              <a:ext cx="43560" cy="4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DCAC48-8714-57B9-EB14-A3C2DEDD3E0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49807" y="551902"/>
                <a:ext cx="7920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8DB4453-13C7-DD8A-43EB-B447371CB4E7}"/>
              </a:ext>
            </a:extLst>
          </p:cNvPr>
          <p:cNvGrpSpPr/>
          <p:nvPr/>
        </p:nvGrpSpPr>
        <p:grpSpPr>
          <a:xfrm>
            <a:off x="1927967" y="263902"/>
            <a:ext cx="774000" cy="566280"/>
            <a:chOff x="1927967" y="263902"/>
            <a:chExt cx="774000" cy="56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63D07C8-AC58-D9FD-83B5-3D363B5D862E}"/>
                    </a:ext>
                  </a:extLst>
                </p14:cNvPr>
                <p14:cNvContentPartPr/>
                <p14:nvPr/>
              </p14:nvContentPartPr>
              <p14:xfrm>
                <a:off x="1944167" y="479542"/>
                <a:ext cx="179280" cy="48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63D07C8-AC58-D9FD-83B5-3D363B5D862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26527" y="461542"/>
                  <a:ext cx="214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86752C-E420-47AD-61A0-655AC8443CD5}"/>
                    </a:ext>
                  </a:extLst>
                </p14:cNvPr>
                <p14:cNvContentPartPr/>
                <p14:nvPr/>
              </p14:nvContentPartPr>
              <p14:xfrm>
                <a:off x="1927967" y="569542"/>
                <a:ext cx="214200" cy="47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86752C-E420-47AD-61A0-655AC8443CD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09967" y="551902"/>
                  <a:ext cx="249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E39E036-7CFE-AC72-9EDB-2348F634C20F}"/>
                    </a:ext>
                  </a:extLst>
                </p14:cNvPr>
                <p14:cNvContentPartPr/>
                <p14:nvPr/>
              </p14:nvContentPartPr>
              <p14:xfrm>
                <a:off x="2182487" y="263902"/>
                <a:ext cx="266040" cy="386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E39E036-7CFE-AC72-9EDB-2348F634C2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64847" y="246262"/>
                  <a:ext cx="3016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D49D1D-00F8-74BA-A119-226251D74B7F}"/>
                    </a:ext>
                  </a:extLst>
                </p14:cNvPr>
                <p14:cNvContentPartPr/>
                <p14:nvPr/>
              </p14:nvContentPartPr>
              <p14:xfrm>
                <a:off x="2474807" y="520942"/>
                <a:ext cx="227160" cy="309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D49D1D-00F8-74BA-A119-226251D74B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56807" y="503302"/>
                  <a:ext cx="262800" cy="34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215D0B0-5D09-FDE0-8674-40ADBB1342E9}"/>
                  </a:ext>
                </a:extLst>
              </p14:cNvPr>
              <p14:cNvContentPartPr/>
              <p14:nvPr/>
            </p14:nvContentPartPr>
            <p14:xfrm>
              <a:off x="3601607" y="517702"/>
              <a:ext cx="132480" cy="250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215D0B0-5D09-FDE0-8674-40ADBB1342E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83607" y="500062"/>
                <a:ext cx="16812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2E6B1931-0996-0D00-C44A-AE4FDA091EBA}"/>
              </a:ext>
            </a:extLst>
          </p:cNvPr>
          <p:cNvGrpSpPr/>
          <p:nvPr/>
        </p:nvGrpSpPr>
        <p:grpSpPr>
          <a:xfrm>
            <a:off x="4508087" y="311062"/>
            <a:ext cx="900360" cy="437040"/>
            <a:chOff x="4508087" y="311062"/>
            <a:chExt cx="900360" cy="43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C9C0412-69A3-3D19-8395-46FF2979CBB7}"/>
                    </a:ext>
                  </a:extLst>
                </p14:cNvPr>
                <p14:cNvContentPartPr/>
                <p14:nvPr/>
              </p14:nvContentPartPr>
              <p14:xfrm>
                <a:off x="4585487" y="311062"/>
                <a:ext cx="162000" cy="317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C9C0412-69A3-3D19-8395-46FF2979CB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67847" y="293062"/>
                  <a:ext cx="1976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41879F6-288F-BD3F-E1A9-07891ECCA42C}"/>
                    </a:ext>
                  </a:extLst>
                </p14:cNvPr>
                <p14:cNvContentPartPr/>
                <p14:nvPr/>
              </p14:nvContentPartPr>
              <p14:xfrm>
                <a:off x="4508087" y="317902"/>
                <a:ext cx="293040" cy="328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41879F6-288F-BD3F-E1A9-07891ECCA4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90447" y="299902"/>
                  <a:ext cx="328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A9EBF4-4F53-0AA0-ED2B-D640DDC968E2}"/>
                    </a:ext>
                  </a:extLst>
                </p14:cNvPr>
                <p14:cNvContentPartPr/>
                <p14:nvPr/>
              </p14:nvContentPartPr>
              <p14:xfrm>
                <a:off x="4825967" y="539302"/>
                <a:ext cx="299880" cy="20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A9EBF4-4F53-0AA0-ED2B-D640DDC968E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7967" y="521302"/>
                  <a:ext cx="335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7CE9D51-3FC9-9550-6346-50052C9DC40C}"/>
                    </a:ext>
                  </a:extLst>
                </p14:cNvPr>
                <p14:cNvContentPartPr/>
                <p14:nvPr/>
              </p14:nvContentPartPr>
              <p14:xfrm>
                <a:off x="5237447" y="478822"/>
                <a:ext cx="107640" cy="23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7CE9D51-3FC9-9550-6346-50052C9DC40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19447" y="461182"/>
                  <a:ext cx="143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D2DCFC-75AD-5E99-1DB7-BD96F39BAE4B}"/>
                    </a:ext>
                  </a:extLst>
                </p14:cNvPr>
                <p14:cNvContentPartPr/>
                <p14:nvPr/>
              </p14:nvContentPartPr>
              <p14:xfrm>
                <a:off x="5221247" y="525622"/>
                <a:ext cx="187200" cy="3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D2DCFC-75AD-5E99-1DB7-BD96F39BAE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03247" y="507982"/>
                  <a:ext cx="22284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69A1EB2-BA81-EDF8-DF36-97A9F1AC47C3}"/>
                  </a:ext>
                </a:extLst>
              </p14:cNvPr>
              <p14:cNvContentPartPr/>
              <p14:nvPr/>
            </p14:nvContentPartPr>
            <p14:xfrm>
              <a:off x="5738207" y="183262"/>
              <a:ext cx="196200" cy="4820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69A1EB2-BA81-EDF8-DF36-97A9F1AC47C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20567" y="165622"/>
                <a:ext cx="23184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E86F96A-CCB7-5A30-30FB-9B4C1976C882}"/>
                  </a:ext>
                </a:extLst>
              </p14:cNvPr>
              <p14:cNvContentPartPr/>
              <p14:nvPr/>
            </p14:nvContentPartPr>
            <p14:xfrm>
              <a:off x="5950607" y="822622"/>
              <a:ext cx="15120" cy="12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E86F96A-CCB7-5A30-30FB-9B4C1976C88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32967" y="804622"/>
                <a:ext cx="5076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998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1</cp:revision>
  <dcterms:created xsi:type="dcterms:W3CDTF">2026-02-25T05:27:57Z</dcterms:created>
  <dcterms:modified xsi:type="dcterms:W3CDTF">2026-02-25T11:32:57Z</dcterms:modified>
</cp:coreProperties>
</file>